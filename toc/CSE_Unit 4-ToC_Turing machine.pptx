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256" r:id="rId2"/>
    <p:sldId id="457" r:id="rId3"/>
    <p:sldId id="257" r:id="rId4"/>
    <p:sldId id="275" r:id="rId5"/>
    <p:sldId id="258" r:id="rId6"/>
    <p:sldId id="277" r:id="rId7"/>
    <p:sldId id="278" r:id="rId8"/>
    <p:sldId id="279" r:id="rId9"/>
    <p:sldId id="413" r:id="rId10"/>
    <p:sldId id="376" r:id="rId11"/>
    <p:sldId id="378" r:id="rId12"/>
    <p:sldId id="379" r:id="rId13"/>
    <p:sldId id="281" r:id="rId14"/>
    <p:sldId id="282" r:id="rId15"/>
    <p:sldId id="366" r:id="rId16"/>
    <p:sldId id="283" r:id="rId17"/>
    <p:sldId id="284" r:id="rId18"/>
    <p:sldId id="289" r:id="rId19"/>
    <p:sldId id="290" r:id="rId20"/>
    <p:sldId id="291" r:id="rId21"/>
    <p:sldId id="292" r:id="rId22"/>
    <p:sldId id="364" r:id="rId23"/>
    <p:sldId id="365" r:id="rId24"/>
    <p:sldId id="383" r:id="rId25"/>
    <p:sldId id="381" r:id="rId26"/>
    <p:sldId id="382" r:id="rId27"/>
    <p:sldId id="392" r:id="rId28"/>
    <p:sldId id="411" r:id="rId29"/>
    <p:sldId id="412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439" r:id="rId46"/>
    <p:sldId id="402" r:id="rId47"/>
    <p:sldId id="408" r:id="rId48"/>
    <p:sldId id="403" r:id="rId49"/>
    <p:sldId id="400" r:id="rId50"/>
    <p:sldId id="419" r:id="rId51"/>
    <p:sldId id="407" r:id="rId52"/>
    <p:sldId id="417" r:id="rId53"/>
    <p:sldId id="418" r:id="rId54"/>
    <p:sldId id="420" r:id="rId55"/>
    <p:sldId id="421" r:id="rId56"/>
    <p:sldId id="451" r:id="rId57"/>
    <p:sldId id="422" r:id="rId58"/>
    <p:sldId id="423" r:id="rId59"/>
    <p:sldId id="424" r:id="rId60"/>
    <p:sldId id="425" r:id="rId61"/>
    <p:sldId id="452" r:id="rId62"/>
    <p:sldId id="455" r:id="rId63"/>
    <p:sldId id="428" r:id="rId64"/>
    <p:sldId id="429" r:id="rId65"/>
    <p:sldId id="430" r:id="rId66"/>
    <p:sldId id="450" r:id="rId67"/>
    <p:sldId id="449" r:id="rId68"/>
    <p:sldId id="456" r:id="rId69"/>
    <p:sldId id="438" r:id="rId7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72" autoAdjust="0"/>
  </p:normalViewPr>
  <p:slideViewPr>
    <p:cSldViewPr>
      <p:cViewPr varScale="1">
        <p:scale>
          <a:sx n="54" d="100"/>
          <a:sy n="54" d="100"/>
        </p:scale>
        <p:origin x="15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9c985438692c1957" providerId="LiveId" clId="{17E8ED5E-9BD6-46B2-A6B0-E08612968585}"/>
    <pc:docChg chg="modSld">
      <pc:chgData name="" userId="9c985438692c1957" providerId="LiveId" clId="{17E8ED5E-9BD6-46B2-A6B0-E08612968585}" dt="2024-04-17T06:10:14.516" v="2" actId="14100"/>
      <pc:docMkLst>
        <pc:docMk/>
      </pc:docMkLst>
      <pc:sldChg chg="modSp">
        <pc:chgData name="" userId="9c985438692c1957" providerId="LiveId" clId="{17E8ED5E-9BD6-46B2-A6B0-E08612968585}" dt="2024-04-17T06:10:14.516" v="2" actId="14100"/>
        <pc:sldMkLst>
          <pc:docMk/>
          <pc:sldMk cId="3263474931" sldId="455"/>
        </pc:sldMkLst>
        <pc:spChg chg="mod">
          <ac:chgData name="" userId="9c985438692c1957" providerId="LiveId" clId="{17E8ED5E-9BD6-46B2-A6B0-E08612968585}" dt="2024-04-17T06:10:14.516" v="2" actId="14100"/>
          <ac:spMkLst>
            <pc:docMk/>
            <pc:sldMk cId="3263474931" sldId="455"/>
            <ac:spMk id="10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4.wmf"/><Relationship Id="rId5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E2D1F95-C44F-4BC2-A3CF-13E0D3F8C7B0}" type="datetimeFigureOut">
              <a:rPr lang="en-US"/>
              <a:pPr>
                <a:defRPr/>
              </a:pPr>
              <a:t>12/6/2024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D3DE695C-CDE8-4660-BA60-8451EA2146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105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81D1B782-D5A1-44AF-933B-360F0586E8A5}" type="slidenum">
              <a:rPr lang="en-US" smtClean="0">
                <a:latin typeface="Times New Roman" pitchFamily="18" charset="0"/>
              </a:rPr>
              <a:pPr/>
              <a:t>9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161795" name="Text Box 1"/>
          <p:cNvSpPr txBox="1">
            <a:spLocks noChangeArrowheads="1"/>
          </p:cNvSpPr>
          <p:nvPr/>
        </p:nvSpPr>
        <p:spPr bwMode="auto">
          <a:xfrm>
            <a:off x="3884414" y="8685894"/>
            <a:ext cx="2972098" cy="45659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1601" tIns="45630" rIns="91601" bIns="45630" anchor="b"/>
          <a:lstStyle/>
          <a:p>
            <a:pPr algn="r">
              <a:tabLst>
                <a:tab pos="0" algn="l"/>
                <a:tab pos="864931" algn="l"/>
                <a:tab pos="1729862" algn="l"/>
                <a:tab pos="2594793" algn="l"/>
                <a:tab pos="3459724" algn="l"/>
                <a:tab pos="4324655" algn="l"/>
                <a:tab pos="5189586" algn="l"/>
                <a:tab pos="6054517" algn="l"/>
                <a:tab pos="6919448" algn="l"/>
                <a:tab pos="7784379" algn="l"/>
                <a:tab pos="8649310" algn="l"/>
                <a:tab pos="9514241" algn="l"/>
              </a:tabLst>
            </a:pPr>
            <a:fld id="{24357ADC-6D98-482F-839A-E26789C13985}" type="slidenum">
              <a:rPr lang="en-US" sz="1200">
                <a:solidFill>
                  <a:srgbClr val="000000"/>
                </a:solidFill>
                <a:ea typeface="Droid Sans Fallback" charset="0"/>
                <a:cs typeface="Droid Sans Fallback" charset="0"/>
              </a:rPr>
              <a:pPr algn="r">
                <a:tabLst>
                  <a:tab pos="0" algn="l"/>
                  <a:tab pos="864931" algn="l"/>
                  <a:tab pos="1729862" algn="l"/>
                  <a:tab pos="2594793" algn="l"/>
                  <a:tab pos="3459724" algn="l"/>
                  <a:tab pos="4324655" algn="l"/>
                  <a:tab pos="5189586" algn="l"/>
                  <a:tab pos="6054517" algn="l"/>
                  <a:tab pos="6919448" algn="l"/>
                  <a:tab pos="7784379" algn="l"/>
                  <a:tab pos="8649310" algn="l"/>
                  <a:tab pos="9514241" algn="l"/>
                </a:tabLst>
              </a:pPr>
              <a:t>9</a:t>
            </a:fld>
            <a:endParaRPr lang="en-US" sz="1200" dirty="0">
              <a:solidFill>
                <a:srgbClr val="000000"/>
              </a:solidFill>
              <a:ea typeface="Droid Sans Fallback" charset="0"/>
              <a:cs typeface="Droid Sans Fallback" charset="0"/>
            </a:endParaRPr>
          </a:p>
        </p:txBody>
      </p:sp>
      <p:sp>
        <p:nvSpPr>
          <p:cNvPr id="1617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solidFill>
            <a:srgbClr val="FFFFFF"/>
          </a:solidFill>
          <a:ln/>
        </p:spPr>
      </p:sp>
      <p:sp>
        <p:nvSpPr>
          <p:cNvPr id="161797" name="Text Box 3"/>
          <p:cNvSpPr txBox="1">
            <a:spLocks noChangeArrowheads="1"/>
          </p:cNvSpPr>
          <p:nvPr/>
        </p:nvSpPr>
        <p:spPr bwMode="auto">
          <a:xfrm>
            <a:off x="686098" y="4343704"/>
            <a:ext cx="5485805" cy="411389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86493" tIns="43247" rIns="86493" bIns="43247" anchor="ctr"/>
          <a:lstStyle/>
          <a:p>
            <a:endParaRPr lang="en-US">
              <a:ea typeface="Droid Sans Fallback" charset="0"/>
              <a:cs typeface="Droid Sans Fallb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390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81D1B782-D5A1-44AF-933B-360F0586E8A5}" type="slidenum">
              <a:rPr lang="en-US" smtClean="0">
                <a:latin typeface="Times New Roman" pitchFamily="18" charset="0"/>
              </a:rPr>
              <a:pPr/>
              <a:t>10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161795" name="Text Box 1"/>
          <p:cNvSpPr txBox="1">
            <a:spLocks noChangeArrowheads="1"/>
          </p:cNvSpPr>
          <p:nvPr/>
        </p:nvSpPr>
        <p:spPr bwMode="auto">
          <a:xfrm>
            <a:off x="3884414" y="8685894"/>
            <a:ext cx="2972098" cy="45659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1601" tIns="45630" rIns="91601" bIns="45630" anchor="b"/>
          <a:lstStyle/>
          <a:p>
            <a:pPr algn="r">
              <a:tabLst>
                <a:tab pos="0" algn="l"/>
                <a:tab pos="864931" algn="l"/>
                <a:tab pos="1729862" algn="l"/>
                <a:tab pos="2594793" algn="l"/>
                <a:tab pos="3459724" algn="l"/>
                <a:tab pos="4324655" algn="l"/>
                <a:tab pos="5189586" algn="l"/>
                <a:tab pos="6054517" algn="l"/>
                <a:tab pos="6919448" algn="l"/>
                <a:tab pos="7784379" algn="l"/>
                <a:tab pos="8649310" algn="l"/>
                <a:tab pos="9514241" algn="l"/>
              </a:tabLst>
            </a:pPr>
            <a:fld id="{24357ADC-6D98-482F-839A-E26789C13985}" type="slidenum">
              <a:rPr lang="en-US" sz="1200">
                <a:solidFill>
                  <a:srgbClr val="000000"/>
                </a:solidFill>
                <a:ea typeface="Droid Sans Fallback" charset="0"/>
                <a:cs typeface="Droid Sans Fallback" charset="0"/>
              </a:rPr>
              <a:pPr algn="r">
                <a:tabLst>
                  <a:tab pos="0" algn="l"/>
                  <a:tab pos="864931" algn="l"/>
                  <a:tab pos="1729862" algn="l"/>
                  <a:tab pos="2594793" algn="l"/>
                  <a:tab pos="3459724" algn="l"/>
                  <a:tab pos="4324655" algn="l"/>
                  <a:tab pos="5189586" algn="l"/>
                  <a:tab pos="6054517" algn="l"/>
                  <a:tab pos="6919448" algn="l"/>
                  <a:tab pos="7784379" algn="l"/>
                  <a:tab pos="8649310" algn="l"/>
                  <a:tab pos="9514241" algn="l"/>
                </a:tabLst>
              </a:pPr>
              <a:t>10</a:t>
            </a:fld>
            <a:endParaRPr lang="en-US" sz="1200" dirty="0">
              <a:solidFill>
                <a:srgbClr val="000000"/>
              </a:solidFill>
              <a:ea typeface="Droid Sans Fallback" charset="0"/>
              <a:cs typeface="Droid Sans Fallback" charset="0"/>
            </a:endParaRPr>
          </a:p>
        </p:txBody>
      </p:sp>
      <p:sp>
        <p:nvSpPr>
          <p:cNvPr id="1617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solidFill>
            <a:srgbClr val="FFFFFF"/>
          </a:solidFill>
          <a:ln/>
        </p:spPr>
      </p:sp>
      <p:sp>
        <p:nvSpPr>
          <p:cNvPr id="161797" name="Text Box 3"/>
          <p:cNvSpPr txBox="1">
            <a:spLocks noChangeArrowheads="1"/>
          </p:cNvSpPr>
          <p:nvPr/>
        </p:nvSpPr>
        <p:spPr bwMode="auto">
          <a:xfrm>
            <a:off x="686098" y="4343704"/>
            <a:ext cx="5485805" cy="411389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86493" tIns="43247" rIns="86493" bIns="43247" anchor="ctr"/>
          <a:lstStyle/>
          <a:p>
            <a:endParaRPr lang="en-US">
              <a:ea typeface="Droid Sans Fallback" charset="0"/>
              <a:cs typeface="Droid Sans Fallb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555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C3C6D498-FA38-4EE4-8C59-39CE409C8C55}" type="slidenum">
              <a:rPr lang="en-US" smtClean="0">
                <a:latin typeface="Times New Roman" pitchFamily="18" charset="0"/>
              </a:rPr>
              <a:pPr/>
              <a:t>12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172035" name="Text Box 1"/>
          <p:cNvSpPr txBox="1">
            <a:spLocks noChangeArrowheads="1"/>
          </p:cNvSpPr>
          <p:nvPr/>
        </p:nvSpPr>
        <p:spPr bwMode="auto">
          <a:xfrm>
            <a:off x="3884414" y="8685894"/>
            <a:ext cx="2972098" cy="45659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1601" tIns="45630" rIns="91601" bIns="45630" anchor="b"/>
          <a:lstStyle/>
          <a:p>
            <a:pPr algn="r">
              <a:tabLst>
                <a:tab pos="0" algn="l"/>
                <a:tab pos="864931" algn="l"/>
                <a:tab pos="1729862" algn="l"/>
                <a:tab pos="2594793" algn="l"/>
                <a:tab pos="3459724" algn="l"/>
                <a:tab pos="4324655" algn="l"/>
                <a:tab pos="5189586" algn="l"/>
                <a:tab pos="6054517" algn="l"/>
                <a:tab pos="6919448" algn="l"/>
                <a:tab pos="7784379" algn="l"/>
                <a:tab pos="8649310" algn="l"/>
                <a:tab pos="9514241" algn="l"/>
              </a:tabLst>
            </a:pPr>
            <a:fld id="{E1694B54-BAE9-42F6-967E-30706A328DE4}" type="slidenum">
              <a:rPr lang="en-US" sz="1200">
                <a:solidFill>
                  <a:srgbClr val="000000"/>
                </a:solidFill>
                <a:ea typeface="Droid Sans Fallback" charset="0"/>
                <a:cs typeface="Droid Sans Fallback" charset="0"/>
              </a:rPr>
              <a:pPr algn="r">
                <a:tabLst>
                  <a:tab pos="0" algn="l"/>
                  <a:tab pos="864931" algn="l"/>
                  <a:tab pos="1729862" algn="l"/>
                  <a:tab pos="2594793" algn="l"/>
                  <a:tab pos="3459724" algn="l"/>
                  <a:tab pos="4324655" algn="l"/>
                  <a:tab pos="5189586" algn="l"/>
                  <a:tab pos="6054517" algn="l"/>
                  <a:tab pos="6919448" algn="l"/>
                  <a:tab pos="7784379" algn="l"/>
                  <a:tab pos="8649310" algn="l"/>
                  <a:tab pos="9514241" algn="l"/>
                </a:tabLst>
              </a:pPr>
              <a:t>12</a:t>
            </a:fld>
            <a:endParaRPr lang="en-US" sz="1200" dirty="0">
              <a:solidFill>
                <a:srgbClr val="000000"/>
              </a:solidFill>
              <a:ea typeface="Droid Sans Fallback" charset="0"/>
              <a:cs typeface="Droid Sans Fallback" charset="0"/>
            </a:endParaRPr>
          </a:p>
        </p:txBody>
      </p:sp>
      <p:sp>
        <p:nvSpPr>
          <p:cNvPr id="1720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solidFill>
            <a:srgbClr val="FFFFFF"/>
          </a:solidFill>
          <a:ln/>
        </p:spPr>
      </p:sp>
      <p:sp>
        <p:nvSpPr>
          <p:cNvPr id="172037" name="Text Box 3"/>
          <p:cNvSpPr txBox="1">
            <a:spLocks noChangeArrowheads="1"/>
          </p:cNvSpPr>
          <p:nvPr/>
        </p:nvSpPr>
        <p:spPr bwMode="auto">
          <a:xfrm>
            <a:off x="686098" y="4343704"/>
            <a:ext cx="5485805" cy="411389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86493" tIns="43247" rIns="86493" bIns="43247" anchor="ctr"/>
          <a:lstStyle/>
          <a:p>
            <a:endParaRPr lang="en-US">
              <a:ea typeface="Droid Sans Fallback" charset="0"/>
              <a:cs typeface="Droid Sans Fallback" charset="0"/>
            </a:endParaRPr>
          </a:p>
        </p:txBody>
      </p:sp>
      <p:sp>
        <p:nvSpPr>
          <p:cNvPr id="6" name="Notes Placeholder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0310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21B53EF9-86B6-4C18-A4DD-E03C22422600}" type="slidenum">
              <a:rPr lang="en-US" smtClean="0">
                <a:latin typeface="Times New Roman" pitchFamily="18" charset="0"/>
              </a:rPr>
              <a:pPr/>
              <a:t>25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1781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solidFill>
            <a:srgbClr val="FFFFFF"/>
          </a:solidFill>
          <a:ln/>
        </p:spPr>
      </p:sp>
      <p:sp>
        <p:nvSpPr>
          <p:cNvPr id="1781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6098" y="4343704"/>
            <a:ext cx="5485805" cy="4113892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714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8BE965F7-022E-4A3D-B981-719099ADA5FD}" type="slidenum">
              <a:rPr lang="en-US" smtClean="0">
                <a:latin typeface="Times New Roman" pitchFamily="18" charset="0"/>
              </a:rPr>
              <a:pPr/>
              <a:t>26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17920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solidFill>
            <a:srgbClr val="FFFFFF"/>
          </a:solidFill>
          <a:ln/>
        </p:spPr>
      </p:sp>
      <p:sp>
        <p:nvSpPr>
          <p:cNvPr id="17920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6098" y="4343704"/>
            <a:ext cx="5485805" cy="4113892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691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99CE9104-B376-4812-90D9-808DA039AC90}" type="slidenum">
              <a:rPr lang="en-US" smtClean="0">
                <a:latin typeface="Times New Roman" pitchFamily="18" charset="0"/>
              </a:rPr>
              <a:pPr/>
              <a:t>27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3347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solidFill>
            <a:srgbClr val="FFFFFF"/>
          </a:solidFill>
          <a:ln/>
        </p:spPr>
      </p:sp>
      <p:sp>
        <p:nvSpPr>
          <p:cNvPr id="23347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6098" y="4343704"/>
            <a:ext cx="5485805" cy="4113892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635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E221232C-61AA-48E3-B37B-899D67936B40}" type="slidenum">
              <a:rPr lang="en-US" smtClean="0">
                <a:latin typeface="Times New Roman" pitchFamily="18" charset="0"/>
              </a:rPr>
              <a:pPr/>
              <a:t>28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1812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solidFill>
            <a:srgbClr val="FFFFFF"/>
          </a:solidFill>
          <a:ln/>
        </p:spPr>
      </p:sp>
      <p:sp>
        <p:nvSpPr>
          <p:cNvPr id="1812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6098" y="4343704"/>
            <a:ext cx="5485805" cy="4113892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722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337714EC-CF1A-480B-9DB4-EF7E09324CE6}" type="slidenum">
              <a:rPr lang="en-US" smtClean="0">
                <a:latin typeface="Times New Roman" pitchFamily="18" charset="0"/>
              </a:rPr>
              <a:pPr/>
              <a:t>29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18227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solidFill>
            <a:srgbClr val="FFFFFF"/>
          </a:solidFill>
          <a:ln/>
        </p:spPr>
      </p:sp>
      <p:sp>
        <p:nvSpPr>
          <p:cNvPr id="18227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6098" y="4343704"/>
            <a:ext cx="5485805" cy="4113892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526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D6FB9D9D-8853-409E-BA03-199571DCC644}" type="slidenum">
              <a:rPr lang="en-US" smtClean="0">
                <a:latin typeface="Times New Roman" pitchFamily="18" charset="0"/>
              </a:rPr>
              <a:pPr/>
              <a:t>49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83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solidFill>
            <a:srgbClr val="FFFFFF"/>
          </a:solidFill>
          <a:ln/>
        </p:spPr>
      </p:sp>
      <p:sp>
        <p:nvSpPr>
          <p:cNvPr id="283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6098" y="4343704"/>
            <a:ext cx="5485805" cy="4113892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371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ECCA0-F156-4BCF-AC19-9F82CC244B71}" type="datetimeFigureOut">
              <a:rPr lang="en-US"/>
              <a:pPr>
                <a:defRPr/>
              </a:pPr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36C1D-7BAA-4DC7-8480-5509D573D6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223C46-F6F7-4AD6-B6BD-9408E87C3844}" type="datetimeFigureOut">
              <a:rPr lang="en-US"/>
              <a:pPr>
                <a:defRPr/>
              </a:pPr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7032C2-7ADD-4C6D-8A58-00721DC9FB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068D66-32C7-4B08-9A2A-97EB8CCC876F}" type="datetimeFigureOut">
              <a:rPr lang="en-US"/>
              <a:pPr>
                <a:defRPr/>
              </a:pPr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54B3A-DA7D-4D9F-93C3-643F3F832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95F1C7-B98E-4AB0-AC42-80722F4CAF3C}" type="datetimeFigureOut">
              <a:rPr lang="en-US"/>
              <a:pPr>
                <a:defRPr/>
              </a:pPr>
              <a:t>12/6/2024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E2487-9EA2-4E05-B7FC-0C97325A61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1A71C3-7DDF-4B5D-870F-2DF1FC7D05CC}" type="datetimeFigureOut">
              <a:rPr lang="en-US"/>
              <a:pPr>
                <a:defRPr/>
              </a:pPr>
              <a:t>12/6/2024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F6DE38-D805-4D4E-AE72-E630179EE8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E40C5-1537-4591-9C68-5F52393E71B5}" type="datetimeFigureOut">
              <a:rPr lang="en-US"/>
              <a:pPr>
                <a:defRPr/>
              </a:pPr>
              <a:t>12/6/2024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CFE300-4015-4291-8D51-4CC068B136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F532D-AEFF-4E13-BC6F-315E8616DBB7}" type="datetimeFigureOut">
              <a:rPr lang="en-US"/>
              <a:pPr>
                <a:defRPr/>
              </a:pPr>
              <a:t>12/6/2024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EEB6E-A445-4993-B544-BFAE6EE646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94E91-3D11-4BF9-B409-89DC240F2A3F}" type="datetimeFigureOut">
              <a:rPr lang="en-US"/>
              <a:pPr>
                <a:defRPr/>
              </a:pPr>
              <a:t>12/6/2024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A4514-0A3B-4E4F-B076-B6CE49C766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2499B-DF1C-4609-A0F5-A1A790A5C925}" type="datetimeFigureOut">
              <a:rPr lang="en-US"/>
              <a:pPr>
                <a:defRPr/>
              </a:pPr>
              <a:t>12/6/2024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A094EB-7240-47BF-9AAE-0885B6A69D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390A7-5CBC-4EEC-875F-403EB0E034B3}" type="datetimeFigureOut">
              <a:rPr lang="en-US"/>
              <a:pPr>
                <a:defRPr/>
              </a:pPr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620C94-6CF2-4D19-8EFF-6117369495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D5AD5-A60F-4EAC-BD5B-CB393D901C19}" type="datetimeFigureOut">
              <a:rPr lang="en-US"/>
              <a:pPr>
                <a:defRPr/>
              </a:pPr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AD90E6-6D58-426D-ABD7-EF0A0C3FFE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5DD5FE6-7841-4034-8D63-40D985F4FBA9}" type="datetimeFigureOut">
              <a:rPr lang="en-US"/>
              <a:pPr>
                <a:defRPr/>
              </a:pPr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2DA95AC-EBBE-4074-8E4F-C29DB4B1D3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6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7.wmf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15" Type="http://schemas.openxmlformats.org/officeDocument/2006/relationships/image" Target="../media/image3.png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8.wmf"/><Relationship Id="rId14" Type="http://schemas.openxmlformats.org/officeDocument/2006/relationships/image" Target="../media/image10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15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15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.bin"/><Relationship Id="rId20" Type="http://schemas.openxmlformats.org/officeDocument/2006/relationships/oleObject" Target="../embeddings/oleObject17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7.wmf"/><Relationship Id="rId5" Type="http://schemas.openxmlformats.org/officeDocument/2006/relationships/image" Target="../media/image11.wmf"/><Relationship Id="rId15" Type="http://schemas.openxmlformats.org/officeDocument/2006/relationships/oleObject" Target="../embeddings/oleObject13.bin"/><Relationship Id="rId10" Type="http://schemas.openxmlformats.org/officeDocument/2006/relationships/oleObject" Target="../embeddings/oleObject10.bin"/><Relationship Id="rId19" Type="http://schemas.openxmlformats.org/officeDocument/2006/relationships/oleObject" Target="../embeddings/oleObject16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2.bin"/><Relationship Id="rId22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6.wmf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762000" y="2291621"/>
            <a:ext cx="7772400" cy="1600200"/>
          </a:xfrm>
        </p:spPr>
        <p:txBody>
          <a:bodyPr/>
          <a:lstStyle/>
          <a:p>
            <a:br>
              <a:rPr lang="en-US" sz="36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Theory of Computation</a:t>
            </a:r>
            <a:br>
              <a:rPr lang="en-US" sz="36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CSE ( CET2008B)</a:t>
            </a:r>
            <a:br>
              <a:rPr lang="en-US" sz="36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TY BTech</a:t>
            </a:r>
            <a:b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Unit IV</a:t>
            </a:r>
            <a:br>
              <a:rPr lang="en-US" sz="36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u="sng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Turing Machine</a:t>
            </a:r>
          </a:p>
        </p:txBody>
      </p:sp>
      <p:pic>
        <p:nvPicPr>
          <p:cNvPr id="1026" name="Picture 2" descr="MIT WP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52400"/>
            <a:ext cx="476250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5042940"/>
            <a:ext cx="6400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00CFCB-F7AC-4E9D-B44A-96D6CCC92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61812"/>
            <a:ext cx="8374446" cy="19672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6794483-8E0F-422A-9235-BB5043C0B4CF}"/>
              </a:ext>
            </a:extLst>
          </p:cNvPr>
          <p:cNvSpPr/>
          <p:nvPr/>
        </p:nvSpPr>
        <p:spPr>
          <a:xfrm>
            <a:off x="2590800" y="762000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8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Unit IV</a:t>
            </a:r>
            <a:br>
              <a:rPr lang="en-US" sz="28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u="sng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Turing Machine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16977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1295400" y="1"/>
            <a:ext cx="7848600" cy="1470025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Course Objective &amp; Course Outcomes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0" y="1143000"/>
            <a:ext cx="9144000" cy="4631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Objectives:</a:t>
            </a:r>
          </a:p>
          <a:p>
            <a:pPr marL="914400" lvl="1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US" sz="2000" spc="-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Study </a:t>
            </a:r>
            <a:r>
              <a:rPr lang="en-US" sz="2000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computing machines by </a:t>
            </a:r>
            <a:r>
              <a:rPr lang="en-US" sz="2000" spc="-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describing, </a:t>
            </a:r>
            <a:r>
              <a:rPr lang="en-US" sz="2000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classifying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2000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comparing different types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US" sz="2000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 models.</a:t>
            </a:r>
          </a:p>
          <a:p>
            <a:pPr marL="914400" lvl="1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Encourage students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US" sz="2000" spc="-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study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Theory of Computability and Complexity</a:t>
            </a:r>
            <a:r>
              <a:rPr lang="en-US" sz="2000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Outcomes</a:t>
            </a:r>
            <a:r>
              <a:rPr lang="en-US" sz="2000" b="1" spc="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880" marR="0" indent="457200" algn="just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After successful completion of this course students will be able to: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40080" marR="0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Construct finite state machines to solve problems in computing</a:t>
            </a:r>
          </a:p>
          <a:p>
            <a:pPr marL="640080" marR="0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Write mathematical expressions for the formal languages  </a:t>
            </a:r>
          </a:p>
          <a:p>
            <a:pPr marL="640080" marR="0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Apply well defined rules for syntax verification</a:t>
            </a:r>
          </a:p>
          <a:p>
            <a:pPr marL="640080" marR="0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Construct and analyze Push Down, Post and Turing Machine for formal languages</a:t>
            </a:r>
          </a:p>
          <a:p>
            <a:pPr marL="640080" marR="0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Express the understanding of the decidability and </a:t>
            </a:r>
            <a:r>
              <a:rPr lang="en-US" sz="2000" spc="-5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Undecidability</a:t>
            </a:r>
            <a:r>
              <a:rPr lang="en-US" sz="2000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problems</a:t>
            </a:r>
          </a:p>
          <a:p>
            <a:pPr marL="640080" marR="0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Express the understanding of computational complexity.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algn="just">
              <a:lnSpc>
                <a:spcPct val="107000"/>
              </a:lnSpc>
              <a:spcBef>
                <a:spcPts val="50"/>
              </a:spcBef>
              <a:spcAft>
                <a:spcPts val="800"/>
              </a:spcAf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70025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Text Books &amp; Reference Books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81000" y="1143000"/>
            <a:ext cx="8077200" cy="548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 Books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Michael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Sipser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“Introduction to the Theory of Computation” CENGAGE Learning, 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Edition ISBN-13:978-81-315-2529-6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Kulkarni, “Theory of Computation”, Oxford University Press,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ISBN-13: 978-0-19-808458-7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b="1" spc="-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 Books</a:t>
            </a:r>
          </a:p>
          <a:p>
            <a:pPr marL="45720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Hopcroft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“Introduction To Automata Theory, Languages And Computations”, Pearson Education Asia,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Edition</a:t>
            </a:r>
          </a:p>
          <a:p>
            <a:pPr marL="45720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Daniel. A. Cohen, “Introduction to Computer Theory” Wiley-India, ISBN:978-81-265-1334-5</a:t>
            </a:r>
          </a:p>
          <a:p>
            <a:pPr marL="45720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K.L.P Mishra ,N.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Chandrasekaran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,“Theory Of Computer Science (Automata, Languages and Computation)”, Prentice Hall India,2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Edition</a:t>
            </a:r>
          </a:p>
          <a:p>
            <a:pPr marL="45720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C. Martin, “Introduction to Language and Theory of Computation”, TMH, 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Edition ISBN: 978-0-07-066048-9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Mahesh, “Theory of Computation: A Problem Solving Approach”, Wiley-India, ISBN: 978-81-265-3311-4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53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88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70025"/>
          </a:xfrm>
        </p:spPr>
        <p:txBody>
          <a:bodyPr/>
          <a:lstStyle/>
          <a:p>
            <a:pPr eaLnBrk="1" hangingPunct="1"/>
            <a:br>
              <a:rPr lang="en-US" dirty="0">
                <a:solidFill>
                  <a:srgbClr val="0000CC"/>
                </a:solidFill>
                <a:latin typeface="Arial Rounded MT Bold" pitchFamily="34" charset="0"/>
                <a:cs typeface="Arial" charset="0"/>
              </a:rPr>
            </a:b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Church-Turing’s Thesis</a:t>
            </a:r>
            <a:br>
              <a:rPr lang="en-US" dirty="0">
                <a:solidFill>
                  <a:srgbClr val="0000CC"/>
                </a:solidFill>
                <a:latin typeface="Arial Rounded MT Bold" pitchFamily="34" charset="0"/>
                <a:cs typeface="Arial" charset="0"/>
              </a:rPr>
            </a:br>
            <a:endParaRPr lang="en-US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0" y="2819400"/>
            <a:ext cx="8686799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 that is algorithmically computable is computable by a Turing machine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0" y="2"/>
            <a:ext cx="9144000" cy="832966"/>
          </a:xfrm>
        </p:spPr>
        <p:txBody>
          <a:bodyPr/>
          <a:lstStyle/>
          <a:p>
            <a:pPr eaLnBrk="1" hangingPunct="1"/>
            <a:br>
              <a:rPr lang="en-US" dirty="0">
                <a:solidFill>
                  <a:srgbClr val="0000CC"/>
                </a:solidFill>
                <a:latin typeface="Arial Rounded MT Bold" pitchFamily="34" charset="0"/>
                <a:cs typeface="Arial" charset="0"/>
              </a:rPr>
            </a:b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Turing Machine</a:t>
            </a:r>
            <a:endParaRPr lang="en-US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>
          <a:xfrm>
            <a:off x="0" y="1447800"/>
            <a:ext cx="9144000" cy="5410200"/>
          </a:xfrm>
        </p:spPr>
        <p:txBody>
          <a:bodyPr/>
          <a:lstStyle/>
          <a:p>
            <a:pPr marL="355600" indent="-342900" algn="just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Invented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Alan Turing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800" spc="-8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1936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41402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mathematical model </a:t>
            </a:r>
            <a:r>
              <a:rPr lang="en-US" sz="2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 purpose</a:t>
            </a:r>
            <a:r>
              <a:rPr lang="en-US" sz="2800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capable of </a:t>
            </a:r>
            <a:r>
              <a:rPr lang="en-US" sz="2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performing any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calculation  which can be </a:t>
            </a:r>
            <a:r>
              <a:rPr lang="en-US" sz="2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en-US" sz="2800" spc="-1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 machine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Arial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86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0" y="2"/>
            <a:ext cx="9144000" cy="832966"/>
          </a:xfrm>
        </p:spPr>
        <p:txBody>
          <a:bodyPr/>
          <a:lstStyle/>
          <a:p>
            <a:pPr eaLnBrk="1" hangingPunct="1"/>
            <a:br>
              <a:rPr lang="en-US" dirty="0">
                <a:solidFill>
                  <a:srgbClr val="0000CC"/>
                </a:solidFill>
                <a:latin typeface="Arial Rounded MT Bold" pitchFamily="34" charset="0"/>
                <a:cs typeface="Arial" charset="0"/>
              </a:rPr>
            </a:b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Language Hierarchy</a:t>
            </a:r>
            <a:endParaRPr lang="en-US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  <p:sp>
        <p:nvSpPr>
          <p:cNvPr id="8" name="object 3"/>
          <p:cNvSpPr/>
          <p:nvPr/>
        </p:nvSpPr>
        <p:spPr>
          <a:xfrm>
            <a:off x="1828800" y="4343401"/>
            <a:ext cx="5334000" cy="1600835"/>
          </a:xfrm>
          <a:custGeom>
            <a:avLst/>
            <a:gdLst/>
            <a:ahLst/>
            <a:cxnLst/>
            <a:rect l="l" t="t" r="r" b="b"/>
            <a:pathLst>
              <a:path w="5334000" h="1600835">
                <a:moveTo>
                  <a:pt x="0" y="800100"/>
                </a:moveTo>
                <a:lnTo>
                  <a:pt x="3696" y="757612"/>
                </a:lnTo>
                <a:lnTo>
                  <a:pt x="14664" y="715701"/>
                </a:lnTo>
                <a:lnTo>
                  <a:pt x="32718" y="674422"/>
                </a:lnTo>
                <a:lnTo>
                  <a:pt x="57674" y="633831"/>
                </a:lnTo>
                <a:lnTo>
                  <a:pt x="89348" y="593984"/>
                </a:lnTo>
                <a:lnTo>
                  <a:pt x="127555" y="554934"/>
                </a:lnTo>
                <a:lnTo>
                  <a:pt x="172112" y="516739"/>
                </a:lnTo>
                <a:lnTo>
                  <a:pt x="222833" y="479452"/>
                </a:lnTo>
                <a:lnTo>
                  <a:pt x="279535" y="443130"/>
                </a:lnTo>
                <a:lnTo>
                  <a:pt x="342034" y="407827"/>
                </a:lnTo>
                <a:lnTo>
                  <a:pt x="410144" y="373600"/>
                </a:lnTo>
                <a:lnTo>
                  <a:pt x="446246" y="356906"/>
                </a:lnTo>
                <a:lnTo>
                  <a:pt x="483682" y="340502"/>
                </a:lnTo>
                <a:lnTo>
                  <a:pt x="522428" y="324395"/>
                </a:lnTo>
                <a:lnTo>
                  <a:pt x="562463" y="308591"/>
                </a:lnTo>
                <a:lnTo>
                  <a:pt x="603762" y="293097"/>
                </a:lnTo>
                <a:lnTo>
                  <a:pt x="646302" y="277920"/>
                </a:lnTo>
                <a:lnTo>
                  <a:pt x="690062" y="263068"/>
                </a:lnTo>
                <a:lnTo>
                  <a:pt x="735017" y="248546"/>
                </a:lnTo>
                <a:lnTo>
                  <a:pt x="781145" y="234362"/>
                </a:lnTo>
                <a:lnTo>
                  <a:pt x="828422" y="220523"/>
                </a:lnTo>
                <a:lnTo>
                  <a:pt x="876826" y="207036"/>
                </a:lnTo>
                <a:lnTo>
                  <a:pt x="926333" y="193907"/>
                </a:lnTo>
                <a:lnTo>
                  <a:pt x="976921" y="181144"/>
                </a:lnTo>
                <a:lnTo>
                  <a:pt x="1028566" y="168754"/>
                </a:lnTo>
                <a:lnTo>
                  <a:pt x="1081245" y="156743"/>
                </a:lnTo>
                <a:lnTo>
                  <a:pt x="1134936" y="145118"/>
                </a:lnTo>
                <a:lnTo>
                  <a:pt x="1189614" y="133887"/>
                </a:lnTo>
                <a:lnTo>
                  <a:pt x="1245259" y="123055"/>
                </a:lnTo>
                <a:lnTo>
                  <a:pt x="1301845" y="112631"/>
                </a:lnTo>
                <a:lnTo>
                  <a:pt x="1359350" y="102620"/>
                </a:lnTo>
                <a:lnTo>
                  <a:pt x="1417752" y="93031"/>
                </a:lnTo>
                <a:lnTo>
                  <a:pt x="1477027" y="83869"/>
                </a:lnTo>
                <a:lnTo>
                  <a:pt x="1537151" y="75142"/>
                </a:lnTo>
                <a:lnTo>
                  <a:pt x="1598103" y="66857"/>
                </a:lnTo>
                <a:lnTo>
                  <a:pt x="1659859" y="59021"/>
                </a:lnTo>
                <a:lnTo>
                  <a:pt x="1722395" y="51639"/>
                </a:lnTo>
                <a:lnTo>
                  <a:pt x="1785689" y="44720"/>
                </a:lnTo>
                <a:lnTo>
                  <a:pt x="1849719" y="38271"/>
                </a:lnTo>
                <a:lnTo>
                  <a:pt x="1914460" y="32298"/>
                </a:lnTo>
                <a:lnTo>
                  <a:pt x="1979889" y="26807"/>
                </a:lnTo>
                <a:lnTo>
                  <a:pt x="2045985" y="21807"/>
                </a:lnTo>
                <a:lnTo>
                  <a:pt x="2112723" y="17304"/>
                </a:lnTo>
                <a:lnTo>
                  <a:pt x="2180081" y="13305"/>
                </a:lnTo>
                <a:lnTo>
                  <a:pt x="2248035" y="9816"/>
                </a:lnTo>
                <a:lnTo>
                  <a:pt x="2316563" y="6846"/>
                </a:lnTo>
                <a:lnTo>
                  <a:pt x="2385641" y="4399"/>
                </a:lnTo>
                <a:lnTo>
                  <a:pt x="2455247" y="2485"/>
                </a:lnTo>
                <a:lnTo>
                  <a:pt x="2525358" y="1109"/>
                </a:lnTo>
                <a:lnTo>
                  <a:pt x="2595949" y="278"/>
                </a:lnTo>
                <a:lnTo>
                  <a:pt x="2667000" y="0"/>
                </a:lnTo>
                <a:lnTo>
                  <a:pt x="2738050" y="278"/>
                </a:lnTo>
                <a:lnTo>
                  <a:pt x="2808641" y="1109"/>
                </a:lnTo>
                <a:lnTo>
                  <a:pt x="2878752" y="2485"/>
                </a:lnTo>
                <a:lnTo>
                  <a:pt x="2948358" y="4399"/>
                </a:lnTo>
                <a:lnTo>
                  <a:pt x="3017436" y="6846"/>
                </a:lnTo>
                <a:lnTo>
                  <a:pt x="3085964" y="9816"/>
                </a:lnTo>
                <a:lnTo>
                  <a:pt x="3153918" y="13305"/>
                </a:lnTo>
                <a:lnTo>
                  <a:pt x="3221276" y="17304"/>
                </a:lnTo>
                <a:lnTo>
                  <a:pt x="3288014" y="21807"/>
                </a:lnTo>
                <a:lnTo>
                  <a:pt x="3354110" y="26807"/>
                </a:lnTo>
                <a:lnTo>
                  <a:pt x="3419539" y="32298"/>
                </a:lnTo>
                <a:lnTo>
                  <a:pt x="3484280" y="38271"/>
                </a:lnTo>
                <a:lnTo>
                  <a:pt x="3548310" y="44720"/>
                </a:lnTo>
                <a:lnTo>
                  <a:pt x="3611604" y="51639"/>
                </a:lnTo>
                <a:lnTo>
                  <a:pt x="3674140" y="59021"/>
                </a:lnTo>
                <a:lnTo>
                  <a:pt x="3735896" y="66857"/>
                </a:lnTo>
                <a:lnTo>
                  <a:pt x="3796848" y="75142"/>
                </a:lnTo>
                <a:lnTo>
                  <a:pt x="3856972" y="83869"/>
                </a:lnTo>
                <a:lnTo>
                  <a:pt x="3916247" y="93031"/>
                </a:lnTo>
                <a:lnTo>
                  <a:pt x="3974649" y="102620"/>
                </a:lnTo>
                <a:lnTo>
                  <a:pt x="4032154" y="112631"/>
                </a:lnTo>
                <a:lnTo>
                  <a:pt x="4088740" y="123055"/>
                </a:lnTo>
                <a:lnTo>
                  <a:pt x="4144385" y="133887"/>
                </a:lnTo>
                <a:lnTo>
                  <a:pt x="4199063" y="145118"/>
                </a:lnTo>
                <a:lnTo>
                  <a:pt x="4252754" y="156743"/>
                </a:lnTo>
                <a:lnTo>
                  <a:pt x="4305433" y="168754"/>
                </a:lnTo>
                <a:lnTo>
                  <a:pt x="4357078" y="181144"/>
                </a:lnTo>
                <a:lnTo>
                  <a:pt x="4407666" y="193907"/>
                </a:lnTo>
                <a:lnTo>
                  <a:pt x="4457173" y="207036"/>
                </a:lnTo>
                <a:lnTo>
                  <a:pt x="4505577" y="220523"/>
                </a:lnTo>
                <a:lnTo>
                  <a:pt x="4552854" y="234362"/>
                </a:lnTo>
                <a:lnTo>
                  <a:pt x="4598982" y="248546"/>
                </a:lnTo>
                <a:lnTo>
                  <a:pt x="4643937" y="263068"/>
                </a:lnTo>
                <a:lnTo>
                  <a:pt x="4687697" y="277920"/>
                </a:lnTo>
                <a:lnTo>
                  <a:pt x="4730237" y="293097"/>
                </a:lnTo>
                <a:lnTo>
                  <a:pt x="4771536" y="308591"/>
                </a:lnTo>
                <a:lnTo>
                  <a:pt x="4811571" y="324395"/>
                </a:lnTo>
                <a:lnTo>
                  <a:pt x="4850317" y="340502"/>
                </a:lnTo>
                <a:lnTo>
                  <a:pt x="4887753" y="356906"/>
                </a:lnTo>
                <a:lnTo>
                  <a:pt x="4923855" y="373600"/>
                </a:lnTo>
                <a:lnTo>
                  <a:pt x="4958600" y="390576"/>
                </a:lnTo>
                <a:lnTo>
                  <a:pt x="5023927" y="425348"/>
                </a:lnTo>
                <a:lnTo>
                  <a:pt x="5083551" y="461167"/>
                </a:lnTo>
                <a:lnTo>
                  <a:pt x="5137285" y="497978"/>
                </a:lnTo>
                <a:lnTo>
                  <a:pt x="5184947" y="535726"/>
                </a:lnTo>
                <a:lnTo>
                  <a:pt x="5226352" y="574356"/>
                </a:lnTo>
                <a:lnTo>
                  <a:pt x="5261316" y="613811"/>
                </a:lnTo>
                <a:lnTo>
                  <a:pt x="5289654" y="654037"/>
                </a:lnTo>
                <a:lnTo>
                  <a:pt x="5311182" y="694979"/>
                </a:lnTo>
                <a:lnTo>
                  <a:pt x="5325716" y="736581"/>
                </a:lnTo>
                <a:lnTo>
                  <a:pt x="5333071" y="778787"/>
                </a:lnTo>
                <a:lnTo>
                  <a:pt x="5334000" y="800100"/>
                </a:lnTo>
                <a:lnTo>
                  <a:pt x="5333071" y="821412"/>
                </a:lnTo>
                <a:lnTo>
                  <a:pt x="5330303" y="842587"/>
                </a:lnTo>
                <a:lnTo>
                  <a:pt x="5319335" y="884498"/>
                </a:lnTo>
                <a:lnTo>
                  <a:pt x="5301281" y="925777"/>
                </a:lnTo>
                <a:lnTo>
                  <a:pt x="5276325" y="966368"/>
                </a:lnTo>
                <a:lnTo>
                  <a:pt x="5244651" y="1006216"/>
                </a:lnTo>
                <a:lnTo>
                  <a:pt x="5206444" y="1045266"/>
                </a:lnTo>
                <a:lnTo>
                  <a:pt x="5161887" y="1083462"/>
                </a:lnTo>
                <a:lnTo>
                  <a:pt x="5111166" y="1120749"/>
                </a:lnTo>
                <a:lnTo>
                  <a:pt x="5054464" y="1157072"/>
                </a:lnTo>
                <a:lnTo>
                  <a:pt x="4991965" y="1192375"/>
                </a:lnTo>
                <a:lnTo>
                  <a:pt x="4923855" y="1226603"/>
                </a:lnTo>
                <a:lnTo>
                  <a:pt x="4887753" y="1243297"/>
                </a:lnTo>
                <a:lnTo>
                  <a:pt x="4850317" y="1259701"/>
                </a:lnTo>
                <a:lnTo>
                  <a:pt x="4811571" y="1275809"/>
                </a:lnTo>
                <a:lnTo>
                  <a:pt x="4771536" y="1291613"/>
                </a:lnTo>
                <a:lnTo>
                  <a:pt x="4730237" y="1307107"/>
                </a:lnTo>
                <a:lnTo>
                  <a:pt x="4687697" y="1322284"/>
                </a:lnTo>
                <a:lnTo>
                  <a:pt x="4643937" y="1337137"/>
                </a:lnTo>
                <a:lnTo>
                  <a:pt x="4598982" y="1351659"/>
                </a:lnTo>
                <a:lnTo>
                  <a:pt x="4552854" y="1365843"/>
                </a:lnTo>
                <a:lnTo>
                  <a:pt x="4505577" y="1379682"/>
                </a:lnTo>
                <a:lnTo>
                  <a:pt x="4457173" y="1393170"/>
                </a:lnTo>
                <a:lnTo>
                  <a:pt x="4407666" y="1406299"/>
                </a:lnTo>
                <a:lnTo>
                  <a:pt x="4357078" y="1419062"/>
                </a:lnTo>
                <a:lnTo>
                  <a:pt x="4305433" y="1431453"/>
                </a:lnTo>
                <a:lnTo>
                  <a:pt x="4252754" y="1443464"/>
                </a:lnTo>
                <a:lnTo>
                  <a:pt x="4199063" y="1455089"/>
                </a:lnTo>
                <a:lnTo>
                  <a:pt x="4144385" y="1466321"/>
                </a:lnTo>
                <a:lnTo>
                  <a:pt x="4088740" y="1477153"/>
                </a:lnTo>
                <a:lnTo>
                  <a:pt x="4032154" y="1487577"/>
                </a:lnTo>
                <a:lnTo>
                  <a:pt x="3974649" y="1497588"/>
                </a:lnTo>
                <a:lnTo>
                  <a:pt x="3916247" y="1507178"/>
                </a:lnTo>
                <a:lnTo>
                  <a:pt x="3856972" y="1516340"/>
                </a:lnTo>
                <a:lnTo>
                  <a:pt x="3796848" y="1525067"/>
                </a:lnTo>
                <a:lnTo>
                  <a:pt x="3735896" y="1533352"/>
                </a:lnTo>
                <a:lnTo>
                  <a:pt x="3674140" y="1541189"/>
                </a:lnTo>
                <a:lnTo>
                  <a:pt x="3611604" y="1548571"/>
                </a:lnTo>
                <a:lnTo>
                  <a:pt x="3548310" y="1555490"/>
                </a:lnTo>
                <a:lnTo>
                  <a:pt x="3484280" y="1561940"/>
                </a:lnTo>
                <a:lnTo>
                  <a:pt x="3419539" y="1567913"/>
                </a:lnTo>
                <a:lnTo>
                  <a:pt x="3354110" y="1573403"/>
                </a:lnTo>
                <a:lnTo>
                  <a:pt x="3288014" y="1578404"/>
                </a:lnTo>
                <a:lnTo>
                  <a:pt x="3221276" y="1582907"/>
                </a:lnTo>
                <a:lnTo>
                  <a:pt x="3153918" y="1586906"/>
                </a:lnTo>
                <a:lnTo>
                  <a:pt x="3085964" y="1590395"/>
                </a:lnTo>
                <a:lnTo>
                  <a:pt x="3017436" y="1593366"/>
                </a:lnTo>
                <a:lnTo>
                  <a:pt x="2948358" y="1595812"/>
                </a:lnTo>
                <a:lnTo>
                  <a:pt x="2878752" y="1597727"/>
                </a:lnTo>
                <a:lnTo>
                  <a:pt x="2808641" y="1599103"/>
                </a:lnTo>
                <a:lnTo>
                  <a:pt x="2738050" y="1599934"/>
                </a:lnTo>
                <a:lnTo>
                  <a:pt x="2667000" y="1600212"/>
                </a:lnTo>
                <a:lnTo>
                  <a:pt x="2595949" y="1599934"/>
                </a:lnTo>
                <a:lnTo>
                  <a:pt x="2525358" y="1599103"/>
                </a:lnTo>
                <a:lnTo>
                  <a:pt x="2455247" y="1597727"/>
                </a:lnTo>
                <a:lnTo>
                  <a:pt x="2385641" y="1595812"/>
                </a:lnTo>
                <a:lnTo>
                  <a:pt x="2316563" y="1593366"/>
                </a:lnTo>
                <a:lnTo>
                  <a:pt x="2248035" y="1590395"/>
                </a:lnTo>
                <a:lnTo>
                  <a:pt x="2180081" y="1586906"/>
                </a:lnTo>
                <a:lnTo>
                  <a:pt x="2112723" y="1582907"/>
                </a:lnTo>
                <a:lnTo>
                  <a:pt x="2045985" y="1578404"/>
                </a:lnTo>
                <a:lnTo>
                  <a:pt x="1979889" y="1573403"/>
                </a:lnTo>
                <a:lnTo>
                  <a:pt x="1914460" y="1567913"/>
                </a:lnTo>
                <a:lnTo>
                  <a:pt x="1849719" y="1561940"/>
                </a:lnTo>
                <a:lnTo>
                  <a:pt x="1785689" y="1555490"/>
                </a:lnTo>
                <a:lnTo>
                  <a:pt x="1722395" y="1548571"/>
                </a:lnTo>
                <a:lnTo>
                  <a:pt x="1659859" y="1541189"/>
                </a:lnTo>
                <a:lnTo>
                  <a:pt x="1598103" y="1533352"/>
                </a:lnTo>
                <a:lnTo>
                  <a:pt x="1537151" y="1525067"/>
                </a:lnTo>
                <a:lnTo>
                  <a:pt x="1477027" y="1516340"/>
                </a:lnTo>
                <a:lnTo>
                  <a:pt x="1417752" y="1507178"/>
                </a:lnTo>
                <a:lnTo>
                  <a:pt x="1359350" y="1497588"/>
                </a:lnTo>
                <a:lnTo>
                  <a:pt x="1301845" y="1487577"/>
                </a:lnTo>
                <a:lnTo>
                  <a:pt x="1245259" y="1477153"/>
                </a:lnTo>
                <a:lnTo>
                  <a:pt x="1189614" y="1466321"/>
                </a:lnTo>
                <a:lnTo>
                  <a:pt x="1134936" y="1455089"/>
                </a:lnTo>
                <a:lnTo>
                  <a:pt x="1081245" y="1443464"/>
                </a:lnTo>
                <a:lnTo>
                  <a:pt x="1028566" y="1431453"/>
                </a:lnTo>
                <a:lnTo>
                  <a:pt x="976921" y="1419062"/>
                </a:lnTo>
                <a:lnTo>
                  <a:pt x="926333" y="1406299"/>
                </a:lnTo>
                <a:lnTo>
                  <a:pt x="876826" y="1393170"/>
                </a:lnTo>
                <a:lnTo>
                  <a:pt x="828422" y="1379682"/>
                </a:lnTo>
                <a:lnTo>
                  <a:pt x="781145" y="1365843"/>
                </a:lnTo>
                <a:lnTo>
                  <a:pt x="735017" y="1351659"/>
                </a:lnTo>
                <a:lnTo>
                  <a:pt x="690062" y="1337137"/>
                </a:lnTo>
                <a:lnTo>
                  <a:pt x="646302" y="1322284"/>
                </a:lnTo>
                <a:lnTo>
                  <a:pt x="603762" y="1307107"/>
                </a:lnTo>
                <a:lnTo>
                  <a:pt x="562463" y="1291613"/>
                </a:lnTo>
                <a:lnTo>
                  <a:pt x="522428" y="1275809"/>
                </a:lnTo>
                <a:lnTo>
                  <a:pt x="483682" y="1259701"/>
                </a:lnTo>
                <a:lnTo>
                  <a:pt x="446246" y="1243297"/>
                </a:lnTo>
                <a:lnTo>
                  <a:pt x="410144" y="1226603"/>
                </a:lnTo>
                <a:lnTo>
                  <a:pt x="375399" y="1209627"/>
                </a:lnTo>
                <a:lnTo>
                  <a:pt x="310072" y="1174854"/>
                </a:lnTo>
                <a:lnTo>
                  <a:pt x="250448" y="1139034"/>
                </a:lnTo>
                <a:lnTo>
                  <a:pt x="196714" y="1102222"/>
                </a:lnTo>
                <a:lnTo>
                  <a:pt x="149052" y="1064474"/>
                </a:lnTo>
                <a:lnTo>
                  <a:pt x="107647" y="1025844"/>
                </a:lnTo>
                <a:lnTo>
                  <a:pt x="72683" y="986388"/>
                </a:lnTo>
                <a:lnTo>
                  <a:pt x="44345" y="946162"/>
                </a:lnTo>
                <a:lnTo>
                  <a:pt x="22817" y="905220"/>
                </a:lnTo>
                <a:lnTo>
                  <a:pt x="8283" y="863619"/>
                </a:lnTo>
                <a:lnTo>
                  <a:pt x="928" y="821412"/>
                </a:lnTo>
                <a:lnTo>
                  <a:pt x="0" y="8001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4"/>
          <p:cNvSpPr txBox="1"/>
          <p:nvPr/>
        </p:nvSpPr>
        <p:spPr>
          <a:xfrm>
            <a:off x="3141601" y="5125978"/>
            <a:ext cx="598171" cy="6206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i="1" spc="-10" dirty="0">
                <a:latin typeface="Times New Roman"/>
                <a:cs typeface="Times New Roman"/>
              </a:rPr>
              <a:t>a</a:t>
            </a:r>
            <a:r>
              <a:rPr sz="3950" i="1" spc="-50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*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2822195" y="4584573"/>
            <a:ext cx="34823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Regular</a:t>
            </a:r>
            <a:r>
              <a:rPr sz="3200" spc="-85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Languages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11" name="object 6"/>
          <p:cNvSpPr/>
          <p:nvPr/>
        </p:nvSpPr>
        <p:spPr>
          <a:xfrm>
            <a:off x="990600" y="2590801"/>
            <a:ext cx="7315200" cy="3810635"/>
          </a:xfrm>
          <a:custGeom>
            <a:avLst/>
            <a:gdLst/>
            <a:ahLst/>
            <a:cxnLst/>
            <a:rect l="l" t="t" r="r" b="b"/>
            <a:pathLst>
              <a:path w="7315200" h="3810635">
                <a:moveTo>
                  <a:pt x="0" y="1905000"/>
                </a:moveTo>
                <a:lnTo>
                  <a:pt x="2077" y="1840183"/>
                </a:lnTo>
                <a:lnTo>
                  <a:pt x="8265" y="1775908"/>
                </a:lnTo>
                <a:lnTo>
                  <a:pt x="18499" y="1712211"/>
                </a:lnTo>
                <a:lnTo>
                  <a:pt x="32711" y="1649124"/>
                </a:lnTo>
                <a:lnTo>
                  <a:pt x="50836" y="1586683"/>
                </a:lnTo>
                <a:lnTo>
                  <a:pt x="72808" y="1524922"/>
                </a:lnTo>
                <a:lnTo>
                  <a:pt x="98561" y="1463875"/>
                </a:lnTo>
                <a:lnTo>
                  <a:pt x="128029" y="1403577"/>
                </a:lnTo>
                <a:lnTo>
                  <a:pt x="161146" y="1344062"/>
                </a:lnTo>
                <a:lnTo>
                  <a:pt x="197846" y="1285364"/>
                </a:lnTo>
                <a:lnTo>
                  <a:pt x="238063" y="1227518"/>
                </a:lnTo>
                <a:lnTo>
                  <a:pt x="281730" y="1170558"/>
                </a:lnTo>
                <a:lnTo>
                  <a:pt x="328783" y="1114519"/>
                </a:lnTo>
                <a:lnTo>
                  <a:pt x="379154" y="1059434"/>
                </a:lnTo>
                <a:lnTo>
                  <a:pt x="432779" y="1005339"/>
                </a:lnTo>
                <a:lnTo>
                  <a:pt x="460790" y="978674"/>
                </a:lnTo>
                <a:lnTo>
                  <a:pt x="489590" y="952268"/>
                </a:lnTo>
                <a:lnTo>
                  <a:pt x="519170" y="926127"/>
                </a:lnTo>
                <a:lnTo>
                  <a:pt x="549522" y="900255"/>
                </a:lnTo>
                <a:lnTo>
                  <a:pt x="580638" y="874656"/>
                </a:lnTo>
                <a:lnTo>
                  <a:pt x="612509" y="849334"/>
                </a:lnTo>
                <a:lnTo>
                  <a:pt x="645127" y="824294"/>
                </a:lnTo>
                <a:lnTo>
                  <a:pt x="678484" y="799540"/>
                </a:lnTo>
                <a:lnTo>
                  <a:pt x="712573" y="775077"/>
                </a:lnTo>
                <a:lnTo>
                  <a:pt x="747383" y="750908"/>
                </a:lnTo>
                <a:lnTo>
                  <a:pt x="782908" y="727038"/>
                </a:lnTo>
                <a:lnTo>
                  <a:pt x="819139" y="703471"/>
                </a:lnTo>
                <a:lnTo>
                  <a:pt x="856067" y="680212"/>
                </a:lnTo>
                <a:lnTo>
                  <a:pt x="893685" y="657264"/>
                </a:lnTo>
                <a:lnTo>
                  <a:pt x="931984" y="634633"/>
                </a:lnTo>
                <a:lnTo>
                  <a:pt x="970956" y="612322"/>
                </a:lnTo>
                <a:lnTo>
                  <a:pt x="1010593" y="590335"/>
                </a:lnTo>
                <a:lnTo>
                  <a:pt x="1050886" y="568678"/>
                </a:lnTo>
                <a:lnTo>
                  <a:pt x="1091827" y="547354"/>
                </a:lnTo>
                <a:lnTo>
                  <a:pt x="1133409" y="526367"/>
                </a:lnTo>
                <a:lnTo>
                  <a:pt x="1175622" y="505723"/>
                </a:lnTo>
                <a:lnTo>
                  <a:pt x="1218459" y="485425"/>
                </a:lnTo>
                <a:lnTo>
                  <a:pt x="1261910" y="465477"/>
                </a:lnTo>
                <a:lnTo>
                  <a:pt x="1305969" y="445884"/>
                </a:lnTo>
                <a:lnTo>
                  <a:pt x="1350627" y="426650"/>
                </a:lnTo>
                <a:lnTo>
                  <a:pt x="1395874" y="407779"/>
                </a:lnTo>
                <a:lnTo>
                  <a:pt x="1441705" y="389276"/>
                </a:lnTo>
                <a:lnTo>
                  <a:pt x="1488109" y="371145"/>
                </a:lnTo>
                <a:lnTo>
                  <a:pt x="1535078" y="353390"/>
                </a:lnTo>
                <a:lnTo>
                  <a:pt x="1582606" y="336016"/>
                </a:lnTo>
                <a:lnTo>
                  <a:pt x="1630682" y="319027"/>
                </a:lnTo>
                <a:lnTo>
                  <a:pt x="1679299" y="302427"/>
                </a:lnTo>
                <a:lnTo>
                  <a:pt x="1728449" y="286220"/>
                </a:lnTo>
                <a:lnTo>
                  <a:pt x="1778124" y="270412"/>
                </a:lnTo>
                <a:lnTo>
                  <a:pt x="1828315" y="255005"/>
                </a:lnTo>
                <a:lnTo>
                  <a:pt x="1879013" y="240004"/>
                </a:lnTo>
                <a:lnTo>
                  <a:pt x="1930212" y="225415"/>
                </a:lnTo>
                <a:lnTo>
                  <a:pt x="1981901" y="211240"/>
                </a:lnTo>
                <a:lnTo>
                  <a:pt x="2034074" y="197484"/>
                </a:lnTo>
                <a:lnTo>
                  <a:pt x="2086722" y="184153"/>
                </a:lnTo>
                <a:lnTo>
                  <a:pt x="2139837" y="171248"/>
                </a:lnTo>
                <a:lnTo>
                  <a:pt x="2193410" y="158776"/>
                </a:lnTo>
                <a:lnTo>
                  <a:pt x="2247433" y="146741"/>
                </a:lnTo>
                <a:lnTo>
                  <a:pt x="2301899" y="135146"/>
                </a:lnTo>
                <a:lnTo>
                  <a:pt x="2356798" y="123997"/>
                </a:lnTo>
                <a:lnTo>
                  <a:pt x="2412122" y="113296"/>
                </a:lnTo>
                <a:lnTo>
                  <a:pt x="2467864" y="103049"/>
                </a:lnTo>
                <a:lnTo>
                  <a:pt x="2524014" y="93261"/>
                </a:lnTo>
                <a:lnTo>
                  <a:pt x="2580565" y="83934"/>
                </a:lnTo>
                <a:lnTo>
                  <a:pt x="2637509" y="75074"/>
                </a:lnTo>
                <a:lnTo>
                  <a:pt x="2694837" y="66685"/>
                </a:lnTo>
                <a:lnTo>
                  <a:pt x="2752540" y="58771"/>
                </a:lnTo>
                <a:lnTo>
                  <a:pt x="2810612" y="51336"/>
                </a:lnTo>
                <a:lnTo>
                  <a:pt x="2869043" y="44386"/>
                </a:lnTo>
                <a:lnTo>
                  <a:pt x="2927825" y="37923"/>
                </a:lnTo>
                <a:lnTo>
                  <a:pt x="2986950" y="31952"/>
                </a:lnTo>
                <a:lnTo>
                  <a:pt x="3046410" y="26478"/>
                </a:lnTo>
                <a:lnTo>
                  <a:pt x="3106196" y="21505"/>
                </a:lnTo>
                <a:lnTo>
                  <a:pt x="3166300" y="17038"/>
                </a:lnTo>
                <a:lnTo>
                  <a:pt x="3226714" y="13079"/>
                </a:lnTo>
                <a:lnTo>
                  <a:pt x="3287430" y="9635"/>
                </a:lnTo>
                <a:lnTo>
                  <a:pt x="3348440" y="6709"/>
                </a:lnTo>
                <a:lnTo>
                  <a:pt x="3409734" y="4305"/>
                </a:lnTo>
                <a:lnTo>
                  <a:pt x="3471306" y="2428"/>
                </a:lnTo>
                <a:lnTo>
                  <a:pt x="3533146" y="1082"/>
                </a:lnTo>
                <a:lnTo>
                  <a:pt x="3595247" y="271"/>
                </a:lnTo>
                <a:lnTo>
                  <a:pt x="3657600" y="0"/>
                </a:lnTo>
                <a:lnTo>
                  <a:pt x="3719952" y="271"/>
                </a:lnTo>
                <a:lnTo>
                  <a:pt x="3782053" y="1082"/>
                </a:lnTo>
                <a:lnTo>
                  <a:pt x="3843893" y="2428"/>
                </a:lnTo>
                <a:lnTo>
                  <a:pt x="3905465" y="4305"/>
                </a:lnTo>
                <a:lnTo>
                  <a:pt x="3966759" y="6709"/>
                </a:lnTo>
                <a:lnTo>
                  <a:pt x="4027769" y="9635"/>
                </a:lnTo>
                <a:lnTo>
                  <a:pt x="4088485" y="13079"/>
                </a:lnTo>
                <a:lnTo>
                  <a:pt x="4148899" y="17038"/>
                </a:lnTo>
                <a:lnTo>
                  <a:pt x="4209003" y="21505"/>
                </a:lnTo>
                <a:lnTo>
                  <a:pt x="4268789" y="26478"/>
                </a:lnTo>
                <a:lnTo>
                  <a:pt x="4328249" y="31952"/>
                </a:lnTo>
                <a:lnTo>
                  <a:pt x="4387374" y="37923"/>
                </a:lnTo>
                <a:lnTo>
                  <a:pt x="4446156" y="44386"/>
                </a:lnTo>
                <a:lnTo>
                  <a:pt x="4504587" y="51336"/>
                </a:lnTo>
                <a:lnTo>
                  <a:pt x="4562659" y="58771"/>
                </a:lnTo>
                <a:lnTo>
                  <a:pt x="4620362" y="66685"/>
                </a:lnTo>
                <a:lnTo>
                  <a:pt x="4677690" y="75074"/>
                </a:lnTo>
                <a:lnTo>
                  <a:pt x="4734634" y="83934"/>
                </a:lnTo>
                <a:lnTo>
                  <a:pt x="4791185" y="93261"/>
                </a:lnTo>
                <a:lnTo>
                  <a:pt x="4847335" y="103049"/>
                </a:lnTo>
                <a:lnTo>
                  <a:pt x="4903077" y="113296"/>
                </a:lnTo>
                <a:lnTo>
                  <a:pt x="4958401" y="123997"/>
                </a:lnTo>
                <a:lnTo>
                  <a:pt x="5013300" y="135146"/>
                </a:lnTo>
                <a:lnTo>
                  <a:pt x="5067766" y="146741"/>
                </a:lnTo>
                <a:lnTo>
                  <a:pt x="5121789" y="158776"/>
                </a:lnTo>
                <a:lnTo>
                  <a:pt x="5175362" y="171248"/>
                </a:lnTo>
                <a:lnTo>
                  <a:pt x="5228477" y="184153"/>
                </a:lnTo>
                <a:lnTo>
                  <a:pt x="5281125" y="197484"/>
                </a:lnTo>
                <a:lnTo>
                  <a:pt x="5333298" y="211240"/>
                </a:lnTo>
                <a:lnTo>
                  <a:pt x="5384987" y="225415"/>
                </a:lnTo>
                <a:lnTo>
                  <a:pt x="5436186" y="240004"/>
                </a:lnTo>
                <a:lnTo>
                  <a:pt x="5486884" y="255005"/>
                </a:lnTo>
                <a:lnTo>
                  <a:pt x="5537075" y="270412"/>
                </a:lnTo>
                <a:lnTo>
                  <a:pt x="5586750" y="286220"/>
                </a:lnTo>
                <a:lnTo>
                  <a:pt x="5635900" y="302427"/>
                </a:lnTo>
                <a:lnTo>
                  <a:pt x="5684517" y="319027"/>
                </a:lnTo>
                <a:lnTo>
                  <a:pt x="5732593" y="336016"/>
                </a:lnTo>
                <a:lnTo>
                  <a:pt x="5780121" y="353390"/>
                </a:lnTo>
                <a:lnTo>
                  <a:pt x="5827090" y="371145"/>
                </a:lnTo>
                <a:lnTo>
                  <a:pt x="5873494" y="389276"/>
                </a:lnTo>
                <a:lnTo>
                  <a:pt x="5919325" y="407779"/>
                </a:lnTo>
                <a:lnTo>
                  <a:pt x="5964572" y="426650"/>
                </a:lnTo>
                <a:lnTo>
                  <a:pt x="6009230" y="445884"/>
                </a:lnTo>
                <a:lnTo>
                  <a:pt x="6053289" y="465477"/>
                </a:lnTo>
                <a:lnTo>
                  <a:pt x="6096740" y="485425"/>
                </a:lnTo>
                <a:lnTo>
                  <a:pt x="6139577" y="505723"/>
                </a:lnTo>
                <a:lnTo>
                  <a:pt x="6181790" y="526367"/>
                </a:lnTo>
                <a:lnTo>
                  <a:pt x="6223372" y="547354"/>
                </a:lnTo>
                <a:lnTo>
                  <a:pt x="6264313" y="568678"/>
                </a:lnTo>
                <a:lnTo>
                  <a:pt x="6304606" y="590335"/>
                </a:lnTo>
                <a:lnTo>
                  <a:pt x="6344243" y="612322"/>
                </a:lnTo>
                <a:lnTo>
                  <a:pt x="6383215" y="634633"/>
                </a:lnTo>
                <a:lnTo>
                  <a:pt x="6421514" y="657264"/>
                </a:lnTo>
                <a:lnTo>
                  <a:pt x="6459132" y="680212"/>
                </a:lnTo>
                <a:lnTo>
                  <a:pt x="6496060" y="703471"/>
                </a:lnTo>
                <a:lnTo>
                  <a:pt x="6532291" y="727038"/>
                </a:lnTo>
                <a:lnTo>
                  <a:pt x="6567816" y="750908"/>
                </a:lnTo>
                <a:lnTo>
                  <a:pt x="6602626" y="775077"/>
                </a:lnTo>
                <a:lnTo>
                  <a:pt x="6636715" y="799540"/>
                </a:lnTo>
                <a:lnTo>
                  <a:pt x="6670072" y="824294"/>
                </a:lnTo>
                <a:lnTo>
                  <a:pt x="6702690" y="849334"/>
                </a:lnTo>
                <a:lnTo>
                  <a:pt x="6734561" y="874656"/>
                </a:lnTo>
                <a:lnTo>
                  <a:pt x="6765677" y="900255"/>
                </a:lnTo>
                <a:lnTo>
                  <a:pt x="6796029" y="926127"/>
                </a:lnTo>
                <a:lnTo>
                  <a:pt x="6825609" y="952268"/>
                </a:lnTo>
                <a:lnTo>
                  <a:pt x="6854409" y="978674"/>
                </a:lnTo>
                <a:lnTo>
                  <a:pt x="6882420" y="1005339"/>
                </a:lnTo>
                <a:lnTo>
                  <a:pt x="6909635" y="1032261"/>
                </a:lnTo>
                <a:lnTo>
                  <a:pt x="6961641" y="1086855"/>
                </a:lnTo>
                <a:lnTo>
                  <a:pt x="7010361" y="1142421"/>
                </a:lnTo>
                <a:lnTo>
                  <a:pt x="7055730" y="1198925"/>
                </a:lnTo>
                <a:lnTo>
                  <a:pt x="7097680" y="1256332"/>
                </a:lnTo>
                <a:lnTo>
                  <a:pt x="7136146" y="1314609"/>
                </a:lnTo>
                <a:lnTo>
                  <a:pt x="7171063" y="1373719"/>
                </a:lnTo>
                <a:lnTo>
                  <a:pt x="7202364" y="1433630"/>
                </a:lnTo>
                <a:lnTo>
                  <a:pt x="7229983" y="1494307"/>
                </a:lnTo>
                <a:lnTo>
                  <a:pt x="7253853" y="1555716"/>
                </a:lnTo>
                <a:lnTo>
                  <a:pt x="7273910" y="1617821"/>
                </a:lnTo>
                <a:lnTo>
                  <a:pt x="7290087" y="1680589"/>
                </a:lnTo>
                <a:lnTo>
                  <a:pt x="7302318" y="1743985"/>
                </a:lnTo>
                <a:lnTo>
                  <a:pt x="7310538" y="1807976"/>
                </a:lnTo>
                <a:lnTo>
                  <a:pt x="7314679" y="1872526"/>
                </a:lnTo>
                <a:lnTo>
                  <a:pt x="7315200" y="1905000"/>
                </a:lnTo>
                <a:lnTo>
                  <a:pt x="7314679" y="1937473"/>
                </a:lnTo>
                <a:lnTo>
                  <a:pt x="7313122" y="1969816"/>
                </a:lnTo>
                <a:lnTo>
                  <a:pt x="7306934" y="2034091"/>
                </a:lnTo>
                <a:lnTo>
                  <a:pt x="7296700" y="2097788"/>
                </a:lnTo>
                <a:lnTo>
                  <a:pt x="7282488" y="2160875"/>
                </a:lnTo>
                <a:lnTo>
                  <a:pt x="7264363" y="2223316"/>
                </a:lnTo>
                <a:lnTo>
                  <a:pt x="7242391" y="2285077"/>
                </a:lnTo>
                <a:lnTo>
                  <a:pt x="7216638" y="2346124"/>
                </a:lnTo>
                <a:lnTo>
                  <a:pt x="7187170" y="2406423"/>
                </a:lnTo>
                <a:lnTo>
                  <a:pt x="7154053" y="2465938"/>
                </a:lnTo>
                <a:lnTo>
                  <a:pt x="7117353" y="2524636"/>
                </a:lnTo>
                <a:lnTo>
                  <a:pt x="7077136" y="2582483"/>
                </a:lnTo>
                <a:lnTo>
                  <a:pt x="7033469" y="2639443"/>
                </a:lnTo>
                <a:lnTo>
                  <a:pt x="6986416" y="2695483"/>
                </a:lnTo>
                <a:lnTo>
                  <a:pt x="6936045" y="2750567"/>
                </a:lnTo>
                <a:lnTo>
                  <a:pt x="6882420" y="2804663"/>
                </a:lnTo>
                <a:lnTo>
                  <a:pt x="6854409" y="2831328"/>
                </a:lnTo>
                <a:lnTo>
                  <a:pt x="6825609" y="2857734"/>
                </a:lnTo>
                <a:lnTo>
                  <a:pt x="6796029" y="2883875"/>
                </a:lnTo>
                <a:lnTo>
                  <a:pt x="6765677" y="2909748"/>
                </a:lnTo>
                <a:lnTo>
                  <a:pt x="6734561" y="2935347"/>
                </a:lnTo>
                <a:lnTo>
                  <a:pt x="6702690" y="2960669"/>
                </a:lnTo>
                <a:lnTo>
                  <a:pt x="6670072" y="2985709"/>
                </a:lnTo>
                <a:lnTo>
                  <a:pt x="6636715" y="3010463"/>
                </a:lnTo>
                <a:lnTo>
                  <a:pt x="6602626" y="3034927"/>
                </a:lnTo>
                <a:lnTo>
                  <a:pt x="6567816" y="3059096"/>
                </a:lnTo>
                <a:lnTo>
                  <a:pt x="6532291" y="3082966"/>
                </a:lnTo>
                <a:lnTo>
                  <a:pt x="6496060" y="3106533"/>
                </a:lnTo>
                <a:lnTo>
                  <a:pt x="6459132" y="3129793"/>
                </a:lnTo>
                <a:lnTo>
                  <a:pt x="6421514" y="3152740"/>
                </a:lnTo>
                <a:lnTo>
                  <a:pt x="6383215" y="3175372"/>
                </a:lnTo>
                <a:lnTo>
                  <a:pt x="6344243" y="3197683"/>
                </a:lnTo>
                <a:lnTo>
                  <a:pt x="6304606" y="3219670"/>
                </a:lnTo>
                <a:lnTo>
                  <a:pt x="6264313" y="3241327"/>
                </a:lnTo>
                <a:lnTo>
                  <a:pt x="6223372" y="3262652"/>
                </a:lnTo>
                <a:lnTo>
                  <a:pt x="6181790" y="3283638"/>
                </a:lnTo>
                <a:lnTo>
                  <a:pt x="6139577" y="3304283"/>
                </a:lnTo>
                <a:lnTo>
                  <a:pt x="6096740" y="3324581"/>
                </a:lnTo>
                <a:lnTo>
                  <a:pt x="6053289" y="3344530"/>
                </a:lnTo>
                <a:lnTo>
                  <a:pt x="6009230" y="3364123"/>
                </a:lnTo>
                <a:lnTo>
                  <a:pt x="5964572" y="3383357"/>
                </a:lnTo>
                <a:lnTo>
                  <a:pt x="5919325" y="3402228"/>
                </a:lnTo>
                <a:lnTo>
                  <a:pt x="5873494" y="3420731"/>
                </a:lnTo>
                <a:lnTo>
                  <a:pt x="5827090" y="3438862"/>
                </a:lnTo>
                <a:lnTo>
                  <a:pt x="5780121" y="3456617"/>
                </a:lnTo>
                <a:lnTo>
                  <a:pt x="5732593" y="3473991"/>
                </a:lnTo>
                <a:lnTo>
                  <a:pt x="5684517" y="3490981"/>
                </a:lnTo>
                <a:lnTo>
                  <a:pt x="5635900" y="3507581"/>
                </a:lnTo>
                <a:lnTo>
                  <a:pt x="5586750" y="3523788"/>
                </a:lnTo>
                <a:lnTo>
                  <a:pt x="5537075" y="3539597"/>
                </a:lnTo>
                <a:lnTo>
                  <a:pt x="5486884" y="3555004"/>
                </a:lnTo>
                <a:lnTo>
                  <a:pt x="5436186" y="3570004"/>
                </a:lnTo>
                <a:lnTo>
                  <a:pt x="5384987" y="3584594"/>
                </a:lnTo>
                <a:lnTo>
                  <a:pt x="5333298" y="3598769"/>
                </a:lnTo>
                <a:lnTo>
                  <a:pt x="5281125" y="3612525"/>
                </a:lnTo>
                <a:lnTo>
                  <a:pt x="5228477" y="3625857"/>
                </a:lnTo>
                <a:lnTo>
                  <a:pt x="5175362" y="3638761"/>
                </a:lnTo>
                <a:lnTo>
                  <a:pt x="5121789" y="3651233"/>
                </a:lnTo>
                <a:lnTo>
                  <a:pt x="5067766" y="3663269"/>
                </a:lnTo>
                <a:lnTo>
                  <a:pt x="5013300" y="3674864"/>
                </a:lnTo>
                <a:lnTo>
                  <a:pt x="4958401" y="3686014"/>
                </a:lnTo>
                <a:lnTo>
                  <a:pt x="4903077" y="3696714"/>
                </a:lnTo>
                <a:lnTo>
                  <a:pt x="4847335" y="3706961"/>
                </a:lnTo>
                <a:lnTo>
                  <a:pt x="4791185" y="3716750"/>
                </a:lnTo>
                <a:lnTo>
                  <a:pt x="4734634" y="3726076"/>
                </a:lnTo>
                <a:lnTo>
                  <a:pt x="4677690" y="3734936"/>
                </a:lnTo>
                <a:lnTo>
                  <a:pt x="4620362" y="3743326"/>
                </a:lnTo>
                <a:lnTo>
                  <a:pt x="4562659" y="3751240"/>
                </a:lnTo>
                <a:lnTo>
                  <a:pt x="4504587" y="3758675"/>
                </a:lnTo>
                <a:lnTo>
                  <a:pt x="4446156" y="3765626"/>
                </a:lnTo>
                <a:lnTo>
                  <a:pt x="4387374" y="3772088"/>
                </a:lnTo>
                <a:lnTo>
                  <a:pt x="4328249" y="3778059"/>
                </a:lnTo>
                <a:lnTo>
                  <a:pt x="4268789" y="3783533"/>
                </a:lnTo>
                <a:lnTo>
                  <a:pt x="4209003" y="3788506"/>
                </a:lnTo>
                <a:lnTo>
                  <a:pt x="4148899" y="3792974"/>
                </a:lnTo>
                <a:lnTo>
                  <a:pt x="4088485" y="3796932"/>
                </a:lnTo>
                <a:lnTo>
                  <a:pt x="4027769" y="3800377"/>
                </a:lnTo>
                <a:lnTo>
                  <a:pt x="3966759" y="3803303"/>
                </a:lnTo>
                <a:lnTo>
                  <a:pt x="3905465" y="3805707"/>
                </a:lnTo>
                <a:lnTo>
                  <a:pt x="3843893" y="3807584"/>
                </a:lnTo>
                <a:lnTo>
                  <a:pt x="3782053" y="3808930"/>
                </a:lnTo>
                <a:lnTo>
                  <a:pt x="3719952" y="3809741"/>
                </a:lnTo>
                <a:lnTo>
                  <a:pt x="3657600" y="3810012"/>
                </a:lnTo>
                <a:lnTo>
                  <a:pt x="3595247" y="3809741"/>
                </a:lnTo>
                <a:lnTo>
                  <a:pt x="3533146" y="3808930"/>
                </a:lnTo>
                <a:lnTo>
                  <a:pt x="3471306" y="3807584"/>
                </a:lnTo>
                <a:lnTo>
                  <a:pt x="3409734" y="3805707"/>
                </a:lnTo>
                <a:lnTo>
                  <a:pt x="3348440" y="3803303"/>
                </a:lnTo>
                <a:lnTo>
                  <a:pt x="3287430" y="3800377"/>
                </a:lnTo>
                <a:lnTo>
                  <a:pt x="3226714" y="3796932"/>
                </a:lnTo>
                <a:lnTo>
                  <a:pt x="3166300" y="3792974"/>
                </a:lnTo>
                <a:lnTo>
                  <a:pt x="3106196" y="3788506"/>
                </a:lnTo>
                <a:lnTo>
                  <a:pt x="3046410" y="3783533"/>
                </a:lnTo>
                <a:lnTo>
                  <a:pt x="2986950" y="3778059"/>
                </a:lnTo>
                <a:lnTo>
                  <a:pt x="2927825" y="3772088"/>
                </a:lnTo>
                <a:lnTo>
                  <a:pt x="2869043" y="3765626"/>
                </a:lnTo>
                <a:lnTo>
                  <a:pt x="2810612" y="3758675"/>
                </a:lnTo>
                <a:lnTo>
                  <a:pt x="2752540" y="3751240"/>
                </a:lnTo>
                <a:lnTo>
                  <a:pt x="2694837" y="3743326"/>
                </a:lnTo>
                <a:lnTo>
                  <a:pt x="2637509" y="3734936"/>
                </a:lnTo>
                <a:lnTo>
                  <a:pt x="2580565" y="3726076"/>
                </a:lnTo>
                <a:lnTo>
                  <a:pt x="2524014" y="3716750"/>
                </a:lnTo>
                <a:lnTo>
                  <a:pt x="2467864" y="3706961"/>
                </a:lnTo>
                <a:lnTo>
                  <a:pt x="2412122" y="3696714"/>
                </a:lnTo>
                <a:lnTo>
                  <a:pt x="2356798" y="3686014"/>
                </a:lnTo>
                <a:lnTo>
                  <a:pt x="2301899" y="3674864"/>
                </a:lnTo>
                <a:lnTo>
                  <a:pt x="2247433" y="3663269"/>
                </a:lnTo>
                <a:lnTo>
                  <a:pt x="2193410" y="3651233"/>
                </a:lnTo>
                <a:lnTo>
                  <a:pt x="2139837" y="3638761"/>
                </a:lnTo>
                <a:lnTo>
                  <a:pt x="2086722" y="3625857"/>
                </a:lnTo>
                <a:lnTo>
                  <a:pt x="2034074" y="3612525"/>
                </a:lnTo>
                <a:lnTo>
                  <a:pt x="1981901" y="3598769"/>
                </a:lnTo>
                <a:lnTo>
                  <a:pt x="1930212" y="3584594"/>
                </a:lnTo>
                <a:lnTo>
                  <a:pt x="1879013" y="3570004"/>
                </a:lnTo>
                <a:lnTo>
                  <a:pt x="1828315" y="3555004"/>
                </a:lnTo>
                <a:lnTo>
                  <a:pt x="1778124" y="3539597"/>
                </a:lnTo>
                <a:lnTo>
                  <a:pt x="1728449" y="3523788"/>
                </a:lnTo>
                <a:lnTo>
                  <a:pt x="1679299" y="3507581"/>
                </a:lnTo>
                <a:lnTo>
                  <a:pt x="1630682" y="3490981"/>
                </a:lnTo>
                <a:lnTo>
                  <a:pt x="1582606" y="3473991"/>
                </a:lnTo>
                <a:lnTo>
                  <a:pt x="1535078" y="3456617"/>
                </a:lnTo>
                <a:lnTo>
                  <a:pt x="1488109" y="3438862"/>
                </a:lnTo>
                <a:lnTo>
                  <a:pt x="1441705" y="3420731"/>
                </a:lnTo>
                <a:lnTo>
                  <a:pt x="1395874" y="3402228"/>
                </a:lnTo>
                <a:lnTo>
                  <a:pt x="1350627" y="3383357"/>
                </a:lnTo>
                <a:lnTo>
                  <a:pt x="1305969" y="3364123"/>
                </a:lnTo>
                <a:lnTo>
                  <a:pt x="1261910" y="3344530"/>
                </a:lnTo>
                <a:lnTo>
                  <a:pt x="1218459" y="3324581"/>
                </a:lnTo>
                <a:lnTo>
                  <a:pt x="1175622" y="3304283"/>
                </a:lnTo>
                <a:lnTo>
                  <a:pt x="1133409" y="3283638"/>
                </a:lnTo>
                <a:lnTo>
                  <a:pt x="1091827" y="3262652"/>
                </a:lnTo>
                <a:lnTo>
                  <a:pt x="1050886" y="3241327"/>
                </a:lnTo>
                <a:lnTo>
                  <a:pt x="1010593" y="3219670"/>
                </a:lnTo>
                <a:lnTo>
                  <a:pt x="970956" y="3197683"/>
                </a:lnTo>
                <a:lnTo>
                  <a:pt x="931984" y="3175372"/>
                </a:lnTo>
                <a:lnTo>
                  <a:pt x="893685" y="3152740"/>
                </a:lnTo>
                <a:lnTo>
                  <a:pt x="856067" y="3129793"/>
                </a:lnTo>
                <a:lnTo>
                  <a:pt x="819139" y="3106533"/>
                </a:lnTo>
                <a:lnTo>
                  <a:pt x="782908" y="3082966"/>
                </a:lnTo>
                <a:lnTo>
                  <a:pt x="747383" y="3059096"/>
                </a:lnTo>
                <a:lnTo>
                  <a:pt x="712573" y="3034927"/>
                </a:lnTo>
                <a:lnTo>
                  <a:pt x="678484" y="3010463"/>
                </a:lnTo>
                <a:lnTo>
                  <a:pt x="645127" y="2985709"/>
                </a:lnTo>
                <a:lnTo>
                  <a:pt x="612509" y="2960669"/>
                </a:lnTo>
                <a:lnTo>
                  <a:pt x="580638" y="2935347"/>
                </a:lnTo>
                <a:lnTo>
                  <a:pt x="549522" y="2909748"/>
                </a:lnTo>
                <a:lnTo>
                  <a:pt x="519170" y="2883875"/>
                </a:lnTo>
                <a:lnTo>
                  <a:pt x="489590" y="2857734"/>
                </a:lnTo>
                <a:lnTo>
                  <a:pt x="460790" y="2831328"/>
                </a:lnTo>
                <a:lnTo>
                  <a:pt x="432779" y="2804663"/>
                </a:lnTo>
                <a:lnTo>
                  <a:pt x="405564" y="2777741"/>
                </a:lnTo>
                <a:lnTo>
                  <a:pt x="353558" y="2723146"/>
                </a:lnTo>
                <a:lnTo>
                  <a:pt x="304838" y="2667580"/>
                </a:lnTo>
                <a:lnTo>
                  <a:pt x="259469" y="2611076"/>
                </a:lnTo>
                <a:lnTo>
                  <a:pt x="217519" y="2553668"/>
                </a:lnTo>
                <a:lnTo>
                  <a:pt x="179053" y="2495392"/>
                </a:lnTo>
                <a:lnTo>
                  <a:pt x="144136" y="2436281"/>
                </a:lnTo>
                <a:lnTo>
                  <a:pt x="112835" y="2376369"/>
                </a:lnTo>
                <a:lnTo>
                  <a:pt x="85216" y="2315692"/>
                </a:lnTo>
                <a:lnTo>
                  <a:pt x="61346" y="2254284"/>
                </a:lnTo>
                <a:lnTo>
                  <a:pt x="41289" y="2192178"/>
                </a:lnTo>
                <a:lnTo>
                  <a:pt x="25112" y="2129410"/>
                </a:lnTo>
                <a:lnTo>
                  <a:pt x="12881" y="2066014"/>
                </a:lnTo>
                <a:lnTo>
                  <a:pt x="4661" y="2002023"/>
                </a:lnTo>
                <a:lnTo>
                  <a:pt x="520" y="1937473"/>
                </a:lnTo>
                <a:lnTo>
                  <a:pt x="0" y="1905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7"/>
          <p:cNvSpPr txBox="1"/>
          <p:nvPr/>
        </p:nvSpPr>
        <p:spPr>
          <a:xfrm>
            <a:off x="2441195" y="2984119"/>
            <a:ext cx="464058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Context-Free</a:t>
            </a:r>
            <a:r>
              <a:rPr sz="3200" spc="-90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Languages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13" name="object 8"/>
          <p:cNvSpPr txBox="1"/>
          <p:nvPr/>
        </p:nvSpPr>
        <p:spPr>
          <a:xfrm>
            <a:off x="2855818" y="3308751"/>
            <a:ext cx="1008380" cy="62517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25" i="1" spc="412" baseline="-25316" dirty="0">
                <a:latin typeface="Times New Roman"/>
                <a:cs typeface="Times New Roman"/>
              </a:rPr>
              <a:t>a</a:t>
            </a:r>
            <a:r>
              <a:rPr sz="3200" i="1" spc="80" dirty="0">
                <a:latin typeface="Times New Roman"/>
                <a:cs typeface="Times New Roman"/>
              </a:rPr>
              <a:t>n</a:t>
            </a:r>
            <a:r>
              <a:rPr sz="5925" i="1" spc="315" baseline="-25316" dirty="0">
                <a:latin typeface="Times New Roman"/>
                <a:cs typeface="Times New Roman"/>
              </a:rPr>
              <a:t>b</a:t>
            </a:r>
            <a:r>
              <a:rPr sz="3200" i="1" spc="5" dirty="0"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5410202" y="3505200"/>
            <a:ext cx="978535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0" i="1" spc="-100" dirty="0">
                <a:latin typeface="Times New Roman"/>
                <a:cs typeface="Times New Roman"/>
              </a:rPr>
              <a:t>w</a:t>
            </a:r>
            <a:r>
              <a:rPr sz="4000" i="1" spc="295" dirty="0">
                <a:latin typeface="Times New Roman"/>
                <a:cs typeface="Times New Roman"/>
              </a:rPr>
              <a:t>w</a:t>
            </a:r>
            <a:r>
              <a:rPr sz="4800" i="1" spc="7" baseline="31250" dirty="0">
                <a:latin typeface="Times New Roman"/>
                <a:cs typeface="Times New Roman"/>
              </a:rPr>
              <a:t>R</a:t>
            </a:r>
            <a:endParaRPr sz="4800" baseline="31250">
              <a:latin typeface="Times New Roman"/>
              <a:cs typeface="Times New Roman"/>
            </a:endParaRPr>
          </a:p>
        </p:txBody>
      </p:sp>
      <p:sp>
        <p:nvSpPr>
          <p:cNvPr id="15" name="object 10"/>
          <p:cNvSpPr txBox="1"/>
          <p:nvPr/>
        </p:nvSpPr>
        <p:spPr>
          <a:xfrm>
            <a:off x="4525834" y="5265678"/>
            <a:ext cx="1210311" cy="6206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i="1" spc="20" dirty="0">
                <a:latin typeface="Times New Roman"/>
                <a:cs typeface="Times New Roman"/>
              </a:rPr>
              <a:t>a</a:t>
            </a:r>
            <a:r>
              <a:rPr sz="3950" i="1" spc="-495" dirty="0">
                <a:latin typeface="Times New Roman"/>
                <a:cs typeface="Times New Roman"/>
              </a:rPr>
              <a:t> </a:t>
            </a:r>
            <a:r>
              <a:rPr sz="3950" spc="20" dirty="0">
                <a:latin typeface="Times New Roman"/>
                <a:cs typeface="Times New Roman"/>
              </a:rPr>
              <a:t>*</a:t>
            </a:r>
            <a:r>
              <a:rPr sz="3950" spc="-670" dirty="0">
                <a:latin typeface="Times New Roman"/>
                <a:cs typeface="Times New Roman"/>
              </a:rPr>
              <a:t> </a:t>
            </a:r>
            <a:r>
              <a:rPr sz="3950" i="1" spc="20" dirty="0">
                <a:latin typeface="Times New Roman"/>
                <a:cs typeface="Times New Roman"/>
              </a:rPr>
              <a:t>b</a:t>
            </a:r>
            <a:r>
              <a:rPr sz="3950" i="1" spc="-550" dirty="0">
                <a:latin typeface="Times New Roman"/>
                <a:cs typeface="Times New Roman"/>
              </a:rPr>
              <a:t> </a:t>
            </a:r>
            <a:r>
              <a:rPr sz="3950" spc="20" dirty="0">
                <a:latin typeface="Times New Roman"/>
                <a:cs typeface="Times New Roman"/>
              </a:rPr>
              <a:t>*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16" name="object 11"/>
          <p:cNvSpPr txBox="1"/>
          <p:nvPr/>
        </p:nvSpPr>
        <p:spPr>
          <a:xfrm>
            <a:off x="1604897" y="1715105"/>
            <a:ext cx="5160011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687195" algn="l"/>
                <a:tab pos="4027170" algn="l"/>
              </a:tabLst>
            </a:pPr>
            <a:r>
              <a:rPr sz="5925" i="1" spc="247" baseline="-24613" dirty="0">
                <a:latin typeface="Times New Roman"/>
                <a:cs typeface="Times New Roman"/>
              </a:rPr>
              <a:t>a</a:t>
            </a:r>
            <a:r>
              <a:rPr sz="3200" i="1" spc="165" dirty="0">
                <a:latin typeface="Times New Roman"/>
                <a:cs typeface="Times New Roman"/>
              </a:rPr>
              <a:t>n</a:t>
            </a:r>
            <a:r>
              <a:rPr sz="5925" i="1" spc="247" baseline="-24613" dirty="0">
                <a:latin typeface="Times New Roman"/>
                <a:cs typeface="Times New Roman"/>
              </a:rPr>
              <a:t>b</a:t>
            </a:r>
            <a:r>
              <a:rPr sz="3200" i="1" spc="165" dirty="0">
                <a:latin typeface="Times New Roman"/>
                <a:cs typeface="Times New Roman"/>
              </a:rPr>
              <a:t>n</a:t>
            </a:r>
            <a:r>
              <a:rPr sz="5925" i="1" spc="247" baseline="-24613" dirty="0">
                <a:latin typeface="Times New Roman"/>
                <a:cs typeface="Times New Roman"/>
              </a:rPr>
              <a:t>c</a:t>
            </a:r>
            <a:r>
              <a:rPr sz="3200" i="1" spc="165" dirty="0">
                <a:latin typeface="Times New Roman"/>
                <a:cs typeface="Times New Roman"/>
              </a:rPr>
              <a:t>n	</a:t>
            </a:r>
            <a:r>
              <a:rPr sz="5400" b="1" baseline="-21604" dirty="0">
                <a:solidFill>
                  <a:srgbClr val="FF0000"/>
                </a:solidFill>
                <a:latin typeface="Comic Sans MS"/>
                <a:cs typeface="Comic Sans MS"/>
              </a:rPr>
              <a:t>?	</a:t>
            </a:r>
            <a:r>
              <a:rPr sz="4000" i="1" spc="-30" dirty="0">
                <a:latin typeface="Times New Roman"/>
                <a:cs typeface="Times New Roman"/>
              </a:rPr>
              <a:t>ww</a:t>
            </a:r>
            <a:r>
              <a:rPr sz="4000" i="1" spc="380" dirty="0">
                <a:latin typeface="Times New Roman"/>
                <a:cs typeface="Times New Roman"/>
              </a:rPr>
              <a:t> </a:t>
            </a:r>
            <a:r>
              <a:rPr sz="5400" b="1" baseline="-3086" dirty="0">
                <a:solidFill>
                  <a:srgbClr val="FF0000"/>
                </a:solidFill>
                <a:latin typeface="Comic Sans MS"/>
                <a:cs typeface="Comic Sans MS"/>
              </a:rPr>
              <a:t>?</a:t>
            </a:r>
            <a:endParaRPr sz="5400" baseline="-3086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874551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0" y="2"/>
            <a:ext cx="9144000" cy="832966"/>
          </a:xfrm>
        </p:spPr>
        <p:txBody>
          <a:bodyPr/>
          <a:lstStyle/>
          <a:p>
            <a:pPr eaLnBrk="1" hangingPunct="1"/>
            <a:br>
              <a:rPr lang="en-US" dirty="0">
                <a:solidFill>
                  <a:srgbClr val="0000CC"/>
                </a:solidFill>
                <a:latin typeface="Arial Rounded MT Bold" pitchFamily="34" charset="0"/>
                <a:cs typeface="Arial" charset="0"/>
              </a:rPr>
            </a:b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Language Accepted by TM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  <p:sp>
        <p:nvSpPr>
          <p:cNvPr id="27" name="object 2"/>
          <p:cNvSpPr/>
          <p:nvPr/>
        </p:nvSpPr>
        <p:spPr>
          <a:xfrm>
            <a:off x="222250" y="1219201"/>
            <a:ext cx="8388351" cy="54165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3"/>
          <p:cNvSpPr txBox="1"/>
          <p:nvPr/>
        </p:nvSpPr>
        <p:spPr>
          <a:xfrm>
            <a:off x="3141602" y="5125978"/>
            <a:ext cx="658917" cy="6206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i="1" spc="-10" dirty="0">
                <a:latin typeface="Times New Roman"/>
                <a:cs typeface="Times New Roman"/>
              </a:rPr>
              <a:t>a</a:t>
            </a:r>
            <a:r>
              <a:rPr sz="3950" i="1" spc="-50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*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29" name="object 4"/>
          <p:cNvSpPr txBox="1"/>
          <p:nvPr/>
        </p:nvSpPr>
        <p:spPr>
          <a:xfrm>
            <a:off x="2362201" y="3352801"/>
            <a:ext cx="511185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Context-Free</a:t>
            </a:r>
            <a:r>
              <a:rPr sz="3200" spc="-90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Languages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30" name="object 5"/>
          <p:cNvSpPr txBox="1"/>
          <p:nvPr/>
        </p:nvSpPr>
        <p:spPr>
          <a:xfrm>
            <a:off x="2819401" y="3581400"/>
            <a:ext cx="1110785" cy="62517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25" i="1" spc="412" baseline="-25316" dirty="0">
                <a:latin typeface="Times New Roman"/>
                <a:cs typeface="Times New Roman"/>
              </a:rPr>
              <a:t>a</a:t>
            </a:r>
            <a:r>
              <a:rPr sz="3200" i="1" spc="80" dirty="0">
                <a:latin typeface="Times New Roman"/>
                <a:cs typeface="Times New Roman"/>
              </a:rPr>
              <a:t>n</a:t>
            </a:r>
            <a:r>
              <a:rPr sz="5925" i="1" spc="315" baseline="-25316" dirty="0">
                <a:latin typeface="Times New Roman"/>
                <a:cs typeface="Times New Roman"/>
              </a:rPr>
              <a:t>b</a:t>
            </a:r>
            <a:r>
              <a:rPr sz="3200" i="1" spc="5" dirty="0">
                <a:latin typeface="Times New Roman"/>
                <a:cs typeface="Times New Roman"/>
              </a:rPr>
              <a:t>n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1" name="object 6"/>
          <p:cNvSpPr txBox="1">
            <a:spLocks/>
          </p:cNvSpPr>
          <p:nvPr/>
        </p:nvSpPr>
        <p:spPr bwMode="auto">
          <a:xfrm>
            <a:off x="1604898" y="1715105"/>
            <a:ext cx="5176903" cy="627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143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90"/>
              </a:spcBef>
              <a:tabLst>
                <a:tab pos="4027170" algn="l"/>
              </a:tabLst>
            </a:pPr>
            <a:r>
              <a:rPr lang="en-US" sz="5925" spc="247" baseline="-24613" dirty="0" err="1"/>
              <a:t>a</a:t>
            </a:r>
            <a:r>
              <a:rPr lang="en-US" sz="3200" spc="165" dirty="0" err="1"/>
              <a:t>n</a:t>
            </a:r>
            <a:r>
              <a:rPr lang="en-US" sz="5925" spc="247" baseline="-24613" dirty="0" err="1"/>
              <a:t>b</a:t>
            </a:r>
            <a:r>
              <a:rPr lang="en-US" sz="3200" spc="165" dirty="0" err="1"/>
              <a:t>n</a:t>
            </a:r>
            <a:r>
              <a:rPr lang="en-US" sz="5925" spc="247" baseline="-24613" dirty="0" err="1"/>
              <a:t>c</a:t>
            </a:r>
            <a:r>
              <a:rPr lang="en-US" sz="3200" spc="165" dirty="0" err="1"/>
              <a:t>n</a:t>
            </a:r>
            <a:r>
              <a:rPr lang="en-US" sz="3200" spc="165" dirty="0"/>
              <a:t>	</a:t>
            </a:r>
            <a:r>
              <a:rPr lang="en-US" sz="4000" i="1" spc="295" dirty="0" err="1">
                <a:latin typeface="Times New Roman"/>
                <a:ea typeface="+mn-ea"/>
                <a:cs typeface="Times New Roman"/>
              </a:rPr>
              <a:t>ww</a:t>
            </a:r>
            <a:endParaRPr lang="en-US" sz="4000" i="1" spc="295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2" name="object 7"/>
          <p:cNvSpPr txBox="1"/>
          <p:nvPr/>
        </p:nvSpPr>
        <p:spPr>
          <a:xfrm>
            <a:off x="3967034" y="5208528"/>
            <a:ext cx="1333223" cy="6206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i="1" spc="20" dirty="0">
                <a:latin typeface="Times New Roman"/>
                <a:cs typeface="Times New Roman"/>
              </a:rPr>
              <a:t>a</a:t>
            </a:r>
            <a:r>
              <a:rPr sz="3950" i="1" spc="-495" dirty="0">
                <a:latin typeface="Times New Roman"/>
                <a:cs typeface="Times New Roman"/>
              </a:rPr>
              <a:t> </a:t>
            </a:r>
            <a:r>
              <a:rPr sz="3950" spc="20" dirty="0">
                <a:latin typeface="Times New Roman"/>
                <a:cs typeface="Times New Roman"/>
              </a:rPr>
              <a:t>*</a:t>
            </a:r>
            <a:r>
              <a:rPr sz="3950" spc="-670" dirty="0">
                <a:latin typeface="Times New Roman"/>
                <a:cs typeface="Times New Roman"/>
              </a:rPr>
              <a:t> </a:t>
            </a:r>
            <a:r>
              <a:rPr sz="3950" i="1" spc="20" dirty="0">
                <a:latin typeface="Times New Roman"/>
                <a:cs typeface="Times New Roman"/>
              </a:rPr>
              <a:t>b</a:t>
            </a:r>
            <a:r>
              <a:rPr sz="3950" i="1" spc="-550" dirty="0">
                <a:latin typeface="Times New Roman"/>
                <a:cs typeface="Times New Roman"/>
              </a:rPr>
              <a:t> </a:t>
            </a:r>
            <a:r>
              <a:rPr sz="3950" spc="20" dirty="0">
                <a:latin typeface="Times New Roman"/>
                <a:cs typeface="Times New Roman"/>
              </a:rPr>
              <a:t>*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33" name="object 9"/>
          <p:cNvSpPr txBox="1"/>
          <p:nvPr/>
        </p:nvSpPr>
        <p:spPr>
          <a:xfrm>
            <a:off x="2822193" y="4584572"/>
            <a:ext cx="3835987" cy="85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770"/>
              </a:lnSpc>
              <a:spcBef>
                <a:spcPts val="100"/>
              </a:spcBef>
            </a:pPr>
            <a:r>
              <a:rPr sz="2800" spc="-5">
                <a:solidFill>
                  <a:srgbClr val="333399"/>
                </a:solidFill>
                <a:latin typeface="Comic Sans MS"/>
                <a:cs typeface="Comic Sans MS"/>
              </a:rPr>
              <a:t>Regular</a:t>
            </a:r>
            <a:r>
              <a:rPr sz="2800" spc="-85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99"/>
                </a:solidFill>
                <a:latin typeface="Comic Sans MS"/>
                <a:cs typeface="Comic Sans MS"/>
              </a:rPr>
              <a:t>Languages</a:t>
            </a:r>
            <a:endParaRPr sz="2800">
              <a:latin typeface="Comic Sans MS"/>
              <a:cs typeface="Comic Sans MS"/>
            </a:endParaRPr>
          </a:p>
          <a:p>
            <a:pPr marR="208915" algn="r">
              <a:lnSpc>
                <a:spcPts val="2810"/>
              </a:lnSpc>
            </a:pPr>
            <a:r>
              <a:rPr sz="2400" b="1" dirty="0">
                <a:solidFill>
                  <a:srgbClr val="FF0066"/>
                </a:solidFill>
                <a:latin typeface="Arial"/>
                <a:cs typeface="Arial"/>
              </a:rPr>
              <a:t>Fini</a:t>
            </a:r>
            <a:r>
              <a:rPr sz="2400" b="1" spc="5" dirty="0">
                <a:solidFill>
                  <a:srgbClr val="FF0066"/>
                </a:solidFill>
                <a:latin typeface="Arial"/>
                <a:cs typeface="Arial"/>
              </a:rPr>
              <a:t>t</a:t>
            </a:r>
            <a:r>
              <a:rPr sz="2400" b="1" spc="-5" dirty="0">
                <a:solidFill>
                  <a:srgbClr val="FF0066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10"/>
          <p:cNvSpPr txBox="1"/>
          <p:nvPr/>
        </p:nvSpPr>
        <p:spPr>
          <a:xfrm>
            <a:off x="5261229" y="5421579"/>
            <a:ext cx="157664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66"/>
                </a:solidFill>
                <a:latin typeface="Arial"/>
                <a:cs typeface="Arial"/>
              </a:rPr>
              <a:t>Automata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11"/>
          <p:cNvSpPr txBox="1"/>
          <p:nvPr/>
        </p:nvSpPr>
        <p:spPr>
          <a:xfrm>
            <a:off x="4876801" y="3810000"/>
            <a:ext cx="2404836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90625" algn="l"/>
              </a:tabLst>
            </a:pPr>
            <a:r>
              <a:rPr sz="4000" i="1" spc="-100" dirty="0">
                <a:latin typeface="Times New Roman"/>
                <a:cs typeface="Times New Roman"/>
              </a:rPr>
              <a:t>w</a:t>
            </a:r>
            <a:r>
              <a:rPr sz="4000" i="1" spc="295" dirty="0">
                <a:latin typeface="Times New Roman"/>
                <a:cs typeface="Times New Roman"/>
              </a:rPr>
              <a:t>w</a:t>
            </a:r>
            <a:r>
              <a:rPr sz="4800" i="1" spc="7" baseline="31250" dirty="0">
                <a:latin typeface="Times New Roman"/>
                <a:cs typeface="Times New Roman"/>
              </a:rPr>
              <a:t>R</a:t>
            </a:r>
            <a:r>
              <a:rPr sz="4800" i="1" baseline="31250" dirty="0"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0066"/>
                </a:solidFill>
                <a:latin typeface="Arial"/>
                <a:cs typeface="Arial"/>
              </a:rPr>
              <a:t>N</a:t>
            </a:r>
            <a:r>
              <a:rPr sz="2800" b="1" spc="-15" dirty="0">
                <a:solidFill>
                  <a:srgbClr val="FF0066"/>
                </a:solidFill>
                <a:latin typeface="Arial"/>
                <a:cs typeface="Arial"/>
              </a:rPr>
              <a:t>D</a:t>
            </a:r>
            <a:r>
              <a:rPr sz="2800" b="1" spc="-215" dirty="0">
                <a:solidFill>
                  <a:srgbClr val="FF0066"/>
                </a:solidFill>
                <a:latin typeface="Arial"/>
                <a:cs typeface="Arial"/>
              </a:rPr>
              <a:t>P</a:t>
            </a:r>
            <a:r>
              <a:rPr sz="2800" b="1" spc="-5" dirty="0">
                <a:solidFill>
                  <a:srgbClr val="FF0066"/>
                </a:solidFill>
                <a:latin typeface="Arial"/>
                <a:cs typeface="Arial"/>
              </a:rPr>
              <a:t>A</a:t>
            </a: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5185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1"/>
          <p:cNvSpPr txBox="1">
            <a:spLocks noChangeArrowheads="1"/>
          </p:cNvSpPr>
          <p:nvPr/>
        </p:nvSpPr>
        <p:spPr bwMode="auto">
          <a:xfrm>
            <a:off x="685800" y="381000"/>
            <a:ext cx="7772400" cy="228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solidFill>
                  <a:srgbClr val="0070C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Elements of a Turing Machine</a:t>
            </a:r>
          </a:p>
        </p:txBody>
      </p:sp>
      <p:sp>
        <p:nvSpPr>
          <p:cNvPr id="41987" name="Text Box 2"/>
          <p:cNvSpPr txBox="1">
            <a:spLocks noChangeArrowheads="1"/>
          </p:cNvSpPr>
          <p:nvPr/>
        </p:nvSpPr>
        <p:spPr bwMode="auto">
          <a:xfrm>
            <a:off x="685800" y="1066800"/>
            <a:ext cx="7772400" cy="5486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 algn="just">
              <a:lnSpc>
                <a:spcPct val="90000"/>
              </a:lnSpc>
              <a:spcBef>
                <a:spcPts val="500"/>
              </a:spcBef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TM consists of the following:</a:t>
            </a:r>
          </a:p>
          <a:p>
            <a:pPr marL="798513" lvl="1" indent="-341313" algn="just">
              <a:lnSpc>
                <a:spcPct val="90000"/>
              </a:lnSpc>
              <a:spcBef>
                <a:spcPts val="500"/>
              </a:spcBef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tape head : read / write a symbol at a time, move to left/right</a:t>
            </a:r>
          </a:p>
          <a:p>
            <a:pPr marL="798513" lvl="1" indent="-341313" algn="just">
              <a:lnSpc>
                <a:spcPct val="90000"/>
              </a:lnSpc>
              <a:spcBef>
                <a:spcPts val="500"/>
              </a:spcBef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infinite tape: contains square cells in which symbols can be written</a:t>
            </a:r>
          </a:p>
          <a:p>
            <a:pPr marL="798513" lvl="1" indent="-341313" algn="just">
              <a:lnSpc>
                <a:spcPct val="90000"/>
              </a:lnSpc>
              <a:spcBef>
                <a:spcPts val="500"/>
              </a:spcBef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finite set of symbols</a:t>
            </a:r>
          </a:p>
          <a:p>
            <a:pPr marL="798513" lvl="1" indent="-341313" algn="just">
              <a:lnSpc>
                <a:spcPct val="90000"/>
              </a:lnSpc>
              <a:spcBef>
                <a:spcPts val="500"/>
              </a:spcBef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finite set of states</a:t>
            </a:r>
          </a:p>
        </p:txBody>
      </p:sp>
      <p:sp>
        <p:nvSpPr>
          <p:cNvPr id="41988" name="Rectangle 3"/>
          <p:cNvSpPr>
            <a:spLocks noChangeArrowheads="1"/>
          </p:cNvSpPr>
          <p:nvPr/>
        </p:nvSpPr>
        <p:spPr bwMode="auto">
          <a:xfrm>
            <a:off x="2759076" y="3962400"/>
            <a:ext cx="1812925" cy="685800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>
                <a:solidFill>
                  <a:srgbClr val="000000"/>
                </a:solidFill>
              </a:rPr>
              <a:t>Finite control</a:t>
            </a:r>
          </a:p>
        </p:txBody>
      </p:sp>
      <p:sp>
        <p:nvSpPr>
          <p:cNvPr id="41989" name="Line 4"/>
          <p:cNvSpPr>
            <a:spLocks noChangeShapeType="1"/>
          </p:cNvSpPr>
          <p:nvPr/>
        </p:nvSpPr>
        <p:spPr bwMode="auto">
          <a:xfrm>
            <a:off x="1295400" y="5638800"/>
            <a:ext cx="5867400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0" name="Line 5"/>
          <p:cNvSpPr>
            <a:spLocks noChangeShapeType="1"/>
          </p:cNvSpPr>
          <p:nvPr/>
        </p:nvSpPr>
        <p:spPr bwMode="auto">
          <a:xfrm>
            <a:off x="1295400" y="6172200"/>
            <a:ext cx="5867400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1" name="Line 6"/>
          <p:cNvSpPr>
            <a:spLocks noChangeShapeType="1"/>
          </p:cNvSpPr>
          <p:nvPr/>
        </p:nvSpPr>
        <p:spPr bwMode="auto">
          <a:xfrm flipV="1">
            <a:off x="16002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2" name="Text Box 7"/>
          <p:cNvSpPr txBox="1">
            <a:spLocks noChangeArrowheads="1"/>
          </p:cNvSpPr>
          <p:nvPr/>
        </p:nvSpPr>
        <p:spPr bwMode="auto">
          <a:xfrm>
            <a:off x="1050926" y="5603876"/>
            <a:ext cx="5407547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>
                <a:solidFill>
                  <a:srgbClr val="000000"/>
                </a:solidFill>
              </a:rPr>
              <a:t>…    B       </a:t>
            </a:r>
            <a:r>
              <a:rPr lang="en-US" dirty="0" err="1">
                <a:solidFill>
                  <a:srgbClr val="000000"/>
                </a:solidFill>
              </a:rPr>
              <a:t>B</a:t>
            </a:r>
            <a:r>
              <a:rPr lang="en-US" dirty="0">
                <a:solidFill>
                  <a:srgbClr val="000000"/>
                </a:solidFill>
              </a:rPr>
              <a:t>     X</a:t>
            </a:r>
            <a:r>
              <a:rPr lang="en-US" baseline="-25000" dirty="0">
                <a:solidFill>
                  <a:srgbClr val="000000"/>
                </a:solidFill>
              </a:rPr>
              <a:t>1</a:t>
            </a:r>
            <a:r>
              <a:rPr lang="en-US" dirty="0">
                <a:solidFill>
                  <a:srgbClr val="000000"/>
                </a:solidFill>
              </a:rPr>
              <a:t>     X</a:t>
            </a:r>
            <a:r>
              <a:rPr lang="en-US" baseline="-25000" dirty="0">
                <a:solidFill>
                  <a:srgbClr val="000000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    …           X</a:t>
            </a:r>
            <a:r>
              <a:rPr lang="en-US" baseline="-25000" dirty="0">
                <a:solidFill>
                  <a:srgbClr val="000000"/>
                </a:solidFill>
              </a:rPr>
              <a:t>i</a:t>
            </a:r>
            <a:r>
              <a:rPr lang="en-US" dirty="0">
                <a:solidFill>
                  <a:srgbClr val="000000"/>
                </a:solidFill>
              </a:rPr>
              <a:t>    </a:t>
            </a:r>
            <a:r>
              <a:rPr lang="en-US" dirty="0" err="1">
                <a:solidFill>
                  <a:srgbClr val="000000"/>
                </a:solidFill>
              </a:rPr>
              <a:t>X</a:t>
            </a:r>
            <a:r>
              <a:rPr lang="en-US" baseline="-25000" dirty="0" err="1">
                <a:solidFill>
                  <a:srgbClr val="000000"/>
                </a:solidFill>
              </a:rPr>
              <a:t>n</a:t>
            </a:r>
            <a:r>
              <a:rPr lang="en-US" dirty="0">
                <a:solidFill>
                  <a:srgbClr val="000000"/>
                </a:solidFill>
              </a:rPr>
              <a:t>   B  </a:t>
            </a:r>
            <a:r>
              <a:rPr lang="en-US" dirty="0" err="1">
                <a:solidFill>
                  <a:srgbClr val="000000"/>
                </a:solidFill>
              </a:rPr>
              <a:t>B</a:t>
            </a:r>
            <a:r>
              <a:rPr lang="en-US" dirty="0">
                <a:solidFill>
                  <a:srgbClr val="000000"/>
                </a:solidFill>
              </a:rPr>
              <a:t>  …</a:t>
            </a:r>
          </a:p>
        </p:txBody>
      </p:sp>
      <p:sp>
        <p:nvSpPr>
          <p:cNvPr id="41993" name="Line 8"/>
          <p:cNvSpPr>
            <a:spLocks noChangeShapeType="1"/>
          </p:cNvSpPr>
          <p:nvPr/>
        </p:nvSpPr>
        <p:spPr bwMode="auto">
          <a:xfrm flipV="1">
            <a:off x="20574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4" name="Line 9"/>
          <p:cNvSpPr>
            <a:spLocks noChangeShapeType="1"/>
          </p:cNvSpPr>
          <p:nvPr/>
        </p:nvSpPr>
        <p:spPr bwMode="auto">
          <a:xfrm flipV="1">
            <a:off x="25146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5" name="Line 10"/>
          <p:cNvSpPr>
            <a:spLocks noChangeShapeType="1"/>
          </p:cNvSpPr>
          <p:nvPr/>
        </p:nvSpPr>
        <p:spPr bwMode="auto">
          <a:xfrm flipV="1">
            <a:off x="30480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6" name="Line 11"/>
          <p:cNvSpPr>
            <a:spLocks noChangeShapeType="1"/>
          </p:cNvSpPr>
          <p:nvPr/>
        </p:nvSpPr>
        <p:spPr bwMode="auto">
          <a:xfrm flipV="1">
            <a:off x="35814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7" name="Line 12"/>
          <p:cNvSpPr>
            <a:spLocks noChangeShapeType="1"/>
          </p:cNvSpPr>
          <p:nvPr/>
        </p:nvSpPr>
        <p:spPr bwMode="auto">
          <a:xfrm flipV="1">
            <a:off x="48768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8" name="Line 13"/>
          <p:cNvSpPr>
            <a:spLocks noChangeShapeType="1"/>
          </p:cNvSpPr>
          <p:nvPr/>
        </p:nvSpPr>
        <p:spPr bwMode="auto">
          <a:xfrm flipV="1">
            <a:off x="53340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9" name="Line 14"/>
          <p:cNvSpPr>
            <a:spLocks noChangeShapeType="1"/>
          </p:cNvSpPr>
          <p:nvPr/>
        </p:nvSpPr>
        <p:spPr bwMode="auto">
          <a:xfrm flipV="1">
            <a:off x="57150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0" name="Line 15"/>
          <p:cNvSpPr>
            <a:spLocks noChangeShapeType="1"/>
          </p:cNvSpPr>
          <p:nvPr/>
        </p:nvSpPr>
        <p:spPr bwMode="auto">
          <a:xfrm flipV="1">
            <a:off x="61722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1" name="Line 16"/>
          <p:cNvSpPr>
            <a:spLocks noChangeShapeType="1"/>
          </p:cNvSpPr>
          <p:nvPr/>
        </p:nvSpPr>
        <p:spPr bwMode="auto">
          <a:xfrm flipV="1">
            <a:off x="65532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2" name="Line 17"/>
          <p:cNvSpPr>
            <a:spLocks noChangeShapeType="1"/>
          </p:cNvSpPr>
          <p:nvPr/>
        </p:nvSpPr>
        <p:spPr bwMode="auto">
          <a:xfrm flipV="1">
            <a:off x="69342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3" name="AutoShape 18"/>
          <p:cNvSpPr>
            <a:spLocks/>
          </p:cNvSpPr>
          <p:nvPr/>
        </p:nvSpPr>
        <p:spPr bwMode="auto">
          <a:xfrm>
            <a:off x="3835400" y="4724400"/>
            <a:ext cx="1473200" cy="838200"/>
          </a:xfrm>
          <a:custGeom>
            <a:avLst/>
            <a:gdLst>
              <a:gd name="T0" fmla="*/ 2147483647 w 928"/>
              <a:gd name="T1" fmla="*/ 0 h 528"/>
              <a:gd name="T2" fmla="*/ 2147483647 w 928"/>
              <a:gd name="T3" fmla="*/ 2147483647 h 528"/>
              <a:gd name="T4" fmla="*/ 2147483647 w 928"/>
              <a:gd name="T5" fmla="*/ 2147483647 h 528"/>
              <a:gd name="T6" fmla="*/ 2147483647 w 928"/>
              <a:gd name="T7" fmla="*/ 2147483647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928"/>
              <a:gd name="T13" fmla="*/ 0 h 528"/>
              <a:gd name="T14" fmla="*/ 928 w 928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28" h="528">
                <a:moveTo>
                  <a:pt x="32" y="0"/>
                </a:moveTo>
                <a:cubicBezTo>
                  <a:pt x="16" y="112"/>
                  <a:pt x="0" y="224"/>
                  <a:pt x="128" y="288"/>
                </a:cubicBezTo>
                <a:cubicBezTo>
                  <a:pt x="256" y="352"/>
                  <a:pt x="672" y="344"/>
                  <a:pt x="800" y="384"/>
                </a:cubicBezTo>
                <a:cubicBezTo>
                  <a:pt x="928" y="424"/>
                  <a:pt x="912" y="476"/>
                  <a:pt x="896" y="528"/>
                </a:cubicBezTo>
              </a:path>
            </a:pathLst>
          </a:custGeom>
          <a:noFill/>
          <a:ln w="9360" cap="sq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1"/>
          <p:cNvSpPr txBox="1">
            <a:spLocks noChangeArrowheads="1"/>
          </p:cNvSpPr>
          <p:nvPr/>
        </p:nvSpPr>
        <p:spPr bwMode="auto">
          <a:xfrm>
            <a:off x="685800" y="381000"/>
            <a:ext cx="7772400" cy="228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solidFill>
                  <a:srgbClr val="0070C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Turing Machine</a:t>
            </a:r>
          </a:p>
        </p:txBody>
      </p:sp>
      <p:sp>
        <p:nvSpPr>
          <p:cNvPr id="41987" name="Text Box 2"/>
          <p:cNvSpPr txBox="1">
            <a:spLocks noChangeArrowheads="1"/>
          </p:cNvSpPr>
          <p:nvPr/>
        </p:nvSpPr>
        <p:spPr bwMode="auto">
          <a:xfrm>
            <a:off x="685800" y="1066800"/>
            <a:ext cx="7772400" cy="5486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 algn="just">
              <a:lnSpc>
                <a:spcPct val="90000"/>
              </a:lnSpc>
              <a:spcBef>
                <a:spcPts val="500"/>
              </a:spcBef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TM consists of a finite control (i.e. a finite state automaton) that is connected to an infinite tape.</a:t>
            </a:r>
          </a:p>
          <a:p>
            <a:pPr marL="341313" indent="-341313" algn="just">
              <a:lnSpc>
                <a:spcPct val="90000"/>
              </a:lnSpc>
              <a:spcBef>
                <a:spcPts val="500"/>
              </a:spcBef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Initially the input consists of a finite-length string of symbols and is placed on the tape.  </a:t>
            </a:r>
          </a:p>
          <a:p>
            <a:pPr marL="341313" indent="-341313" algn="just">
              <a:lnSpc>
                <a:spcPct val="90000"/>
              </a:lnSpc>
              <a:spcBef>
                <a:spcPts val="500"/>
              </a:spcBef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left of the input and to the right of the input, extending to infinity, are placed blanks. </a:t>
            </a:r>
          </a:p>
          <a:p>
            <a:pPr marL="341313" indent="-341313" algn="just">
              <a:lnSpc>
                <a:spcPct val="90000"/>
              </a:lnSpc>
              <a:spcBef>
                <a:spcPts val="500"/>
              </a:spcBef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tape head is initially positioned at the leftmost cell holding the input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1988" name="Rectangle 3"/>
          <p:cNvSpPr>
            <a:spLocks noChangeArrowheads="1"/>
          </p:cNvSpPr>
          <p:nvPr/>
        </p:nvSpPr>
        <p:spPr bwMode="auto">
          <a:xfrm>
            <a:off x="2759076" y="3962400"/>
            <a:ext cx="1812925" cy="685800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>
                <a:solidFill>
                  <a:srgbClr val="000000"/>
                </a:solidFill>
              </a:rPr>
              <a:t>Finite control</a:t>
            </a:r>
          </a:p>
        </p:txBody>
      </p:sp>
      <p:sp>
        <p:nvSpPr>
          <p:cNvPr id="41989" name="Line 4"/>
          <p:cNvSpPr>
            <a:spLocks noChangeShapeType="1"/>
          </p:cNvSpPr>
          <p:nvPr/>
        </p:nvSpPr>
        <p:spPr bwMode="auto">
          <a:xfrm>
            <a:off x="1295400" y="5638800"/>
            <a:ext cx="5867400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0" name="Line 5"/>
          <p:cNvSpPr>
            <a:spLocks noChangeShapeType="1"/>
          </p:cNvSpPr>
          <p:nvPr/>
        </p:nvSpPr>
        <p:spPr bwMode="auto">
          <a:xfrm>
            <a:off x="1295400" y="6172200"/>
            <a:ext cx="5867400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1" name="Line 6"/>
          <p:cNvSpPr>
            <a:spLocks noChangeShapeType="1"/>
          </p:cNvSpPr>
          <p:nvPr/>
        </p:nvSpPr>
        <p:spPr bwMode="auto">
          <a:xfrm flipV="1">
            <a:off x="16002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2" name="Text Box 7"/>
          <p:cNvSpPr txBox="1">
            <a:spLocks noChangeArrowheads="1"/>
          </p:cNvSpPr>
          <p:nvPr/>
        </p:nvSpPr>
        <p:spPr bwMode="auto">
          <a:xfrm>
            <a:off x="1050926" y="5603876"/>
            <a:ext cx="5407547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>
                <a:solidFill>
                  <a:srgbClr val="000000"/>
                </a:solidFill>
              </a:rPr>
              <a:t>…    B       </a:t>
            </a:r>
            <a:r>
              <a:rPr lang="en-US" dirty="0" err="1">
                <a:solidFill>
                  <a:srgbClr val="000000"/>
                </a:solidFill>
              </a:rPr>
              <a:t>B</a:t>
            </a:r>
            <a:r>
              <a:rPr lang="en-US" dirty="0">
                <a:solidFill>
                  <a:srgbClr val="000000"/>
                </a:solidFill>
              </a:rPr>
              <a:t>     X</a:t>
            </a:r>
            <a:r>
              <a:rPr lang="en-US" baseline="-25000" dirty="0">
                <a:solidFill>
                  <a:srgbClr val="000000"/>
                </a:solidFill>
              </a:rPr>
              <a:t>1</a:t>
            </a:r>
            <a:r>
              <a:rPr lang="en-US" dirty="0">
                <a:solidFill>
                  <a:srgbClr val="000000"/>
                </a:solidFill>
              </a:rPr>
              <a:t>     X</a:t>
            </a:r>
            <a:r>
              <a:rPr lang="en-US" baseline="-25000" dirty="0">
                <a:solidFill>
                  <a:srgbClr val="000000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    …           X</a:t>
            </a:r>
            <a:r>
              <a:rPr lang="en-US" baseline="-25000" dirty="0">
                <a:solidFill>
                  <a:srgbClr val="000000"/>
                </a:solidFill>
              </a:rPr>
              <a:t>i</a:t>
            </a:r>
            <a:r>
              <a:rPr lang="en-US" dirty="0">
                <a:solidFill>
                  <a:srgbClr val="000000"/>
                </a:solidFill>
              </a:rPr>
              <a:t>    </a:t>
            </a:r>
            <a:r>
              <a:rPr lang="en-US" dirty="0" err="1">
                <a:solidFill>
                  <a:srgbClr val="000000"/>
                </a:solidFill>
              </a:rPr>
              <a:t>X</a:t>
            </a:r>
            <a:r>
              <a:rPr lang="en-US" baseline="-25000" dirty="0" err="1">
                <a:solidFill>
                  <a:srgbClr val="000000"/>
                </a:solidFill>
              </a:rPr>
              <a:t>n</a:t>
            </a:r>
            <a:r>
              <a:rPr lang="en-US" dirty="0">
                <a:solidFill>
                  <a:srgbClr val="000000"/>
                </a:solidFill>
              </a:rPr>
              <a:t>   B  </a:t>
            </a:r>
            <a:r>
              <a:rPr lang="en-US" dirty="0" err="1">
                <a:solidFill>
                  <a:srgbClr val="000000"/>
                </a:solidFill>
              </a:rPr>
              <a:t>B</a:t>
            </a:r>
            <a:r>
              <a:rPr lang="en-US" dirty="0">
                <a:solidFill>
                  <a:srgbClr val="000000"/>
                </a:solidFill>
              </a:rPr>
              <a:t>  …</a:t>
            </a:r>
          </a:p>
        </p:txBody>
      </p:sp>
      <p:sp>
        <p:nvSpPr>
          <p:cNvPr id="41993" name="Line 8"/>
          <p:cNvSpPr>
            <a:spLocks noChangeShapeType="1"/>
          </p:cNvSpPr>
          <p:nvPr/>
        </p:nvSpPr>
        <p:spPr bwMode="auto">
          <a:xfrm flipV="1">
            <a:off x="20574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4" name="Line 9"/>
          <p:cNvSpPr>
            <a:spLocks noChangeShapeType="1"/>
          </p:cNvSpPr>
          <p:nvPr/>
        </p:nvSpPr>
        <p:spPr bwMode="auto">
          <a:xfrm flipV="1">
            <a:off x="25146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5" name="Line 10"/>
          <p:cNvSpPr>
            <a:spLocks noChangeShapeType="1"/>
          </p:cNvSpPr>
          <p:nvPr/>
        </p:nvSpPr>
        <p:spPr bwMode="auto">
          <a:xfrm flipV="1">
            <a:off x="30480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6" name="Line 11"/>
          <p:cNvSpPr>
            <a:spLocks noChangeShapeType="1"/>
          </p:cNvSpPr>
          <p:nvPr/>
        </p:nvSpPr>
        <p:spPr bwMode="auto">
          <a:xfrm flipV="1">
            <a:off x="35814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7" name="Line 12"/>
          <p:cNvSpPr>
            <a:spLocks noChangeShapeType="1"/>
          </p:cNvSpPr>
          <p:nvPr/>
        </p:nvSpPr>
        <p:spPr bwMode="auto">
          <a:xfrm flipV="1">
            <a:off x="48768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8" name="Line 13"/>
          <p:cNvSpPr>
            <a:spLocks noChangeShapeType="1"/>
          </p:cNvSpPr>
          <p:nvPr/>
        </p:nvSpPr>
        <p:spPr bwMode="auto">
          <a:xfrm flipV="1">
            <a:off x="53340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9" name="Line 14"/>
          <p:cNvSpPr>
            <a:spLocks noChangeShapeType="1"/>
          </p:cNvSpPr>
          <p:nvPr/>
        </p:nvSpPr>
        <p:spPr bwMode="auto">
          <a:xfrm flipV="1">
            <a:off x="57150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0" name="Line 15"/>
          <p:cNvSpPr>
            <a:spLocks noChangeShapeType="1"/>
          </p:cNvSpPr>
          <p:nvPr/>
        </p:nvSpPr>
        <p:spPr bwMode="auto">
          <a:xfrm flipV="1">
            <a:off x="61722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1" name="Line 16"/>
          <p:cNvSpPr>
            <a:spLocks noChangeShapeType="1"/>
          </p:cNvSpPr>
          <p:nvPr/>
        </p:nvSpPr>
        <p:spPr bwMode="auto">
          <a:xfrm flipV="1">
            <a:off x="65532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2" name="Line 17"/>
          <p:cNvSpPr>
            <a:spLocks noChangeShapeType="1"/>
          </p:cNvSpPr>
          <p:nvPr/>
        </p:nvSpPr>
        <p:spPr bwMode="auto">
          <a:xfrm flipV="1">
            <a:off x="6934201" y="5637214"/>
            <a:ext cx="1588" cy="5365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3" name="AutoShape 18"/>
          <p:cNvSpPr>
            <a:spLocks/>
          </p:cNvSpPr>
          <p:nvPr/>
        </p:nvSpPr>
        <p:spPr bwMode="auto">
          <a:xfrm>
            <a:off x="3835400" y="4724400"/>
            <a:ext cx="1473200" cy="838200"/>
          </a:xfrm>
          <a:custGeom>
            <a:avLst/>
            <a:gdLst>
              <a:gd name="T0" fmla="*/ 2147483647 w 928"/>
              <a:gd name="T1" fmla="*/ 0 h 528"/>
              <a:gd name="T2" fmla="*/ 2147483647 w 928"/>
              <a:gd name="T3" fmla="*/ 2147483647 h 528"/>
              <a:gd name="T4" fmla="*/ 2147483647 w 928"/>
              <a:gd name="T5" fmla="*/ 2147483647 h 528"/>
              <a:gd name="T6" fmla="*/ 2147483647 w 928"/>
              <a:gd name="T7" fmla="*/ 2147483647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928"/>
              <a:gd name="T13" fmla="*/ 0 h 528"/>
              <a:gd name="T14" fmla="*/ 928 w 928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28" h="528">
                <a:moveTo>
                  <a:pt x="32" y="0"/>
                </a:moveTo>
                <a:cubicBezTo>
                  <a:pt x="16" y="112"/>
                  <a:pt x="0" y="224"/>
                  <a:pt x="128" y="288"/>
                </a:cubicBezTo>
                <a:cubicBezTo>
                  <a:pt x="256" y="352"/>
                  <a:pt x="672" y="344"/>
                  <a:pt x="800" y="384"/>
                </a:cubicBezTo>
                <a:cubicBezTo>
                  <a:pt x="928" y="424"/>
                  <a:pt x="912" y="476"/>
                  <a:pt x="896" y="528"/>
                </a:cubicBezTo>
              </a:path>
            </a:pathLst>
          </a:custGeom>
          <a:noFill/>
          <a:ln w="9360" cap="sq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0" y="2"/>
            <a:ext cx="9144000" cy="832966"/>
          </a:xfrm>
        </p:spPr>
        <p:txBody>
          <a:bodyPr/>
          <a:lstStyle/>
          <a:p>
            <a:pPr eaLnBrk="1" hangingPunct="1"/>
            <a:br>
              <a:rPr lang="en-US" dirty="0">
                <a:solidFill>
                  <a:srgbClr val="0000CC"/>
                </a:solidFill>
                <a:latin typeface="Arial Rounded MT Bold" pitchFamily="34" charset="0"/>
                <a:cs typeface="Arial" charset="0"/>
              </a:rPr>
            </a:b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Turing Machine</a:t>
            </a:r>
            <a:endParaRPr lang="en-US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>
          <a:xfrm>
            <a:off x="0" y="1447800"/>
            <a:ext cx="9144000" cy="5410200"/>
          </a:xfrm>
        </p:spPr>
        <p:txBody>
          <a:bodyPr/>
          <a:lstStyle/>
          <a:p>
            <a:pPr marL="341313" indent="-341313" algn="just">
              <a:lnSpc>
                <a:spcPct val="90000"/>
              </a:lnSpc>
              <a:spcBef>
                <a:spcPts val="500"/>
              </a:spcBef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one move the TM will:</a:t>
            </a:r>
          </a:p>
          <a:p>
            <a:pPr marL="341313" indent="-341313" algn="just">
              <a:lnSpc>
                <a:spcPct val="90000"/>
              </a:lnSpc>
              <a:spcBef>
                <a:spcPts val="500"/>
              </a:spcBef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513" lvl="2" indent="-341313" algn="just">
              <a:lnSpc>
                <a:spcPct val="90000"/>
              </a:lnSpc>
              <a:spcBef>
                <a:spcPts val="500"/>
              </a:spcBef>
              <a:buClr>
                <a:srgbClr val="FF0000"/>
              </a:buClr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state, which may be the same as the current state</a:t>
            </a:r>
          </a:p>
          <a:p>
            <a:pPr marL="341313" lvl="1" indent="-341313" algn="just">
              <a:lnSpc>
                <a:spcPct val="90000"/>
              </a:lnSpc>
              <a:spcBef>
                <a:spcPts val="500"/>
              </a:spcBef>
              <a:buClr>
                <a:srgbClr val="FF0000"/>
              </a:buClr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513" lvl="2" indent="-341313" algn="just">
              <a:lnSpc>
                <a:spcPct val="90000"/>
              </a:lnSpc>
              <a:spcBef>
                <a:spcPts val="500"/>
              </a:spcBef>
              <a:buClr>
                <a:srgbClr val="FF0000"/>
              </a:buClr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tape symbol in the current cell, which may be the same as </a:t>
            </a:r>
          </a:p>
          <a:p>
            <a:pPr marL="798513" lvl="2" indent="-341313" algn="just">
              <a:lnSpc>
                <a:spcPct val="90000"/>
              </a:lnSpc>
              <a:spcBef>
                <a:spcPts val="500"/>
              </a:spcBef>
              <a:buClr>
                <a:srgbClr val="FF0000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the current symbol</a:t>
            </a:r>
          </a:p>
          <a:p>
            <a:pPr marL="341313" lvl="1" indent="-341313" algn="just">
              <a:lnSpc>
                <a:spcPct val="90000"/>
              </a:lnSpc>
              <a:spcBef>
                <a:spcPts val="500"/>
              </a:spcBef>
              <a:buClr>
                <a:srgbClr val="FF0000"/>
              </a:buClr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513" lvl="2" indent="-341313" algn="just">
              <a:lnSpc>
                <a:spcPct val="90000"/>
              </a:lnSpc>
              <a:spcBef>
                <a:spcPts val="500"/>
              </a:spcBef>
              <a:buClr>
                <a:srgbClr val="FF0000"/>
              </a:buClr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the tape head left or right one cell</a:t>
            </a:r>
          </a:p>
          <a:p>
            <a:pPr marL="341313" indent="-341313" algn="just" eaLnBrk="1" hangingPunct="1">
              <a:lnSpc>
                <a:spcPct val="90000"/>
              </a:lnSpc>
              <a:spcBef>
                <a:spcPts val="500"/>
              </a:spcBef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86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1"/>
          <p:cNvSpPr txBox="1">
            <a:spLocks noChangeArrowheads="1"/>
          </p:cNvSpPr>
          <p:nvPr/>
        </p:nvSpPr>
        <p:spPr bwMode="auto">
          <a:xfrm>
            <a:off x="685800" y="304800"/>
            <a:ext cx="7772400" cy="381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solidFill>
                  <a:srgbClr val="0070C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Formal Definition of TM</a:t>
            </a:r>
          </a:p>
        </p:txBody>
      </p:sp>
      <p:sp>
        <p:nvSpPr>
          <p:cNvPr id="46083" name="Text Box 2"/>
          <p:cNvSpPr txBox="1">
            <a:spLocks noChangeArrowheads="1"/>
          </p:cNvSpPr>
          <p:nvPr/>
        </p:nvSpPr>
        <p:spPr bwMode="auto">
          <a:xfrm>
            <a:off x="685800" y="1981200"/>
            <a:ext cx="8153400" cy="4648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dirty="0">
              <a:solidFill>
                <a:srgbClr val="000000"/>
              </a:solidFill>
            </a:endParaRPr>
          </a:p>
          <a:p>
            <a:pPr marL="341313" indent="-341313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dirty="0">
              <a:solidFill>
                <a:srgbClr val="000000"/>
              </a:solidFill>
            </a:endParaRPr>
          </a:p>
          <a:p>
            <a:pPr marL="341313" indent="-341313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= finite states of the control</a:t>
            </a:r>
          </a:p>
          <a:p>
            <a:pPr marL="341313" indent="-341313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b="1" dirty="0">
                <a:latin typeface="Symbol" pitchFamily="18" charset="2"/>
                <a:ea typeface="Symbol" pitchFamily="18" charset="2"/>
                <a:cs typeface="Symbol" pitchFamily="18" charset="2"/>
              </a:rPr>
              <a:t>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finite set of input symbols, which is a subset of Γ below</a:t>
            </a:r>
          </a:p>
          <a:p>
            <a:pPr marL="341313" indent="-341313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 = finite set of tape symbols</a:t>
            </a:r>
          </a:p>
          <a:p>
            <a:pPr marL="341313" indent="-341313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transition function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δ : (Q x Γ) -&gt; (Q x  Γ x D)</a:t>
            </a:r>
          </a:p>
          <a:p>
            <a:pPr marL="341313" indent="-341313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e.g. δ(q, X) =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(p, Y, {L, R, N})</a:t>
            </a:r>
          </a:p>
          <a:p>
            <a:pPr marL="341313" indent="-341313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Where p = next state, Y = new symbol written on the tape,</a:t>
            </a:r>
          </a:p>
          <a:p>
            <a:pPr marL="341313" indent="-341313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 = direction to move the tape head(left, right, No move)</a:t>
            </a:r>
          </a:p>
          <a:p>
            <a:pPr marL="341313" indent="-341313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start state for finite control</a:t>
            </a:r>
          </a:p>
          <a:p>
            <a:pPr marL="341313" indent="-341313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blank symbol.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symbol is in Γ but not in</a:t>
            </a:r>
            <a:r>
              <a:rPr lang="en-US" sz="2000" b="1" dirty="0">
                <a:latin typeface="Symbol" pitchFamily="18" charset="2"/>
                <a:ea typeface="Symbol" pitchFamily="18" charset="2"/>
                <a:cs typeface="Symbol" pitchFamily="18" charset="2"/>
              </a:rPr>
              <a:t> 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1313" indent="-341313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= set of final or accepting states of Q.</a:t>
            </a:r>
          </a:p>
        </p:txBody>
      </p:sp>
      <p:sp>
        <p:nvSpPr>
          <p:cNvPr id="46084" name="Rectangle 3"/>
          <p:cNvSpPr>
            <a:spLocks noChangeArrowheads="1"/>
          </p:cNvSpPr>
          <p:nvPr/>
        </p:nvSpPr>
        <p:spPr bwMode="auto">
          <a:xfrm>
            <a:off x="685800" y="1447801"/>
            <a:ext cx="7543800" cy="78393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lnSpc>
                <a:spcPct val="8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Formally, the Turing Machine is denoted by the 7-tuple:  </a:t>
            </a:r>
          </a:p>
          <a:p>
            <a:pPr marL="457200" lvl="1" indent="0">
              <a:lnSpc>
                <a:spcPct val="8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ctr">
              <a:lnSpc>
                <a:spcPct val="8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dirty="0"/>
              <a:t>M = (Q, </a:t>
            </a:r>
            <a:r>
              <a:rPr lang="en-US" sz="2000" b="1" dirty="0">
                <a:latin typeface="Symbol" pitchFamily="18" charset="2"/>
                <a:ea typeface="Symbol" pitchFamily="18" charset="2"/>
                <a:cs typeface="Symbol" pitchFamily="18" charset="2"/>
              </a:rPr>
              <a:t></a:t>
            </a:r>
            <a:r>
              <a:rPr lang="en-US" sz="2000" b="1" dirty="0"/>
              <a:t>, Γ, δ, q</a:t>
            </a:r>
            <a:r>
              <a:rPr lang="en-US" sz="2000" b="1" baseline="-25000" dirty="0"/>
              <a:t>0</a:t>
            </a:r>
            <a:r>
              <a:rPr lang="en-US" sz="2000" b="1" dirty="0"/>
              <a:t>, B, F)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70025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Tape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447800"/>
            <a:ext cx="9144000" cy="54102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dirty="0">
              <a:solidFill>
                <a:srgbClr val="006600"/>
              </a:solidFill>
            </a:endParaRP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  <p:graphicFrame>
        <p:nvGraphicFramePr>
          <p:cNvPr id="31" name="object 3"/>
          <p:cNvGraphicFramePr>
            <a:graphicFrameLocks noGrp="1"/>
          </p:cNvGraphicFramePr>
          <p:nvPr/>
        </p:nvGraphicFramePr>
        <p:xfrm>
          <a:off x="374651" y="2051050"/>
          <a:ext cx="8534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402590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object 4"/>
          <p:cNvSpPr/>
          <p:nvPr/>
        </p:nvSpPr>
        <p:spPr>
          <a:xfrm>
            <a:off x="4356100" y="2743200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69850" y="114300"/>
                </a:moveTo>
                <a:lnTo>
                  <a:pt x="57150" y="114300"/>
                </a:lnTo>
                <a:lnTo>
                  <a:pt x="57150" y="533400"/>
                </a:lnTo>
                <a:lnTo>
                  <a:pt x="69850" y="533400"/>
                </a:lnTo>
                <a:lnTo>
                  <a:pt x="69850" y="114300"/>
                </a:lnTo>
                <a:close/>
              </a:path>
              <a:path w="127000" h="5334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5334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5"/>
          <p:cNvSpPr txBox="1"/>
          <p:nvPr/>
        </p:nvSpPr>
        <p:spPr>
          <a:xfrm>
            <a:off x="2974595" y="3365119"/>
            <a:ext cx="3294379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Read-Write</a:t>
            </a:r>
            <a:r>
              <a:rPr sz="3200" spc="-95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head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34" name="object 6"/>
          <p:cNvSpPr txBox="1"/>
          <p:nvPr/>
        </p:nvSpPr>
        <p:spPr>
          <a:xfrm>
            <a:off x="1831595" y="1307338"/>
            <a:ext cx="602551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0066"/>
                </a:solidFill>
                <a:latin typeface="Comic Sans MS"/>
                <a:cs typeface="Comic Sans MS"/>
              </a:rPr>
              <a:t>No </a:t>
            </a:r>
            <a:r>
              <a:rPr sz="3200" spc="-5" dirty="0">
                <a:solidFill>
                  <a:srgbClr val="FF0066"/>
                </a:solidFill>
                <a:latin typeface="Comic Sans MS"/>
                <a:cs typeface="Comic Sans MS"/>
              </a:rPr>
              <a:t>boundaries -- infinite</a:t>
            </a:r>
            <a:r>
              <a:rPr sz="3200" spc="-20" dirty="0">
                <a:solidFill>
                  <a:srgbClr val="FF0066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FF0066"/>
                </a:solidFill>
                <a:latin typeface="Comic Sans MS"/>
                <a:cs typeface="Comic Sans MS"/>
              </a:rPr>
              <a:t>length</a:t>
            </a:r>
            <a:endParaRPr sz="3200" dirty="0">
              <a:latin typeface="Comic Sans MS"/>
              <a:cs typeface="Comic Sans MS"/>
            </a:endParaRPr>
          </a:p>
        </p:txBody>
      </p:sp>
      <p:sp>
        <p:nvSpPr>
          <p:cNvPr id="35" name="object 7"/>
          <p:cNvSpPr txBox="1"/>
          <p:nvPr/>
        </p:nvSpPr>
        <p:spPr>
          <a:xfrm>
            <a:off x="1799590" y="5423104"/>
            <a:ext cx="568896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The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head </a:t>
            </a: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moves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Left </a:t>
            </a:r>
            <a:r>
              <a:rPr sz="3200" spc="-10" dirty="0">
                <a:solidFill>
                  <a:srgbClr val="333399"/>
                </a:solidFill>
                <a:latin typeface="Comic Sans MS"/>
                <a:cs typeface="Comic Sans MS"/>
              </a:rPr>
              <a:t>or</a:t>
            </a:r>
            <a:r>
              <a:rPr sz="3200" spc="-20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Right</a:t>
            </a:r>
            <a:endParaRPr sz="320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259156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70025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Tape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  <p:graphicFrame>
        <p:nvGraphicFramePr>
          <p:cNvPr id="1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83137"/>
              </p:ext>
            </p:extLst>
          </p:nvPr>
        </p:nvGraphicFramePr>
        <p:xfrm>
          <a:off x="304799" y="1398044"/>
          <a:ext cx="8534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402590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3"/>
          <p:cNvSpPr/>
          <p:nvPr/>
        </p:nvSpPr>
        <p:spPr>
          <a:xfrm>
            <a:off x="4267200" y="2083844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69850" y="114300"/>
                </a:moveTo>
                <a:lnTo>
                  <a:pt x="57150" y="114300"/>
                </a:lnTo>
                <a:lnTo>
                  <a:pt x="57150" y="533400"/>
                </a:lnTo>
                <a:lnTo>
                  <a:pt x="69850" y="533400"/>
                </a:lnTo>
                <a:lnTo>
                  <a:pt x="69850" y="114300"/>
                </a:lnTo>
                <a:close/>
              </a:path>
              <a:path w="127000" h="5334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5334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4"/>
          <p:cNvSpPr txBox="1">
            <a:spLocks/>
          </p:cNvSpPr>
          <p:nvPr/>
        </p:nvSpPr>
        <p:spPr bwMode="auto">
          <a:xfrm>
            <a:off x="2923858" y="2783205"/>
            <a:ext cx="3296285" cy="505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5"/>
              </a:spcBef>
            </a:pPr>
            <a:r>
              <a:rPr lang="en-US" sz="3200" dirty="0">
                <a:solidFill>
                  <a:srgbClr val="339933"/>
                </a:solidFill>
                <a:latin typeface="Comic Sans MS"/>
                <a:cs typeface="Comic Sans MS"/>
              </a:rPr>
              <a:t>Read-Write</a:t>
            </a:r>
            <a:r>
              <a:rPr lang="en-US" sz="3200" spc="-85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lang="en-US" sz="3200" dirty="0">
                <a:solidFill>
                  <a:srgbClr val="339933"/>
                </a:solidFill>
                <a:latin typeface="Comic Sans MS"/>
                <a:cs typeface="Comic Sans MS"/>
              </a:rPr>
              <a:t>head</a:t>
            </a:r>
            <a:endParaRPr lang="en-US" sz="3200" dirty="0">
              <a:latin typeface="Comic Sans MS"/>
              <a:cs typeface="Comic Sans MS"/>
            </a:endParaRPr>
          </a:p>
        </p:txBody>
      </p:sp>
      <p:sp>
        <p:nvSpPr>
          <p:cNvPr id="15" name="object 5"/>
          <p:cNvSpPr txBox="1"/>
          <p:nvPr/>
        </p:nvSpPr>
        <p:spPr>
          <a:xfrm>
            <a:off x="685801" y="3733801"/>
            <a:ext cx="6279515" cy="2904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The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head at each </a:t>
            </a: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time</a:t>
            </a:r>
            <a:r>
              <a:rPr sz="3200" spc="-35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step:</a:t>
            </a:r>
            <a:endParaRPr sz="32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650" dirty="0">
              <a:latin typeface="Times New Roman"/>
              <a:cs typeface="Times New Roman"/>
            </a:endParaRPr>
          </a:p>
          <a:p>
            <a:pPr marL="2373630" indent="-407034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2374265" algn="l"/>
              </a:tabLst>
            </a:pP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Reads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a</a:t>
            </a:r>
            <a:r>
              <a:rPr sz="3200" spc="-25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symbol</a:t>
            </a:r>
            <a:endParaRPr sz="3200" dirty="0">
              <a:latin typeface="Comic Sans MS"/>
              <a:cs typeface="Comic Sans MS"/>
            </a:endParaRPr>
          </a:p>
          <a:p>
            <a:pPr marL="2439035" indent="-472440">
              <a:lnSpc>
                <a:spcPct val="100000"/>
              </a:lnSpc>
              <a:spcBef>
                <a:spcPts val="770"/>
              </a:spcBef>
              <a:buClr>
                <a:srgbClr val="FF0000"/>
              </a:buClr>
              <a:buAutoNum type="arabicPeriod"/>
              <a:tabLst>
                <a:tab pos="2439670" algn="l"/>
              </a:tabLst>
            </a:pP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Writes a</a:t>
            </a:r>
            <a:r>
              <a:rPr sz="3200" spc="-15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symbol</a:t>
            </a:r>
            <a:endParaRPr sz="3200" dirty="0">
              <a:latin typeface="Comic Sans MS"/>
              <a:cs typeface="Comic Sans MS"/>
            </a:endParaRPr>
          </a:p>
          <a:p>
            <a:pPr marL="2439035" indent="-472440">
              <a:lnSpc>
                <a:spcPct val="100000"/>
              </a:lnSpc>
              <a:spcBef>
                <a:spcPts val="770"/>
              </a:spcBef>
              <a:buClr>
                <a:srgbClr val="FF0000"/>
              </a:buClr>
              <a:buAutoNum type="arabicPeriod"/>
              <a:tabLst>
                <a:tab pos="2439670" algn="l"/>
              </a:tabLst>
            </a:pP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Moves Left or</a:t>
            </a:r>
            <a:r>
              <a:rPr sz="3200" spc="-55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Right</a:t>
            </a:r>
            <a:endParaRPr sz="32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155836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70025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Transition Function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33400" y="1447752"/>
            <a:ext cx="8382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/>
            <a:r>
              <a:rPr lang="en-US" altLang="en-US" sz="280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Takes two arguments: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state, in Q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tape symbol in Γ</a:t>
            </a:r>
          </a:p>
          <a:p>
            <a:pPr marL="609600" indent="-609600"/>
            <a:endParaRPr lang="en-US" altLang="en-US" sz="2800" dirty="0">
              <a:solidFill>
                <a:srgbClr val="333399"/>
              </a:solidFill>
              <a:latin typeface="Comic Sans MS"/>
              <a:cs typeface="Comic Sans MS"/>
            </a:endParaRPr>
          </a:p>
          <a:p>
            <a:pPr marL="609600" indent="-609600"/>
            <a:endParaRPr lang="en-US" altLang="en-US" sz="2800" dirty="0">
              <a:solidFill>
                <a:srgbClr val="333399"/>
              </a:solidFill>
              <a:latin typeface="Comic Sans MS"/>
              <a:cs typeface="Comic Sans MS"/>
            </a:endParaRPr>
          </a:p>
          <a:p>
            <a:pPr marL="609600" indent="-609600"/>
            <a:r>
              <a:rPr lang="en-US" altLang="en-US" sz="280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δ(q, Z) is either undefined or a triple of the form (p, Y, D) where </a:t>
            </a:r>
          </a:p>
          <a:p>
            <a:pPr marL="990600" lvl="1" indent="-533400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is a state</a:t>
            </a:r>
          </a:p>
          <a:p>
            <a:pPr marL="990600" lvl="1" indent="-533400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is the new tape symbol</a:t>
            </a:r>
          </a:p>
          <a:p>
            <a:pPr marL="990600" lvl="1" indent="-533400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is a direction, L or R</a:t>
            </a:r>
          </a:p>
        </p:txBody>
      </p:sp>
    </p:spTree>
    <p:extLst>
      <p:ext uri="{BB962C8B-B14F-4D97-AF65-F5344CB8AC3E}">
        <p14:creationId xmlns:p14="http://schemas.microsoft.com/office/powerpoint/2010/main" val="2942326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4356100" y="1752600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69850" y="114300"/>
                </a:moveTo>
                <a:lnTo>
                  <a:pt x="57150" y="114300"/>
                </a:lnTo>
                <a:lnTo>
                  <a:pt x="57150" y="533400"/>
                </a:lnTo>
                <a:lnTo>
                  <a:pt x="69850" y="533400"/>
                </a:lnTo>
                <a:lnTo>
                  <a:pt x="69850" y="114300"/>
                </a:lnTo>
                <a:close/>
              </a:path>
              <a:path w="127000" h="5334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5334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/>
          <p:nvPr/>
        </p:nvSpPr>
        <p:spPr>
          <a:xfrm>
            <a:off x="1905000" y="0"/>
            <a:ext cx="2928645" cy="10239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omic Sans MS"/>
                <a:cs typeface="Comic Sans MS"/>
              </a:rPr>
              <a:t>Example:</a:t>
            </a:r>
            <a:endParaRPr sz="3200">
              <a:latin typeface="Comic Sans MS"/>
              <a:cs typeface="Comic Sans MS"/>
            </a:endParaRPr>
          </a:p>
          <a:p>
            <a:pPr marR="5080" algn="r">
              <a:lnSpc>
                <a:spcPct val="100000"/>
              </a:lnSpc>
              <a:spcBef>
                <a:spcPts val="160"/>
              </a:spcBef>
            </a:pPr>
            <a:r>
              <a:rPr sz="3200" spc="-5" dirty="0">
                <a:solidFill>
                  <a:srgbClr val="339933"/>
                </a:solidFill>
                <a:latin typeface="Comic Sans MS"/>
                <a:cs typeface="Comic Sans MS"/>
              </a:rPr>
              <a:t>Time</a:t>
            </a:r>
            <a:r>
              <a:rPr sz="3200" spc="-80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0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6" name="object 4"/>
          <p:cNvSpPr/>
          <p:nvPr/>
        </p:nvSpPr>
        <p:spPr>
          <a:xfrm>
            <a:off x="3822700" y="4191000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69850" y="114300"/>
                </a:moveTo>
                <a:lnTo>
                  <a:pt x="57150" y="114300"/>
                </a:lnTo>
                <a:lnTo>
                  <a:pt x="57150" y="533400"/>
                </a:lnTo>
                <a:lnTo>
                  <a:pt x="69850" y="533400"/>
                </a:lnTo>
                <a:lnTo>
                  <a:pt x="69850" y="114300"/>
                </a:lnTo>
                <a:close/>
              </a:path>
              <a:path w="127000" h="5334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5334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5"/>
          <p:cNvGraphicFramePr>
            <a:graphicFrameLocks noGrp="1"/>
          </p:cNvGraphicFramePr>
          <p:nvPr/>
        </p:nvGraphicFramePr>
        <p:xfrm>
          <a:off x="298451" y="1060450"/>
          <a:ext cx="8534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402590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35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c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6"/>
          <p:cNvGraphicFramePr>
            <a:graphicFrameLocks noGrp="1"/>
          </p:cNvGraphicFramePr>
          <p:nvPr/>
        </p:nvGraphicFramePr>
        <p:xfrm>
          <a:off x="374651" y="3498850"/>
          <a:ext cx="8534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402590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35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k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c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7"/>
          <p:cNvSpPr txBox="1"/>
          <p:nvPr/>
        </p:nvSpPr>
        <p:spPr>
          <a:xfrm>
            <a:off x="383540" y="2907919"/>
            <a:ext cx="4460240" cy="37144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Time</a:t>
            </a:r>
            <a:r>
              <a:rPr sz="3200" spc="-105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1</a:t>
            </a:r>
            <a:endParaRPr sz="32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4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>
              <a:latin typeface="Times New Roman"/>
              <a:cs typeface="Times New Roman"/>
            </a:endParaRPr>
          </a:p>
          <a:p>
            <a:pPr marL="494030" indent="-40513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AutoNum type="arabicPeriod"/>
              <a:tabLst>
                <a:tab pos="494665" algn="l"/>
                <a:tab pos="1847850" algn="l"/>
              </a:tabLst>
            </a:pP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Reads	</a:t>
            </a:r>
            <a:r>
              <a:rPr sz="6000" i="1" spc="-60" baseline="5555" dirty="0">
                <a:latin typeface="Times New Roman"/>
                <a:cs typeface="Times New Roman"/>
              </a:rPr>
              <a:t>a</a:t>
            </a:r>
            <a:endParaRPr sz="6000" baseline="5555">
              <a:latin typeface="Times New Roman"/>
              <a:cs typeface="Times New Roman"/>
            </a:endParaRPr>
          </a:p>
          <a:p>
            <a:pPr marL="481965" indent="-469265">
              <a:lnSpc>
                <a:spcPct val="100000"/>
              </a:lnSpc>
              <a:spcBef>
                <a:spcPts val="650"/>
              </a:spcBef>
              <a:buClr>
                <a:srgbClr val="FF0000"/>
              </a:buClr>
              <a:buAutoNum type="arabicPeriod"/>
              <a:tabLst>
                <a:tab pos="482600" algn="l"/>
                <a:tab pos="2135505" algn="l"/>
              </a:tabLst>
            </a:pP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Writes	</a:t>
            </a:r>
            <a:r>
              <a:rPr sz="5925" i="1" spc="-67" baseline="-1406" dirty="0">
                <a:latin typeface="Times New Roman"/>
                <a:cs typeface="Times New Roman"/>
              </a:rPr>
              <a:t>k</a:t>
            </a:r>
            <a:endParaRPr sz="5925" baseline="-1406">
              <a:latin typeface="Times New Roman"/>
              <a:cs typeface="Times New Roman"/>
            </a:endParaRPr>
          </a:p>
          <a:p>
            <a:pPr marL="481965" indent="-469265">
              <a:lnSpc>
                <a:spcPct val="100000"/>
              </a:lnSpc>
              <a:spcBef>
                <a:spcPts val="1410"/>
              </a:spcBef>
              <a:buClr>
                <a:srgbClr val="FF0000"/>
              </a:buClr>
              <a:buAutoNum type="arabicPeriod"/>
              <a:tabLst>
                <a:tab pos="482600" algn="l"/>
              </a:tabLst>
            </a:pP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Moves Left</a:t>
            </a:r>
            <a:endParaRPr sz="3200">
              <a:latin typeface="Comic Sans MS"/>
              <a:cs typeface="Comic Sans M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3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822700" y="1524000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69850" y="114300"/>
                </a:moveTo>
                <a:lnTo>
                  <a:pt x="57150" y="114300"/>
                </a:lnTo>
                <a:lnTo>
                  <a:pt x="57150" y="533400"/>
                </a:lnTo>
                <a:lnTo>
                  <a:pt x="69850" y="533400"/>
                </a:lnTo>
                <a:lnTo>
                  <a:pt x="69850" y="114300"/>
                </a:lnTo>
                <a:close/>
              </a:path>
              <a:path w="127000" h="5334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5334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/>
          <p:nvPr/>
        </p:nvSpPr>
        <p:spPr>
          <a:xfrm>
            <a:off x="3584576" y="240284"/>
            <a:ext cx="12592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Time</a:t>
            </a:r>
            <a:r>
              <a:rPr sz="3200" spc="-95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1</a:t>
            </a:r>
            <a:endParaRPr sz="3200">
              <a:latin typeface="Comic Sans MS"/>
              <a:cs typeface="Comic Sans MS"/>
            </a:endParaRPr>
          </a:p>
        </p:txBody>
      </p:sp>
      <p:graphicFrame>
        <p:nvGraphicFramePr>
          <p:cNvPr id="6" name="object 4"/>
          <p:cNvGraphicFramePr>
            <a:graphicFrameLocks noGrp="1"/>
          </p:cNvGraphicFramePr>
          <p:nvPr/>
        </p:nvGraphicFramePr>
        <p:xfrm>
          <a:off x="374651" y="831850"/>
          <a:ext cx="8534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402590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35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k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c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5"/>
          <p:cNvSpPr/>
          <p:nvPr/>
        </p:nvSpPr>
        <p:spPr>
          <a:xfrm>
            <a:off x="4356100" y="4038600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69850" y="114300"/>
                </a:moveTo>
                <a:lnTo>
                  <a:pt x="57150" y="114300"/>
                </a:lnTo>
                <a:lnTo>
                  <a:pt x="57150" y="533400"/>
                </a:lnTo>
                <a:lnTo>
                  <a:pt x="69850" y="533400"/>
                </a:lnTo>
                <a:lnTo>
                  <a:pt x="69850" y="114300"/>
                </a:lnTo>
                <a:close/>
              </a:path>
              <a:path w="127000" h="5334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5334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/>
          <p:cNvSpPr txBox="1"/>
          <p:nvPr/>
        </p:nvSpPr>
        <p:spPr>
          <a:xfrm>
            <a:off x="3508377" y="2755519"/>
            <a:ext cx="132397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Time</a:t>
            </a:r>
            <a:r>
              <a:rPr sz="3200" spc="-95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2</a:t>
            </a:r>
            <a:endParaRPr sz="3200">
              <a:latin typeface="Comic Sans MS"/>
              <a:cs typeface="Comic Sans MS"/>
            </a:endParaRPr>
          </a:p>
        </p:txBody>
      </p:sp>
      <p:graphicFrame>
        <p:nvGraphicFramePr>
          <p:cNvPr id="9" name="object 7"/>
          <p:cNvGraphicFramePr>
            <a:graphicFrameLocks noGrp="1"/>
          </p:cNvGraphicFramePr>
          <p:nvPr/>
        </p:nvGraphicFramePr>
        <p:xfrm>
          <a:off x="298451" y="3346450"/>
          <a:ext cx="8534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402590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k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c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8"/>
          <p:cNvSpPr txBox="1"/>
          <p:nvPr/>
        </p:nvSpPr>
        <p:spPr>
          <a:xfrm>
            <a:off x="383540" y="4366269"/>
            <a:ext cx="2098040" cy="1490793"/>
          </a:xfrm>
          <a:prstGeom prst="rect">
            <a:avLst/>
          </a:prstGeom>
        </p:spPr>
        <p:txBody>
          <a:bodyPr vert="horz" wrap="square" lIns="0" tIns="221615" rIns="0" bIns="0" rtlCol="0">
            <a:spAutoFit/>
          </a:bodyPr>
          <a:lstStyle/>
          <a:p>
            <a:pPr marL="494030" indent="-405130">
              <a:lnSpc>
                <a:spcPct val="100000"/>
              </a:lnSpc>
              <a:spcBef>
                <a:spcPts val="1745"/>
              </a:spcBef>
              <a:buClr>
                <a:srgbClr val="FF0000"/>
              </a:buClr>
              <a:buAutoNum type="arabicPeriod"/>
              <a:tabLst>
                <a:tab pos="494665" algn="l"/>
                <a:tab pos="1843405" algn="l"/>
              </a:tabLst>
            </a:pP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Read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s	</a:t>
            </a:r>
            <a:r>
              <a:rPr sz="3950" i="1" spc="-80" dirty="0">
                <a:latin typeface="Times New Roman"/>
                <a:cs typeface="Times New Roman"/>
              </a:rPr>
              <a:t>b</a:t>
            </a:r>
            <a:endParaRPr sz="3950">
              <a:latin typeface="Times New Roman"/>
              <a:cs typeface="Times New Roman"/>
            </a:endParaRPr>
          </a:p>
          <a:p>
            <a:pPr marL="481965" indent="-469265">
              <a:lnSpc>
                <a:spcPct val="100000"/>
              </a:lnSpc>
              <a:spcBef>
                <a:spcPts val="1340"/>
              </a:spcBef>
              <a:buClr>
                <a:srgbClr val="FF0000"/>
              </a:buClr>
              <a:buAutoNum type="arabicPeriod"/>
              <a:tabLst>
                <a:tab pos="482600" algn="l"/>
              </a:tabLst>
            </a:pP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Writes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11" name="object 9"/>
          <p:cNvSpPr txBox="1"/>
          <p:nvPr/>
        </p:nvSpPr>
        <p:spPr>
          <a:xfrm>
            <a:off x="2557671" y="5214713"/>
            <a:ext cx="162560" cy="6213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i="1" spc="-25" dirty="0">
                <a:latin typeface="Times New Roman"/>
                <a:cs typeface="Times New Roman"/>
              </a:rPr>
              <a:t>f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12" name="object 10"/>
          <p:cNvSpPr txBox="1"/>
          <p:nvPr/>
        </p:nvSpPr>
        <p:spPr>
          <a:xfrm>
            <a:off x="383541" y="6032704"/>
            <a:ext cx="28219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0000"/>
                </a:solidFill>
                <a:latin typeface="Comic Sans MS"/>
                <a:cs typeface="Comic Sans MS"/>
              </a:rPr>
              <a:t>3.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Moves</a:t>
            </a:r>
            <a:r>
              <a:rPr sz="3200" spc="-85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Right</a:t>
            </a:r>
            <a:endParaRPr sz="3200">
              <a:latin typeface="Comic Sans MS"/>
              <a:cs typeface="Comic Sans M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522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9844" y="482930"/>
            <a:ext cx="40087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dirty="0">
                <a:latin typeface="Arial"/>
                <a:cs typeface="Arial"/>
              </a:rPr>
              <a:t>The Input</a:t>
            </a:r>
            <a:r>
              <a:rPr sz="4400" i="0" spc="-50" dirty="0">
                <a:latin typeface="Arial"/>
                <a:cs typeface="Arial"/>
              </a:rPr>
              <a:t> </a:t>
            </a:r>
            <a:r>
              <a:rPr sz="4400" i="0" dirty="0">
                <a:latin typeface="Arial"/>
                <a:cs typeface="Arial"/>
              </a:rPr>
              <a:t>String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60700" y="3581400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69850" y="114300"/>
                </a:moveTo>
                <a:lnTo>
                  <a:pt x="57150" y="114300"/>
                </a:lnTo>
                <a:lnTo>
                  <a:pt x="57150" y="533400"/>
                </a:lnTo>
                <a:lnTo>
                  <a:pt x="69850" y="533400"/>
                </a:lnTo>
                <a:lnTo>
                  <a:pt x="69850" y="114300"/>
                </a:lnTo>
                <a:close/>
              </a:path>
              <a:path w="127000" h="5334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5334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618479" y="1764538"/>
            <a:ext cx="244411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339933"/>
                </a:solidFill>
                <a:latin typeface="Comic Sans MS"/>
                <a:cs typeface="Comic Sans MS"/>
              </a:rPr>
              <a:t>Blank</a:t>
            </a:r>
            <a:r>
              <a:rPr sz="3200" spc="-75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9933"/>
                </a:solidFill>
                <a:latin typeface="Comic Sans MS"/>
                <a:cs typeface="Comic Sans MS"/>
              </a:rPr>
              <a:t>symbol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5995" y="4051173"/>
            <a:ext cx="93154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head</a:t>
            </a:r>
            <a:endParaRPr sz="3200">
              <a:latin typeface="Comic Sans MS"/>
              <a:cs typeface="Comic Sans MS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384688"/>
              </p:ext>
            </p:extLst>
          </p:nvPr>
        </p:nvGraphicFramePr>
        <p:xfrm>
          <a:off x="298451" y="2889250"/>
          <a:ext cx="8534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402590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6858000" y="2280793"/>
            <a:ext cx="765811" cy="539115"/>
          </a:xfrm>
          <a:custGeom>
            <a:avLst/>
            <a:gdLst/>
            <a:ahLst/>
            <a:cxnLst/>
            <a:rect l="l" t="t" r="r" b="b"/>
            <a:pathLst>
              <a:path w="765809" h="539114">
                <a:moveTo>
                  <a:pt x="67564" y="406273"/>
                </a:moveTo>
                <a:lnTo>
                  <a:pt x="63753" y="407543"/>
                </a:lnTo>
                <a:lnTo>
                  <a:pt x="62229" y="410718"/>
                </a:lnTo>
                <a:lnTo>
                  <a:pt x="0" y="538607"/>
                </a:lnTo>
                <a:lnTo>
                  <a:pt x="21953" y="536321"/>
                </a:lnTo>
                <a:lnTo>
                  <a:pt x="14350" y="536321"/>
                </a:lnTo>
                <a:lnTo>
                  <a:pt x="7111" y="525907"/>
                </a:lnTo>
                <a:lnTo>
                  <a:pt x="27092" y="511918"/>
                </a:lnTo>
                <a:lnTo>
                  <a:pt x="73659" y="416306"/>
                </a:lnTo>
                <a:lnTo>
                  <a:pt x="75183" y="413131"/>
                </a:lnTo>
                <a:lnTo>
                  <a:pt x="73914" y="409321"/>
                </a:lnTo>
                <a:lnTo>
                  <a:pt x="67564" y="406273"/>
                </a:lnTo>
                <a:close/>
              </a:path>
              <a:path w="765809" h="539114">
                <a:moveTo>
                  <a:pt x="27092" y="511918"/>
                </a:moveTo>
                <a:lnTo>
                  <a:pt x="7111" y="525907"/>
                </a:lnTo>
                <a:lnTo>
                  <a:pt x="14350" y="536321"/>
                </a:lnTo>
                <a:lnTo>
                  <a:pt x="17798" y="533908"/>
                </a:lnTo>
                <a:lnTo>
                  <a:pt x="16382" y="533908"/>
                </a:lnTo>
                <a:lnTo>
                  <a:pt x="10032" y="524764"/>
                </a:lnTo>
                <a:lnTo>
                  <a:pt x="21410" y="523585"/>
                </a:lnTo>
                <a:lnTo>
                  <a:pt x="27092" y="511918"/>
                </a:lnTo>
                <a:close/>
              </a:path>
              <a:path w="765809" h="539114">
                <a:moveTo>
                  <a:pt x="143636" y="510921"/>
                </a:moveTo>
                <a:lnTo>
                  <a:pt x="34480" y="522230"/>
                </a:lnTo>
                <a:lnTo>
                  <a:pt x="14350" y="536321"/>
                </a:lnTo>
                <a:lnTo>
                  <a:pt x="21953" y="536321"/>
                </a:lnTo>
                <a:lnTo>
                  <a:pt x="144906" y="523494"/>
                </a:lnTo>
                <a:lnTo>
                  <a:pt x="147447" y="520446"/>
                </a:lnTo>
                <a:lnTo>
                  <a:pt x="146684" y="513461"/>
                </a:lnTo>
                <a:lnTo>
                  <a:pt x="143636" y="510921"/>
                </a:lnTo>
                <a:close/>
              </a:path>
              <a:path w="765809" h="539114">
                <a:moveTo>
                  <a:pt x="21410" y="523585"/>
                </a:moveTo>
                <a:lnTo>
                  <a:pt x="10032" y="524764"/>
                </a:lnTo>
                <a:lnTo>
                  <a:pt x="16382" y="533908"/>
                </a:lnTo>
                <a:lnTo>
                  <a:pt x="21410" y="523585"/>
                </a:lnTo>
                <a:close/>
              </a:path>
              <a:path w="765809" h="539114">
                <a:moveTo>
                  <a:pt x="34480" y="522230"/>
                </a:moveTo>
                <a:lnTo>
                  <a:pt x="21410" y="523585"/>
                </a:lnTo>
                <a:lnTo>
                  <a:pt x="16382" y="533908"/>
                </a:lnTo>
                <a:lnTo>
                  <a:pt x="17798" y="533908"/>
                </a:lnTo>
                <a:lnTo>
                  <a:pt x="34480" y="522230"/>
                </a:lnTo>
                <a:close/>
              </a:path>
              <a:path w="765809" h="539114">
                <a:moveTo>
                  <a:pt x="758317" y="0"/>
                </a:moveTo>
                <a:lnTo>
                  <a:pt x="27092" y="511918"/>
                </a:lnTo>
                <a:lnTo>
                  <a:pt x="21410" y="523585"/>
                </a:lnTo>
                <a:lnTo>
                  <a:pt x="34480" y="522230"/>
                </a:lnTo>
                <a:lnTo>
                  <a:pt x="765682" y="10414"/>
                </a:lnTo>
                <a:lnTo>
                  <a:pt x="758317" y="0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2140" y="4335246"/>
            <a:ext cx="6979920" cy="11946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Head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starts </a:t>
            </a:r>
            <a:r>
              <a:rPr sz="3200" spc="5" dirty="0">
                <a:solidFill>
                  <a:srgbClr val="333399"/>
                </a:solidFill>
                <a:latin typeface="Comic Sans MS"/>
                <a:cs typeface="Comic Sans MS"/>
              </a:rPr>
              <a:t>at </a:t>
            </a: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the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leftmost position  of </a:t>
            </a: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the input</a:t>
            </a:r>
            <a:r>
              <a:rPr sz="3200" spc="-10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string</a:t>
            </a:r>
            <a:endParaRPr sz="3200" dirty="0">
              <a:latin typeface="Comic Sans MS"/>
              <a:cs typeface="Comic Sans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93060" y="2286001"/>
            <a:ext cx="2438400" cy="537845"/>
          </a:xfrm>
          <a:custGeom>
            <a:avLst/>
            <a:gdLst/>
            <a:ahLst/>
            <a:cxnLst/>
            <a:rect l="l" t="t" r="r" b="b"/>
            <a:pathLst>
              <a:path w="2438400" h="537844">
                <a:moveTo>
                  <a:pt x="0" y="529336"/>
                </a:moveTo>
                <a:lnTo>
                  <a:pt x="4316" y="475590"/>
                </a:lnTo>
                <a:lnTo>
                  <a:pt x="16335" y="425559"/>
                </a:lnTo>
                <a:lnTo>
                  <a:pt x="35236" y="380310"/>
                </a:lnTo>
                <a:lnTo>
                  <a:pt x="60197" y="340915"/>
                </a:lnTo>
                <a:lnTo>
                  <a:pt x="90398" y="308444"/>
                </a:lnTo>
                <a:lnTo>
                  <a:pt x="125015" y="283966"/>
                </a:lnTo>
                <a:lnTo>
                  <a:pt x="163228" y="268551"/>
                </a:lnTo>
                <a:lnTo>
                  <a:pt x="204215" y="263271"/>
                </a:lnTo>
                <a:lnTo>
                  <a:pt x="1017015" y="266064"/>
                </a:lnTo>
                <a:lnTo>
                  <a:pt x="1057961" y="260784"/>
                </a:lnTo>
                <a:lnTo>
                  <a:pt x="1096142" y="245369"/>
                </a:lnTo>
                <a:lnTo>
                  <a:pt x="1130737" y="220891"/>
                </a:lnTo>
                <a:lnTo>
                  <a:pt x="1160922" y="188420"/>
                </a:lnTo>
                <a:lnTo>
                  <a:pt x="1185875" y="149025"/>
                </a:lnTo>
                <a:lnTo>
                  <a:pt x="1204771" y="103776"/>
                </a:lnTo>
                <a:lnTo>
                  <a:pt x="1216789" y="53745"/>
                </a:lnTo>
                <a:lnTo>
                  <a:pt x="1221104" y="0"/>
                </a:lnTo>
                <a:lnTo>
                  <a:pt x="1225047" y="53768"/>
                </a:lnTo>
                <a:lnTo>
                  <a:pt x="1236712" y="103868"/>
                </a:lnTo>
                <a:lnTo>
                  <a:pt x="1255285" y="149226"/>
                </a:lnTo>
                <a:lnTo>
                  <a:pt x="1279953" y="188769"/>
                </a:lnTo>
                <a:lnTo>
                  <a:pt x="1309902" y="221425"/>
                </a:lnTo>
                <a:lnTo>
                  <a:pt x="1344316" y="246120"/>
                </a:lnTo>
                <a:lnTo>
                  <a:pt x="1382383" y="261780"/>
                </a:lnTo>
                <a:lnTo>
                  <a:pt x="1423289" y="267335"/>
                </a:lnTo>
                <a:lnTo>
                  <a:pt x="2236089" y="270128"/>
                </a:lnTo>
                <a:lnTo>
                  <a:pt x="2277036" y="275688"/>
                </a:lnTo>
                <a:lnTo>
                  <a:pt x="2315134" y="291361"/>
                </a:lnTo>
                <a:lnTo>
                  <a:pt x="2349571" y="316072"/>
                </a:lnTo>
                <a:lnTo>
                  <a:pt x="2379535" y="348741"/>
                </a:lnTo>
                <a:lnTo>
                  <a:pt x="2404212" y="388293"/>
                </a:lnTo>
                <a:lnTo>
                  <a:pt x="2422790" y="433649"/>
                </a:lnTo>
                <a:lnTo>
                  <a:pt x="2434457" y="483732"/>
                </a:lnTo>
                <a:lnTo>
                  <a:pt x="2438400" y="537463"/>
                </a:lnTo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974595" y="1688338"/>
            <a:ext cx="233235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0000"/>
                </a:solidFill>
                <a:latin typeface="Comic Sans MS"/>
                <a:cs typeface="Comic Sans MS"/>
              </a:rPr>
              <a:t>Input</a:t>
            </a:r>
            <a:r>
              <a:rPr sz="3200" spc="-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FF0000"/>
                </a:solidFill>
                <a:latin typeface="Comic Sans MS"/>
                <a:cs typeface="Comic Sans MS"/>
              </a:rPr>
              <a:t>string</a:t>
            </a:r>
            <a:endParaRPr sz="3200" dirty="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5801" y="5665419"/>
            <a:ext cx="7197979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Arial"/>
                <a:cs typeface="Arial"/>
              </a:rPr>
              <a:t>	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treated as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and right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brackets for the 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written on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54081" y="293595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2940905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5085" y="2957679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68925" y="2957679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2236" y="295374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0265" y="5546793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dirty="0"/>
          </a:p>
        </p:txBody>
      </p:sp>
      <p:sp>
        <p:nvSpPr>
          <p:cNvPr id="18" name="Rectangle 17"/>
          <p:cNvSpPr/>
          <p:nvPr/>
        </p:nvSpPr>
        <p:spPr>
          <a:xfrm>
            <a:off x="609602" y="5562601"/>
            <a:ext cx="6142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‘␢’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14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6257" y="482930"/>
            <a:ext cx="503301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dirty="0">
                <a:latin typeface="Arial"/>
                <a:cs typeface="Arial"/>
              </a:rPr>
              <a:t>States &amp;</a:t>
            </a:r>
            <a:r>
              <a:rPr sz="4400" i="0" spc="-50" dirty="0">
                <a:latin typeface="Arial"/>
                <a:cs typeface="Arial"/>
              </a:rPr>
              <a:t> </a:t>
            </a:r>
            <a:r>
              <a:rPr sz="4400" i="0" dirty="0">
                <a:latin typeface="Arial"/>
                <a:cs typeface="Arial"/>
              </a:rPr>
              <a:t>Transitions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38400" y="3200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6"/>
                </a:lnTo>
                <a:lnTo>
                  <a:pt x="827134" y="468365"/>
                </a:lnTo>
                <a:lnTo>
                  <a:pt x="813773" y="509502"/>
                </a:lnTo>
                <a:lnTo>
                  <a:pt x="795612" y="548562"/>
                </a:lnTo>
                <a:lnTo>
                  <a:pt x="772965" y="585257"/>
                </a:lnTo>
                <a:lnTo>
                  <a:pt x="746146" y="619303"/>
                </a:lnTo>
                <a:lnTo>
                  <a:pt x="715470" y="650414"/>
                </a:lnTo>
                <a:lnTo>
                  <a:pt x="681250" y="678304"/>
                </a:lnTo>
                <a:lnTo>
                  <a:pt x="643800" y="702687"/>
                </a:lnTo>
                <a:lnTo>
                  <a:pt x="603435" y="723277"/>
                </a:lnTo>
                <a:lnTo>
                  <a:pt x="560468" y="739790"/>
                </a:lnTo>
                <a:lnTo>
                  <a:pt x="515214" y="751938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8"/>
                </a:lnTo>
                <a:lnTo>
                  <a:pt x="277731" y="739790"/>
                </a:lnTo>
                <a:lnTo>
                  <a:pt x="234764" y="723277"/>
                </a:lnTo>
                <a:lnTo>
                  <a:pt x="194399" y="702687"/>
                </a:lnTo>
                <a:lnTo>
                  <a:pt x="156949" y="678304"/>
                </a:lnTo>
                <a:lnTo>
                  <a:pt x="122729" y="650414"/>
                </a:lnTo>
                <a:lnTo>
                  <a:pt x="92053" y="619303"/>
                </a:lnTo>
                <a:lnTo>
                  <a:pt x="65234" y="585257"/>
                </a:lnTo>
                <a:lnTo>
                  <a:pt x="42587" y="548562"/>
                </a:lnTo>
                <a:lnTo>
                  <a:pt x="24426" y="509502"/>
                </a:lnTo>
                <a:lnTo>
                  <a:pt x="11065" y="468365"/>
                </a:lnTo>
                <a:lnTo>
                  <a:pt x="2818" y="425436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38800" y="3200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6"/>
                </a:lnTo>
                <a:lnTo>
                  <a:pt x="827134" y="468365"/>
                </a:lnTo>
                <a:lnTo>
                  <a:pt x="813773" y="509502"/>
                </a:lnTo>
                <a:lnTo>
                  <a:pt x="795612" y="548562"/>
                </a:lnTo>
                <a:lnTo>
                  <a:pt x="772965" y="585257"/>
                </a:lnTo>
                <a:lnTo>
                  <a:pt x="746146" y="619303"/>
                </a:lnTo>
                <a:lnTo>
                  <a:pt x="715470" y="650414"/>
                </a:lnTo>
                <a:lnTo>
                  <a:pt x="681250" y="678304"/>
                </a:lnTo>
                <a:lnTo>
                  <a:pt x="643800" y="702687"/>
                </a:lnTo>
                <a:lnTo>
                  <a:pt x="603435" y="723277"/>
                </a:lnTo>
                <a:lnTo>
                  <a:pt x="560468" y="739790"/>
                </a:lnTo>
                <a:lnTo>
                  <a:pt x="515214" y="751938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8"/>
                </a:lnTo>
                <a:lnTo>
                  <a:pt x="277731" y="739790"/>
                </a:lnTo>
                <a:lnTo>
                  <a:pt x="234764" y="723277"/>
                </a:lnTo>
                <a:lnTo>
                  <a:pt x="194399" y="702687"/>
                </a:lnTo>
                <a:lnTo>
                  <a:pt x="156949" y="678304"/>
                </a:lnTo>
                <a:lnTo>
                  <a:pt x="122729" y="650414"/>
                </a:lnTo>
                <a:lnTo>
                  <a:pt x="92053" y="619303"/>
                </a:lnTo>
                <a:lnTo>
                  <a:pt x="65234" y="585257"/>
                </a:lnTo>
                <a:lnTo>
                  <a:pt x="42587" y="548562"/>
                </a:lnTo>
                <a:lnTo>
                  <a:pt x="24426" y="509502"/>
                </a:lnTo>
                <a:lnTo>
                  <a:pt x="11065" y="468365"/>
                </a:lnTo>
                <a:lnTo>
                  <a:pt x="2818" y="425436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76600" y="3517901"/>
            <a:ext cx="2362200" cy="127000"/>
          </a:xfrm>
          <a:custGeom>
            <a:avLst/>
            <a:gdLst/>
            <a:ahLst/>
            <a:cxnLst/>
            <a:rect l="l" t="t" r="r" b="b"/>
            <a:pathLst>
              <a:path w="2362200" h="127000">
                <a:moveTo>
                  <a:pt x="2235200" y="0"/>
                </a:moveTo>
                <a:lnTo>
                  <a:pt x="2235200" y="127000"/>
                </a:lnTo>
                <a:lnTo>
                  <a:pt x="2349500" y="69850"/>
                </a:lnTo>
                <a:lnTo>
                  <a:pt x="2247900" y="69850"/>
                </a:lnTo>
                <a:lnTo>
                  <a:pt x="2247900" y="57150"/>
                </a:lnTo>
                <a:lnTo>
                  <a:pt x="2349500" y="57150"/>
                </a:lnTo>
                <a:lnTo>
                  <a:pt x="2235200" y="0"/>
                </a:lnTo>
                <a:close/>
              </a:path>
              <a:path w="2362200" h="127000">
                <a:moveTo>
                  <a:pt x="22352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235200" y="69850"/>
                </a:lnTo>
                <a:lnTo>
                  <a:pt x="2235200" y="57150"/>
                </a:lnTo>
                <a:close/>
              </a:path>
              <a:path w="2362200" h="127000">
                <a:moveTo>
                  <a:pt x="2349500" y="57150"/>
                </a:moveTo>
                <a:lnTo>
                  <a:pt x="2247900" y="57150"/>
                </a:lnTo>
                <a:lnTo>
                  <a:pt x="2247900" y="69850"/>
                </a:lnTo>
                <a:lnTo>
                  <a:pt x="2349500" y="69850"/>
                </a:lnTo>
                <a:lnTo>
                  <a:pt x="2362200" y="63500"/>
                </a:lnTo>
                <a:lnTo>
                  <a:pt x="23495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02971" y="3192885"/>
            <a:ext cx="398780" cy="562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2539" y="3188186"/>
            <a:ext cx="439420" cy="562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i="1" spc="-20" dirty="0">
                <a:latin typeface="Times New Roman"/>
                <a:cs typeface="Times New Roman"/>
              </a:rPr>
              <a:t>q</a:t>
            </a:r>
            <a:r>
              <a:rPr sz="4425" spc="22" baseline="-16949" dirty="0">
                <a:latin typeface="Times New Roman"/>
                <a:cs typeface="Times New Roman"/>
              </a:rPr>
              <a:t>2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9386" y="3009206"/>
            <a:ext cx="1555751" cy="5693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75030" algn="l"/>
              </a:tabLst>
            </a:pPr>
            <a:r>
              <a:rPr sz="3600" i="1" spc="45" dirty="0">
                <a:latin typeface="Times New Roman"/>
                <a:cs typeface="Times New Roman"/>
              </a:rPr>
              <a:t>a	</a:t>
            </a:r>
            <a:r>
              <a:rPr sz="3600" i="1" spc="10" dirty="0">
                <a:latin typeface="Times New Roman"/>
                <a:cs typeface="Times New Roman"/>
              </a:rPr>
              <a:t>b</a:t>
            </a:r>
            <a:r>
              <a:rPr sz="3600" spc="10" dirty="0">
                <a:latin typeface="Times New Roman"/>
                <a:cs typeface="Times New Roman"/>
              </a:rPr>
              <a:t>,</a:t>
            </a:r>
            <a:r>
              <a:rPr sz="3600" spc="-515" dirty="0">
                <a:latin typeface="Times New Roman"/>
                <a:cs typeface="Times New Roman"/>
              </a:rPr>
              <a:t> </a:t>
            </a:r>
            <a:r>
              <a:rPr sz="3600" i="1" spc="50" dirty="0">
                <a:latin typeface="Times New Roman"/>
                <a:cs typeface="Times New Roman"/>
              </a:rPr>
              <a:t>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083407" y="3124202"/>
            <a:ext cx="900051" cy="458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62555" y="2052955"/>
            <a:ext cx="1147445" cy="1147445"/>
          </a:xfrm>
          <a:custGeom>
            <a:avLst/>
            <a:gdLst/>
            <a:ahLst/>
            <a:cxnLst/>
            <a:rect l="l" t="t" r="r" b="b"/>
            <a:pathLst>
              <a:path w="1147445" h="1147445">
                <a:moveTo>
                  <a:pt x="1010793" y="1095248"/>
                </a:moveTo>
                <a:lnTo>
                  <a:pt x="1007364" y="1097153"/>
                </a:lnTo>
                <a:lnTo>
                  <a:pt x="1006347" y="1100582"/>
                </a:lnTo>
                <a:lnTo>
                  <a:pt x="1005458" y="1103884"/>
                </a:lnTo>
                <a:lnTo>
                  <a:pt x="1007364" y="1107440"/>
                </a:lnTo>
                <a:lnTo>
                  <a:pt x="1010666" y="1108329"/>
                </a:lnTo>
                <a:lnTo>
                  <a:pt x="1147445" y="1147445"/>
                </a:lnTo>
                <a:lnTo>
                  <a:pt x="1146101" y="1142746"/>
                </a:lnTo>
                <a:lnTo>
                  <a:pt x="1133729" y="1142746"/>
                </a:lnTo>
                <a:lnTo>
                  <a:pt x="1116302" y="1125317"/>
                </a:lnTo>
                <a:lnTo>
                  <a:pt x="1014221" y="1096137"/>
                </a:lnTo>
                <a:lnTo>
                  <a:pt x="1010793" y="1095248"/>
                </a:lnTo>
                <a:close/>
              </a:path>
              <a:path w="1147445" h="1147445">
                <a:moveTo>
                  <a:pt x="1116302" y="1125317"/>
                </a:moveTo>
                <a:lnTo>
                  <a:pt x="1133729" y="1142746"/>
                </a:lnTo>
                <a:lnTo>
                  <a:pt x="1136522" y="1139952"/>
                </a:lnTo>
                <a:lnTo>
                  <a:pt x="1132078" y="1139952"/>
                </a:lnTo>
                <a:lnTo>
                  <a:pt x="1128926" y="1128926"/>
                </a:lnTo>
                <a:lnTo>
                  <a:pt x="1116302" y="1125317"/>
                </a:lnTo>
                <a:close/>
              </a:path>
              <a:path w="1147445" h="1147445">
                <a:moveTo>
                  <a:pt x="1103883" y="1005459"/>
                </a:moveTo>
                <a:lnTo>
                  <a:pt x="1100582" y="1006348"/>
                </a:lnTo>
                <a:lnTo>
                  <a:pt x="1097153" y="1007364"/>
                </a:lnTo>
                <a:lnTo>
                  <a:pt x="1095247" y="1010793"/>
                </a:lnTo>
                <a:lnTo>
                  <a:pt x="1096136" y="1014222"/>
                </a:lnTo>
                <a:lnTo>
                  <a:pt x="1125317" y="1116302"/>
                </a:lnTo>
                <a:lnTo>
                  <a:pt x="1142745" y="1133729"/>
                </a:lnTo>
                <a:lnTo>
                  <a:pt x="1133729" y="1142746"/>
                </a:lnTo>
                <a:lnTo>
                  <a:pt x="1146101" y="1142746"/>
                </a:lnTo>
                <a:lnTo>
                  <a:pt x="1108329" y="1010666"/>
                </a:lnTo>
                <a:lnTo>
                  <a:pt x="1107440" y="1007364"/>
                </a:lnTo>
                <a:lnTo>
                  <a:pt x="1103883" y="1005459"/>
                </a:lnTo>
                <a:close/>
              </a:path>
              <a:path w="1147445" h="1147445">
                <a:moveTo>
                  <a:pt x="1128926" y="1128926"/>
                </a:moveTo>
                <a:lnTo>
                  <a:pt x="1132078" y="1139952"/>
                </a:lnTo>
                <a:lnTo>
                  <a:pt x="1139952" y="1132078"/>
                </a:lnTo>
                <a:lnTo>
                  <a:pt x="1128926" y="1128926"/>
                </a:lnTo>
                <a:close/>
              </a:path>
              <a:path w="1147445" h="1147445">
                <a:moveTo>
                  <a:pt x="1125317" y="1116302"/>
                </a:moveTo>
                <a:lnTo>
                  <a:pt x="1128926" y="1128926"/>
                </a:lnTo>
                <a:lnTo>
                  <a:pt x="1139952" y="1132078"/>
                </a:lnTo>
                <a:lnTo>
                  <a:pt x="1132078" y="1139952"/>
                </a:lnTo>
                <a:lnTo>
                  <a:pt x="1136522" y="1139952"/>
                </a:lnTo>
                <a:lnTo>
                  <a:pt x="1142745" y="1133729"/>
                </a:lnTo>
                <a:lnTo>
                  <a:pt x="1125317" y="1116302"/>
                </a:lnTo>
                <a:close/>
              </a:path>
              <a:path w="1147445" h="1147445">
                <a:moveTo>
                  <a:pt x="8889" y="0"/>
                </a:moveTo>
                <a:lnTo>
                  <a:pt x="0" y="8890"/>
                </a:lnTo>
                <a:lnTo>
                  <a:pt x="1116302" y="1125317"/>
                </a:lnTo>
                <a:lnTo>
                  <a:pt x="1128926" y="1128926"/>
                </a:lnTo>
                <a:lnTo>
                  <a:pt x="1125317" y="1116302"/>
                </a:lnTo>
                <a:lnTo>
                  <a:pt x="888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65652" y="1904493"/>
            <a:ext cx="144145" cy="1067435"/>
          </a:xfrm>
          <a:custGeom>
            <a:avLst/>
            <a:gdLst/>
            <a:ahLst/>
            <a:cxnLst/>
            <a:rect l="l" t="t" r="r" b="b"/>
            <a:pathLst>
              <a:path w="144145" h="1067435">
                <a:moveTo>
                  <a:pt x="9651" y="937513"/>
                </a:moveTo>
                <a:lnTo>
                  <a:pt x="6603" y="939419"/>
                </a:lnTo>
                <a:lnTo>
                  <a:pt x="3683" y="941324"/>
                </a:lnTo>
                <a:lnTo>
                  <a:pt x="2921" y="945261"/>
                </a:lnTo>
                <a:lnTo>
                  <a:pt x="4825" y="948309"/>
                </a:lnTo>
                <a:lnTo>
                  <a:pt x="82550" y="1067308"/>
                </a:lnTo>
                <a:lnTo>
                  <a:pt x="88409" y="1054735"/>
                </a:lnTo>
                <a:lnTo>
                  <a:pt x="75311" y="1054735"/>
                </a:lnTo>
                <a:lnTo>
                  <a:pt x="73559" y="1030226"/>
                </a:lnTo>
                <a:lnTo>
                  <a:pt x="13588" y="938403"/>
                </a:lnTo>
                <a:lnTo>
                  <a:pt x="9651" y="937513"/>
                </a:lnTo>
                <a:close/>
              </a:path>
              <a:path w="144145" h="1067435">
                <a:moveTo>
                  <a:pt x="73559" y="1030226"/>
                </a:moveTo>
                <a:lnTo>
                  <a:pt x="75311" y="1054735"/>
                </a:lnTo>
                <a:lnTo>
                  <a:pt x="88011" y="1053846"/>
                </a:lnTo>
                <a:lnTo>
                  <a:pt x="87847" y="1051560"/>
                </a:lnTo>
                <a:lnTo>
                  <a:pt x="75819" y="1051560"/>
                </a:lnTo>
                <a:lnTo>
                  <a:pt x="80681" y="1041130"/>
                </a:lnTo>
                <a:lnTo>
                  <a:pt x="73559" y="1030226"/>
                </a:lnTo>
                <a:close/>
              </a:path>
              <a:path w="144145" h="1067435">
                <a:moveTo>
                  <a:pt x="136271" y="928497"/>
                </a:moveTo>
                <a:lnTo>
                  <a:pt x="132587" y="929894"/>
                </a:lnTo>
                <a:lnTo>
                  <a:pt x="131063" y="933069"/>
                </a:lnTo>
                <a:lnTo>
                  <a:pt x="86248" y="1029189"/>
                </a:lnTo>
                <a:lnTo>
                  <a:pt x="88011" y="1053846"/>
                </a:lnTo>
                <a:lnTo>
                  <a:pt x="75311" y="1054735"/>
                </a:lnTo>
                <a:lnTo>
                  <a:pt x="88409" y="1054735"/>
                </a:lnTo>
                <a:lnTo>
                  <a:pt x="142621" y="938403"/>
                </a:lnTo>
                <a:lnTo>
                  <a:pt x="144017" y="935228"/>
                </a:lnTo>
                <a:lnTo>
                  <a:pt x="142621" y="931418"/>
                </a:lnTo>
                <a:lnTo>
                  <a:pt x="139446" y="930021"/>
                </a:lnTo>
                <a:lnTo>
                  <a:pt x="136271" y="928497"/>
                </a:lnTo>
                <a:close/>
              </a:path>
              <a:path w="144145" h="1067435">
                <a:moveTo>
                  <a:pt x="80681" y="1041130"/>
                </a:moveTo>
                <a:lnTo>
                  <a:pt x="75819" y="1051560"/>
                </a:lnTo>
                <a:lnTo>
                  <a:pt x="86995" y="1050798"/>
                </a:lnTo>
                <a:lnTo>
                  <a:pt x="80681" y="1041130"/>
                </a:lnTo>
                <a:close/>
              </a:path>
              <a:path w="144145" h="1067435">
                <a:moveTo>
                  <a:pt x="86248" y="1029189"/>
                </a:moveTo>
                <a:lnTo>
                  <a:pt x="80681" y="1041130"/>
                </a:lnTo>
                <a:lnTo>
                  <a:pt x="86995" y="1050798"/>
                </a:lnTo>
                <a:lnTo>
                  <a:pt x="75819" y="1051560"/>
                </a:lnTo>
                <a:lnTo>
                  <a:pt x="87847" y="1051560"/>
                </a:lnTo>
                <a:lnTo>
                  <a:pt x="86248" y="1029189"/>
                </a:lnTo>
                <a:close/>
              </a:path>
              <a:path w="144145" h="1067435">
                <a:moveTo>
                  <a:pt x="12700" y="0"/>
                </a:moveTo>
                <a:lnTo>
                  <a:pt x="0" y="1016"/>
                </a:lnTo>
                <a:lnTo>
                  <a:pt x="73559" y="1030226"/>
                </a:lnTo>
                <a:lnTo>
                  <a:pt x="80681" y="1041130"/>
                </a:lnTo>
                <a:lnTo>
                  <a:pt x="86248" y="1029189"/>
                </a:lnTo>
                <a:lnTo>
                  <a:pt x="127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60193" y="1459738"/>
            <a:ext cx="95059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0000"/>
                </a:solidFill>
                <a:latin typeface="Comic Sans MS"/>
                <a:cs typeface="Comic Sans MS"/>
              </a:rPr>
              <a:t>Read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41776" y="1307338"/>
            <a:ext cx="117411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0000"/>
                </a:solidFill>
                <a:latin typeface="Comic Sans MS"/>
                <a:cs typeface="Comic Sans MS"/>
              </a:rPr>
              <a:t>Write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34000" y="2129283"/>
            <a:ext cx="843280" cy="918844"/>
          </a:xfrm>
          <a:custGeom>
            <a:avLst/>
            <a:gdLst/>
            <a:ahLst/>
            <a:cxnLst/>
            <a:rect l="l" t="t" r="r" b="b"/>
            <a:pathLst>
              <a:path w="843279" h="918844">
                <a:moveTo>
                  <a:pt x="37337" y="774953"/>
                </a:moveTo>
                <a:lnTo>
                  <a:pt x="33909" y="776985"/>
                </a:lnTo>
                <a:lnTo>
                  <a:pt x="33020" y="780414"/>
                </a:lnTo>
                <a:lnTo>
                  <a:pt x="0" y="918717"/>
                </a:lnTo>
                <a:lnTo>
                  <a:pt x="16002" y="913383"/>
                </a:lnTo>
                <a:lnTo>
                  <a:pt x="13462" y="913383"/>
                </a:lnTo>
                <a:lnTo>
                  <a:pt x="4190" y="904747"/>
                </a:lnTo>
                <a:lnTo>
                  <a:pt x="20698" y="886738"/>
                </a:lnTo>
                <a:lnTo>
                  <a:pt x="45465" y="783335"/>
                </a:lnTo>
                <a:lnTo>
                  <a:pt x="46227" y="780033"/>
                </a:lnTo>
                <a:lnTo>
                  <a:pt x="44196" y="776604"/>
                </a:lnTo>
                <a:lnTo>
                  <a:pt x="40766" y="775715"/>
                </a:lnTo>
                <a:lnTo>
                  <a:pt x="37337" y="774953"/>
                </a:lnTo>
                <a:close/>
              </a:path>
              <a:path w="843279" h="918844">
                <a:moveTo>
                  <a:pt x="20698" y="886738"/>
                </a:moveTo>
                <a:lnTo>
                  <a:pt x="4190" y="904747"/>
                </a:lnTo>
                <a:lnTo>
                  <a:pt x="13462" y="913383"/>
                </a:lnTo>
                <a:lnTo>
                  <a:pt x="16023" y="910589"/>
                </a:lnTo>
                <a:lnTo>
                  <a:pt x="14986" y="910589"/>
                </a:lnTo>
                <a:lnTo>
                  <a:pt x="6858" y="903096"/>
                </a:lnTo>
                <a:lnTo>
                  <a:pt x="17643" y="899494"/>
                </a:lnTo>
                <a:lnTo>
                  <a:pt x="20698" y="886738"/>
                </a:lnTo>
                <a:close/>
              </a:path>
              <a:path w="843279" h="918844">
                <a:moveTo>
                  <a:pt x="134238" y="860551"/>
                </a:moveTo>
                <a:lnTo>
                  <a:pt x="29969" y="895377"/>
                </a:lnTo>
                <a:lnTo>
                  <a:pt x="13462" y="913383"/>
                </a:lnTo>
                <a:lnTo>
                  <a:pt x="16002" y="913383"/>
                </a:lnTo>
                <a:lnTo>
                  <a:pt x="134874" y="873759"/>
                </a:lnTo>
                <a:lnTo>
                  <a:pt x="138175" y="872616"/>
                </a:lnTo>
                <a:lnTo>
                  <a:pt x="139953" y="869060"/>
                </a:lnTo>
                <a:lnTo>
                  <a:pt x="138937" y="865758"/>
                </a:lnTo>
                <a:lnTo>
                  <a:pt x="137795" y="862329"/>
                </a:lnTo>
                <a:lnTo>
                  <a:pt x="134238" y="860551"/>
                </a:lnTo>
                <a:close/>
              </a:path>
              <a:path w="843279" h="918844">
                <a:moveTo>
                  <a:pt x="17643" y="899494"/>
                </a:moveTo>
                <a:lnTo>
                  <a:pt x="6858" y="903096"/>
                </a:lnTo>
                <a:lnTo>
                  <a:pt x="14986" y="910589"/>
                </a:lnTo>
                <a:lnTo>
                  <a:pt x="17643" y="899494"/>
                </a:lnTo>
                <a:close/>
              </a:path>
              <a:path w="843279" h="918844">
                <a:moveTo>
                  <a:pt x="29969" y="895377"/>
                </a:moveTo>
                <a:lnTo>
                  <a:pt x="17643" y="899494"/>
                </a:lnTo>
                <a:lnTo>
                  <a:pt x="14986" y="910589"/>
                </a:lnTo>
                <a:lnTo>
                  <a:pt x="16023" y="910589"/>
                </a:lnTo>
                <a:lnTo>
                  <a:pt x="29969" y="895377"/>
                </a:lnTo>
                <a:close/>
              </a:path>
              <a:path w="843279" h="918844">
                <a:moveTo>
                  <a:pt x="833501" y="0"/>
                </a:moveTo>
                <a:lnTo>
                  <a:pt x="20698" y="886738"/>
                </a:lnTo>
                <a:lnTo>
                  <a:pt x="17643" y="899494"/>
                </a:lnTo>
                <a:lnTo>
                  <a:pt x="29969" y="895377"/>
                </a:lnTo>
                <a:lnTo>
                  <a:pt x="842899" y="8635"/>
                </a:lnTo>
                <a:lnTo>
                  <a:pt x="83350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404228" y="1535938"/>
            <a:ext cx="198628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0000"/>
                </a:solidFill>
                <a:latin typeface="Comic Sans MS"/>
                <a:cs typeface="Comic Sans MS"/>
              </a:rPr>
              <a:t>Move</a:t>
            </a:r>
            <a:r>
              <a:rPr sz="3200" spc="-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FF0000"/>
                </a:solidFill>
                <a:latin typeface="Comic Sans MS"/>
                <a:cs typeface="Comic Sans MS"/>
              </a:rPr>
              <a:t>Left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38400" y="56388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6"/>
                </a:lnTo>
                <a:lnTo>
                  <a:pt x="11065" y="293638"/>
                </a:lnTo>
                <a:lnTo>
                  <a:pt x="24426" y="252502"/>
                </a:lnTo>
                <a:lnTo>
                  <a:pt x="42587" y="213443"/>
                </a:lnTo>
                <a:lnTo>
                  <a:pt x="65234" y="176747"/>
                </a:lnTo>
                <a:lnTo>
                  <a:pt x="92053" y="142701"/>
                </a:lnTo>
                <a:lnTo>
                  <a:pt x="122729" y="111590"/>
                </a:lnTo>
                <a:lnTo>
                  <a:pt x="156949" y="83699"/>
                </a:lnTo>
                <a:lnTo>
                  <a:pt x="194399" y="59315"/>
                </a:lnTo>
                <a:lnTo>
                  <a:pt x="234764" y="38724"/>
                </a:lnTo>
                <a:lnTo>
                  <a:pt x="277731" y="22211"/>
                </a:lnTo>
                <a:lnTo>
                  <a:pt x="322985" y="10062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2"/>
                </a:lnTo>
                <a:lnTo>
                  <a:pt x="560468" y="22211"/>
                </a:lnTo>
                <a:lnTo>
                  <a:pt x="603435" y="38724"/>
                </a:lnTo>
                <a:lnTo>
                  <a:pt x="643800" y="59315"/>
                </a:lnTo>
                <a:lnTo>
                  <a:pt x="681250" y="83699"/>
                </a:lnTo>
                <a:lnTo>
                  <a:pt x="715470" y="111590"/>
                </a:lnTo>
                <a:lnTo>
                  <a:pt x="746146" y="142701"/>
                </a:lnTo>
                <a:lnTo>
                  <a:pt x="772965" y="176747"/>
                </a:lnTo>
                <a:lnTo>
                  <a:pt x="795612" y="213443"/>
                </a:lnTo>
                <a:lnTo>
                  <a:pt x="813773" y="252502"/>
                </a:lnTo>
                <a:lnTo>
                  <a:pt x="827134" y="293638"/>
                </a:lnTo>
                <a:lnTo>
                  <a:pt x="835381" y="336566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38800" y="56388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6"/>
                </a:lnTo>
                <a:lnTo>
                  <a:pt x="11065" y="293638"/>
                </a:lnTo>
                <a:lnTo>
                  <a:pt x="24426" y="252502"/>
                </a:lnTo>
                <a:lnTo>
                  <a:pt x="42587" y="213443"/>
                </a:lnTo>
                <a:lnTo>
                  <a:pt x="65234" y="176747"/>
                </a:lnTo>
                <a:lnTo>
                  <a:pt x="92053" y="142701"/>
                </a:lnTo>
                <a:lnTo>
                  <a:pt x="122729" y="111590"/>
                </a:lnTo>
                <a:lnTo>
                  <a:pt x="156949" y="83699"/>
                </a:lnTo>
                <a:lnTo>
                  <a:pt x="194399" y="59315"/>
                </a:lnTo>
                <a:lnTo>
                  <a:pt x="234764" y="38724"/>
                </a:lnTo>
                <a:lnTo>
                  <a:pt x="277731" y="22211"/>
                </a:lnTo>
                <a:lnTo>
                  <a:pt x="322985" y="10062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2"/>
                </a:lnTo>
                <a:lnTo>
                  <a:pt x="560468" y="22211"/>
                </a:lnTo>
                <a:lnTo>
                  <a:pt x="603435" y="38724"/>
                </a:lnTo>
                <a:lnTo>
                  <a:pt x="643800" y="59315"/>
                </a:lnTo>
                <a:lnTo>
                  <a:pt x="681250" y="83699"/>
                </a:lnTo>
                <a:lnTo>
                  <a:pt x="715470" y="111590"/>
                </a:lnTo>
                <a:lnTo>
                  <a:pt x="746146" y="142701"/>
                </a:lnTo>
                <a:lnTo>
                  <a:pt x="772965" y="176747"/>
                </a:lnTo>
                <a:lnTo>
                  <a:pt x="795612" y="213443"/>
                </a:lnTo>
                <a:lnTo>
                  <a:pt x="813773" y="252502"/>
                </a:lnTo>
                <a:lnTo>
                  <a:pt x="827134" y="293638"/>
                </a:lnTo>
                <a:lnTo>
                  <a:pt x="835381" y="336566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76600" y="5956301"/>
            <a:ext cx="2362200" cy="127000"/>
          </a:xfrm>
          <a:custGeom>
            <a:avLst/>
            <a:gdLst/>
            <a:ahLst/>
            <a:cxnLst/>
            <a:rect l="l" t="t" r="r" b="b"/>
            <a:pathLst>
              <a:path w="2362200" h="127000">
                <a:moveTo>
                  <a:pt x="2235200" y="0"/>
                </a:moveTo>
                <a:lnTo>
                  <a:pt x="2235200" y="127000"/>
                </a:lnTo>
                <a:lnTo>
                  <a:pt x="2349500" y="69850"/>
                </a:lnTo>
                <a:lnTo>
                  <a:pt x="2247900" y="69850"/>
                </a:lnTo>
                <a:lnTo>
                  <a:pt x="2247900" y="57150"/>
                </a:lnTo>
                <a:lnTo>
                  <a:pt x="2349500" y="57150"/>
                </a:lnTo>
                <a:lnTo>
                  <a:pt x="2235200" y="0"/>
                </a:lnTo>
                <a:close/>
              </a:path>
              <a:path w="2362200" h="127000">
                <a:moveTo>
                  <a:pt x="22352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235200" y="69850"/>
                </a:lnTo>
                <a:lnTo>
                  <a:pt x="2235200" y="57150"/>
                </a:lnTo>
                <a:close/>
              </a:path>
              <a:path w="2362200" h="127000">
                <a:moveTo>
                  <a:pt x="2349500" y="57150"/>
                </a:moveTo>
                <a:lnTo>
                  <a:pt x="2247900" y="57150"/>
                </a:lnTo>
                <a:lnTo>
                  <a:pt x="2247900" y="69850"/>
                </a:lnTo>
                <a:lnTo>
                  <a:pt x="2349500" y="69850"/>
                </a:lnTo>
                <a:lnTo>
                  <a:pt x="2362200" y="63500"/>
                </a:lnTo>
                <a:lnTo>
                  <a:pt x="23495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702971" y="5631349"/>
            <a:ext cx="398780" cy="562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72539" y="5626587"/>
            <a:ext cx="439420" cy="562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i="1" spc="-20" dirty="0">
                <a:latin typeface="Times New Roman"/>
                <a:cs typeface="Times New Roman"/>
              </a:rPr>
              <a:t>q</a:t>
            </a:r>
            <a:r>
              <a:rPr sz="4425" spc="22" baseline="-16949" dirty="0">
                <a:latin typeface="Times New Roman"/>
                <a:cs typeface="Times New Roman"/>
              </a:rPr>
              <a:t>2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63223" y="5447605"/>
            <a:ext cx="1579880" cy="5693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73760" algn="l"/>
              </a:tabLst>
            </a:pPr>
            <a:r>
              <a:rPr sz="3600" i="1" spc="50" dirty="0">
                <a:latin typeface="Times New Roman"/>
                <a:cs typeface="Times New Roman"/>
              </a:rPr>
              <a:t>a	</a:t>
            </a:r>
            <a:r>
              <a:rPr sz="3600" i="1" spc="10" dirty="0">
                <a:latin typeface="Times New Roman"/>
                <a:cs typeface="Times New Roman"/>
              </a:rPr>
              <a:t>b</a:t>
            </a:r>
            <a:r>
              <a:rPr sz="3600" spc="10" dirty="0">
                <a:latin typeface="Times New Roman"/>
                <a:cs typeface="Times New Roman"/>
              </a:rPr>
              <a:t>,</a:t>
            </a:r>
            <a:r>
              <a:rPr sz="3600" spc="-515" dirty="0">
                <a:latin typeface="Times New Roman"/>
                <a:cs typeface="Times New Roman"/>
              </a:rPr>
              <a:t> </a:t>
            </a:r>
            <a:r>
              <a:rPr sz="3600" i="1" spc="60" dirty="0">
                <a:latin typeface="Times New Roman"/>
                <a:cs typeface="Times New Roman"/>
              </a:rPr>
              <a:t>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006641" y="5562602"/>
            <a:ext cx="900561" cy="458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57801" y="5099559"/>
            <a:ext cx="916940" cy="403225"/>
          </a:xfrm>
          <a:custGeom>
            <a:avLst/>
            <a:gdLst/>
            <a:ahLst/>
            <a:cxnLst/>
            <a:rect l="l" t="t" r="r" b="b"/>
            <a:pathLst>
              <a:path w="916939" h="403225">
                <a:moveTo>
                  <a:pt x="94361" y="272034"/>
                </a:moveTo>
                <a:lnTo>
                  <a:pt x="90297" y="272542"/>
                </a:lnTo>
                <a:lnTo>
                  <a:pt x="88137" y="275336"/>
                </a:lnTo>
                <a:lnTo>
                  <a:pt x="0" y="386842"/>
                </a:lnTo>
                <a:lnTo>
                  <a:pt x="144779" y="403098"/>
                </a:lnTo>
                <a:lnTo>
                  <a:pt x="147954" y="400685"/>
                </a:lnTo>
                <a:lnTo>
                  <a:pt x="148716" y="393700"/>
                </a:lnTo>
                <a:lnTo>
                  <a:pt x="146176" y="390525"/>
                </a:lnTo>
                <a:lnTo>
                  <a:pt x="121315" y="387731"/>
                </a:lnTo>
                <a:lnTo>
                  <a:pt x="14477" y="387731"/>
                </a:lnTo>
                <a:lnTo>
                  <a:pt x="9651" y="375920"/>
                </a:lnTo>
                <a:lnTo>
                  <a:pt x="32199" y="366526"/>
                </a:lnTo>
                <a:lnTo>
                  <a:pt x="98171" y="283210"/>
                </a:lnTo>
                <a:lnTo>
                  <a:pt x="100329" y="280416"/>
                </a:lnTo>
                <a:lnTo>
                  <a:pt x="99822" y="276479"/>
                </a:lnTo>
                <a:lnTo>
                  <a:pt x="94361" y="272034"/>
                </a:lnTo>
                <a:close/>
              </a:path>
              <a:path w="916939" h="403225">
                <a:moveTo>
                  <a:pt x="32199" y="366526"/>
                </a:moveTo>
                <a:lnTo>
                  <a:pt x="9651" y="375920"/>
                </a:lnTo>
                <a:lnTo>
                  <a:pt x="14477" y="387731"/>
                </a:lnTo>
                <a:lnTo>
                  <a:pt x="19353" y="385699"/>
                </a:lnTo>
                <a:lnTo>
                  <a:pt x="17017" y="385699"/>
                </a:lnTo>
                <a:lnTo>
                  <a:pt x="12826" y="375539"/>
                </a:lnTo>
                <a:lnTo>
                  <a:pt x="25062" y="375539"/>
                </a:lnTo>
                <a:lnTo>
                  <a:pt x="32199" y="366526"/>
                </a:lnTo>
                <a:close/>
              </a:path>
              <a:path w="916939" h="403225">
                <a:moveTo>
                  <a:pt x="37168" y="378274"/>
                </a:moveTo>
                <a:lnTo>
                  <a:pt x="14477" y="387731"/>
                </a:lnTo>
                <a:lnTo>
                  <a:pt x="121315" y="387731"/>
                </a:lnTo>
                <a:lnTo>
                  <a:pt x="37168" y="378274"/>
                </a:lnTo>
                <a:close/>
              </a:path>
              <a:path w="916939" h="403225">
                <a:moveTo>
                  <a:pt x="12826" y="375539"/>
                </a:moveTo>
                <a:lnTo>
                  <a:pt x="17017" y="385699"/>
                </a:lnTo>
                <a:lnTo>
                  <a:pt x="24063" y="376801"/>
                </a:lnTo>
                <a:lnTo>
                  <a:pt x="12826" y="375539"/>
                </a:lnTo>
                <a:close/>
              </a:path>
              <a:path w="916939" h="403225">
                <a:moveTo>
                  <a:pt x="24063" y="376801"/>
                </a:moveTo>
                <a:lnTo>
                  <a:pt x="17017" y="385699"/>
                </a:lnTo>
                <a:lnTo>
                  <a:pt x="19353" y="385699"/>
                </a:lnTo>
                <a:lnTo>
                  <a:pt x="37168" y="378274"/>
                </a:lnTo>
                <a:lnTo>
                  <a:pt x="24063" y="376801"/>
                </a:lnTo>
                <a:close/>
              </a:path>
              <a:path w="916939" h="403225">
                <a:moveTo>
                  <a:pt x="911987" y="0"/>
                </a:moveTo>
                <a:lnTo>
                  <a:pt x="32199" y="366526"/>
                </a:lnTo>
                <a:lnTo>
                  <a:pt x="24063" y="376801"/>
                </a:lnTo>
                <a:lnTo>
                  <a:pt x="37168" y="378274"/>
                </a:lnTo>
                <a:lnTo>
                  <a:pt x="916813" y="11684"/>
                </a:lnTo>
                <a:lnTo>
                  <a:pt x="911987" y="0"/>
                </a:lnTo>
                <a:close/>
              </a:path>
              <a:path w="916939" h="403225">
                <a:moveTo>
                  <a:pt x="25062" y="375539"/>
                </a:moveTo>
                <a:lnTo>
                  <a:pt x="12826" y="375539"/>
                </a:lnTo>
                <a:lnTo>
                  <a:pt x="24063" y="376801"/>
                </a:lnTo>
                <a:lnTo>
                  <a:pt x="25062" y="3755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328030" y="4584573"/>
            <a:ext cx="215201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0000"/>
                </a:solidFill>
                <a:latin typeface="Comic Sans MS"/>
                <a:cs typeface="Comic Sans MS"/>
              </a:rPr>
              <a:t>Move</a:t>
            </a:r>
            <a:r>
              <a:rPr sz="3200" spc="-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omic Sans MS"/>
                <a:cs typeface="Comic Sans MS"/>
              </a:rPr>
              <a:t>Right</a:t>
            </a:r>
            <a:endParaRPr sz="3200">
              <a:latin typeface="Comic Sans MS"/>
              <a:cs typeface="Comic Sans MS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29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6800" y="54102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9" y="336563"/>
                </a:lnTo>
                <a:lnTo>
                  <a:pt x="11068" y="293634"/>
                </a:lnTo>
                <a:lnTo>
                  <a:pt x="24433" y="252497"/>
                </a:lnTo>
                <a:lnTo>
                  <a:pt x="42598" y="213437"/>
                </a:lnTo>
                <a:lnTo>
                  <a:pt x="65250" y="176742"/>
                </a:lnTo>
                <a:lnTo>
                  <a:pt x="92073" y="142696"/>
                </a:lnTo>
                <a:lnTo>
                  <a:pt x="122753" y="111585"/>
                </a:lnTo>
                <a:lnTo>
                  <a:pt x="156976" y="83695"/>
                </a:lnTo>
                <a:lnTo>
                  <a:pt x="194427" y="59312"/>
                </a:lnTo>
                <a:lnTo>
                  <a:pt x="234792" y="38722"/>
                </a:lnTo>
                <a:lnTo>
                  <a:pt x="277756" y="22209"/>
                </a:lnTo>
                <a:lnTo>
                  <a:pt x="323005" y="10061"/>
                </a:lnTo>
                <a:lnTo>
                  <a:pt x="370225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25" y="759436"/>
                </a:lnTo>
                <a:lnTo>
                  <a:pt x="323005" y="751937"/>
                </a:lnTo>
                <a:lnTo>
                  <a:pt x="277756" y="739788"/>
                </a:lnTo>
                <a:lnTo>
                  <a:pt x="234792" y="723275"/>
                </a:lnTo>
                <a:lnTo>
                  <a:pt x="194427" y="702684"/>
                </a:lnTo>
                <a:lnTo>
                  <a:pt x="156976" y="678300"/>
                </a:lnTo>
                <a:lnTo>
                  <a:pt x="122753" y="650409"/>
                </a:lnTo>
                <a:lnTo>
                  <a:pt x="92073" y="619298"/>
                </a:lnTo>
                <a:lnTo>
                  <a:pt x="65250" y="585252"/>
                </a:lnTo>
                <a:lnTo>
                  <a:pt x="42598" y="548556"/>
                </a:lnTo>
                <a:lnTo>
                  <a:pt x="24433" y="509497"/>
                </a:lnTo>
                <a:lnTo>
                  <a:pt x="11068" y="468361"/>
                </a:lnTo>
                <a:lnTo>
                  <a:pt x="2819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67200" y="54102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05000" y="5727701"/>
            <a:ext cx="2362200" cy="127000"/>
          </a:xfrm>
          <a:custGeom>
            <a:avLst/>
            <a:gdLst/>
            <a:ahLst/>
            <a:cxnLst/>
            <a:rect l="l" t="t" r="r" b="b"/>
            <a:pathLst>
              <a:path w="2362200" h="127000">
                <a:moveTo>
                  <a:pt x="2235200" y="0"/>
                </a:moveTo>
                <a:lnTo>
                  <a:pt x="2235200" y="127000"/>
                </a:lnTo>
                <a:lnTo>
                  <a:pt x="2349500" y="69850"/>
                </a:lnTo>
                <a:lnTo>
                  <a:pt x="2247900" y="69850"/>
                </a:lnTo>
                <a:lnTo>
                  <a:pt x="2247900" y="57150"/>
                </a:lnTo>
                <a:lnTo>
                  <a:pt x="2349500" y="57150"/>
                </a:lnTo>
                <a:lnTo>
                  <a:pt x="2235200" y="0"/>
                </a:lnTo>
                <a:close/>
              </a:path>
              <a:path w="2362200" h="127000">
                <a:moveTo>
                  <a:pt x="22352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235200" y="69850"/>
                </a:lnTo>
                <a:lnTo>
                  <a:pt x="2235200" y="57150"/>
                </a:lnTo>
                <a:close/>
              </a:path>
              <a:path w="2362200" h="127000">
                <a:moveTo>
                  <a:pt x="2349500" y="57150"/>
                </a:moveTo>
                <a:lnTo>
                  <a:pt x="2247900" y="57150"/>
                </a:lnTo>
                <a:lnTo>
                  <a:pt x="2247900" y="69850"/>
                </a:lnTo>
                <a:lnTo>
                  <a:pt x="2349500" y="69850"/>
                </a:lnTo>
                <a:lnTo>
                  <a:pt x="2362200" y="63500"/>
                </a:lnTo>
                <a:lnTo>
                  <a:pt x="23495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31371" y="5402749"/>
            <a:ext cx="398780" cy="562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00939" y="5397987"/>
            <a:ext cx="439420" cy="562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i="1" spc="-20" dirty="0">
                <a:latin typeface="Times New Roman"/>
                <a:cs typeface="Times New Roman"/>
              </a:rPr>
              <a:t>q</a:t>
            </a:r>
            <a:r>
              <a:rPr sz="4425" spc="22" baseline="-16949" dirty="0">
                <a:latin typeface="Times New Roman"/>
                <a:cs typeface="Times New Roman"/>
              </a:rPr>
              <a:t>2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1623" y="5219005"/>
            <a:ext cx="1579880" cy="5693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73760" algn="l"/>
              </a:tabLst>
            </a:pPr>
            <a:r>
              <a:rPr sz="3600" i="1" spc="50" dirty="0">
                <a:latin typeface="Times New Roman"/>
                <a:cs typeface="Times New Roman"/>
              </a:rPr>
              <a:t>a	</a:t>
            </a:r>
            <a:r>
              <a:rPr sz="3600" i="1" spc="10" dirty="0">
                <a:latin typeface="Times New Roman"/>
                <a:cs typeface="Times New Roman"/>
              </a:rPr>
              <a:t>b</a:t>
            </a:r>
            <a:r>
              <a:rPr sz="3600" spc="10" dirty="0">
                <a:latin typeface="Times New Roman"/>
                <a:cs typeface="Times New Roman"/>
              </a:rPr>
              <a:t>,</a:t>
            </a:r>
            <a:r>
              <a:rPr sz="3600" spc="-515" dirty="0">
                <a:latin typeface="Times New Roman"/>
                <a:cs typeface="Times New Roman"/>
              </a:rPr>
              <a:t> </a:t>
            </a:r>
            <a:r>
              <a:rPr sz="3600" i="1" spc="60" dirty="0">
                <a:latin typeface="Times New Roman"/>
                <a:cs typeface="Times New Roman"/>
              </a:rPr>
              <a:t>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35041" y="5334002"/>
            <a:ext cx="900561" cy="458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32300" y="2133600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69850" y="114300"/>
                </a:moveTo>
                <a:lnTo>
                  <a:pt x="57150" y="114300"/>
                </a:lnTo>
                <a:lnTo>
                  <a:pt x="57150" y="533400"/>
                </a:lnTo>
                <a:lnTo>
                  <a:pt x="69850" y="533400"/>
                </a:lnTo>
                <a:lnTo>
                  <a:pt x="69850" y="114300"/>
                </a:lnTo>
                <a:close/>
              </a:path>
              <a:path w="127000" h="5334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5334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719466"/>
              </p:ext>
            </p:extLst>
          </p:nvPr>
        </p:nvGraphicFramePr>
        <p:xfrm>
          <a:off x="374651" y="1441450"/>
          <a:ext cx="8534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402590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-1519605" y="2895601"/>
            <a:ext cx="6320205" cy="3929281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lang="en-US" sz="3200" dirty="0">
                <a:latin typeface="Comic Sans MS"/>
                <a:cs typeface="Comic Sans MS"/>
              </a:rPr>
              <a:t>		</a:t>
            </a:r>
            <a:r>
              <a:rPr sz="3200">
                <a:latin typeface="Comic Sans MS"/>
                <a:cs typeface="Comic Sans MS"/>
              </a:rPr>
              <a:t>Example</a:t>
            </a:r>
            <a:r>
              <a:rPr sz="3200" dirty="0">
                <a:latin typeface="Comic Sans MS"/>
                <a:cs typeface="Comic Sans MS"/>
              </a:rPr>
              <a:t>:</a:t>
            </a:r>
          </a:p>
          <a:p>
            <a:pPr marR="659765" algn="r">
              <a:lnSpc>
                <a:spcPct val="100000"/>
              </a:lnSpc>
              <a:spcBef>
                <a:spcPts val="1560"/>
              </a:spcBef>
            </a:pPr>
            <a:endParaRPr sz="32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600" dirty="0">
              <a:latin typeface="Times New Roman"/>
              <a:cs typeface="Times New Roman"/>
            </a:endParaRPr>
          </a:p>
          <a:p>
            <a:pPr marR="1212850" algn="r">
              <a:lnSpc>
                <a:spcPct val="100000"/>
              </a:lnSpc>
            </a:pPr>
            <a:r>
              <a:rPr sz="3550" i="1" spc="-315">
                <a:latin typeface="Times New Roman"/>
                <a:cs typeface="Times New Roman"/>
              </a:rPr>
              <a:t>q</a:t>
            </a:r>
            <a:r>
              <a:rPr sz="4425" spc="-15" baseline="-16949">
                <a:latin typeface="Times New Roman"/>
                <a:cs typeface="Times New Roman"/>
              </a:rPr>
              <a:t>1</a:t>
            </a:r>
          </a:p>
          <a:p>
            <a:pPr marL="3200400" algn="ctr">
              <a:lnSpc>
                <a:spcPct val="100000"/>
              </a:lnSpc>
              <a:spcBef>
                <a:spcPts val="705"/>
              </a:spcBef>
            </a:pPr>
            <a:r>
              <a:rPr sz="3200">
                <a:solidFill>
                  <a:srgbClr val="FF0000"/>
                </a:solidFill>
                <a:latin typeface="Comic Sans MS"/>
                <a:cs typeface="Comic Sans MS"/>
              </a:rPr>
              <a:t>current</a:t>
            </a:r>
            <a:r>
              <a:rPr sz="3200" spc="-8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>
                <a:solidFill>
                  <a:srgbClr val="FF0000"/>
                </a:solidFill>
                <a:latin typeface="Comic Sans MS"/>
                <a:cs typeface="Comic Sans MS"/>
              </a:rPr>
              <a:t>state</a:t>
            </a:r>
            <a:endParaRPr sz="3200" dirty="0">
              <a:latin typeface="Comic Sans MS"/>
              <a:cs typeface="Comic Sans M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06456" y="1531233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90296" y="1531233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3606" y="1527295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1160" y="151318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5000" y="151318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89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08500" y="1600200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69850" y="114300"/>
                </a:moveTo>
                <a:lnTo>
                  <a:pt x="57150" y="114300"/>
                </a:lnTo>
                <a:lnTo>
                  <a:pt x="57150" y="533400"/>
                </a:lnTo>
                <a:lnTo>
                  <a:pt x="69850" y="533400"/>
                </a:lnTo>
                <a:lnTo>
                  <a:pt x="69850" y="114300"/>
                </a:lnTo>
                <a:close/>
              </a:path>
              <a:path w="127000" h="5334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5334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655521"/>
              </p:ext>
            </p:extLst>
          </p:nvPr>
        </p:nvGraphicFramePr>
        <p:xfrm>
          <a:off x="374651" y="908050"/>
          <a:ext cx="8534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402590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457200" y="57150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9" y="336566"/>
                </a:lnTo>
                <a:lnTo>
                  <a:pt x="11068" y="293638"/>
                </a:lnTo>
                <a:lnTo>
                  <a:pt x="24433" y="252502"/>
                </a:lnTo>
                <a:lnTo>
                  <a:pt x="42598" y="213443"/>
                </a:lnTo>
                <a:lnTo>
                  <a:pt x="65250" y="176747"/>
                </a:lnTo>
                <a:lnTo>
                  <a:pt x="92073" y="142701"/>
                </a:lnTo>
                <a:lnTo>
                  <a:pt x="122753" y="111590"/>
                </a:lnTo>
                <a:lnTo>
                  <a:pt x="156976" y="83699"/>
                </a:lnTo>
                <a:lnTo>
                  <a:pt x="194427" y="59315"/>
                </a:lnTo>
                <a:lnTo>
                  <a:pt x="234792" y="38724"/>
                </a:lnTo>
                <a:lnTo>
                  <a:pt x="277756" y="22211"/>
                </a:lnTo>
                <a:lnTo>
                  <a:pt x="323005" y="10062"/>
                </a:lnTo>
                <a:lnTo>
                  <a:pt x="370225" y="2563"/>
                </a:lnTo>
                <a:lnTo>
                  <a:pt x="419100" y="0"/>
                </a:lnTo>
                <a:lnTo>
                  <a:pt x="467974" y="2563"/>
                </a:lnTo>
                <a:lnTo>
                  <a:pt x="515194" y="10062"/>
                </a:lnTo>
                <a:lnTo>
                  <a:pt x="560443" y="22211"/>
                </a:lnTo>
                <a:lnTo>
                  <a:pt x="603407" y="38724"/>
                </a:lnTo>
                <a:lnTo>
                  <a:pt x="643772" y="59315"/>
                </a:lnTo>
                <a:lnTo>
                  <a:pt x="681223" y="83699"/>
                </a:lnTo>
                <a:lnTo>
                  <a:pt x="715446" y="111590"/>
                </a:lnTo>
                <a:lnTo>
                  <a:pt x="746126" y="142701"/>
                </a:lnTo>
                <a:lnTo>
                  <a:pt x="772949" y="176747"/>
                </a:lnTo>
                <a:lnTo>
                  <a:pt x="795601" y="213443"/>
                </a:lnTo>
                <a:lnTo>
                  <a:pt x="813766" y="252502"/>
                </a:lnTo>
                <a:lnTo>
                  <a:pt x="827131" y="293638"/>
                </a:lnTo>
                <a:lnTo>
                  <a:pt x="835380" y="336566"/>
                </a:lnTo>
                <a:lnTo>
                  <a:pt x="838200" y="381000"/>
                </a:lnTo>
                <a:lnTo>
                  <a:pt x="835380" y="425433"/>
                </a:lnTo>
                <a:lnTo>
                  <a:pt x="827131" y="468361"/>
                </a:lnTo>
                <a:lnTo>
                  <a:pt x="813766" y="509497"/>
                </a:lnTo>
                <a:lnTo>
                  <a:pt x="795601" y="548556"/>
                </a:lnTo>
                <a:lnTo>
                  <a:pt x="772949" y="585252"/>
                </a:lnTo>
                <a:lnTo>
                  <a:pt x="746126" y="619298"/>
                </a:lnTo>
                <a:lnTo>
                  <a:pt x="715446" y="650409"/>
                </a:lnTo>
                <a:lnTo>
                  <a:pt x="681223" y="678300"/>
                </a:lnTo>
                <a:lnTo>
                  <a:pt x="643772" y="702684"/>
                </a:lnTo>
                <a:lnTo>
                  <a:pt x="603407" y="723275"/>
                </a:lnTo>
                <a:lnTo>
                  <a:pt x="560443" y="739788"/>
                </a:lnTo>
                <a:lnTo>
                  <a:pt x="515194" y="751937"/>
                </a:lnTo>
                <a:lnTo>
                  <a:pt x="467974" y="759436"/>
                </a:lnTo>
                <a:lnTo>
                  <a:pt x="419100" y="762000"/>
                </a:lnTo>
                <a:lnTo>
                  <a:pt x="370225" y="759436"/>
                </a:lnTo>
                <a:lnTo>
                  <a:pt x="323005" y="751937"/>
                </a:lnTo>
                <a:lnTo>
                  <a:pt x="277756" y="739788"/>
                </a:lnTo>
                <a:lnTo>
                  <a:pt x="234792" y="723275"/>
                </a:lnTo>
                <a:lnTo>
                  <a:pt x="194427" y="702684"/>
                </a:lnTo>
                <a:lnTo>
                  <a:pt x="156976" y="678300"/>
                </a:lnTo>
                <a:lnTo>
                  <a:pt x="122753" y="650409"/>
                </a:lnTo>
                <a:lnTo>
                  <a:pt x="92073" y="619298"/>
                </a:lnTo>
                <a:lnTo>
                  <a:pt x="65250" y="585252"/>
                </a:lnTo>
                <a:lnTo>
                  <a:pt x="42598" y="548556"/>
                </a:lnTo>
                <a:lnTo>
                  <a:pt x="24433" y="509497"/>
                </a:lnTo>
                <a:lnTo>
                  <a:pt x="11068" y="468361"/>
                </a:lnTo>
                <a:lnTo>
                  <a:pt x="2819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57600" y="57150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6"/>
                </a:lnTo>
                <a:lnTo>
                  <a:pt x="11065" y="293638"/>
                </a:lnTo>
                <a:lnTo>
                  <a:pt x="24426" y="252502"/>
                </a:lnTo>
                <a:lnTo>
                  <a:pt x="42587" y="213443"/>
                </a:lnTo>
                <a:lnTo>
                  <a:pt x="65234" y="176747"/>
                </a:lnTo>
                <a:lnTo>
                  <a:pt x="92053" y="142701"/>
                </a:lnTo>
                <a:lnTo>
                  <a:pt x="122729" y="111590"/>
                </a:lnTo>
                <a:lnTo>
                  <a:pt x="156949" y="83699"/>
                </a:lnTo>
                <a:lnTo>
                  <a:pt x="194399" y="59315"/>
                </a:lnTo>
                <a:lnTo>
                  <a:pt x="234764" y="38724"/>
                </a:lnTo>
                <a:lnTo>
                  <a:pt x="277731" y="22211"/>
                </a:lnTo>
                <a:lnTo>
                  <a:pt x="322985" y="10062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2"/>
                </a:lnTo>
                <a:lnTo>
                  <a:pt x="560468" y="22211"/>
                </a:lnTo>
                <a:lnTo>
                  <a:pt x="603435" y="38724"/>
                </a:lnTo>
                <a:lnTo>
                  <a:pt x="643800" y="59315"/>
                </a:lnTo>
                <a:lnTo>
                  <a:pt x="681250" y="83699"/>
                </a:lnTo>
                <a:lnTo>
                  <a:pt x="715470" y="111590"/>
                </a:lnTo>
                <a:lnTo>
                  <a:pt x="746146" y="142701"/>
                </a:lnTo>
                <a:lnTo>
                  <a:pt x="772965" y="176747"/>
                </a:lnTo>
                <a:lnTo>
                  <a:pt x="795612" y="213443"/>
                </a:lnTo>
                <a:lnTo>
                  <a:pt x="813773" y="252502"/>
                </a:lnTo>
                <a:lnTo>
                  <a:pt x="827134" y="293638"/>
                </a:lnTo>
                <a:lnTo>
                  <a:pt x="835381" y="336566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95400" y="6032501"/>
            <a:ext cx="2362200" cy="127000"/>
          </a:xfrm>
          <a:custGeom>
            <a:avLst/>
            <a:gdLst/>
            <a:ahLst/>
            <a:cxnLst/>
            <a:rect l="l" t="t" r="r" b="b"/>
            <a:pathLst>
              <a:path w="2362200" h="127000">
                <a:moveTo>
                  <a:pt x="2235200" y="0"/>
                </a:moveTo>
                <a:lnTo>
                  <a:pt x="2235200" y="127000"/>
                </a:lnTo>
                <a:lnTo>
                  <a:pt x="2349500" y="69850"/>
                </a:lnTo>
                <a:lnTo>
                  <a:pt x="2247900" y="69850"/>
                </a:lnTo>
                <a:lnTo>
                  <a:pt x="2247900" y="57150"/>
                </a:lnTo>
                <a:lnTo>
                  <a:pt x="2349500" y="57150"/>
                </a:lnTo>
                <a:lnTo>
                  <a:pt x="2235200" y="0"/>
                </a:lnTo>
                <a:close/>
              </a:path>
              <a:path w="2362200" h="127000">
                <a:moveTo>
                  <a:pt x="22352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235200" y="69850"/>
                </a:lnTo>
                <a:lnTo>
                  <a:pt x="2235200" y="57150"/>
                </a:lnTo>
                <a:close/>
              </a:path>
              <a:path w="2362200" h="127000">
                <a:moveTo>
                  <a:pt x="2349500" y="57150"/>
                </a:moveTo>
                <a:lnTo>
                  <a:pt x="2247900" y="57150"/>
                </a:lnTo>
                <a:lnTo>
                  <a:pt x="2247900" y="69850"/>
                </a:lnTo>
                <a:lnTo>
                  <a:pt x="2349500" y="69850"/>
                </a:lnTo>
                <a:lnTo>
                  <a:pt x="2362200" y="63500"/>
                </a:lnTo>
                <a:lnTo>
                  <a:pt x="23495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1709" y="5707549"/>
            <a:ext cx="398780" cy="562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91339" y="5702787"/>
            <a:ext cx="439420" cy="562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i="1" spc="-20" dirty="0">
                <a:latin typeface="Times New Roman"/>
                <a:cs typeface="Times New Roman"/>
              </a:rPr>
              <a:t>q</a:t>
            </a:r>
            <a:r>
              <a:rPr sz="4425" spc="22" baseline="-16949" dirty="0">
                <a:latin typeface="Times New Roman"/>
                <a:cs typeface="Times New Roman"/>
              </a:rPr>
              <a:t>2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2023" y="5523805"/>
            <a:ext cx="1579880" cy="5693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73760" algn="l"/>
              </a:tabLst>
            </a:pPr>
            <a:r>
              <a:rPr sz="3600" i="1" spc="50" dirty="0">
                <a:latin typeface="Times New Roman"/>
                <a:cs typeface="Times New Roman"/>
              </a:rPr>
              <a:t>a	</a:t>
            </a:r>
            <a:r>
              <a:rPr sz="3600" i="1" spc="10" dirty="0">
                <a:latin typeface="Times New Roman"/>
                <a:cs typeface="Times New Roman"/>
              </a:rPr>
              <a:t>b</a:t>
            </a:r>
            <a:r>
              <a:rPr sz="3600" spc="10" dirty="0">
                <a:latin typeface="Times New Roman"/>
                <a:cs typeface="Times New Roman"/>
              </a:rPr>
              <a:t>,</a:t>
            </a:r>
            <a:r>
              <a:rPr sz="3600" spc="-515" dirty="0">
                <a:latin typeface="Times New Roman"/>
                <a:cs typeface="Times New Roman"/>
              </a:rPr>
              <a:t> </a:t>
            </a:r>
            <a:r>
              <a:rPr sz="3600" i="1" spc="60" dirty="0">
                <a:latin typeface="Times New Roman"/>
                <a:cs typeface="Times New Roman"/>
              </a:rPr>
              <a:t>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25441" y="5638802"/>
            <a:ext cx="900561" cy="458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41900" y="4267200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69850" y="114300"/>
                </a:moveTo>
                <a:lnTo>
                  <a:pt x="57150" y="114300"/>
                </a:lnTo>
                <a:lnTo>
                  <a:pt x="57150" y="533400"/>
                </a:lnTo>
                <a:lnTo>
                  <a:pt x="69850" y="533400"/>
                </a:lnTo>
                <a:lnTo>
                  <a:pt x="69850" y="114300"/>
                </a:lnTo>
                <a:close/>
              </a:path>
              <a:path w="127000" h="5334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5334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589595"/>
              </p:ext>
            </p:extLst>
          </p:nvPr>
        </p:nvGraphicFramePr>
        <p:xfrm>
          <a:off x="374651" y="3575050"/>
          <a:ext cx="8534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402590">
                        <a:lnSpc>
                          <a:spcPts val="3445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3445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3813176" y="392380"/>
            <a:ext cx="1508125" cy="492506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339933"/>
                </a:solidFill>
                <a:latin typeface="Comic Sans MS"/>
                <a:cs typeface="Comic Sans MS"/>
              </a:rPr>
              <a:t>Time</a:t>
            </a:r>
            <a:r>
              <a:rPr sz="3200" spc="-25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1</a:t>
            </a:r>
            <a:endParaRPr sz="32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4400">
              <a:latin typeface="Times New Roman"/>
              <a:cs typeface="Times New Roman"/>
            </a:endParaRPr>
          </a:p>
          <a:p>
            <a:pPr marL="114935" algn="ctr">
              <a:lnSpc>
                <a:spcPct val="100000"/>
              </a:lnSpc>
              <a:spcBef>
                <a:spcPts val="3540"/>
              </a:spcBef>
            </a:pPr>
            <a:r>
              <a:rPr sz="3550" i="1" spc="-160" dirty="0">
                <a:latin typeface="Times New Roman"/>
                <a:cs typeface="Times New Roman"/>
              </a:rPr>
              <a:t>q</a:t>
            </a:r>
            <a:r>
              <a:rPr sz="4425" spc="-240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Time</a:t>
            </a:r>
            <a:r>
              <a:rPr sz="3200" spc="-50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2</a:t>
            </a:r>
            <a:endParaRPr sz="32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44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3535"/>
              </a:spcBef>
            </a:pPr>
            <a:r>
              <a:rPr sz="3550" i="1" spc="-20" dirty="0">
                <a:latin typeface="Times New Roman"/>
                <a:cs typeface="Times New Roman"/>
              </a:rPr>
              <a:t>q</a:t>
            </a:r>
            <a:r>
              <a:rPr sz="4425" spc="22" baseline="-16949" dirty="0">
                <a:latin typeface="Times New Roman"/>
                <a:cs typeface="Times New Roman"/>
              </a:rPr>
              <a:t>2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466261" y="95568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64780" y="96064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0551" y="95568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4391" y="95568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77701" y="951748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36319" y="357505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20159" y="357505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93469" y="3571113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79" y="364278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94297" y="364773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51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08500" y="1600200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69850" y="114300"/>
                </a:moveTo>
                <a:lnTo>
                  <a:pt x="57150" y="114300"/>
                </a:lnTo>
                <a:lnTo>
                  <a:pt x="57150" y="533400"/>
                </a:lnTo>
                <a:lnTo>
                  <a:pt x="69850" y="533400"/>
                </a:lnTo>
                <a:lnTo>
                  <a:pt x="69850" y="114300"/>
                </a:lnTo>
                <a:close/>
              </a:path>
              <a:path w="127000" h="5334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5334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655521"/>
              </p:ext>
            </p:extLst>
          </p:nvPr>
        </p:nvGraphicFramePr>
        <p:xfrm>
          <a:off x="374651" y="908050"/>
          <a:ext cx="8534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402590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457200" y="57150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9" y="336566"/>
                </a:lnTo>
                <a:lnTo>
                  <a:pt x="11068" y="293638"/>
                </a:lnTo>
                <a:lnTo>
                  <a:pt x="24433" y="252502"/>
                </a:lnTo>
                <a:lnTo>
                  <a:pt x="42598" y="213443"/>
                </a:lnTo>
                <a:lnTo>
                  <a:pt x="65250" y="176747"/>
                </a:lnTo>
                <a:lnTo>
                  <a:pt x="92073" y="142701"/>
                </a:lnTo>
                <a:lnTo>
                  <a:pt x="122753" y="111590"/>
                </a:lnTo>
                <a:lnTo>
                  <a:pt x="156976" y="83699"/>
                </a:lnTo>
                <a:lnTo>
                  <a:pt x="194427" y="59315"/>
                </a:lnTo>
                <a:lnTo>
                  <a:pt x="234792" y="38724"/>
                </a:lnTo>
                <a:lnTo>
                  <a:pt x="277756" y="22211"/>
                </a:lnTo>
                <a:lnTo>
                  <a:pt x="323005" y="10062"/>
                </a:lnTo>
                <a:lnTo>
                  <a:pt x="370225" y="2563"/>
                </a:lnTo>
                <a:lnTo>
                  <a:pt x="419100" y="0"/>
                </a:lnTo>
                <a:lnTo>
                  <a:pt x="467974" y="2563"/>
                </a:lnTo>
                <a:lnTo>
                  <a:pt x="515194" y="10062"/>
                </a:lnTo>
                <a:lnTo>
                  <a:pt x="560443" y="22211"/>
                </a:lnTo>
                <a:lnTo>
                  <a:pt x="603407" y="38724"/>
                </a:lnTo>
                <a:lnTo>
                  <a:pt x="643772" y="59315"/>
                </a:lnTo>
                <a:lnTo>
                  <a:pt x="681223" y="83699"/>
                </a:lnTo>
                <a:lnTo>
                  <a:pt x="715446" y="111590"/>
                </a:lnTo>
                <a:lnTo>
                  <a:pt x="746126" y="142701"/>
                </a:lnTo>
                <a:lnTo>
                  <a:pt x="772949" y="176747"/>
                </a:lnTo>
                <a:lnTo>
                  <a:pt x="795601" y="213443"/>
                </a:lnTo>
                <a:lnTo>
                  <a:pt x="813766" y="252502"/>
                </a:lnTo>
                <a:lnTo>
                  <a:pt x="827131" y="293638"/>
                </a:lnTo>
                <a:lnTo>
                  <a:pt x="835380" y="336566"/>
                </a:lnTo>
                <a:lnTo>
                  <a:pt x="838200" y="381000"/>
                </a:lnTo>
                <a:lnTo>
                  <a:pt x="835380" y="425433"/>
                </a:lnTo>
                <a:lnTo>
                  <a:pt x="827131" y="468361"/>
                </a:lnTo>
                <a:lnTo>
                  <a:pt x="813766" y="509497"/>
                </a:lnTo>
                <a:lnTo>
                  <a:pt x="795601" y="548556"/>
                </a:lnTo>
                <a:lnTo>
                  <a:pt x="772949" y="585252"/>
                </a:lnTo>
                <a:lnTo>
                  <a:pt x="746126" y="619298"/>
                </a:lnTo>
                <a:lnTo>
                  <a:pt x="715446" y="650409"/>
                </a:lnTo>
                <a:lnTo>
                  <a:pt x="681223" y="678300"/>
                </a:lnTo>
                <a:lnTo>
                  <a:pt x="643772" y="702684"/>
                </a:lnTo>
                <a:lnTo>
                  <a:pt x="603407" y="723275"/>
                </a:lnTo>
                <a:lnTo>
                  <a:pt x="560443" y="739788"/>
                </a:lnTo>
                <a:lnTo>
                  <a:pt x="515194" y="751937"/>
                </a:lnTo>
                <a:lnTo>
                  <a:pt x="467974" y="759436"/>
                </a:lnTo>
                <a:lnTo>
                  <a:pt x="419100" y="762000"/>
                </a:lnTo>
                <a:lnTo>
                  <a:pt x="370225" y="759436"/>
                </a:lnTo>
                <a:lnTo>
                  <a:pt x="323005" y="751937"/>
                </a:lnTo>
                <a:lnTo>
                  <a:pt x="277756" y="739788"/>
                </a:lnTo>
                <a:lnTo>
                  <a:pt x="234792" y="723275"/>
                </a:lnTo>
                <a:lnTo>
                  <a:pt x="194427" y="702684"/>
                </a:lnTo>
                <a:lnTo>
                  <a:pt x="156976" y="678300"/>
                </a:lnTo>
                <a:lnTo>
                  <a:pt x="122753" y="650409"/>
                </a:lnTo>
                <a:lnTo>
                  <a:pt x="92073" y="619298"/>
                </a:lnTo>
                <a:lnTo>
                  <a:pt x="65250" y="585252"/>
                </a:lnTo>
                <a:lnTo>
                  <a:pt x="42598" y="548556"/>
                </a:lnTo>
                <a:lnTo>
                  <a:pt x="24433" y="509497"/>
                </a:lnTo>
                <a:lnTo>
                  <a:pt x="11068" y="468361"/>
                </a:lnTo>
                <a:lnTo>
                  <a:pt x="2819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57600" y="57150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6"/>
                </a:lnTo>
                <a:lnTo>
                  <a:pt x="11065" y="293638"/>
                </a:lnTo>
                <a:lnTo>
                  <a:pt x="24426" y="252502"/>
                </a:lnTo>
                <a:lnTo>
                  <a:pt x="42587" y="213443"/>
                </a:lnTo>
                <a:lnTo>
                  <a:pt x="65234" y="176747"/>
                </a:lnTo>
                <a:lnTo>
                  <a:pt x="92053" y="142701"/>
                </a:lnTo>
                <a:lnTo>
                  <a:pt x="122729" y="111590"/>
                </a:lnTo>
                <a:lnTo>
                  <a:pt x="156949" y="83699"/>
                </a:lnTo>
                <a:lnTo>
                  <a:pt x="194399" y="59315"/>
                </a:lnTo>
                <a:lnTo>
                  <a:pt x="234764" y="38724"/>
                </a:lnTo>
                <a:lnTo>
                  <a:pt x="277731" y="22211"/>
                </a:lnTo>
                <a:lnTo>
                  <a:pt x="322985" y="10062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2"/>
                </a:lnTo>
                <a:lnTo>
                  <a:pt x="560468" y="22211"/>
                </a:lnTo>
                <a:lnTo>
                  <a:pt x="603435" y="38724"/>
                </a:lnTo>
                <a:lnTo>
                  <a:pt x="643800" y="59315"/>
                </a:lnTo>
                <a:lnTo>
                  <a:pt x="681250" y="83699"/>
                </a:lnTo>
                <a:lnTo>
                  <a:pt x="715470" y="111590"/>
                </a:lnTo>
                <a:lnTo>
                  <a:pt x="746146" y="142701"/>
                </a:lnTo>
                <a:lnTo>
                  <a:pt x="772965" y="176747"/>
                </a:lnTo>
                <a:lnTo>
                  <a:pt x="795612" y="213443"/>
                </a:lnTo>
                <a:lnTo>
                  <a:pt x="813773" y="252502"/>
                </a:lnTo>
                <a:lnTo>
                  <a:pt x="827134" y="293638"/>
                </a:lnTo>
                <a:lnTo>
                  <a:pt x="835381" y="336566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95400" y="6032501"/>
            <a:ext cx="2362200" cy="127000"/>
          </a:xfrm>
          <a:custGeom>
            <a:avLst/>
            <a:gdLst/>
            <a:ahLst/>
            <a:cxnLst/>
            <a:rect l="l" t="t" r="r" b="b"/>
            <a:pathLst>
              <a:path w="2362200" h="127000">
                <a:moveTo>
                  <a:pt x="2235200" y="0"/>
                </a:moveTo>
                <a:lnTo>
                  <a:pt x="2235200" y="127000"/>
                </a:lnTo>
                <a:lnTo>
                  <a:pt x="2349500" y="69850"/>
                </a:lnTo>
                <a:lnTo>
                  <a:pt x="2247900" y="69850"/>
                </a:lnTo>
                <a:lnTo>
                  <a:pt x="2247900" y="57150"/>
                </a:lnTo>
                <a:lnTo>
                  <a:pt x="2349500" y="57150"/>
                </a:lnTo>
                <a:lnTo>
                  <a:pt x="2235200" y="0"/>
                </a:lnTo>
                <a:close/>
              </a:path>
              <a:path w="2362200" h="127000">
                <a:moveTo>
                  <a:pt x="22352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235200" y="69850"/>
                </a:lnTo>
                <a:lnTo>
                  <a:pt x="2235200" y="57150"/>
                </a:lnTo>
                <a:close/>
              </a:path>
              <a:path w="2362200" h="127000">
                <a:moveTo>
                  <a:pt x="2349500" y="57150"/>
                </a:moveTo>
                <a:lnTo>
                  <a:pt x="2247900" y="57150"/>
                </a:lnTo>
                <a:lnTo>
                  <a:pt x="2247900" y="69850"/>
                </a:lnTo>
                <a:lnTo>
                  <a:pt x="2349500" y="69850"/>
                </a:lnTo>
                <a:lnTo>
                  <a:pt x="2362200" y="63500"/>
                </a:lnTo>
                <a:lnTo>
                  <a:pt x="23495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1709" y="5707549"/>
            <a:ext cx="398780" cy="562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91339" y="5702787"/>
            <a:ext cx="439420" cy="562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i="1" spc="-20" dirty="0">
                <a:latin typeface="Times New Roman"/>
                <a:cs typeface="Times New Roman"/>
              </a:rPr>
              <a:t>q</a:t>
            </a:r>
            <a:r>
              <a:rPr sz="4425" spc="22" baseline="-16949" dirty="0">
                <a:latin typeface="Times New Roman"/>
                <a:cs typeface="Times New Roman"/>
              </a:rPr>
              <a:t>2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2023" y="5523805"/>
            <a:ext cx="1579880" cy="5693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73760" algn="l"/>
              </a:tabLst>
            </a:pPr>
            <a:r>
              <a:rPr sz="3600" i="1" spc="50" dirty="0">
                <a:latin typeface="Times New Roman"/>
                <a:cs typeface="Times New Roman"/>
              </a:rPr>
              <a:t>a	</a:t>
            </a:r>
            <a:r>
              <a:rPr sz="3600" i="1" spc="10" dirty="0">
                <a:latin typeface="Times New Roman"/>
                <a:cs typeface="Times New Roman"/>
              </a:rPr>
              <a:t>b</a:t>
            </a:r>
            <a:r>
              <a:rPr sz="3600" spc="10" dirty="0">
                <a:latin typeface="Times New Roman"/>
                <a:cs typeface="Times New Roman"/>
              </a:rPr>
              <a:t>,</a:t>
            </a:r>
            <a:r>
              <a:rPr sz="3600" spc="-515" dirty="0">
                <a:latin typeface="Times New Roman"/>
                <a:cs typeface="Times New Roman"/>
              </a:rPr>
              <a:t> </a:t>
            </a:r>
            <a:r>
              <a:rPr lang="en-US" sz="3600" i="1" spc="60" dirty="0">
                <a:latin typeface="Times New Roman"/>
                <a:cs typeface="Times New Roman"/>
              </a:rPr>
              <a:t>L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25441" y="5638802"/>
            <a:ext cx="900561" cy="458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14851" y="4282340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69850" y="114300"/>
                </a:moveTo>
                <a:lnTo>
                  <a:pt x="57150" y="114300"/>
                </a:lnTo>
                <a:lnTo>
                  <a:pt x="57150" y="533400"/>
                </a:lnTo>
                <a:lnTo>
                  <a:pt x="69850" y="533400"/>
                </a:lnTo>
                <a:lnTo>
                  <a:pt x="69850" y="114300"/>
                </a:lnTo>
                <a:close/>
              </a:path>
              <a:path w="127000" h="5334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5334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589595"/>
              </p:ext>
            </p:extLst>
          </p:nvPr>
        </p:nvGraphicFramePr>
        <p:xfrm>
          <a:off x="374651" y="3575050"/>
          <a:ext cx="8534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402590">
                        <a:lnSpc>
                          <a:spcPts val="3445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3445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3356987" y="331471"/>
            <a:ext cx="1508125" cy="492506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339933"/>
                </a:solidFill>
                <a:latin typeface="Comic Sans MS"/>
                <a:cs typeface="Comic Sans MS"/>
              </a:rPr>
              <a:t>Time</a:t>
            </a:r>
            <a:r>
              <a:rPr sz="3200" spc="-25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1</a:t>
            </a:r>
            <a:endParaRPr sz="32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 marL="114935" algn="ctr">
              <a:lnSpc>
                <a:spcPct val="100000"/>
              </a:lnSpc>
              <a:spcBef>
                <a:spcPts val="3540"/>
              </a:spcBef>
            </a:pPr>
            <a:r>
              <a:rPr lang="en-US" sz="3550" i="1" spc="-160" dirty="0">
                <a:latin typeface="Times New Roman"/>
                <a:cs typeface="Times New Roman"/>
              </a:rPr>
              <a:t>        </a:t>
            </a:r>
            <a:r>
              <a:rPr sz="3550" i="1" spc="-160" dirty="0">
                <a:latin typeface="Times New Roman"/>
                <a:cs typeface="Times New Roman"/>
              </a:rPr>
              <a:t>q</a:t>
            </a:r>
            <a:r>
              <a:rPr sz="4425" spc="-240" baseline="-16949" dirty="0">
                <a:latin typeface="Times New Roman"/>
                <a:cs typeface="Times New Roman"/>
              </a:rPr>
              <a:t>1</a:t>
            </a:r>
            <a:endParaRPr sz="4425" baseline="-1694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Time</a:t>
            </a:r>
            <a:r>
              <a:rPr sz="3200" spc="-50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2</a:t>
            </a:r>
            <a:endParaRPr sz="32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3535"/>
              </a:spcBef>
            </a:pPr>
            <a:r>
              <a:rPr sz="3550" i="1" spc="-20" dirty="0">
                <a:latin typeface="Times New Roman"/>
                <a:cs typeface="Times New Roman"/>
              </a:rPr>
              <a:t>q</a:t>
            </a:r>
            <a:r>
              <a:rPr sz="4425" spc="22" baseline="-16949" dirty="0">
                <a:latin typeface="Times New Roman"/>
                <a:cs typeface="Times New Roman"/>
              </a:rPr>
              <a:t>2</a:t>
            </a:r>
            <a:endParaRPr sz="4425" baseline="-16949" dirty="0">
              <a:latin typeface="Times New Roman"/>
              <a:cs typeface="Times New Roman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466261" y="95568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64780" y="96064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0551" y="95568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4391" y="95568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77701" y="951748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36319" y="357505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20159" y="357505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93469" y="3571113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79" y="364278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94297" y="364773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531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4200" y="1675151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69850" y="114300"/>
                </a:moveTo>
                <a:lnTo>
                  <a:pt x="57150" y="114300"/>
                </a:lnTo>
                <a:lnTo>
                  <a:pt x="57150" y="533400"/>
                </a:lnTo>
                <a:lnTo>
                  <a:pt x="69850" y="533400"/>
                </a:lnTo>
                <a:lnTo>
                  <a:pt x="69850" y="114300"/>
                </a:lnTo>
                <a:close/>
              </a:path>
              <a:path w="127000" h="5334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5334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655521"/>
              </p:ext>
            </p:extLst>
          </p:nvPr>
        </p:nvGraphicFramePr>
        <p:xfrm>
          <a:off x="374651" y="908050"/>
          <a:ext cx="8534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402590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3440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457200" y="57150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9" y="336566"/>
                </a:lnTo>
                <a:lnTo>
                  <a:pt x="11068" y="293638"/>
                </a:lnTo>
                <a:lnTo>
                  <a:pt x="24433" y="252502"/>
                </a:lnTo>
                <a:lnTo>
                  <a:pt x="42598" y="213443"/>
                </a:lnTo>
                <a:lnTo>
                  <a:pt x="65250" y="176747"/>
                </a:lnTo>
                <a:lnTo>
                  <a:pt x="92073" y="142701"/>
                </a:lnTo>
                <a:lnTo>
                  <a:pt x="122753" y="111590"/>
                </a:lnTo>
                <a:lnTo>
                  <a:pt x="156976" y="83699"/>
                </a:lnTo>
                <a:lnTo>
                  <a:pt x="194427" y="59315"/>
                </a:lnTo>
                <a:lnTo>
                  <a:pt x="234792" y="38724"/>
                </a:lnTo>
                <a:lnTo>
                  <a:pt x="277756" y="22211"/>
                </a:lnTo>
                <a:lnTo>
                  <a:pt x="323005" y="10062"/>
                </a:lnTo>
                <a:lnTo>
                  <a:pt x="370225" y="2563"/>
                </a:lnTo>
                <a:lnTo>
                  <a:pt x="419100" y="0"/>
                </a:lnTo>
                <a:lnTo>
                  <a:pt x="467974" y="2563"/>
                </a:lnTo>
                <a:lnTo>
                  <a:pt x="515194" y="10062"/>
                </a:lnTo>
                <a:lnTo>
                  <a:pt x="560443" y="22211"/>
                </a:lnTo>
                <a:lnTo>
                  <a:pt x="603407" y="38724"/>
                </a:lnTo>
                <a:lnTo>
                  <a:pt x="643772" y="59315"/>
                </a:lnTo>
                <a:lnTo>
                  <a:pt x="681223" y="83699"/>
                </a:lnTo>
                <a:lnTo>
                  <a:pt x="715446" y="111590"/>
                </a:lnTo>
                <a:lnTo>
                  <a:pt x="746126" y="142701"/>
                </a:lnTo>
                <a:lnTo>
                  <a:pt x="772949" y="176747"/>
                </a:lnTo>
                <a:lnTo>
                  <a:pt x="795601" y="213443"/>
                </a:lnTo>
                <a:lnTo>
                  <a:pt x="813766" y="252502"/>
                </a:lnTo>
                <a:lnTo>
                  <a:pt x="827131" y="293638"/>
                </a:lnTo>
                <a:lnTo>
                  <a:pt x="835380" y="336566"/>
                </a:lnTo>
                <a:lnTo>
                  <a:pt x="838200" y="381000"/>
                </a:lnTo>
                <a:lnTo>
                  <a:pt x="835380" y="425433"/>
                </a:lnTo>
                <a:lnTo>
                  <a:pt x="827131" y="468361"/>
                </a:lnTo>
                <a:lnTo>
                  <a:pt x="813766" y="509497"/>
                </a:lnTo>
                <a:lnTo>
                  <a:pt x="795601" y="548556"/>
                </a:lnTo>
                <a:lnTo>
                  <a:pt x="772949" y="585252"/>
                </a:lnTo>
                <a:lnTo>
                  <a:pt x="746126" y="619298"/>
                </a:lnTo>
                <a:lnTo>
                  <a:pt x="715446" y="650409"/>
                </a:lnTo>
                <a:lnTo>
                  <a:pt x="681223" y="678300"/>
                </a:lnTo>
                <a:lnTo>
                  <a:pt x="643772" y="702684"/>
                </a:lnTo>
                <a:lnTo>
                  <a:pt x="603407" y="723275"/>
                </a:lnTo>
                <a:lnTo>
                  <a:pt x="560443" y="739788"/>
                </a:lnTo>
                <a:lnTo>
                  <a:pt x="515194" y="751937"/>
                </a:lnTo>
                <a:lnTo>
                  <a:pt x="467974" y="759436"/>
                </a:lnTo>
                <a:lnTo>
                  <a:pt x="419100" y="762000"/>
                </a:lnTo>
                <a:lnTo>
                  <a:pt x="370225" y="759436"/>
                </a:lnTo>
                <a:lnTo>
                  <a:pt x="323005" y="751937"/>
                </a:lnTo>
                <a:lnTo>
                  <a:pt x="277756" y="739788"/>
                </a:lnTo>
                <a:lnTo>
                  <a:pt x="234792" y="723275"/>
                </a:lnTo>
                <a:lnTo>
                  <a:pt x="194427" y="702684"/>
                </a:lnTo>
                <a:lnTo>
                  <a:pt x="156976" y="678300"/>
                </a:lnTo>
                <a:lnTo>
                  <a:pt x="122753" y="650409"/>
                </a:lnTo>
                <a:lnTo>
                  <a:pt x="92073" y="619298"/>
                </a:lnTo>
                <a:lnTo>
                  <a:pt x="65250" y="585252"/>
                </a:lnTo>
                <a:lnTo>
                  <a:pt x="42598" y="548556"/>
                </a:lnTo>
                <a:lnTo>
                  <a:pt x="24433" y="509497"/>
                </a:lnTo>
                <a:lnTo>
                  <a:pt x="11068" y="468361"/>
                </a:lnTo>
                <a:lnTo>
                  <a:pt x="2819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57600" y="57150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6"/>
                </a:lnTo>
                <a:lnTo>
                  <a:pt x="11065" y="293638"/>
                </a:lnTo>
                <a:lnTo>
                  <a:pt x="24426" y="252502"/>
                </a:lnTo>
                <a:lnTo>
                  <a:pt x="42587" y="213443"/>
                </a:lnTo>
                <a:lnTo>
                  <a:pt x="65234" y="176747"/>
                </a:lnTo>
                <a:lnTo>
                  <a:pt x="92053" y="142701"/>
                </a:lnTo>
                <a:lnTo>
                  <a:pt x="122729" y="111590"/>
                </a:lnTo>
                <a:lnTo>
                  <a:pt x="156949" y="83699"/>
                </a:lnTo>
                <a:lnTo>
                  <a:pt x="194399" y="59315"/>
                </a:lnTo>
                <a:lnTo>
                  <a:pt x="234764" y="38724"/>
                </a:lnTo>
                <a:lnTo>
                  <a:pt x="277731" y="22211"/>
                </a:lnTo>
                <a:lnTo>
                  <a:pt x="322985" y="10062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2"/>
                </a:lnTo>
                <a:lnTo>
                  <a:pt x="560468" y="22211"/>
                </a:lnTo>
                <a:lnTo>
                  <a:pt x="603435" y="38724"/>
                </a:lnTo>
                <a:lnTo>
                  <a:pt x="643800" y="59315"/>
                </a:lnTo>
                <a:lnTo>
                  <a:pt x="681250" y="83699"/>
                </a:lnTo>
                <a:lnTo>
                  <a:pt x="715470" y="111590"/>
                </a:lnTo>
                <a:lnTo>
                  <a:pt x="746146" y="142701"/>
                </a:lnTo>
                <a:lnTo>
                  <a:pt x="772965" y="176747"/>
                </a:lnTo>
                <a:lnTo>
                  <a:pt x="795612" y="213443"/>
                </a:lnTo>
                <a:lnTo>
                  <a:pt x="813773" y="252502"/>
                </a:lnTo>
                <a:lnTo>
                  <a:pt x="827134" y="293638"/>
                </a:lnTo>
                <a:lnTo>
                  <a:pt x="835381" y="336566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95400" y="6032501"/>
            <a:ext cx="2362200" cy="127000"/>
          </a:xfrm>
          <a:custGeom>
            <a:avLst/>
            <a:gdLst/>
            <a:ahLst/>
            <a:cxnLst/>
            <a:rect l="l" t="t" r="r" b="b"/>
            <a:pathLst>
              <a:path w="2362200" h="127000">
                <a:moveTo>
                  <a:pt x="2235200" y="0"/>
                </a:moveTo>
                <a:lnTo>
                  <a:pt x="2235200" y="127000"/>
                </a:lnTo>
                <a:lnTo>
                  <a:pt x="2349500" y="69850"/>
                </a:lnTo>
                <a:lnTo>
                  <a:pt x="2247900" y="69850"/>
                </a:lnTo>
                <a:lnTo>
                  <a:pt x="2247900" y="57150"/>
                </a:lnTo>
                <a:lnTo>
                  <a:pt x="2349500" y="57150"/>
                </a:lnTo>
                <a:lnTo>
                  <a:pt x="2235200" y="0"/>
                </a:lnTo>
                <a:close/>
              </a:path>
              <a:path w="2362200" h="127000">
                <a:moveTo>
                  <a:pt x="22352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235200" y="69850"/>
                </a:lnTo>
                <a:lnTo>
                  <a:pt x="2235200" y="57150"/>
                </a:lnTo>
                <a:close/>
              </a:path>
              <a:path w="2362200" h="127000">
                <a:moveTo>
                  <a:pt x="2349500" y="57150"/>
                </a:moveTo>
                <a:lnTo>
                  <a:pt x="2247900" y="57150"/>
                </a:lnTo>
                <a:lnTo>
                  <a:pt x="2247900" y="69850"/>
                </a:lnTo>
                <a:lnTo>
                  <a:pt x="2349500" y="69850"/>
                </a:lnTo>
                <a:lnTo>
                  <a:pt x="2362200" y="63500"/>
                </a:lnTo>
                <a:lnTo>
                  <a:pt x="23495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1709" y="5707549"/>
            <a:ext cx="398780" cy="562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91339" y="5702787"/>
            <a:ext cx="439420" cy="562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i="1" spc="-20" dirty="0">
                <a:latin typeface="Times New Roman"/>
                <a:cs typeface="Times New Roman"/>
              </a:rPr>
              <a:t>q</a:t>
            </a:r>
            <a:r>
              <a:rPr sz="4425" spc="22" baseline="-16949" dirty="0">
                <a:latin typeface="Times New Roman"/>
                <a:cs typeface="Times New Roman"/>
              </a:rPr>
              <a:t>2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2023" y="5523805"/>
            <a:ext cx="1579880" cy="5693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73760" algn="l"/>
              </a:tabLst>
            </a:pPr>
            <a:r>
              <a:rPr sz="3600" i="1" spc="50" dirty="0">
                <a:latin typeface="Times New Roman"/>
                <a:cs typeface="Times New Roman"/>
              </a:rPr>
              <a:t>	</a:t>
            </a:r>
            <a:r>
              <a:rPr lang="en-US" sz="3600" i="1" spc="50" dirty="0">
                <a:latin typeface="Times New Roman"/>
                <a:cs typeface="Times New Roman"/>
              </a:rPr>
              <a:t>g</a:t>
            </a:r>
            <a:r>
              <a:rPr sz="3600" spc="10" dirty="0">
                <a:latin typeface="Times New Roman"/>
                <a:cs typeface="Times New Roman"/>
              </a:rPr>
              <a:t>,</a:t>
            </a:r>
            <a:r>
              <a:rPr sz="3600" spc="-515" dirty="0">
                <a:latin typeface="Times New Roman"/>
                <a:cs typeface="Times New Roman"/>
              </a:rPr>
              <a:t> </a:t>
            </a:r>
            <a:r>
              <a:rPr lang="en-US" sz="3600" i="1" spc="60" dirty="0">
                <a:latin typeface="Times New Roman"/>
                <a:cs typeface="Times New Roman"/>
              </a:rPr>
              <a:t>L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10062" y="5672215"/>
            <a:ext cx="900561" cy="458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273800" y="4282340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69850" y="114300"/>
                </a:moveTo>
                <a:lnTo>
                  <a:pt x="57150" y="114300"/>
                </a:lnTo>
                <a:lnTo>
                  <a:pt x="57150" y="533400"/>
                </a:lnTo>
                <a:lnTo>
                  <a:pt x="69850" y="533400"/>
                </a:lnTo>
                <a:lnTo>
                  <a:pt x="69850" y="114300"/>
                </a:lnTo>
                <a:close/>
              </a:path>
              <a:path w="127000" h="5334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5334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589595"/>
              </p:ext>
            </p:extLst>
          </p:nvPr>
        </p:nvGraphicFramePr>
        <p:xfrm>
          <a:off x="374651" y="3575050"/>
          <a:ext cx="8534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402590">
                        <a:lnSpc>
                          <a:spcPts val="3445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3445"/>
                        </a:lnSpc>
                      </a:pPr>
                      <a:r>
                        <a:rPr sz="3200" spc="-10" dirty="0">
                          <a:solidFill>
                            <a:srgbClr val="333399"/>
                          </a:solidFill>
                          <a:latin typeface="Comic Sans MS"/>
                          <a:cs typeface="Comic Sans MS"/>
                        </a:rPr>
                        <a:t>......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4547876" y="358664"/>
            <a:ext cx="1508125" cy="39299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339933"/>
                </a:solidFill>
                <a:latin typeface="Comic Sans MS"/>
                <a:cs typeface="Comic Sans MS"/>
              </a:rPr>
              <a:t>Time</a:t>
            </a:r>
            <a:r>
              <a:rPr sz="3200" spc="-25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1</a:t>
            </a:r>
            <a:endParaRPr sz="32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 marL="114935" algn="ctr">
              <a:lnSpc>
                <a:spcPct val="100000"/>
              </a:lnSpc>
              <a:spcBef>
                <a:spcPts val="3540"/>
              </a:spcBef>
            </a:pPr>
            <a:r>
              <a:rPr lang="en-US" sz="3550" i="1" spc="-160" dirty="0">
                <a:latin typeface="Times New Roman"/>
                <a:cs typeface="Times New Roman"/>
              </a:rPr>
              <a:t>        </a:t>
            </a:r>
            <a:r>
              <a:rPr sz="3550" i="1" spc="-160" dirty="0">
                <a:latin typeface="Times New Roman"/>
                <a:cs typeface="Times New Roman"/>
              </a:rPr>
              <a:t>q</a:t>
            </a:r>
            <a:r>
              <a:rPr sz="4425" spc="-240" baseline="-16949" dirty="0">
                <a:latin typeface="Times New Roman"/>
                <a:cs typeface="Times New Roman"/>
              </a:rPr>
              <a:t>1</a:t>
            </a:r>
            <a:endParaRPr sz="4425" baseline="-1694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Time</a:t>
            </a:r>
            <a:r>
              <a:rPr sz="3200" spc="-50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2</a:t>
            </a:r>
            <a:endParaRPr sz="32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466261" y="95568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64780" y="96064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0551" y="95568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4391" y="95568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77701" y="951748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36319" y="357505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20159" y="3575051"/>
            <a:ext cx="4122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93469" y="3571113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79" y="364278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94297" y="364773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4" name="Rectangle 3"/>
          <p:cNvSpPr/>
          <p:nvPr/>
        </p:nvSpPr>
        <p:spPr>
          <a:xfrm>
            <a:off x="6136320" y="4658653"/>
            <a:ext cx="5738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535"/>
              </a:spcBef>
            </a:pPr>
            <a:r>
              <a:rPr lang="en-US" sz="3600" i="1" spc="-20" dirty="0">
                <a:latin typeface="Times New Roman"/>
                <a:cs typeface="Times New Roman"/>
              </a:rPr>
              <a:t>q</a:t>
            </a:r>
            <a:r>
              <a:rPr lang="en-US" sz="3600" spc="22" baseline="-16949" dirty="0">
                <a:latin typeface="Times New Roman"/>
                <a:cs typeface="Times New Roman"/>
              </a:rPr>
              <a:t>2</a:t>
            </a:r>
            <a:endParaRPr lang="en-US" sz="3600" baseline="-16949" dirty="0">
              <a:latin typeface="Times New Roman"/>
              <a:cs typeface="Times New Roman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534161" y="558478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02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1143000" y="-380999"/>
            <a:ext cx="7848600" cy="1470025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br>
              <a:rPr lang="en-US" alt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Instantaneous Descriptions(ID) of a Turing Machine</a:t>
            </a:r>
            <a:endParaRPr lang="en-US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143000" cy="78241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09551" y="1143000"/>
            <a:ext cx="8724900" cy="3793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1313" indent="-341313" algn="just">
              <a:lnSpc>
                <a:spcPct val="80000"/>
              </a:lnSpc>
              <a:spcBef>
                <a:spcPts val="600"/>
              </a:spcBef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dirty="0">
              <a:solidFill>
                <a:srgbClr val="000000"/>
              </a:solidFill>
            </a:endParaRPr>
          </a:p>
          <a:p>
            <a:pPr marL="341313" indent="-341313" algn="just">
              <a:lnSpc>
                <a:spcPct val="80000"/>
              </a:lnSpc>
              <a:spcBef>
                <a:spcPts val="600"/>
              </a:spcBef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dirty="0">
              <a:solidFill>
                <a:srgbClr val="000000"/>
              </a:solidFill>
            </a:endParaRPr>
          </a:p>
          <a:p>
            <a:pPr marL="341313" indent="-341313" algn="just">
              <a:lnSpc>
                <a:spcPct val="80000"/>
              </a:lnSpc>
              <a:spcBef>
                <a:spcPts val="600"/>
              </a:spcBef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Sometimes it is useful to describe what a TM does in terms of its ID (instantaneous description), just as we did with the PDA </a:t>
            </a:r>
          </a:p>
          <a:p>
            <a:pPr marL="341313" indent="-341313" algn="just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 algn="just">
              <a:lnSpc>
                <a:spcPct val="80000"/>
              </a:lnSpc>
              <a:spcBef>
                <a:spcPts val="600"/>
              </a:spcBef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ID shows all non-blank cells in the tape, pointer to the cell the head is over with the name of the current state</a:t>
            </a:r>
          </a:p>
          <a:p>
            <a:pPr marL="741363" lvl="1" indent="-284163" algn="just">
              <a:lnSpc>
                <a:spcPct val="80000"/>
              </a:lnSpc>
              <a:spcBef>
                <a:spcPts val="500"/>
              </a:spcBef>
              <a:buFont typeface="Times New Roman" pitchFamily="18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turnstile symbol ├  to denote the move.   </a:t>
            </a:r>
          </a:p>
          <a:p>
            <a:pPr marL="741363" lvl="1" indent="-284163" algn="just">
              <a:lnSpc>
                <a:spcPct val="80000"/>
              </a:lnSpc>
              <a:spcBef>
                <a:spcPts val="500"/>
              </a:spcBef>
              <a:buFont typeface="Times New Roman" pitchFamily="18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before, to denote zero or many moves, we can use ├*</a:t>
            </a:r>
          </a:p>
          <a:p>
            <a:pPr marL="741363" lvl="1" indent="-284163" algn="just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65830" y="5847228"/>
            <a:ext cx="2984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4976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0" name="Text Box 1"/>
          <p:cNvSpPr txBox="1"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1" name="Text Box 2"/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2" name="Text Box 3"/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Text Box 4"/>
          <p:cNvSpPr txBox="1">
            <a:spLocks noChangeArrowheads="1"/>
          </p:cNvSpPr>
          <p:nvPr/>
        </p:nvSpPr>
        <p:spPr bwMode="auto">
          <a:xfrm>
            <a:off x="685800" y="417514"/>
            <a:ext cx="7772400" cy="7635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4" name="Line 5"/>
          <p:cNvSpPr>
            <a:spLocks noChangeShapeType="1"/>
          </p:cNvSpPr>
          <p:nvPr/>
        </p:nvSpPr>
        <p:spPr bwMode="auto">
          <a:xfrm>
            <a:off x="1752600" y="1447800"/>
            <a:ext cx="5562600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5" name="Line 6"/>
          <p:cNvSpPr>
            <a:spLocks noChangeShapeType="1"/>
          </p:cNvSpPr>
          <p:nvPr/>
        </p:nvSpPr>
        <p:spPr bwMode="auto">
          <a:xfrm>
            <a:off x="1752600" y="2133600"/>
            <a:ext cx="5562600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6" name="Line 7"/>
          <p:cNvSpPr>
            <a:spLocks noChangeShapeType="1"/>
          </p:cNvSpPr>
          <p:nvPr/>
        </p:nvSpPr>
        <p:spPr bwMode="auto">
          <a:xfrm>
            <a:off x="2667001" y="14478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7" name="Line 8"/>
          <p:cNvSpPr>
            <a:spLocks noChangeShapeType="1"/>
          </p:cNvSpPr>
          <p:nvPr/>
        </p:nvSpPr>
        <p:spPr bwMode="auto">
          <a:xfrm>
            <a:off x="3276601" y="14478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8" name="Line 9"/>
          <p:cNvSpPr>
            <a:spLocks noChangeShapeType="1"/>
          </p:cNvSpPr>
          <p:nvPr/>
        </p:nvSpPr>
        <p:spPr bwMode="auto">
          <a:xfrm>
            <a:off x="3886201" y="14478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9" name="Line 10"/>
          <p:cNvSpPr>
            <a:spLocks noChangeShapeType="1"/>
          </p:cNvSpPr>
          <p:nvPr/>
        </p:nvSpPr>
        <p:spPr bwMode="auto">
          <a:xfrm>
            <a:off x="4495801" y="14478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0" name="Line 11"/>
          <p:cNvSpPr>
            <a:spLocks noChangeShapeType="1"/>
          </p:cNvSpPr>
          <p:nvPr/>
        </p:nvSpPr>
        <p:spPr bwMode="auto">
          <a:xfrm>
            <a:off x="5105401" y="14478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1" name="Line 12"/>
          <p:cNvSpPr>
            <a:spLocks noChangeShapeType="1"/>
          </p:cNvSpPr>
          <p:nvPr/>
        </p:nvSpPr>
        <p:spPr bwMode="auto">
          <a:xfrm>
            <a:off x="5715001" y="14478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2" name="Line 13"/>
          <p:cNvSpPr>
            <a:spLocks noChangeShapeType="1"/>
          </p:cNvSpPr>
          <p:nvPr/>
        </p:nvSpPr>
        <p:spPr bwMode="auto">
          <a:xfrm>
            <a:off x="6324601" y="14478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3" name="Line 14"/>
          <p:cNvSpPr>
            <a:spLocks noChangeShapeType="1"/>
          </p:cNvSpPr>
          <p:nvPr/>
        </p:nvSpPr>
        <p:spPr bwMode="auto">
          <a:xfrm>
            <a:off x="6934201" y="14478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4" name="Line 15"/>
          <p:cNvSpPr>
            <a:spLocks noChangeShapeType="1"/>
          </p:cNvSpPr>
          <p:nvPr/>
        </p:nvSpPr>
        <p:spPr bwMode="auto">
          <a:xfrm flipV="1">
            <a:off x="4800601" y="2132014"/>
            <a:ext cx="1588" cy="4603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293" name="Object 19"/>
          <p:cNvGraphicFramePr>
            <a:graphicFrameLocks noChangeAspect="1"/>
          </p:cNvGraphicFramePr>
          <p:nvPr/>
        </p:nvGraphicFramePr>
        <p:xfrm>
          <a:off x="4730751" y="16208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r:id="rId4" imgW="169920" imgH="171000" progId="Equation.3">
                  <p:embed/>
                </p:oleObj>
              </mc:Choice>
              <mc:Fallback>
                <p:oleObj r:id="rId4" imgW="169920" imgH="171000" progId="Equation.3">
                  <p:embed/>
                  <p:pic>
                    <p:nvPicPr>
                      <p:cNvPr id="1229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1" y="1620838"/>
                        <a:ext cx="2524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20"/>
          <p:cNvGraphicFramePr>
            <a:graphicFrameLocks noChangeAspect="1"/>
          </p:cNvGraphicFramePr>
          <p:nvPr/>
        </p:nvGraphicFramePr>
        <p:xfrm>
          <a:off x="4114801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r:id="rId6" imgW="171720" imgH="171000" progId="Equation.3">
                  <p:embed/>
                </p:oleObj>
              </mc:Choice>
              <mc:Fallback>
                <p:oleObj r:id="rId6" imgW="171720" imgH="171000" progId="Equation.3">
                  <p:embed/>
                  <p:pic>
                    <p:nvPicPr>
                      <p:cNvPr id="1229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1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21"/>
          <p:cNvGraphicFramePr>
            <a:graphicFrameLocks noChangeAspect="1"/>
          </p:cNvGraphicFramePr>
          <p:nvPr/>
        </p:nvGraphicFramePr>
        <p:xfrm>
          <a:off x="4602163" y="2519364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r:id="rId8" imgW="222480" imgH="204840" progId="Equation.3">
                  <p:embed/>
                </p:oleObj>
              </mc:Choice>
              <mc:Fallback>
                <p:oleObj r:id="rId8" imgW="222480" imgH="204840" progId="Equation.3">
                  <p:embed/>
                  <p:pic>
                    <p:nvPicPr>
                      <p:cNvPr id="1229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163" y="2519364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22"/>
          <p:cNvGraphicFramePr>
            <a:graphicFrameLocks noChangeAspect="1"/>
          </p:cNvGraphicFramePr>
          <p:nvPr/>
        </p:nvGraphicFramePr>
        <p:xfrm>
          <a:off x="5334001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r:id="rId10" imgW="171720" imgH="171000" progId="Equation.3">
                  <p:embed/>
                </p:oleObj>
              </mc:Choice>
              <mc:Fallback>
                <p:oleObj r:id="rId10" imgW="171720" imgH="171000" progId="Equation.3">
                  <p:embed/>
                  <p:pic>
                    <p:nvPicPr>
                      <p:cNvPr id="1229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24"/>
          <p:cNvGraphicFramePr>
            <a:graphicFrameLocks noChangeAspect="1"/>
          </p:cNvGraphicFramePr>
          <p:nvPr/>
        </p:nvGraphicFramePr>
        <p:xfrm>
          <a:off x="3505201" y="16764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r:id="rId11" imgW="165240" imgH="171000" progId="Equation.3">
                  <p:embed/>
                </p:oleObj>
              </mc:Choice>
              <mc:Fallback>
                <p:oleObj r:id="rId11" imgW="165240" imgH="171000" progId="Equation.3">
                  <p:embed/>
                  <p:pic>
                    <p:nvPicPr>
                      <p:cNvPr id="12297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1" y="16764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6" name="Line 26"/>
          <p:cNvSpPr>
            <a:spLocks noChangeShapeType="1"/>
          </p:cNvSpPr>
          <p:nvPr/>
        </p:nvSpPr>
        <p:spPr bwMode="auto">
          <a:xfrm>
            <a:off x="2057401" y="14478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299" name="Object 27"/>
          <p:cNvGraphicFramePr>
            <a:graphicFrameLocks noChangeAspect="1"/>
          </p:cNvGraphicFramePr>
          <p:nvPr/>
        </p:nvGraphicFramePr>
        <p:xfrm>
          <a:off x="6096000" y="3200400"/>
          <a:ext cx="167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r:id="rId13" imgW="621360" imgH="204840" progId="Equation.3">
                  <p:embed/>
                </p:oleObj>
              </mc:Choice>
              <mc:Fallback>
                <p:oleObj r:id="rId13" imgW="621360" imgH="204840" progId="Equation.3">
                  <p:embed/>
                  <p:pic>
                    <p:nvPicPr>
                      <p:cNvPr id="1229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200400"/>
                        <a:ext cx="16764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7" name="Rectangle 28"/>
          <p:cNvSpPr>
            <a:spLocks noChangeArrowheads="1"/>
          </p:cNvSpPr>
          <p:nvPr/>
        </p:nvSpPr>
        <p:spPr bwMode="auto">
          <a:xfrm>
            <a:off x="457200" y="4191001"/>
            <a:ext cx="7848600" cy="163339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For constructing the ID, we simply insert the current state in the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string to the left of the symbol under the R/W head.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We observe that the blank symbol may occur as part of the left or right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substring.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1"/>
            <a:ext cx="1143000" cy="782411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752600" y="228601"/>
            <a:ext cx="6172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Instantaneous Descriptions(ID) of a TM</a:t>
            </a:r>
            <a:endParaRPr lang="en-US" sz="2800" dirty="0"/>
          </a:p>
        </p:txBody>
      </p:sp>
      <p:sp>
        <p:nvSpPr>
          <p:cNvPr id="32" name="Rectangle 31"/>
          <p:cNvSpPr/>
          <p:nvPr/>
        </p:nvSpPr>
        <p:spPr>
          <a:xfrm>
            <a:off x="2098805" y="1478973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29186" y="1487204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75598" y="146757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4041" y="147364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1" name="Text Box 1"/>
          <p:cNvSpPr txBox="1"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>
                <a:solidFill>
                  <a:srgbClr val="000000"/>
                </a:solidFill>
              </a:rPr>
              <a:t>Fall 2006</a:t>
            </a:r>
          </a:p>
        </p:txBody>
      </p:sp>
      <p:sp>
        <p:nvSpPr>
          <p:cNvPr id="13332" name="Text Box 2"/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>
                <a:solidFill>
                  <a:srgbClr val="000000"/>
                </a:solidFill>
              </a:rPr>
              <a:t>Costas Busch - RPI</a:t>
            </a:r>
          </a:p>
        </p:txBody>
      </p:sp>
      <p:sp>
        <p:nvSpPr>
          <p:cNvPr id="13333" name="Text Box 3"/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6D06BCF-E448-4B9A-A876-9CFF2DFC7DA9}" type="slidenum">
              <a:rPr lang="en-US" sz="1400">
                <a:solidFill>
                  <a:srgbClr val="000000"/>
                </a:solidFill>
              </a:rPr>
              <a:pPr algn="r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26</a:t>
            </a:fld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3334" name="Line 4"/>
          <p:cNvSpPr>
            <a:spLocks noChangeShapeType="1"/>
          </p:cNvSpPr>
          <p:nvPr/>
        </p:nvSpPr>
        <p:spPr bwMode="auto">
          <a:xfrm>
            <a:off x="76200" y="609600"/>
            <a:ext cx="3962400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5" name="Line 5"/>
          <p:cNvSpPr>
            <a:spLocks noChangeShapeType="1"/>
          </p:cNvSpPr>
          <p:nvPr/>
        </p:nvSpPr>
        <p:spPr bwMode="auto">
          <a:xfrm>
            <a:off x="76200" y="1295400"/>
            <a:ext cx="3962400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6" name="Line 6"/>
          <p:cNvSpPr>
            <a:spLocks noChangeShapeType="1"/>
          </p:cNvSpPr>
          <p:nvPr/>
        </p:nvSpPr>
        <p:spPr bwMode="auto">
          <a:xfrm>
            <a:off x="457201" y="6096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7" name="Line 7"/>
          <p:cNvSpPr>
            <a:spLocks noChangeShapeType="1"/>
          </p:cNvSpPr>
          <p:nvPr/>
        </p:nvSpPr>
        <p:spPr bwMode="auto">
          <a:xfrm>
            <a:off x="990601" y="6096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8" name="Line 8"/>
          <p:cNvSpPr>
            <a:spLocks noChangeShapeType="1"/>
          </p:cNvSpPr>
          <p:nvPr/>
        </p:nvSpPr>
        <p:spPr bwMode="auto">
          <a:xfrm>
            <a:off x="1524001" y="6096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9" name="Line 9"/>
          <p:cNvSpPr>
            <a:spLocks noChangeShapeType="1"/>
          </p:cNvSpPr>
          <p:nvPr/>
        </p:nvSpPr>
        <p:spPr bwMode="auto">
          <a:xfrm>
            <a:off x="2057401" y="6096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40" name="Line 10"/>
          <p:cNvSpPr>
            <a:spLocks noChangeShapeType="1"/>
          </p:cNvSpPr>
          <p:nvPr/>
        </p:nvSpPr>
        <p:spPr bwMode="auto">
          <a:xfrm>
            <a:off x="2590801" y="6096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41" name="Line 11"/>
          <p:cNvSpPr>
            <a:spLocks noChangeShapeType="1"/>
          </p:cNvSpPr>
          <p:nvPr/>
        </p:nvSpPr>
        <p:spPr bwMode="auto">
          <a:xfrm>
            <a:off x="3124201" y="6096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42" name="Line 12"/>
          <p:cNvSpPr>
            <a:spLocks noChangeShapeType="1"/>
          </p:cNvSpPr>
          <p:nvPr/>
        </p:nvSpPr>
        <p:spPr bwMode="auto">
          <a:xfrm>
            <a:off x="3657601" y="6096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43" name="Line 13"/>
          <p:cNvSpPr>
            <a:spLocks noChangeShapeType="1"/>
          </p:cNvSpPr>
          <p:nvPr/>
        </p:nvSpPr>
        <p:spPr bwMode="auto">
          <a:xfrm flipV="1">
            <a:off x="1295401" y="1293814"/>
            <a:ext cx="1588" cy="4603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3316" name="Object 16"/>
          <p:cNvGraphicFramePr>
            <a:graphicFrameLocks noChangeAspect="1"/>
          </p:cNvGraphicFramePr>
          <p:nvPr/>
        </p:nvGraphicFramePr>
        <p:xfrm>
          <a:off x="2209801" y="838201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r:id="rId4" imgW="185400" imgH="171000" progId="Equation.3">
                  <p:embed/>
                </p:oleObj>
              </mc:Choice>
              <mc:Fallback>
                <p:oleObj r:id="rId4" imgW="185400" imgH="171000" progId="Equation.3">
                  <p:embed/>
                  <p:pic>
                    <p:nvPicPr>
                      <p:cNvPr id="1331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838201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17"/>
          <p:cNvGraphicFramePr>
            <a:graphicFrameLocks noChangeAspect="1"/>
          </p:cNvGraphicFramePr>
          <p:nvPr/>
        </p:nvGraphicFramePr>
        <p:xfrm>
          <a:off x="1143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r:id="rId6" imgW="172800" imgH="171000" progId="Equation.3">
                  <p:embed/>
                </p:oleObj>
              </mc:Choice>
              <mc:Fallback>
                <p:oleObj r:id="rId6" imgW="172800" imgH="171000" progId="Equation.3">
                  <p:embed/>
                  <p:pic>
                    <p:nvPicPr>
                      <p:cNvPr id="1331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18"/>
          <p:cNvGraphicFramePr>
            <a:graphicFrameLocks noChangeAspect="1"/>
          </p:cNvGraphicFramePr>
          <p:nvPr/>
        </p:nvGraphicFramePr>
        <p:xfrm>
          <a:off x="1066801" y="1676401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r:id="rId8" imgW="224640" imgH="204840" progId="Equation.3">
                  <p:embed/>
                </p:oleObj>
              </mc:Choice>
              <mc:Fallback>
                <p:oleObj r:id="rId8" imgW="224640" imgH="204840" progId="Equation.3">
                  <p:embed/>
                  <p:pic>
                    <p:nvPicPr>
                      <p:cNvPr id="1331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1" y="1676401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19"/>
          <p:cNvGraphicFramePr>
            <a:graphicFrameLocks noChangeAspect="1"/>
          </p:cNvGraphicFramePr>
          <p:nvPr/>
        </p:nvGraphicFramePr>
        <p:xfrm>
          <a:off x="16764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r:id="rId10" imgW="171720" imgH="171000" progId="Equation.3">
                  <p:embed/>
                </p:oleObj>
              </mc:Choice>
              <mc:Fallback>
                <p:oleObj r:id="rId10" imgW="171720" imgH="171000" progId="Equation.3">
                  <p:embed/>
                  <p:pic>
                    <p:nvPicPr>
                      <p:cNvPr id="1331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20"/>
          <p:cNvGraphicFramePr>
            <a:graphicFrameLocks noChangeAspect="1"/>
          </p:cNvGraphicFramePr>
          <p:nvPr/>
        </p:nvGraphicFramePr>
        <p:xfrm>
          <a:off x="2743200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r:id="rId12" imgW="169920" imgH="171000" progId="Equation.3">
                  <p:embed/>
                </p:oleObj>
              </mc:Choice>
              <mc:Fallback>
                <p:oleObj r:id="rId12" imgW="169920" imgH="171000" progId="Equation.3">
                  <p:embed/>
                  <p:pic>
                    <p:nvPicPr>
                      <p:cNvPr id="1332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5" name="Line 22"/>
          <p:cNvSpPr>
            <a:spLocks noChangeShapeType="1"/>
          </p:cNvSpPr>
          <p:nvPr/>
        </p:nvSpPr>
        <p:spPr bwMode="auto">
          <a:xfrm>
            <a:off x="4876800" y="609600"/>
            <a:ext cx="3962400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46" name="Line 23"/>
          <p:cNvSpPr>
            <a:spLocks noChangeShapeType="1"/>
          </p:cNvSpPr>
          <p:nvPr/>
        </p:nvSpPr>
        <p:spPr bwMode="auto">
          <a:xfrm>
            <a:off x="4876800" y="1295400"/>
            <a:ext cx="3962400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47" name="Line 24"/>
          <p:cNvSpPr>
            <a:spLocks noChangeShapeType="1"/>
          </p:cNvSpPr>
          <p:nvPr/>
        </p:nvSpPr>
        <p:spPr bwMode="auto">
          <a:xfrm>
            <a:off x="5257801" y="6096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48" name="Line 25"/>
          <p:cNvSpPr>
            <a:spLocks noChangeShapeType="1"/>
          </p:cNvSpPr>
          <p:nvPr/>
        </p:nvSpPr>
        <p:spPr bwMode="auto">
          <a:xfrm>
            <a:off x="5791201" y="6096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49" name="Line 26"/>
          <p:cNvSpPr>
            <a:spLocks noChangeShapeType="1"/>
          </p:cNvSpPr>
          <p:nvPr/>
        </p:nvSpPr>
        <p:spPr bwMode="auto">
          <a:xfrm>
            <a:off x="6324601" y="6096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50" name="Line 27"/>
          <p:cNvSpPr>
            <a:spLocks noChangeShapeType="1"/>
          </p:cNvSpPr>
          <p:nvPr/>
        </p:nvSpPr>
        <p:spPr bwMode="auto">
          <a:xfrm>
            <a:off x="6858001" y="6096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51" name="Line 28"/>
          <p:cNvSpPr>
            <a:spLocks noChangeShapeType="1"/>
          </p:cNvSpPr>
          <p:nvPr/>
        </p:nvSpPr>
        <p:spPr bwMode="auto">
          <a:xfrm>
            <a:off x="7391401" y="6096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52" name="Line 29"/>
          <p:cNvSpPr>
            <a:spLocks noChangeShapeType="1"/>
          </p:cNvSpPr>
          <p:nvPr/>
        </p:nvSpPr>
        <p:spPr bwMode="auto">
          <a:xfrm>
            <a:off x="7924801" y="6096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53" name="Line 30"/>
          <p:cNvSpPr>
            <a:spLocks noChangeShapeType="1"/>
          </p:cNvSpPr>
          <p:nvPr/>
        </p:nvSpPr>
        <p:spPr bwMode="auto">
          <a:xfrm>
            <a:off x="8458201" y="609600"/>
            <a:ext cx="1588" cy="685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54" name="Line 31"/>
          <p:cNvSpPr>
            <a:spLocks noChangeShapeType="1"/>
          </p:cNvSpPr>
          <p:nvPr/>
        </p:nvSpPr>
        <p:spPr bwMode="auto">
          <a:xfrm flipV="1">
            <a:off x="6553201" y="1293814"/>
            <a:ext cx="1588" cy="46037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3323" name="Object 34"/>
          <p:cNvGraphicFramePr>
            <a:graphicFrameLocks noChangeAspect="1"/>
          </p:cNvGraphicFramePr>
          <p:nvPr/>
        </p:nvGraphicFramePr>
        <p:xfrm>
          <a:off x="7010401" y="838201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r:id="rId14" imgW="185400" imgH="171000" progId="Equation.3">
                  <p:embed/>
                </p:oleObj>
              </mc:Choice>
              <mc:Fallback>
                <p:oleObj r:id="rId14" imgW="185400" imgH="171000" progId="Equation.3">
                  <p:embed/>
                  <p:pic>
                    <p:nvPicPr>
                      <p:cNvPr id="13323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1" y="838201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4" name="Object 35"/>
          <p:cNvGraphicFramePr>
            <a:graphicFrameLocks noChangeAspect="1"/>
          </p:cNvGraphicFramePr>
          <p:nvPr/>
        </p:nvGraphicFramePr>
        <p:xfrm>
          <a:off x="59436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r:id="rId15" imgW="172800" imgH="171000" progId="Equation.3">
                  <p:embed/>
                </p:oleObj>
              </mc:Choice>
              <mc:Fallback>
                <p:oleObj r:id="rId15" imgW="172800" imgH="171000" progId="Equation.3">
                  <p:embed/>
                  <p:pic>
                    <p:nvPicPr>
                      <p:cNvPr id="13324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5" name="Object 36"/>
          <p:cNvGraphicFramePr>
            <a:graphicFrameLocks noChangeAspect="1"/>
          </p:cNvGraphicFramePr>
          <p:nvPr/>
        </p:nvGraphicFramePr>
        <p:xfrm>
          <a:off x="6400801" y="16764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r:id="rId16" imgW="226080" imgH="204840" progId="Equation.3">
                  <p:embed/>
                </p:oleObj>
              </mc:Choice>
              <mc:Fallback>
                <p:oleObj r:id="rId16" imgW="226080" imgH="204840" progId="Equation.3">
                  <p:embed/>
                  <p:pic>
                    <p:nvPicPr>
                      <p:cNvPr id="13325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1676401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6" name="Object 37"/>
          <p:cNvGraphicFramePr>
            <a:graphicFrameLocks noChangeAspect="1"/>
          </p:cNvGraphicFramePr>
          <p:nvPr/>
        </p:nvGraphicFramePr>
        <p:xfrm>
          <a:off x="6477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r:id="rId18" imgW="171720" imgH="171000" progId="Equation.3">
                  <p:embed/>
                </p:oleObj>
              </mc:Choice>
              <mc:Fallback>
                <p:oleObj r:id="rId18" imgW="171720" imgH="171000" progId="Equation.3">
                  <p:embed/>
                  <p:pic>
                    <p:nvPicPr>
                      <p:cNvPr id="13326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7" name="Object 38"/>
          <p:cNvGraphicFramePr>
            <a:graphicFrameLocks noChangeAspect="1"/>
          </p:cNvGraphicFramePr>
          <p:nvPr/>
        </p:nvGraphicFramePr>
        <p:xfrm>
          <a:off x="7543800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r:id="rId19" imgW="169920" imgH="171000" progId="Equation.3">
                  <p:embed/>
                </p:oleObj>
              </mc:Choice>
              <mc:Fallback>
                <p:oleObj r:id="rId19" imgW="169920" imgH="171000" progId="Equation.3">
                  <p:embed/>
                  <p:pic>
                    <p:nvPicPr>
                      <p:cNvPr id="13327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0" name="Object 43"/>
          <p:cNvGraphicFramePr>
            <a:graphicFrameLocks noChangeAspect="1"/>
          </p:cNvGraphicFramePr>
          <p:nvPr/>
        </p:nvGraphicFramePr>
        <p:xfrm>
          <a:off x="2133600" y="3124201"/>
          <a:ext cx="40386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r:id="rId20" imgW="1314000" imgH="204840" progId="Equation.3">
                  <p:embed/>
                </p:oleObj>
              </mc:Choice>
              <mc:Fallback>
                <p:oleObj r:id="rId20" imgW="1314000" imgH="204840" progId="Equation.3">
                  <p:embed/>
                  <p:pic>
                    <p:nvPicPr>
                      <p:cNvPr id="1333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124201"/>
                        <a:ext cx="40386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" name="Picture 4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1"/>
            <a:ext cx="1143000" cy="782411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28127" y="647632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12582" y="66797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30912" y="635358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5379" y="667975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24801" y="685512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84917" y="685512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/>
          <p:cNvSpPr txBox="1">
            <a:spLocks noChangeArrowheads="1"/>
          </p:cNvSpPr>
          <p:nvPr/>
        </p:nvSpPr>
        <p:spPr bwMode="auto">
          <a:xfrm>
            <a:off x="685800" y="303214"/>
            <a:ext cx="7772400" cy="7635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5222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990600"/>
            <a:ext cx="7924800" cy="5638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143000" cy="7824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09801" y="304800"/>
            <a:ext cx="59393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Instantaneous Descriptions(ID) of a TM</a:t>
            </a:r>
            <a:endParaRPr lang="en-US" sz="28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1"/>
          <p:cNvSpPr txBox="1"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>
                <a:solidFill>
                  <a:srgbClr val="000000"/>
                </a:solidFill>
              </a:rPr>
              <a:t>Example</a:t>
            </a:r>
          </a:p>
        </p:txBody>
      </p:sp>
      <p:pic>
        <p:nvPicPr>
          <p:cNvPr id="5017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828801"/>
            <a:ext cx="6415088" cy="31908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50180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0" y="5486400"/>
            <a:ext cx="6172200" cy="381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1"/>
          <p:cNvSpPr txBox="1">
            <a:spLocks noChangeArrowheads="1"/>
          </p:cNvSpPr>
          <p:nvPr/>
        </p:nvSpPr>
        <p:spPr bwMode="auto">
          <a:xfrm>
            <a:off x="685800" y="561976"/>
            <a:ext cx="7772400" cy="1236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5120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981200"/>
            <a:ext cx="7848600" cy="4038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200" y="381000"/>
            <a:ext cx="295148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en-US" sz="2800" dirty="0">
                <a:solidFill>
                  <a:srgbClr val="0070C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Acceptance of Input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1" y="1459738"/>
            <a:ext cx="255079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Accept</a:t>
            </a:r>
            <a:r>
              <a:rPr sz="3200" spc="-70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Input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53001" y="1219263"/>
            <a:ext cx="3451225" cy="111248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95"/>
              </a:spcBef>
            </a:pP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If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machine</a:t>
            </a:r>
            <a:r>
              <a:rPr sz="3200" spc="-35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halts</a:t>
            </a:r>
            <a:endParaRPr sz="3200">
              <a:latin typeface="Comic Sans MS"/>
              <a:cs typeface="Comic Sans MS"/>
            </a:endParaRPr>
          </a:p>
          <a:p>
            <a:pPr marL="92075"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in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a final</a:t>
            </a:r>
            <a:r>
              <a:rPr sz="3200" spc="-25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state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29001" y="1524001"/>
            <a:ext cx="976631" cy="485775"/>
          </a:xfrm>
          <a:custGeom>
            <a:avLst/>
            <a:gdLst/>
            <a:ahLst/>
            <a:cxnLst/>
            <a:rect l="l" t="t" r="r" b="b"/>
            <a:pathLst>
              <a:path w="976629" h="485775">
                <a:moveTo>
                  <a:pt x="732282" y="0"/>
                </a:moveTo>
                <a:lnTo>
                  <a:pt x="732282" y="121412"/>
                </a:lnTo>
                <a:lnTo>
                  <a:pt x="0" y="121412"/>
                </a:lnTo>
                <a:lnTo>
                  <a:pt x="0" y="364363"/>
                </a:lnTo>
                <a:lnTo>
                  <a:pt x="732282" y="364363"/>
                </a:lnTo>
                <a:lnTo>
                  <a:pt x="732282" y="485775"/>
                </a:lnTo>
                <a:lnTo>
                  <a:pt x="976376" y="242950"/>
                </a:lnTo>
                <a:lnTo>
                  <a:pt x="732282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29001" y="1524001"/>
            <a:ext cx="976631" cy="485775"/>
          </a:xfrm>
          <a:custGeom>
            <a:avLst/>
            <a:gdLst/>
            <a:ahLst/>
            <a:cxnLst/>
            <a:rect l="l" t="t" r="r" b="b"/>
            <a:pathLst>
              <a:path w="976629" h="485775">
                <a:moveTo>
                  <a:pt x="0" y="121412"/>
                </a:moveTo>
                <a:lnTo>
                  <a:pt x="732282" y="121412"/>
                </a:lnTo>
                <a:lnTo>
                  <a:pt x="732282" y="0"/>
                </a:lnTo>
                <a:lnTo>
                  <a:pt x="976376" y="242950"/>
                </a:lnTo>
                <a:lnTo>
                  <a:pt x="732282" y="485775"/>
                </a:lnTo>
                <a:lnTo>
                  <a:pt x="732282" y="364363"/>
                </a:lnTo>
                <a:lnTo>
                  <a:pt x="0" y="364363"/>
                </a:lnTo>
                <a:lnTo>
                  <a:pt x="0" y="12141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7341" y="4432173"/>
            <a:ext cx="246507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Reject</a:t>
            </a:r>
            <a:r>
              <a:rPr sz="3200" spc="-100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Input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29001" y="4495801"/>
            <a:ext cx="976631" cy="485775"/>
          </a:xfrm>
          <a:custGeom>
            <a:avLst/>
            <a:gdLst/>
            <a:ahLst/>
            <a:cxnLst/>
            <a:rect l="l" t="t" r="r" b="b"/>
            <a:pathLst>
              <a:path w="976629" h="485775">
                <a:moveTo>
                  <a:pt x="732282" y="0"/>
                </a:moveTo>
                <a:lnTo>
                  <a:pt x="732282" y="121412"/>
                </a:lnTo>
                <a:lnTo>
                  <a:pt x="0" y="121412"/>
                </a:lnTo>
                <a:lnTo>
                  <a:pt x="0" y="364363"/>
                </a:lnTo>
                <a:lnTo>
                  <a:pt x="732282" y="364363"/>
                </a:lnTo>
                <a:lnTo>
                  <a:pt x="732282" y="485775"/>
                </a:lnTo>
                <a:lnTo>
                  <a:pt x="976376" y="242824"/>
                </a:lnTo>
                <a:lnTo>
                  <a:pt x="732282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29001" y="4495801"/>
            <a:ext cx="976631" cy="485775"/>
          </a:xfrm>
          <a:custGeom>
            <a:avLst/>
            <a:gdLst/>
            <a:ahLst/>
            <a:cxnLst/>
            <a:rect l="l" t="t" r="r" b="b"/>
            <a:pathLst>
              <a:path w="976629" h="485775">
                <a:moveTo>
                  <a:pt x="0" y="121412"/>
                </a:moveTo>
                <a:lnTo>
                  <a:pt x="732282" y="121412"/>
                </a:lnTo>
                <a:lnTo>
                  <a:pt x="732282" y="0"/>
                </a:lnTo>
                <a:lnTo>
                  <a:pt x="976376" y="242824"/>
                </a:lnTo>
                <a:lnTo>
                  <a:pt x="732282" y="485775"/>
                </a:lnTo>
                <a:lnTo>
                  <a:pt x="732282" y="364363"/>
                </a:lnTo>
                <a:lnTo>
                  <a:pt x="0" y="364363"/>
                </a:lnTo>
                <a:lnTo>
                  <a:pt x="0" y="12141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64101" y="3428936"/>
            <a:ext cx="3892551" cy="2903039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200"/>
              </a:spcBef>
              <a:tabLst>
                <a:tab pos="2526665" algn="l"/>
              </a:tabLst>
            </a:pP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If</a:t>
            </a:r>
            <a:r>
              <a:rPr sz="3200" spc="5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machine	halts</a:t>
            </a:r>
            <a:endParaRPr sz="3200">
              <a:latin typeface="Comic Sans MS"/>
              <a:cs typeface="Comic Sans MS"/>
            </a:endParaRPr>
          </a:p>
          <a:p>
            <a:pPr marL="212090"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in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a non-final</a:t>
            </a:r>
            <a:r>
              <a:rPr sz="3200" spc="-40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state</a:t>
            </a:r>
            <a:endParaRPr sz="3200">
              <a:latin typeface="Comic Sans MS"/>
              <a:cs typeface="Comic Sans MS"/>
            </a:endParaRPr>
          </a:p>
          <a:p>
            <a:pPr marR="114935" algn="ctr"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solidFill>
                  <a:srgbClr val="FF0000"/>
                </a:solidFill>
                <a:latin typeface="Comic Sans MS"/>
                <a:cs typeface="Comic Sans MS"/>
              </a:rPr>
              <a:t>or</a:t>
            </a:r>
            <a:endParaRPr sz="3200">
              <a:latin typeface="Comic Sans MS"/>
              <a:cs typeface="Comic Sans MS"/>
            </a:endParaRPr>
          </a:p>
          <a:p>
            <a:pPr marL="212090" marR="237490">
              <a:lnSpc>
                <a:spcPct val="116100"/>
              </a:lnSpc>
              <a:spcBef>
                <a:spcPts val="150"/>
              </a:spcBef>
            </a:pP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If machine</a:t>
            </a:r>
            <a:r>
              <a:rPr sz="3200" spc="-65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enters 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an </a:t>
            </a:r>
            <a:r>
              <a:rPr sz="3350" i="1" spc="-65" dirty="0">
                <a:solidFill>
                  <a:srgbClr val="333399"/>
                </a:solidFill>
                <a:latin typeface="Comic Sans MS"/>
                <a:cs typeface="Comic Sans MS"/>
              </a:rPr>
              <a:t>infinite</a:t>
            </a:r>
            <a:r>
              <a:rPr sz="3350" i="1" spc="-85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350" i="1" spc="-75" dirty="0">
                <a:solidFill>
                  <a:srgbClr val="333399"/>
                </a:solidFill>
                <a:latin typeface="Comic Sans MS"/>
                <a:cs typeface="Comic Sans MS"/>
              </a:rPr>
              <a:t>loop</a:t>
            </a:r>
            <a:endParaRPr sz="3350">
              <a:latin typeface="Comic Sans MS"/>
              <a:cs typeface="Comic Sans M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127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1009" y="251270"/>
            <a:ext cx="6214745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:aa*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31116" y="4183379"/>
            <a:ext cx="1016635" cy="1002030"/>
          </a:xfrm>
          <a:custGeom>
            <a:avLst/>
            <a:gdLst/>
            <a:ahLst/>
            <a:cxnLst/>
            <a:rect l="l" t="t" r="r" b="b"/>
            <a:pathLst>
              <a:path w="1016635" h="1002029">
                <a:moveTo>
                  <a:pt x="623238" y="12700"/>
                </a:moveTo>
                <a:lnTo>
                  <a:pt x="517518" y="12700"/>
                </a:lnTo>
                <a:lnTo>
                  <a:pt x="534028" y="13081"/>
                </a:lnTo>
                <a:lnTo>
                  <a:pt x="549649" y="13970"/>
                </a:lnTo>
                <a:lnTo>
                  <a:pt x="597909" y="20320"/>
                </a:lnTo>
                <a:lnTo>
                  <a:pt x="649852" y="32385"/>
                </a:lnTo>
                <a:lnTo>
                  <a:pt x="721988" y="56515"/>
                </a:lnTo>
                <a:lnTo>
                  <a:pt x="758056" y="71755"/>
                </a:lnTo>
                <a:lnTo>
                  <a:pt x="793616" y="89027"/>
                </a:lnTo>
                <a:lnTo>
                  <a:pt x="827906" y="108204"/>
                </a:lnTo>
                <a:lnTo>
                  <a:pt x="860672" y="129159"/>
                </a:lnTo>
                <a:lnTo>
                  <a:pt x="905503" y="163449"/>
                </a:lnTo>
                <a:lnTo>
                  <a:pt x="943730" y="201041"/>
                </a:lnTo>
                <a:lnTo>
                  <a:pt x="973702" y="241300"/>
                </a:lnTo>
                <a:lnTo>
                  <a:pt x="993895" y="283718"/>
                </a:lnTo>
                <a:lnTo>
                  <a:pt x="1002912" y="328422"/>
                </a:lnTo>
                <a:lnTo>
                  <a:pt x="1003674" y="344424"/>
                </a:lnTo>
                <a:lnTo>
                  <a:pt x="1003420" y="360807"/>
                </a:lnTo>
                <a:lnTo>
                  <a:pt x="996689" y="413385"/>
                </a:lnTo>
                <a:lnTo>
                  <a:pt x="987672" y="450850"/>
                </a:lnTo>
                <a:lnTo>
                  <a:pt x="975261" y="490347"/>
                </a:lnTo>
                <a:lnTo>
                  <a:pt x="959859" y="530987"/>
                </a:lnTo>
                <a:lnTo>
                  <a:pt x="941571" y="573151"/>
                </a:lnTo>
                <a:lnTo>
                  <a:pt x="920870" y="616712"/>
                </a:lnTo>
                <a:lnTo>
                  <a:pt x="897883" y="661543"/>
                </a:lnTo>
                <a:lnTo>
                  <a:pt x="872864" y="707263"/>
                </a:lnTo>
                <a:lnTo>
                  <a:pt x="846194" y="753872"/>
                </a:lnTo>
                <a:lnTo>
                  <a:pt x="818127" y="801116"/>
                </a:lnTo>
                <a:lnTo>
                  <a:pt x="788917" y="848995"/>
                </a:lnTo>
                <a:lnTo>
                  <a:pt x="758818" y="897382"/>
                </a:lnTo>
                <a:lnTo>
                  <a:pt x="697350" y="994791"/>
                </a:lnTo>
                <a:lnTo>
                  <a:pt x="708018" y="1001649"/>
                </a:lnTo>
                <a:lnTo>
                  <a:pt x="769613" y="904113"/>
                </a:lnTo>
                <a:lnTo>
                  <a:pt x="799712" y="855726"/>
                </a:lnTo>
                <a:lnTo>
                  <a:pt x="828922" y="807847"/>
                </a:lnTo>
                <a:lnTo>
                  <a:pt x="857116" y="760222"/>
                </a:lnTo>
                <a:lnTo>
                  <a:pt x="883913" y="713486"/>
                </a:lnTo>
                <a:lnTo>
                  <a:pt x="909059" y="667639"/>
                </a:lnTo>
                <a:lnTo>
                  <a:pt x="932173" y="622554"/>
                </a:lnTo>
                <a:lnTo>
                  <a:pt x="953128" y="578612"/>
                </a:lnTo>
                <a:lnTo>
                  <a:pt x="971670" y="535813"/>
                </a:lnTo>
                <a:lnTo>
                  <a:pt x="987291" y="494411"/>
                </a:lnTo>
                <a:lnTo>
                  <a:pt x="999864" y="454406"/>
                </a:lnTo>
                <a:lnTo>
                  <a:pt x="1009135" y="416052"/>
                </a:lnTo>
                <a:lnTo>
                  <a:pt x="1016120" y="361823"/>
                </a:lnTo>
                <a:lnTo>
                  <a:pt x="1016363" y="344424"/>
                </a:lnTo>
                <a:lnTo>
                  <a:pt x="1015612" y="327787"/>
                </a:lnTo>
                <a:lnTo>
                  <a:pt x="1006087" y="280162"/>
                </a:lnTo>
                <a:lnTo>
                  <a:pt x="984751" y="234950"/>
                </a:lnTo>
                <a:lnTo>
                  <a:pt x="953509" y="192913"/>
                </a:lnTo>
                <a:lnTo>
                  <a:pt x="914012" y="154051"/>
                </a:lnTo>
                <a:lnTo>
                  <a:pt x="884040" y="130175"/>
                </a:lnTo>
                <a:lnTo>
                  <a:pt x="834637" y="97536"/>
                </a:lnTo>
                <a:lnTo>
                  <a:pt x="799839" y="77978"/>
                </a:lnTo>
                <a:lnTo>
                  <a:pt x="763644" y="60452"/>
                </a:lnTo>
                <a:lnTo>
                  <a:pt x="726814" y="44831"/>
                </a:lnTo>
                <a:lnTo>
                  <a:pt x="689984" y="31496"/>
                </a:lnTo>
                <a:lnTo>
                  <a:pt x="653408" y="20193"/>
                </a:lnTo>
                <a:lnTo>
                  <a:pt x="635374" y="15494"/>
                </a:lnTo>
                <a:lnTo>
                  <a:pt x="623238" y="12700"/>
                </a:lnTo>
                <a:close/>
              </a:path>
              <a:path w="1016635" h="1002029">
                <a:moveTo>
                  <a:pt x="181275" y="812217"/>
                </a:moveTo>
                <a:lnTo>
                  <a:pt x="130549" y="838581"/>
                </a:lnTo>
                <a:lnTo>
                  <a:pt x="245484" y="922020"/>
                </a:lnTo>
                <a:lnTo>
                  <a:pt x="243898" y="823468"/>
                </a:lnTo>
                <a:lnTo>
                  <a:pt x="187064" y="823468"/>
                </a:lnTo>
                <a:lnTo>
                  <a:pt x="181275" y="812217"/>
                </a:lnTo>
                <a:close/>
              </a:path>
              <a:path w="1016635" h="1002029">
                <a:moveTo>
                  <a:pt x="192537" y="806364"/>
                </a:moveTo>
                <a:lnTo>
                  <a:pt x="181275" y="812217"/>
                </a:lnTo>
                <a:lnTo>
                  <a:pt x="187064" y="823468"/>
                </a:lnTo>
                <a:lnTo>
                  <a:pt x="198367" y="817753"/>
                </a:lnTo>
                <a:lnTo>
                  <a:pt x="192537" y="806364"/>
                </a:lnTo>
                <a:close/>
              </a:path>
              <a:path w="1016635" h="1002029">
                <a:moveTo>
                  <a:pt x="243198" y="780034"/>
                </a:moveTo>
                <a:lnTo>
                  <a:pt x="192537" y="806364"/>
                </a:lnTo>
                <a:lnTo>
                  <a:pt x="198367" y="817753"/>
                </a:lnTo>
                <a:lnTo>
                  <a:pt x="187064" y="823468"/>
                </a:lnTo>
                <a:lnTo>
                  <a:pt x="243898" y="823468"/>
                </a:lnTo>
                <a:lnTo>
                  <a:pt x="243198" y="780034"/>
                </a:lnTo>
                <a:close/>
              </a:path>
              <a:path w="1016635" h="1002029">
                <a:moveTo>
                  <a:pt x="517772" y="0"/>
                </a:moveTo>
                <a:lnTo>
                  <a:pt x="462781" y="2667"/>
                </a:lnTo>
                <a:lnTo>
                  <a:pt x="403599" y="10287"/>
                </a:lnTo>
                <a:lnTo>
                  <a:pt x="362451" y="18034"/>
                </a:lnTo>
                <a:lnTo>
                  <a:pt x="320922" y="28067"/>
                </a:lnTo>
                <a:lnTo>
                  <a:pt x="279393" y="40005"/>
                </a:lnTo>
                <a:lnTo>
                  <a:pt x="238626" y="53975"/>
                </a:lnTo>
                <a:lnTo>
                  <a:pt x="199256" y="69977"/>
                </a:lnTo>
                <a:lnTo>
                  <a:pt x="161664" y="87884"/>
                </a:lnTo>
                <a:lnTo>
                  <a:pt x="126612" y="107569"/>
                </a:lnTo>
                <a:lnTo>
                  <a:pt x="94735" y="129159"/>
                </a:lnTo>
                <a:lnTo>
                  <a:pt x="54095" y="164973"/>
                </a:lnTo>
                <a:lnTo>
                  <a:pt x="24123" y="204978"/>
                </a:lnTo>
                <a:lnTo>
                  <a:pt x="6597" y="249047"/>
                </a:lnTo>
                <a:lnTo>
                  <a:pt x="120" y="298069"/>
                </a:lnTo>
                <a:lnTo>
                  <a:pt x="0" y="315595"/>
                </a:lnTo>
                <a:lnTo>
                  <a:pt x="882" y="333629"/>
                </a:lnTo>
                <a:lnTo>
                  <a:pt x="8756" y="390525"/>
                </a:lnTo>
                <a:lnTo>
                  <a:pt x="18154" y="430784"/>
                </a:lnTo>
                <a:lnTo>
                  <a:pt x="30473" y="472694"/>
                </a:lnTo>
                <a:lnTo>
                  <a:pt x="45459" y="516255"/>
                </a:lnTo>
                <a:lnTo>
                  <a:pt x="72256" y="583946"/>
                </a:lnTo>
                <a:lnTo>
                  <a:pt x="92576" y="630555"/>
                </a:lnTo>
                <a:lnTo>
                  <a:pt x="114547" y="678180"/>
                </a:lnTo>
                <a:lnTo>
                  <a:pt x="137915" y="726567"/>
                </a:lnTo>
                <a:lnTo>
                  <a:pt x="162426" y="775589"/>
                </a:lnTo>
                <a:lnTo>
                  <a:pt x="181275" y="812217"/>
                </a:lnTo>
                <a:lnTo>
                  <a:pt x="192537" y="806364"/>
                </a:lnTo>
                <a:lnTo>
                  <a:pt x="173856" y="769874"/>
                </a:lnTo>
                <a:lnTo>
                  <a:pt x="149345" y="720979"/>
                </a:lnTo>
                <a:lnTo>
                  <a:pt x="126104" y="672846"/>
                </a:lnTo>
                <a:lnTo>
                  <a:pt x="104260" y="625475"/>
                </a:lnTo>
                <a:lnTo>
                  <a:pt x="84067" y="579120"/>
                </a:lnTo>
                <a:lnTo>
                  <a:pt x="65652" y="534035"/>
                </a:lnTo>
                <a:lnTo>
                  <a:pt x="49566" y="490093"/>
                </a:lnTo>
                <a:lnTo>
                  <a:pt x="36188" y="448183"/>
                </a:lnTo>
                <a:lnTo>
                  <a:pt x="25520" y="407797"/>
                </a:lnTo>
                <a:lnTo>
                  <a:pt x="17773" y="369189"/>
                </a:lnTo>
                <a:lnTo>
                  <a:pt x="12693" y="315595"/>
                </a:lnTo>
                <a:lnTo>
                  <a:pt x="12749" y="298069"/>
                </a:lnTo>
                <a:lnTo>
                  <a:pt x="18789" y="252603"/>
                </a:lnTo>
                <a:lnTo>
                  <a:pt x="34791" y="211836"/>
                </a:lnTo>
                <a:lnTo>
                  <a:pt x="63112" y="173990"/>
                </a:lnTo>
                <a:lnTo>
                  <a:pt x="102101" y="139573"/>
                </a:lnTo>
                <a:lnTo>
                  <a:pt x="149853" y="108712"/>
                </a:lnTo>
                <a:lnTo>
                  <a:pt x="185413" y="90297"/>
                </a:lnTo>
                <a:lnTo>
                  <a:pt x="242817" y="66040"/>
                </a:lnTo>
                <a:lnTo>
                  <a:pt x="282949" y="52197"/>
                </a:lnTo>
                <a:lnTo>
                  <a:pt x="323843" y="40386"/>
                </a:lnTo>
                <a:lnTo>
                  <a:pt x="364864" y="30480"/>
                </a:lnTo>
                <a:lnTo>
                  <a:pt x="405377" y="22860"/>
                </a:lnTo>
                <a:lnTo>
                  <a:pt x="444747" y="17272"/>
                </a:lnTo>
                <a:lnTo>
                  <a:pt x="500246" y="12954"/>
                </a:lnTo>
                <a:lnTo>
                  <a:pt x="517518" y="12700"/>
                </a:lnTo>
                <a:lnTo>
                  <a:pt x="623238" y="12700"/>
                </a:lnTo>
                <a:lnTo>
                  <a:pt x="617721" y="11430"/>
                </a:lnTo>
                <a:lnTo>
                  <a:pt x="566921" y="2794"/>
                </a:lnTo>
                <a:lnTo>
                  <a:pt x="534663" y="381"/>
                </a:lnTo>
                <a:lnTo>
                  <a:pt x="517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38400" y="5422901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609600" h="127000">
                <a:moveTo>
                  <a:pt x="482600" y="0"/>
                </a:moveTo>
                <a:lnTo>
                  <a:pt x="482600" y="127000"/>
                </a:lnTo>
                <a:lnTo>
                  <a:pt x="596900" y="69850"/>
                </a:lnTo>
                <a:lnTo>
                  <a:pt x="495300" y="69850"/>
                </a:lnTo>
                <a:lnTo>
                  <a:pt x="495300" y="57150"/>
                </a:lnTo>
                <a:lnTo>
                  <a:pt x="596900" y="57150"/>
                </a:lnTo>
                <a:lnTo>
                  <a:pt x="482600" y="0"/>
                </a:lnTo>
                <a:close/>
              </a:path>
              <a:path w="609600" h="127000">
                <a:moveTo>
                  <a:pt x="4826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482600" y="69850"/>
                </a:lnTo>
                <a:lnTo>
                  <a:pt x="482600" y="57150"/>
                </a:lnTo>
                <a:close/>
              </a:path>
              <a:path w="609600" h="127000">
                <a:moveTo>
                  <a:pt x="596900" y="57150"/>
                </a:moveTo>
                <a:lnTo>
                  <a:pt x="495300" y="57150"/>
                </a:lnTo>
                <a:lnTo>
                  <a:pt x="495300" y="69850"/>
                </a:lnTo>
                <a:lnTo>
                  <a:pt x="596900" y="69850"/>
                </a:lnTo>
                <a:lnTo>
                  <a:pt x="609600" y="63500"/>
                </a:lnTo>
                <a:lnTo>
                  <a:pt x="5969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86200" y="5422901"/>
            <a:ext cx="2209800" cy="127000"/>
          </a:xfrm>
          <a:custGeom>
            <a:avLst/>
            <a:gdLst/>
            <a:ahLst/>
            <a:cxnLst/>
            <a:rect l="l" t="t" r="r" b="b"/>
            <a:pathLst>
              <a:path w="2209800" h="127000">
                <a:moveTo>
                  <a:pt x="2082800" y="0"/>
                </a:moveTo>
                <a:lnTo>
                  <a:pt x="2082800" y="127000"/>
                </a:lnTo>
                <a:lnTo>
                  <a:pt x="2197100" y="69850"/>
                </a:lnTo>
                <a:lnTo>
                  <a:pt x="2095500" y="69850"/>
                </a:lnTo>
                <a:lnTo>
                  <a:pt x="2095500" y="57150"/>
                </a:lnTo>
                <a:lnTo>
                  <a:pt x="2197100" y="57150"/>
                </a:lnTo>
                <a:lnTo>
                  <a:pt x="2082800" y="0"/>
                </a:lnTo>
                <a:close/>
              </a:path>
              <a:path w="2209800" h="127000">
                <a:moveTo>
                  <a:pt x="20828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082800" y="69850"/>
                </a:lnTo>
                <a:lnTo>
                  <a:pt x="2082800" y="57150"/>
                </a:lnTo>
                <a:close/>
              </a:path>
              <a:path w="2209800" h="127000">
                <a:moveTo>
                  <a:pt x="2197100" y="57150"/>
                </a:moveTo>
                <a:lnTo>
                  <a:pt x="2095500" y="57150"/>
                </a:lnTo>
                <a:lnTo>
                  <a:pt x="2095500" y="69850"/>
                </a:lnTo>
                <a:lnTo>
                  <a:pt x="2197100" y="69850"/>
                </a:lnTo>
                <a:lnTo>
                  <a:pt x="2209800" y="63500"/>
                </a:lnTo>
                <a:lnTo>
                  <a:pt x="21971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84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96000" y="49530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1143000" h="1066800">
                <a:moveTo>
                  <a:pt x="0" y="533400"/>
                </a:moveTo>
                <a:lnTo>
                  <a:pt x="2098" y="487368"/>
                </a:lnTo>
                <a:lnTo>
                  <a:pt x="8277" y="442426"/>
                </a:lnTo>
                <a:lnTo>
                  <a:pt x="18367" y="398732"/>
                </a:lnTo>
                <a:lnTo>
                  <a:pt x="32195" y="356448"/>
                </a:lnTo>
                <a:lnTo>
                  <a:pt x="49589" y="315731"/>
                </a:lnTo>
                <a:lnTo>
                  <a:pt x="70379" y="276744"/>
                </a:lnTo>
                <a:lnTo>
                  <a:pt x="94392" y="239645"/>
                </a:lnTo>
                <a:lnTo>
                  <a:pt x="121457" y="204594"/>
                </a:lnTo>
                <a:lnTo>
                  <a:pt x="151402" y="171752"/>
                </a:lnTo>
                <a:lnTo>
                  <a:pt x="184056" y="141279"/>
                </a:lnTo>
                <a:lnTo>
                  <a:pt x="219246" y="113334"/>
                </a:lnTo>
                <a:lnTo>
                  <a:pt x="256802" y="88078"/>
                </a:lnTo>
                <a:lnTo>
                  <a:pt x="296551" y="65670"/>
                </a:lnTo>
                <a:lnTo>
                  <a:pt x="338322" y="46271"/>
                </a:lnTo>
                <a:lnTo>
                  <a:pt x="381944" y="30040"/>
                </a:lnTo>
                <a:lnTo>
                  <a:pt x="427244" y="17137"/>
                </a:lnTo>
                <a:lnTo>
                  <a:pt x="474051" y="7723"/>
                </a:lnTo>
                <a:lnTo>
                  <a:pt x="522193" y="1957"/>
                </a:lnTo>
                <a:lnTo>
                  <a:pt x="571500" y="0"/>
                </a:lnTo>
                <a:lnTo>
                  <a:pt x="620806" y="1957"/>
                </a:lnTo>
                <a:lnTo>
                  <a:pt x="668948" y="7723"/>
                </a:lnTo>
                <a:lnTo>
                  <a:pt x="715755" y="17137"/>
                </a:lnTo>
                <a:lnTo>
                  <a:pt x="761055" y="30040"/>
                </a:lnTo>
                <a:lnTo>
                  <a:pt x="804677" y="46271"/>
                </a:lnTo>
                <a:lnTo>
                  <a:pt x="846448" y="65670"/>
                </a:lnTo>
                <a:lnTo>
                  <a:pt x="886197" y="88078"/>
                </a:lnTo>
                <a:lnTo>
                  <a:pt x="923753" y="113334"/>
                </a:lnTo>
                <a:lnTo>
                  <a:pt x="958943" y="141279"/>
                </a:lnTo>
                <a:lnTo>
                  <a:pt x="991597" y="171752"/>
                </a:lnTo>
                <a:lnTo>
                  <a:pt x="1021542" y="204594"/>
                </a:lnTo>
                <a:lnTo>
                  <a:pt x="1048607" y="239645"/>
                </a:lnTo>
                <a:lnTo>
                  <a:pt x="1072620" y="276744"/>
                </a:lnTo>
                <a:lnTo>
                  <a:pt x="1093410" y="315731"/>
                </a:lnTo>
                <a:lnTo>
                  <a:pt x="1110804" y="356448"/>
                </a:lnTo>
                <a:lnTo>
                  <a:pt x="1124632" y="398732"/>
                </a:lnTo>
                <a:lnTo>
                  <a:pt x="1134722" y="442426"/>
                </a:lnTo>
                <a:lnTo>
                  <a:pt x="1140901" y="487368"/>
                </a:lnTo>
                <a:lnTo>
                  <a:pt x="1143000" y="533400"/>
                </a:lnTo>
                <a:lnTo>
                  <a:pt x="1140901" y="579423"/>
                </a:lnTo>
                <a:lnTo>
                  <a:pt x="1134722" y="624360"/>
                </a:lnTo>
                <a:lnTo>
                  <a:pt x="1124632" y="668049"/>
                </a:lnTo>
                <a:lnTo>
                  <a:pt x="1110804" y="710331"/>
                </a:lnTo>
                <a:lnTo>
                  <a:pt x="1093410" y="751046"/>
                </a:lnTo>
                <a:lnTo>
                  <a:pt x="1072620" y="790033"/>
                </a:lnTo>
                <a:lnTo>
                  <a:pt x="1048607" y="827132"/>
                </a:lnTo>
                <a:lnTo>
                  <a:pt x="1021542" y="862183"/>
                </a:lnTo>
                <a:lnTo>
                  <a:pt x="991597" y="895027"/>
                </a:lnTo>
                <a:lnTo>
                  <a:pt x="958943" y="925502"/>
                </a:lnTo>
                <a:lnTo>
                  <a:pt x="923753" y="953449"/>
                </a:lnTo>
                <a:lnTo>
                  <a:pt x="886197" y="978708"/>
                </a:lnTo>
                <a:lnTo>
                  <a:pt x="846448" y="1001119"/>
                </a:lnTo>
                <a:lnTo>
                  <a:pt x="804677" y="1020521"/>
                </a:lnTo>
                <a:lnTo>
                  <a:pt x="761055" y="1036754"/>
                </a:lnTo>
                <a:lnTo>
                  <a:pt x="715755" y="1049659"/>
                </a:lnTo>
                <a:lnTo>
                  <a:pt x="668948" y="1059075"/>
                </a:lnTo>
                <a:lnTo>
                  <a:pt x="620806" y="1064842"/>
                </a:lnTo>
                <a:lnTo>
                  <a:pt x="571500" y="1066800"/>
                </a:lnTo>
                <a:lnTo>
                  <a:pt x="522193" y="1064842"/>
                </a:lnTo>
                <a:lnTo>
                  <a:pt x="474051" y="1059075"/>
                </a:lnTo>
                <a:lnTo>
                  <a:pt x="427244" y="1049659"/>
                </a:lnTo>
                <a:lnTo>
                  <a:pt x="381944" y="1036754"/>
                </a:lnTo>
                <a:lnTo>
                  <a:pt x="338322" y="1020521"/>
                </a:lnTo>
                <a:lnTo>
                  <a:pt x="296551" y="1001119"/>
                </a:lnTo>
                <a:lnTo>
                  <a:pt x="256802" y="978708"/>
                </a:lnTo>
                <a:lnTo>
                  <a:pt x="219246" y="953449"/>
                </a:lnTo>
                <a:lnTo>
                  <a:pt x="184056" y="925502"/>
                </a:lnTo>
                <a:lnTo>
                  <a:pt x="151402" y="895027"/>
                </a:lnTo>
                <a:lnTo>
                  <a:pt x="121457" y="862183"/>
                </a:lnTo>
                <a:lnTo>
                  <a:pt x="94392" y="827132"/>
                </a:lnTo>
                <a:lnTo>
                  <a:pt x="70379" y="790033"/>
                </a:lnTo>
                <a:lnTo>
                  <a:pt x="49589" y="751046"/>
                </a:lnTo>
                <a:lnTo>
                  <a:pt x="32195" y="710331"/>
                </a:lnTo>
                <a:lnTo>
                  <a:pt x="18367" y="668049"/>
                </a:lnTo>
                <a:lnTo>
                  <a:pt x="8277" y="624360"/>
                </a:lnTo>
                <a:lnTo>
                  <a:pt x="2098" y="579423"/>
                </a:lnTo>
                <a:lnTo>
                  <a:pt x="0" y="5334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4161" y="2359549"/>
            <a:ext cx="8463915" cy="1754326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300" dirty="0">
              <a:latin typeface="Times New Roman"/>
              <a:cs typeface="Times New Roman"/>
            </a:endParaRPr>
          </a:p>
          <a:p>
            <a:pPr marL="2545715">
              <a:lnSpc>
                <a:spcPct val="100000"/>
              </a:lnSpc>
              <a:spcBef>
                <a:spcPts val="2930"/>
              </a:spcBef>
              <a:tabLst>
                <a:tab pos="3420110" algn="l"/>
              </a:tabLst>
            </a:pPr>
            <a:r>
              <a:rPr sz="3600" i="1" spc="65" dirty="0">
                <a:latin typeface="Times New Roman"/>
                <a:cs typeface="Times New Roman"/>
              </a:rPr>
              <a:t>a	</a:t>
            </a:r>
            <a:r>
              <a:rPr sz="3600" i="1" spc="40" dirty="0">
                <a:latin typeface="Times New Roman"/>
                <a:cs typeface="Times New Roman"/>
              </a:rPr>
              <a:t>a</a:t>
            </a:r>
            <a:r>
              <a:rPr sz="3600" spc="40" dirty="0">
                <a:latin typeface="Times New Roman"/>
                <a:cs typeface="Times New Roman"/>
              </a:rPr>
              <a:t>,</a:t>
            </a:r>
            <a:r>
              <a:rPr sz="3600" spc="-455" dirty="0">
                <a:latin typeface="Times New Roman"/>
                <a:cs typeface="Times New Roman"/>
              </a:rPr>
              <a:t> </a:t>
            </a:r>
            <a:r>
              <a:rPr sz="3600" i="1" spc="80" dirty="0">
                <a:latin typeface="Times New Roman"/>
                <a:cs typeface="Times New Roman"/>
              </a:rPr>
              <a:t>R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67865" y="3657605"/>
            <a:ext cx="900415" cy="447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51640" y="5137963"/>
            <a:ext cx="43180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79"/>
              </a:lnSpc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12845" y="5147476"/>
            <a:ext cx="3987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00"/>
              </a:lnSpc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1" name="object 20"/>
          <p:cNvSpPr/>
          <p:nvPr/>
        </p:nvSpPr>
        <p:spPr>
          <a:xfrm>
            <a:off x="4517775" y="5001208"/>
            <a:ext cx="900388" cy="447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5315103" y="4875310"/>
            <a:ext cx="464820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54"/>
              </a:lnSpc>
            </a:pPr>
            <a:r>
              <a:rPr sz="3600" spc="25" dirty="0">
                <a:latin typeface="Times New Roman"/>
                <a:cs typeface="Times New Roman"/>
              </a:rPr>
              <a:t>,</a:t>
            </a:r>
            <a:r>
              <a:rPr sz="3600" spc="-520" dirty="0">
                <a:latin typeface="Times New Roman"/>
                <a:cs typeface="Times New Roman"/>
              </a:rPr>
              <a:t> </a:t>
            </a:r>
            <a:r>
              <a:rPr sz="3600" i="1" spc="65" dirty="0">
                <a:latin typeface="Times New Roman"/>
                <a:cs typeface="Times New Roman"/>
              </a:rPr>
              <a:t>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115735" y="4876789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8932" y="487531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86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08500" y="1066800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69850" y="114300"/>
                </a:moveTo>
                <a:lnTo>
                  <a:pt x="57150" y="114300"/>
                </a:lnTo>
                <a:lnTo>
                  <a:pt x="57150" y="457200"/>
                </a:lnTo>
                <a:lnTo>
                  <a:pt x="69850" y="457200"/>
                </a:lnTo>
                <a:lnTo>
                  <a:pt x="69850" y="114300"/>
                </a:lnTo>
                <a:close/>
              </a:path>
              <a:path w="127000" h="4572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4572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24739" y="1359761"/>
            <a:ext cx="431800" cy="560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272113"/>
              </p:ext>
            </p:extLst>
          </p:nvPr>
        </p:nvGraphicFramePr>
        <p:xfrm>
          <a:off x="2584451" y="374650"/>
          <a:ext cx="5105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419100" y="0"/>
                </a:moveTo>
                <a:lnTo>
                  <a:pt x="370213" y="2563"/>
                </a:lnTo>
                <a:lnTo>
                  <a:pt x="322985" y="10061"/>
                </a:lnTo>
                <a:lnTo>
                  <a:pt x="277731" y="22209"/>
                </a:lnTo>
                <a:lnTo>
                  <a:pt x="234764" y="38722"/>
                </a:lnTo>
                <a:lnTo>
                  <a:pt x="194399" y="59312"/>
                </a:lnTo>
                <a:lnTo>
                  <a:pt x="156949" y="83695"/>
                </a:lnTo>
                <a:lnTo>
                  <a:pt x="122729" y="111585"/>
                </a:lnTo>
                <a:lnTo>
                  <a:pt x="92053" y="142696"/>
                </a:lnTo>
                <a:lnTo>
                  <a:pt x="65234" y="176742"/>
                </a:lnTo>
                <a:lnTo>
                  <a:pt x="42587" y="213437"/>
                </a:lnTo>
                <a:lnTo>
                  <a:pt x="24426" y="252497"/>
                </a:lnTo>
                <a:lnTo>
                  <a:pt x="11065" y="293634"/>
                </a:lnTo>
                <a:lnTo>
                  <a:pt x="2818" y="336563"/>
                </a:lnTo>
                <a:lnTo>
                  <a:pt x="0" y="381000"/>
                </a:lnTo>
                <a:lnTo>
                  <a:pt x="2818" y="425433"/>
                </a:lnTo>
                <a:lnTo>
                  <a:pt x="11065" y="468361"/>
                </a:lnTo>
                <a:lnTo>
                  <a:pt x="24426" y="509497"/>
                </a:lnTo>
                <a:lnTo>
                  <a:pt x="42587" y="548556"/>
                </a:lnTo>
                <a:lnTo>
                  <a:pt x="65234" y="585252"/>
                </a:lnTo>
                <a:lnTo>
                  <a:pt x="92053" y="619298"/>
                </a:lnTo>
                <a:lnTo>
                  <a:pt x="122729" y="650409"/>
                </a:lnTo>
                <a:lnTo>
                  <a:pt x="156949" y="678300"/>
                </a:lnTo>
                <a:lnTo>
                  <a:pt x="194399" y="702684"/>
                </a:lnTo>
                <a:lnTo>
                  <a:pt x="234764" y="723275"/>
                </a:lnTo>
                <a:lnTo>
                  <a:pt x="277731" y="739788"/>
                </a:lnTo>
                <a:lnTo>
                  <a:pt x="322985" y="751937"/>
                </a:lnTo>
                <a:lnTo>
                  <a:pt x="370213" y="759436"/>
                </a:lnTo>
                <a:lnTo>
                  <a:pt x="419100" y="762000"/>
                </a:lnTo>
                <a:lnTo>
                  <a:pt x="467986" y="759436"/>
                </a:lnTo>
                <a:lnTo>
                  <a:pt x="515214" y="751937"/>
                </a:lnTo>
                <a:lnTo>
                  <a:pt x="560468" y="739788"/>
                </a:lnTo>
                <a:lnTo>
                  <a:pt x="603435" y="723275"/>
                </a:lnTo>
                <a:lnTo>
                  <a:pt x="643800" y="702684"/>
                </a:lnTo>
                <a:lnTo>
                  <a:pt x="681250" y="678300"/>
                </a:lnTo>
                <a:lnTo>
                  <a:pt x="715470" y="650409"/>
                </a:lnTo>
                <a:lnTo>
                  <a:pt x="746146" y="619298"/>
                </a:lnTo>
                <a:lnTo>
                  <a:pt x="772965" y="585252"/>
                </a:lnTo>
                <a:lnTo>
                  <a:pt x="795612" y="548556"/>
                </a:lnTo>
                <a:lnTo>
                  <a:pt x="813773" y="509497"/>
                </a:lnTo>
                <a:lnTo>
                  <a:pt x="827134" y="468361"/>
                </a:lnTo>
                <a:lnTo>
                  <a:pt x="835381" y="425433"/>
                </a:lnTo>
                <a:lnTo>
                  <a:pt x="838200" y="381000"/>
                </a:lnTo>
                <a:lnTo>
                  <a:pt x="835381" y="336563"/>
                </a:lnTo>
                <a:lnTo>
                  <a:pt x="827134" y="293634"/>
                </a:lnTo>
                <a:lnTo>
                  <a:pt x="813773" y="252497"/>
                </a:lnTo>
                <a:lnTo>
                  <a:pt x="795612" y="213437"/>
                </a:lnTo>
                <a:lnTo>
                  <a:pt x="772965" y="176742"/>
                </a:lnTo>
                <a:lnTo>
                  <a:pt x="746146" y="142696"/>
                </a:lnTo>
                <a:lnTo>
                  <a:pt x="715470" y="111585"/>
                </a:lnTo>
                <a:lnTo>
                  <a:pt x="681250" y="83695"/>
                </a:lnTo>
                <a:lnTo>
                  <a:pt x="643800" y="59312"/>
                </a:lnTo>
                <a:lnTo>
                  <a:pt x="603435" y="38722"/>
                </a:lnTo>
                <a:lnTo>
                  <a:pt x="560468" y="22209"/>
                </a:lnTo>
                <a:lnTo>
                  <a:pt x="515214" y="10061"/>
                </a:lnTo>
                <a:lnTo>
                  <a:pt x="467986" y="2563"/>
                </a:lnTo>
                <a:lnTo>
                  <a:pt x="419100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31116" y="4183379"/>
            <a:ext cx="1016635" cy="1002030"/>
          </a:xfrm>
          <a:custGeom>
            <a:avLst/>
            <a:gdLst/>
            <a:ahLst/>
            <a:cxnLst/>
            <a:rect l="l" t="t" r="r" b="b"/>
            <a:pathLst>
              <a:path w="1016635" h="1002029">
                <a:moveTo>
                  <a:pt x="623238" y="12700"/>
                </a:moveTo>
                <a:lnTo>
                  <a:pt x="517518" y="12700"/>
                </a:lnTo>
                <a:lnTo>
                  <a:pt x="534028" y="13081"/>
                </a:lnTo>
                <a:lnTo>
                  <a:pt x="549649" y="13970"/>
                </a:lnTo>
                <a:lnTo>
                  <a:pt x="597909" y="20320"/>
                </a:lnTo>
                <a:lnTo>
                  <a:pt x="649852" y="32385"/>
                </a:lnTo>
                <a:lnTo>
                  <a:pt x="721988" y="56515"/>
                </a:lnTo>
                <a:lnTo>
                  <a:pt x="758056" y="71755"/>
                </a:lnTo>
                <a:lnTo>
                  <a:pt x="793616" y="89027"/>
                </a:lnTo>
                <a:lnTo>
                  <a:pt x="827906" y="108204"/>
                </a:lnTo>
                <a:lnTo>
                  <a:pt x="860672" y="129159"/>
                </a:lnTo>
                <a:lnTo>
                  <a:pt x="905503" y="163449"/>
                </a:lnTo>
                <a:lnTo>
                  <a:pt x="943730" y="201041"/>
                </a:lnTo>
                <a:lnTo>
                  <a:pt x="973702" y="241300"/>
                </a:lnTo>
                <a:lnTo>
                  <a:pt x="993895" y="283718"/>
                </a:lnTo>
                <a:lnTo>
                  <a:pt x="1002912" y="328422"/>
                </a:lnTo>
                <a:lnTo>
                  <a:pt x="1003674" y="344424"/>
                </a:lnTo>
                <a:lnTo>
                  <a:pt x="1003420" y="360807"/>
                </a:lnTo>
                <a:lnTo>
                  <a:pt x="996689" y="413385"/>
                </a:lnTo>
                <a:lnTo>
                  <a:pt x="987672" y="450850"/>
                </a:lnTo>
                <a:lnTo>
                  <a:pt x="975261" y="490347"/>
                </a:lnTo>
                <a:lnTo>
                  <a:pt x="959859" y="530987"/>
                </a:lnTo>
                <a:lnTo>
                  <a:pt x="941571" y="573151"/>
                </a:lnTo>
                <a:lnTo>
                  <a:pt x="920870" y="616712"/>
                </a:lnTo>
                <a:lnTo>
                  <a:pt x="897883" y="661543"/>
                </a:lnTo>
                <a:lnTo>
                  <a:pt x="872864" y="707263"/>
                </a:lnTo>
                <a:lnTo>
                  <a:pt x="846194" y="753872"/>
                </a:lnTo>
                <a:lnTo>
                  <a:pt x="818127" y="801116"/>
                </a:lnTo>
                <a:lnTo>
                  <a:pt x="788917" y="848995"/>
                </a:lnTo>
                <a:lnTo>
                  <a:pt x="758818" y="897382"/>
                </a:lnTo>
                <a:lnTo>
                  <a:pt x="697350" y="994791"/>
                </a:lnTo>
                <a:lnTo>
                  <a:pt x="708018" y="1001649"/>
                </a:lnTo>
                <a:lnTo>
                  <a:pt x="769613" y="904113"/>
                </a:lnTo>
                <a:lnTo>
                  <a:pt x="799712" y="855726"/>
                </a:lnTo>
                <a:lnTo>
                  <a:pt x="828922" y="807847"/>
                </a:lnTo>
                <a:lnTo>
                  <a:pt x="857116" y="760222"/>
                </a:lnTo>
                <a:lnTo>
                  <a:pt x="883913" y="713486"/>
                </a:lnTo>
                <a:lnTo>
                  <a:pt x="909059" y="667639"/>
                </a:lnTo>
                <a:lnTo>
                  <a:pt x="932173" y="622554"/>
                </a:lnTo>
                <a:lnTo>
                  <a:pt x="953128" y="578612"/>
                </a:lnTo>
                <a:lnTo>
                  <a:pt x="971670" y="535813"/>
                </a:lnTo>
                <a:lnTo>
                  <a:pt x="987291" y="494411"/>
                </a:lnTo>
                <a:lnTo>
                  <a:pt x="999864" y="454406"/>
                </a:lnTo>
                <a:lnTo>
                  <a:pt x="1009135" y="416052"/>
                </a:lnTo>
                <a:lnTo>
                  <a:pt x="1016120" y="361823"/>
                </a:lnTo>
                <a:lnTo>
                  <a:pt x="1016363" y="344424"/>
                </a:lnTo>
                <a:lnTo>
                  <a:pt x="1015612" y="327787"/>
                </a:lnTo>
                <a:lnTo>
                  <a:pt x="1006087" y="280162"/>
                </a:lnTo>
                <a:lnTo>
                  <a:pt x="984751" y="234950"/>
                </a:lnTo>
                <a:lnTo>
                  <a:pt x="953509" y="192913"/>
                </a:lnTo>
                <a:lnTo>
                  <a:pt x="914012" y="154051"/>
                </a:lnTo>
                <a:lnTo>
                  <a:pt x="884040" y="130175"/>
                </a:lnTo>
                <a:lnTo>
                  <a:pt x="834637" y="97536"/>
                </a:lnTo>
                <a:lnTo>
                  <a:pt x="799839" y="77978"/>
                </a:lnTo>
                <a:lnTo>
                  <a:pt x="763644" y="60452"/>
                </a:lnTo>
                <a:lnTo>
                  <a:pt x="726814" y="44831"/>
                </a:lnTo>
                <a:lnTo>
                  <a:pt x="689984" y="31496"/>
                </a:lnTo>
                <a:lnTo>
                  <a:pt x="653408" y="20193"/>
                </a:lnTo>
                <a:lnTo>
                  <a:pt x="635374" y="15494"/>
                </a:lnTo>
                <a:lnTo>
                  <a:pt x="623238" y="12700"/>
                </a:lnTo>
                <a:close/>
              </a:path>
              <a:path w="1016635" h="1002029">
                <a:moveTo>
                  <a:pt x="181275" y="812217"/>
                </a:moveTo>
                <a:lnTo>
                  <a:pt x="130549" y="838581"/>
                </a:lnTo>
                <a:lnTo>
                  <a:pt x="245484" y="922020"/>
                </a:lnTo>
                <a:lnTo>
                  <a:pt x="243898" y="823468"/>
                </a:lnTo>
                <a:lnTo>
                  <a:pt x="187064" y="823468"/>
                </a:lnTo>
                <a:lnTo>
                  <a:pt x="181275" y="812217"/>
                </a:lnTo>
                <a:close/>
              </a:path>
              <a:path w="1016635" h="1002029">
                <a:moveTo>
                  <a:pt x="192537" y="806364"/>
                </a:moveTo>
                <a:lnTo>
                  <a:pt x="181275" y="812217"/>
                </a:lnTo>
                <a:lnTo>
                  <a:pt x="187064" y="823468"/>
                </a:lnTo>
                <a:lnTo>
                  <a:pt x="198367" y="817753"/>
                </a:lnTo>
                <a:lnTo>
                  <a:pt x="192537" y="806364"/>
                </a:lnTo>
                <a:close/>
              </a:path>
              <a:path w="1016635" h="1002029">
                <a:moveTo>
                  <a:pt x="243198" y="780034"/>
                </a:moveTo>
                <a:lnTo>
                  <a:pt x="192537" y="806364"/>
                </a:lnTo>
                <a:lnTo>
                  <a:pt x="198367" y="817753"/>
                </a:lnTo>
                <a:lnTo>
                  <a:pt x="187064" y="823468"/>
                </a:lnTo>
                <a:lnTo>
                  <a:pt x="243898" y="823468"/>
                </a:lnTo>
                <a:lnTo>
                  <a:pt x="243198" y="780034"/>
                </a:lnTo>
                <a:close/>
              </a:path>
              <a:path w="1016635" h="1002029">
                <a:moveTo>
                  <a:pt x="517772" y="0"/>
                </a:moveTo>
                <a:lnTo>
                  <a:pt x="462781" y="2667"/>
                </a:lnTo>
                <a:lnTo>
                  <a:pt x="403599" y="10287"/>
                </a:lnTo>
                <a:lnTo>
                  <a:pt x="362451" y="18034"/>
                </a:lnTo>
                <a:lnTo>
                  <a:pt x="320922" y="28067"/>
                </a:lnTo>
                <a:lnTo>
                  <a:pt x="279393" y="40005"/>
                </a:lnTo>
                <a:lnTo>
                  <a:pt x="238626" y="53975"/>
                </a:lnTo>
                <a:lnTo>
                  <a:pt x="199256" y="69977"/>
                </a:lnTo>
                <a:lnTo>
                  <a:pt x="161664" y="87884"/>
                </a:lnTo>
                <a:lnTo>
                  <a:pt x="126612" y="107569"/>
                </a:lnTo>
                <a:lnTo>
                  <a:pt x="94735" y="129159"/>
                </a:lnTo>
                <a:lnTo>
                  <a:pt x="54095" y="164973"/>
                </a:lnTo>
                <a:lnTo>
                  <a:pt x="24123" y="204978"/>
                </a:lnTo>
                <a:lnTo>
                  <a:pt x="6597" y="249047"/>
                </a:lnTo>
                <a:lnTo>
                  <a:pt x="120" y="298069"/>
                </a:lnTo>
                <a:lnTo>
                  <a:pt x="0" y="315595"/>
                </a:lnTo>
                <a:lnTo>
                  <a:pt x="882" y="333629"/>
                </a:lnTo>
                <a:lnTo>
                  <a:pt x="8756" y="390525"/>
                </a:lnTo>
                <a:lnTo>
                  <a:pt x="18154" y="430784"/>
                </a:lnTo>
                <a:lnTo>
                  <a:pt x="30473" y="472694"/>
                </a:lnTo>
                <a:lnTo>
                  <a:pt x="45459" y="516255"/>
                </a:lnTo>
                <a:lnTo>
                  <a:pt x="72256" y="583946"/>
                </a:lnTo>
                <a:lnTo>
                  <a:pt x="92576" y="630555"/>
                </a:lnTo>
                <a:lnTo>
                  <a:pt x="114547" y="678180"/>
                </a:lnTo>
                <a:lnTo>
                  <a:pt x="137915" y="726567"/>
                </a:lnTo>
                <a:lnTo>
                  <a:pt x="162426" y="775589"/>
                </a:lnTo>
                <a:lnTo>
                  <a:pt x="181275" y="812217"/>
                </a:lnTo>
                <a:lnTo>
                  <a:pt x="192537" y="806364"/>
                </a:lnTo>
                <a:lnTo>
                  <a:pt x="173856" y="769874"/>
                </a:lnTo>
                <a:lnTo>
                  <a:pt x="149345" y="720979"/>
                </a:lnTo>
                <a:lnTo>
                  <a:pt x="126104" y="672846"/>
                </a:lnTo>
                <a:lnTo>
                  <a:pt x="104260" y="625475"/>
                </a:lnTo>
                <a:lnTo>
                  <a:pt x="84067" y="579120"/>
                </a:lnTo>
                <a:lnTo>
                  <a:pt x="65652" y="534035"/>
                </a:lnTo>
                <a:lnTo>
                  <a:pt x="49566" y="490093"/>
                </a:lnTo>
                <a:lnTo>
                  <a:pt x="36188" y="448183"/>
                </a:lnTo>
                <a:lnTo>
                  <a:pt x="25520" y="407797"/>
                </a:lnTo>
                <a:lnTo>
                  <a:pt x="17773" y="369189"/>
                </a:lnTo>
                <a:lnTo>
                  <a:pt x="12693" y="315595"/>
                </a:lnTo>
                <a:lnTo>
                  <a:pt x="12749" y="298069"/>
                </a:lnTo>
                <a:lnTo>
                  <a:pt x="18789" y="252603"/>
                </a:lnTo>
                <a:lnTo>
                  <a:pt x="34791" y="211836"/>
                </a:lnTo>
                <a:lnTo>
                  <a:pt x="63112" y="173990"/>
                </a:lnTo>
                <a:lnTo>
                  <a:pt x="102101" y="139573"/>
                </a:lnTo>
                <a:lnTo>
                  <a:pt x="149853" y="108712"/>
                </a:lnTo>
                <a:lnTo>
                  <a:pt x="185413" y="90297"/>
                </a:lnTo>
                <a:lnTo>
                  <a:pt x="242817" y="66040"/>
                </a:lnTo>
                <a:lnTo>
                  <a:pt x="282949" y="52197"/>
                </a:lnTo>
                <a:lnTo>
                  <a:pt x="323843" y="40386"/>
                </a:lnTo>
                <a:lnTo>
                  <a:pt x="364864" y="30480"/>
                </a:lnTo>
                <a:lnTo>
                  <a:pt x="405377" y="22860"/>
                </a:lnTo>
                <a:lnTo>
                  <a:pt x="444747" y="17272"/>
                </a:lnTo>
                <a:lnTo>
                  <a:pt x="500246" y="12954"/>
                </a:lnTo>
                <a:lnTo>
                  <a:pt x="517518" y="12700"/>
                </a:lnTo>
                <a:lnTo>
                  <a:pt x="623238" y="12700"/>
                </a:lnTo>
                <a:lnTo>
                  <a:pt x="617721" y="11430"/>
                </a:lnTo>
                <a:lnTo>
                  <a:pt x="566921" y="2794"/>
                </a:lnTo>
                <a:lnTo>
                  <a:pt x="534663" y="381"/>
                </a:lnTo>
                <a:lnTo>
                  <a:pt x="517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38400" y="5422901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609600" h="127000">
                <a:moveTo>
                  <a:pt x="482600" y="0"/>
                </a:moveTo>
                <a:lnTo>
                  <a:pt x="482600" y="127000"/>
                </a:lnTo>
                <a:lnTo>
                  <a:pt x="596900" y="69850"/>
                </a:lnTo>
                <a:lnTo>
                  <a:pt x="495300" y="69850"/>
                </a:lnTo>
                <a:lnTo>
                  <a:pt x="495300" y="57150"/>
                </a:lnTo>
                <a:lnTo>
                  <a:pt x="596900" y="57150"/>
                </a:lnTo>
                <a:lnTo>
                  <a:pt x="482600" y="0"/>
                </a:lnTo>
                <a:close/>
              </a:path>
              <a:path w="609600" h="127000">
                <a:moveTo>
                  <a:pt x="4826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482600" y="69850"/>
                </a:lnTo>
                <a:lnTo>
                  <a:pt x="482600" y="57150"/>
                </a:lnTo>
                <a:close/>
              </a:path>
              <a:path w="609600" h="127000">
                <a:moveTo>
                  <a:pt x="596900" y="57150"/>
                </a:moveTo>
                <a:lnTo>
                  <a:pt x="495300" y="57150"/>
                </a:lnTo>
                <a:lnTo>
                  <a:pt x="495300" y="69850"/>
                </a:lnTo>
                <a:lnTo>
                  <a:pt x="596900" y="69850"/>
                </a:lnTo>
                <a:lnTo>
                  <a:pt x="609600" y="63500"/>
                </a:lnTo>
                <a:lnTo>
                  <a:pt x="5969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86200" y="5422901"/>
            <a:ext cx="2209800" cy="127000"/>
          </a:xfrm>
          <a:custGeom>
            <a:avLst/>
            <a:gdLst/>
            <a:ahLst/>
            <a:cxnLst/>
            <a:rect l="l" t="t" r="r" b="b"/>
            <a:pathLst>
              <a:path w="2209800" h="127000">
                <a:moveTo>
                  <a:pt x="2082800" y="0"/>
                </a:moveTo>
                <a:lnTo>
                  <a:pt x="2082800" y="127000"/>
                </a:lnTo>
                <a:lnTo>
                  <a:pt x="2197100" y="69850"/>
                </a:lnTo>
                <a:lnTo>
                  <a:pt x="2095500" y="69850"/>
                </a:lnTo>
                <a:lnTo>
                  <a:pt x="2095500" y="57150"/>
                </a:lnTo>
                <a:lnTo>
                  <a:pt x="2197100" y="57150"/>
                </a:lnTo>
                <a:lnTo>
                  <a:pt x="2082800" y="0"/>
                </a:lnTo>
                <a:close/>
              </a:path>
              <a:path w="2209800" h="127000">
                <a:moveTo>
                  <a:pt x="20828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082800" y="69850"/>
                </a:lnTo>
                <a:lnTo>
                  <a:pt x="2082800" y="57150"/>
                </a:lnTo>
                <a:close/>
              </a:path>
              <a:path w="2209800" h="127000">
                <a:moveTo>
                  <a:pt x="2197100" y="57150"/>
                </a:moveTo>
                <a:lnTo>
                  <a:pt x="2095500" y="57150"/>
                </a:lnTo>
                <a:lnTo>
                  <a:pt x="2095500" y="69850"/>
                </a:lnTo>
                <a:lnTo>
                  <a:pt x="2197100" y="69850"/>
                </a:lnTo>
                <a:lnTo>
                  <a:pt x="2209800" y="63500"/>
                </a:lnTo>
                <a:lnTo>
                  <a:pt x="21971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484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96000" y="49530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1143000" h="1066800">
                <a:moveTo>
                  <a:pt x="0" y="533400"/>
                </a:moveTo>
                <a:lnTo>
                  <a:pt x="2098" y="487368"/>
                </a:lnTo>
                <a:lnTo>
                  <a:pt x="8277" y="442426"/>
                </a:lnTo>
                <a:lnTo>
                  <a:pt x="18367" y="398732"/>
                </a:lnTo>
                <a:lnTo>
                  <a:pt x="32195" y="356448"/>
                </a:lnTo>
                <a:lnTo>
                  <a:pt x="49589" y="315731"/>
                </a:lnTo>
                <a:lnTo>
                  <a:pt x="70379" y="276744"/>
                </a:lnTo>
                <a:lnTo>
                  <a:pt x="94392" y="239645"/>
                </a:lnTo>
                <a:lnTo>
                  <a:pt x="121457" y="204594"/>
                </a:lnTo>
                <a:lnTo>
                  <a:pt x="151402" y="171752"/>
                </a:lnTo>
                <a:lnTo>
                  <a:pt x="184056" y="141279"/>
                </a:lnTo>
                <a:lnTo>
                  <a:pt x="219246" y="113334"/>
                </a:lnTo>
                <a:lnTo>
                  <a:pt x="256802" y="88078"/>
                </a:lnTo>
                <a:lnTo>
                  <a:pt x="296551" y="65670"/>
                </a:lnTo>
                <a:lnTo>
                  <a:pt x="338322" y="46271"/>
                </a:lnTo>
                <a:lnTo>
                  <a:pt x="381944" y="30040"/>
                </a:lnTo>
                <a:lnTo>
                  <a:pt x="427244" y="17137"/>
                </a:lnTo>
                <a:lnTo>
                  <a:pt x="474051" y="7723"/>
                </a:lnTo>
                <a:lnTo>
                  <a:pt x="522193" y="1957"/>
                </a:lnTo>
                <a:lnTo>
                  <a:pt x="571500" y="0"/>
                </a:lnTo>
                <a:lnTo>
                  <a:pt x="620806" y="1957"/>
                </a:lnTo>
                <a:lnTo>
                  <a:pt x="668948" y="7723"/>
                </a:lnTo>
                <a:lnTo>
                  <a:pt x="715755" y="17137"/>
                </a:lnTo>
                <a:lnTo>
                  <a:pt x="761055" y="30040"/>
                </a:lnTo>
                <a:lnTo>
                  <a:pt x="804677" y="46271"/>
                </a:lnTo>
                <a:lnTo>
                  <a:pt x="846448" y="65670"/>
                </a:lnTo>
                <a:lnTo>
                  <a:pt x="886197" y="88078"/>
                </a:lnTo>
                <a:lnTo>
                  <a:pt x="923753" y="113334"/>
                </a:lnTo>
                <a:lnTo>
                  <a:pt x="958943" y="141279"/>
                </a:lnTo>
                <a:lnTo>
                  <a:pt x="991597" y="171752"/>
                </a:lnTo>
                <a:lnTo>
                  <a:pt x="1021542" y="204594"/>
                </a:lnTo>
                <a:lnTo>
                  <a:pt x="1048607" y="239645"/>
                </a:lnTo>
                <a:lnTo>
                  <a:pt x="1072620" y="276744"/>
                </a:lnTo>
                <a:lnTo>
                  <a:pt x="1093410" y="315731"/>
                </a:lnTo>
                <a:lnTo>
                  <a:pt x="1110804" y="356448"/>
                </a:lnTo>
                <a:lnTo>
                  <a:pt x="1124632" y="398732"/>
                </a:lnTo>
                <a:lnTo>
                  <a:pt x="1134722" y="442426"/>
                </a:lnTo>
                <a:lnTo>
                  <a:pt x="1140901" y="487368"/>
                </a:lnTo>
                <a:lnTo>
                  <a:pt x="1143000" y="533400"/>
                </a:lnTo>
                <a:lnTo>
                  <a:pt x="1140901" y="579423"/>
                </a:lnTo>
                <a:lnTo>
                  <a:pt x="1134722" y="624360"/>
                </a:lnTo>
                <a:lnTo>
                  <a:pt x="1124632" y="668049"/>
                </a:lnTo>
                <a:lnTo>
                  <a:pt x="1110804" y="710331"/>
                </a:lnTo>
                <a:lnTo>
                  <a:pt x="1093410" y="751046"/>
                </a:lnTo>
                <a:lnTo>
                  <a:pt x="1072620" y="790033"/>
                </a:lnTo>
                <a:lnTo>
                  <a:pt x="1048607" y="827132"/>
                </a:lnTo>
                <a:lnTo>
                  <a:pt x="1021542" y="862183"/>
                </a:lnTo>
                <a:lnTo>
                  <a:pt x="991597" y="895027"/>
                </a:lnTo>
                <a:lnTo>
                  <a:pt x="958943" y="925502"/>
                </a:lnTo>
                <a:lnTo>
                  <a:pt x="923753" y="953449"/>
                </a:lnTo>
                <a:lnTo>
                  <a:pt x="886197" y="978708"/>
                </a:lnTo>
                <a:lnTo>
                  <a:pt x="846448" y="1001119"/>
                </a:lnTo>
                <a:lnTo>
                  <a:pt x="804677" y="1020521"/>
                </a:lnTo>
                <a:lnTo>
                  <a:pt x="761055" y="1036754"/>
                </a:lnTo>
                <a:lnTo>
                  <a:pt x="715755" y="1049659"/>
                </a:lnTo>
                <a:lnTo>
                  <a:pt x="668948" y="1059075"/>
                </a:lnTo>
                <a:lnTo>
                  <a:pt x="620806" y="1064842"/>
                </a:lnTo>
                <a:lnTo>
                  <a:pt x="571500" y="1066800"/>
                </a:lnTo>
                <a:lnTo>
                  <a:pt x="522193" y="1064842"/>
                </a:lnTo>
                <a:lnTo>
                  <a:pt x="474051" y="1059075"/>
                </a:lnTo>
                <a:lnTo>
                  <a:pt x="427244" y="1049659"/>
                </a:lnTo>
                <a:lnTo>
                  <a:pt x="381944" y="1036754"/>
                </a:lnTo>
                <a:lnTo>
                  <a:pt x="338322" y="1020521"/>
                </a:lnTo>
                <a:lnTo>
                  <a:pt x="296551" y="1001119"/>
                </a:lnTo>
                <a:lnTo>
                  <a:pt x="256802" y="978708"/>
                </a:lnTo>
                <a:lnTo>
                  <a:pt x="219246" y="953449"/>
                </a:lnTo>
                <a:lnTo>
                  <a:pt x="184056" y="925502"/>
                </a:lnTo>
                <a:lnTo>
                  <a:pt x="151402" y="895027"/>
                </a:lnTo>
                <a:lnTo>
                  <a:pt x="121457" y="862183"/>
                </a:lnTo>
                <a:lnTo>
                  <a:pt x="94392" y="827132"/>
                </a:lnTo>
                <a:lnTo>
                  <a:pt x="70379" y="790033"/>
                </a:lnTo>
                <a:lnTo>
                  <a:pt x="49589" y="751046"/>
                </a:lnTo>
                <a:lnTo>
                  <a:pt x="32195" y="710331"/>
                </a:lnTo>
                <a:lnTo>
                  <a:pt x="18367" y="668049"/>
                </a:lnTo>
                <a:lnTo>
                  <a:pt x="8277" y="624360"/>
                </a:lnTo>
                <a:lnTo>
                  <a:pt x="2098" y="579423"/>
                </a:lnTo>
                <a:lnTo>
                  <a:pt x="0" y="5334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825058" y="3529699"/>
            <a:ext cx="1601471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86460" algn="l"/>
              </a:tabLst>
            </a:pPr>
            <a:r>
              <a:rPr sz="3600" i="1" spc="65" dirty="0">
                <a:latin typeface="Times New Roman"/>
                <a:cs typeface="Times New Roman"/>
              </a:rPr>
              <a:t>a	</a:t>
            </a:r>
            <a:r>
              <a:rPr sz="3600" i="1" spc="40" dirty="0">
                <a:latin typeface="Times New Roman"/>
                <a:cs typeface="Times New Roman"/>
              </a:rPr>
              <a:t>a</a:t>
            </a:r>
            <a:r>
              <a:rPr sz="3600" spc="40" dirty="0">
                <a:latin typeface="Times New Roman"/>
                <a:cs typeface="Times New Roman"/>
              </a:rPr>
              <a:t>,</a:t>
            </a:r>
            <a:r>
              <a:rPr sz="3600" spc="-525" dirty="0">
                <a:latin typeface="Times New Roman"/>
                <a:cs typeface="Times New Roman"/>
              </a:rPr>
              <a:t> </a:t>
            </a:r>
            <a:r>
              <a:rPr sz="3600" i="1" spc="80" dirty="0">
                <a:latin typeface="Times New Roman"/>
                <a:cs typeface="Times New Roman"/>
              </a:rPr>
              <a:t>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67865" y="3657605"/>
            <a:ext cx="900415" cy="447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517775" y="5001208"/>
            <a:ext cx="900388" cy="447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590800" y="3429000"/>
            <a:ext cx="2057400" cy="762000"/>
          </a:xfrm>
          <a:custGeom>
            <a:avLst/>
            <a:gdLst/>
            <a:ahLst/>
            <a:cxnLst/>
            <a:rect l="l" t="t" r="r" b="b"/>
            <a:pathLst>
              <a:path w="2057400" h="762000">
                <a:moveTo>
                  <a:pt x="0" y="381000"/>
                </a:moveTo>
                <a:lnTo>
                  <a:pt x="8661" y="331327"/>
                </a:lnTo>
                <a:lnTo>
                  <a:pt x="33921" y="283587"/>
                </a:lnTo>
                <a:lnTo>
                  <a:pt x="74697" y="238181"/>
                </a:lnTo>
                <a:lnTo>
                  <a:pt x="129905" y="195511"/>
                </a:lnTo>
                <a:lnTo>
                  <a:pt x="162582" y="175327"/>
                </a:lnTo>
                <a:lnTo>
                  <a:pt x="198461" y="155978"/>
                </a:lnTo>
                <a:lnTo>
                  <a:pt x="237406" y="137513"/>
                </a:lnTo>
                <a:lnTo>
                  <a:pt x="279281" y="119984"/>
                </a:lnTo>
                <a:lnTo>
                  <a:pt x="323951" y="103439"/>
                </a:lnTo>
                <a:lnTo>
                  <a:pt x="371281" y="87929"/>
                </a:lnTo>
                <a:lnTo>
                  <a:pt x="421136" y="73505"/>
                </a:lnTo>
                <a:lnTo>
                  <a:pt x="473378" y="60216"/>
                </a:lnTo>
                <a:lnTo>
                  <a:pt x="527874" y="48114"/>
                </a:lnTo>
                <a:lnTo>
                  <a:pt x="584488" y="37247"/>
                </a:lnTo>
                <a:lnTo>
                  <a:pt x="643084" y="27666"/>
                </a:lnTo>
                <a:lnTo>
                  <a:pt x="703527" y="19421"/>
                </a:lnTo>
                <a:lnTo>
                  <a:pt x="765681" y="12563"/>
                </a:lnTo>
                <a:lnTo>
                  <a:pt x="829410" y="7142"/>
                </a:lnTo>
                <a:lnTo>
                  <a:pt x="894580" y="3207"/>
                </a:lnTo>
                <a:lnTo>
                  <a:pt x="961055" y="810"/>
                </a:lnTo>
                <a:lnTo>
                  <a:pt x="1028700" y="0"/>
                </a:lnTo>
                <a:lnTo>
                  <a:pt x="1096344" y="810"/>
                </a:lnTo>
                <a:lnTo>
                  <a:pt x="1162819" y="3207"/>
                </a:lnTo>
                <a:lnTo>
                  <a:pt x="1227989" y="7142"/>
                </a:lnTo>
                <a:lnTo>
                  <a:pt x="1291718" y="12563"/>
                </a:lnTo>
                <a:lnTo>
                  <a:pt x="1353872" y="19421"/>
                </a:lnTo>
                <a:lnTo>
                  <a:pt x="1414315" y="27666"/>
                </a:lnTo>
                <a:lnTo>
                  <a:pt x="1472911" y="37247"/>
                </a:lnTo>
                <a:lnTo>
                  <a:pt x="1529525" y="48114"/>
                </a:lnTo>
                <a:lnTo>
                  <a:pt x="1584021" y="60216"/>
                </a:lnTo>
                <a:lnTo>
                  <a:pt x="1636263" y="73505"/>
                </a:lnTo>
                <a:lnTo>
                  <a:pt x="1686118" y="87929"/>
                </a:lnTo>
                <a:lnTo>
                  <a:pt x="1733448" y="103439"/>
                </a:lnTo>
                <a:lnTo>
                  <a:pt x="1778118" y="119984"/>
                </a:lnTo>
                <a:lnTo>
                  <a:pt x="1819993" y="137513"/>
                </a:lnTo>
                <a:lnTo>
                  <a:pt x="1858938" y="155978"/>
                </a:lnTo>
                <a:lnTo>
                  <a:pt x="1894817" y="175327"/>
                </a:lnTo>
                <a:lnTo>
                  <a:pt x="1927494" y="195511"/>
                </a:lnTo>
                <a:lnTo>
                  <a:pt x="1982702" y="238181"/>
                </a:lnTo>
                <a:lnTo>
                  <a:pt x="2023478" y="283587"/>
                </a:lnTo>
                <a:lnTo>
                  <a:pt x="2048738" y="331327"/>
                </a:lnTo>
                <a:lnTo>
                  <a:pt x="2057400" y="381000"/>
                </a:lnTo>
                <a:lnTo>
                  <a:pt x="2055212" y="406052"/>
                </a:lnTo>
                <a:lnTo>
                  <a:pt x="2048738" y="430672"/>
                </a:lnTo>
                <a:lnTo>
                  <a:pt x="2023478" y="478412"/>
                </a:lnTo>
                <a:lnTo>
                  <a:pt x="1982702" y="523818"/>
                </a:lnTo>
                <a:lnTo>
                  <a:pt x="1927494" y="566488"/>
                </a:lnTo>
                <a:lnTo>
                  <a:pt x="1894817" y="586672"/>
                </a:lnTo>
                <a:lnTo>
                  <a:pt x="1858938" y="606021"/>
                </a:lnTo>
                <a:lnTo>
                  <a:pt x="1819993" y="624486"/>
                </a:lnTo>
                <a:lnTo>
                  <a:pt x="1778118" y="642015"/>
                </a:lnTo>
                <a:lnTo>
                  <a:pt x="1733448" y="658560"/>
                </a:lnTo>
                <a:lnTo>
                  <a:pt x="1686118" y="674070"/>
                </a:lnTo>
                <a:lnTo>
                  <a:pt x="1636263" y="688494"/>
                </a:lnTo>
                <a:lnTo>
                  <a:pt x="1584021" y="701783"/>
                </a:lnTo>
                <a:lnTo>
                  <a:pt x="1529525" y="713885"/>
                </a:lnTo>
                <a:lnTo>
                  <a:pt x="1472911" y="724752"/>
                </a:lnTo>
                <a:lnTo>
                  <a:pt x="1414315" y="734333"/>
                </a:lnTo>
                <a:lnTo>
                  <a:pt x="1353872" y="742578"/>
                </a:lnTo>
                <a:lnTo>
                  <a:pt x="1291718" y="749436"/>
                </a:lnTo>
                <a:lnTo>
                  <a:pt x="1227989" y="754857"/>
                </a:lnTo>
                <a:lnTo>
                  <a:pt x="1162819" y="758792"/>
                </a:lnTo>
                <a:lnTo>
                  <a:pt x="1096344" y="761189"/>
                </a:lnTo>
                <a:lnTo>
                  <a:pt x="1028700" y="762000"/>
                </a:lnTo>
                <a:lnTo>
                  <a:pt x="961055" y="761189"/>
                </a:lnTo>
                <a:lnTo>
                  <a:pt x="894580" y="758792"/>
                </a:lnTo>
                <a:lnTo>
                  <a:pt x="829410" y="754857"/>
                </a:lnTo>
                <a:lnTo>
                  <a:pt x="765681" y="749436"/>
                </a:lnTo>
                <a:lnTo>
                  <a:pt x="703527" y="742578"/>
                </a:lnTo>
                <a:lnTo>
                  <a:pt x="643084" y="734333"/>
                </a:lnTo>
                <a:lnTo>
                  <a:pt x="584488" y="724752"/>
                </a:lnTo>
                <a:lnTo>
                  <a:pt x="527874" y="713885"/>
                </a:lnTo>
                <a:lnTo>
                  <a:pt x="473378" y="701783"/>
                </a:lnTo>
                <a:lnTo>
                  <a:pt x="421136" y="688494"/>
                </a:lnTo>
                <a:lnTo>
                  <a:pt x="371281" y="674070"/>
                </a:lnTo>
                <a:lnTo>
                  <a:pt x="323951" y="658560"/>
                </a:lnTo>
                <a:lnTo>
                  <a:pt x="279281" y="642015"/>
                </a:lnTo>
                <a:lnTo>
                  <a:pt x="237406" y="624486"/>
                </a:lnTo>
                <a:lnTo>
                  <a:pt x="198461" y="606021"/>
                </a:lnTo>
                <a:lnTo>
                  <a:pt x="162582" y="586672"/>
                </a:lnTo>
                <a:lnTo>
                  <a:pt x="129905" y="566488"/>
                </a:lnTo>
                <a:lnTo>
                  <a:pt x="74697" y="523818"/>
                </a:lnTo>
                <a:lnTo>
                  <a:pt x="33921" y="478412"/>
                </a:lnTo>
                <a:lnTo>
                  <a:pt x="8661" y="430672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315103" y="4875310"/>
            <a:ext cx="464820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54"/>
              </a:lnSpc>
            </a:pPr>
            <a:r>
              <a:rPr sz="3600" spc="25" dirty="0">
                <a:latin typeface="Times New Roman"/>
                <a:cs typeface="Times New Roman"/>
              </a:rPr>
              <a:t>,</a:t>
            </a:r>
            <a:r>
              <a:rPr sz="3600" spc="-520" dirty="0">
                <a:latin typeface="Times New Roman"/>
                <a:cs typeface="Times New Roman"/>
              </a:rPr>
              <a:t> </a:t>
            </a:r>
            <a:r>
              <a:rPr sz="3600" i="1" spc="65" dirty="0">
                <a:latin typeface="Times New Roman"/>
                <a:cs typeface="Times New Roman"/>
              </a:rPr>
              <a:t>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51640" y="5137963"/>
            <a:ext cx="43180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79"/>
              </a:lnSpc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12845" y="5147476"/>
            <a:ext cx="3987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00"/>
              </a:lnSpc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155372" y="466044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751" y="467089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3115" y="44553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4493" y="446577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83247" y="440533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5735" y="4876789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58932" y="487531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508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419100" y="0"/>
                </a:moveTo>
                <a:lnTo>
                  <a:pt x="370213" y="2563"/>
                </a:lnTo>
                <a:lnTo>
                  <a:pt x="322985" y="10061"/>
                </a:lnTo>
                <a:lnTo>
                  <a:pt x="277731" y="22209"/>
                </a:lnTo>
                <a:lnTo>
                  <a:pt x="234764" y="38722"/>
                </a:lnTo>
                <a:lnTo>
                  <a:pt x="194399" y="59312"/>
                </a:lnTo>
                <a:lnTo>
                  <a:pt x="156949" y="83695"/>
                </a:lnTo>
                <a:lnTo>
                  <a:pt x="122729" y="111585"/>
                </a:lnTo>
                <a:lnTo>
                  <a:pt x="92053" y="142696"/>
                </a:lnTo>
                <a:lnTo>
                  <a:pt x="65234" y="176742"/>
                </a:lnTo>
                <a:lnTo>
                  <a:pt x="42587" y="213437"/>
                </a:lnTo>
                <a:lnTo>
                  <a:pt x="24426" y="252497"/>
                </a:lnTo>
                <a:lnTo>
                  <a:pt x="11065" y="293634"/>
                </a:lnTo>
                <a:lnTo>
                  <a:pt x="2818" y="336563"/>
                </a:lnTo>
                <a:lnTo>
                  <a:pt x="0" y="381000"/>
                </a:lnTo>
                <a:lnTo>
                  <a:pt x="2818" y="425433"/>
                </a:lnTo>
                <a:lnTo>
                  <a:pt x="11065" y="468361"/>
                </a:lnTo>
                <a:lnTo>
                  <a:pt x="24426" y="509497"/>
                </a:lnTo>
                <a:lnTo>
                  <a:pt x="42587" y="548556"/>
                </a:lnTo>
                <a:lnTo>
                  <a:pt x="65234" y="585252"/>
                </a:lnTo>
                <a:lnTo>
                  <a:pt x="92053" y="619298"/>
                </a:lnTo>
                <a:lnTo>
                  <a:pt x="122729" y="650409"/>
                </a:lnTo>
                <a:lnTo>
                  <a:pt x="156949" y="678300"/>
                </a:lnTo>
                <a:lnTo>
                  <a:pt x="194399" y="702684"/>
                </a:lnTo>
                <a:lnTo>
                  <a:pt x="234764" y="723275"/>
                </a:lnTo>
                <a:lnTo>
                  <a:pt x="277731" y="739788"/>
                </a:lnTo>
                <a:lnTo>
                  <a:pt x="322985" y="751937"/>
                </a:lnTo>
                <a:lnTo>
                  <a:pt x="370213" y="759436"/>
                </a:lnTo>
                <a:lnTo>
                  <a:pt x="419100" y="762000"/>
                </a:lnTo>
                <a:lnTo>
                  <a:pt x="467986" y="759436"/>
                </a:lnTo>
                <a:lnTo>
                  <a:pt x="515214" y="751937"/>
                </a:lnTo>
                <a:lnTo>
                  <a:pt x="560468" y="739788"/>
                </a:lnTo>
                <a:lnTo>
                  <a:pt x="603435" y="723275"/>
                </a:lnTo>
                <a:lnTo>
                  <a:pt x="643800" y="702684"/>
                </a:lnTo>
                <a:lnTo>
                  <a:pt x="681250" y="678300"/>
                </a:lnTo>
                <a:lnTo>
                  <a:pt x="715470" y="650409"/>
                </a:lnTo>
                <a:lnTo>
                  <a:pt x="746146" y="619298"/>
                </a:lnTo>
                <a:lnTo>
                  <a:pt x="772965" y="585252"/>
                </a:lnTo>
                <a:lnTo>
                  <a:pt x="795612" y="548556"/>
                </a:lnTo>
                <a:lnTo>
                  <a:pt x="813773" y="509497"/>
                </a:lnTo>
                <a:lnTo>
                  <a:pt x="827134" y="468361"/>
                </a:lnTo>
                <a:lnTo>
                  <a:pt x="835381" y="425433"/>
                </a:lnTo>
                <a:lnTo>
                  <a:pt x="838200" y="381000"/>
                </a:lnTo>
                <a:lnTo>
                  <a:pt x="835381" y="336563"/>
                </a:lnTo>
                <a:lnTo>
                  <a:pt x="827134" y="293634"/>
                </a:lnTo>
                <a:lnTo>
                  <a:pt x="813773" y="252497"/>
                </a:lnTo>
                <a:lnTo>
                  <a:pt x="795612" y="213437"/>
                </a:lnTo>
                <a:lnTo>
                  <a:pt x="772965" y="176742"/>
                </a:lnTo>
                <a:lnTo>
                  <a:pt x="746146" y="142696"/>
                </a:lnTo>
                <a:lnTo>
                  <a:pt x="715470" y="111585"/>
                </a:lnTo>
                <a:lnTo>
                  <a:pt x="681250" y="83695"/>
                </a:lnTo>
                <a:lnTo>
                  <a:pt x="643800" y="59312"/>
                </a:lnTo>
                <a:lnTo>
                  <a:pt x="603435" y="38722"/>
                </a:lnTo>
                <a:lnTo>
                  <a:pt x="560468" y="22209"/>
                </a:lnTo>
                <a:lnTo>
                  <a:pt x="515214" y="10061"/>
                </a:lnTo>
                <a:lnTo>
                  <a:pt x="467986" y="2563"/>
                </a:lnTo>
                <a:lnTo>
                  <a:pt x="419100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18100" y="1069975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69850" y="114300"/>
                </a:moveTo>
                <a:lnTo>
                  <a:pt x="57150" y="114300"/>
                </a:lnTo>
                <a:lnTo>
                  <a:pt x="57150" y="457200"/>
                </a:lnTo>
                <a:lnTo>
                  <a:pt x="69850" y="457200"/>
                </a:lnTo>
                <a:lnTo>
                  <a:pt x="69850" y="114300"/>
                </a:lnTo>
                <a:close/>
              </a:path>
              <a:path w="127000" h="4572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4572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58139" y="1362937"/>
            <a:ext cx="431800" cy="560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068196"/>
              </p:ext>
            </p:extLst>
          </p:nvPr>
        </p:nvGraphicFramePr>
        <p:xfrm>
          <a:off x="2584451" y="374650"/>
          <a:ext cx="5105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3031116" y="4183379"/>
            <a:ext cx="1016635" cy="1002030"/>
          </a:xfrm>
          <a:custGeom>
            <a:avLst/>
            <a:gdLst/>
            <a:ahLst/>
            <a:cxnLst/>
            <a:rect l="l" t="t" r="r" b="b"/>
            <a:pathLst>
              <a:path w="1016635" h="1002029">
                <a:moveTo>
                  <a:pt x="623238" y="12700"/>
                </a:moveTo>
                <a:lnTo>
                  <a:pt x="517518" y="12700"/>
                </a:lnTo>
                <a:lnTo>
                  <a:pt x="534028" y="13081"/>
                </a:lnTo>
                <a:lnTo>
                  <a:pt x="549649" y="13970"/>
                </a:lnTo>
                <a:lnTo>
                  <a:pt x="597909" y="20320"/>
                </a:lnTo>
                <a:lnTo>
                  <a:pt x="649852" y="32385"/>
                </a:lnTo>
                <a:lnTo>
                  <a:pt x="721988" y="56515"/>
                </a:lnTo>
                <a:lnTo>
                  <a:pt x="758056" y="71755"/>
                </a:lnTo>
                <a:lnTo>
                  <a:pt x="793616" y="89027"/>
                </a:lnTo>
                <a:lnTo>
                  <a:pt x="827906" y="108204"/>
                </a:lnTo>
                <a:lnTo>
                  <a:pt x="860672" y="129159"/>
                </a:lnTo>
                <a:lnTo>
                  <a:pt x="905503" y="163449"/>
                </a:lnTo>
                <a:lnTo>
                  <a:pt x="943730" y="201041"/>
                </a:lnTo>
                <a:lnTo>
                  <a:pt x="973702" y="241300"/>
                </a:lnTo>
                <a:lnTo>
                  <a:pt x="993895" y="283718"/>
                </a:lnTo>
                <a:lnTo>
                  <a:pt x="1002912" y="328422"/>
                </a:lnTo>
                <a:lnTo>
                  <a:pt x="1003674" y="344424"/>
                </a:lnTo>
                <a:lnTo>
                  <a:pt x="1003420" y="360807"/>
                </a:lnTo>
                <a:lnTo>
                  <a:pt x="996689" y="413385"/>
                </a:lnTo>
                <a:lnTo>
                  <a:pt x="987672" y="450850"/>
                </a:lnTo>
                <a:lnTo>
                  <a:pt x="975261" y="490347"/>
                </a:lnTo>
                <a:lnTo>
                  <a:pt x="959859" y="530987"/>
                </a:lnTo>
                <a:lnTo>
                  <a:pt x="941571" y="573151"/>
                </a:lnTo>
                <a:lnTo>
                  <a:pt x="920870" y="616712"/>
                </a:lnTo>
                <a:lnTo>
                  <a:pt x="897883" y="661543"/>
                </a:lnTo>
                <a:lnTo>
                  <a:pt x="872864" y="707263"/>
                </a:lnTo>
                <a:lnTo>
                  <a:pt x="846194" y="753872"/>
                </a:lnTo>
                <a:lnTo>
                  <a:pt x="818127" y="801116"/>
                </a:lnTo>
                <a:lnTo>
                  <a:pt x="788917" y="848995"/>
                </a:lnTo>
                <a:lnTo>
                  <a:pt x="758818" y="897382"/>
                </a:lnTo>
                <a:lnTo>
                  <a:pt x="697350" y="994791"/>
                </a:lnTo>
                <a:lnTo>
                  <a:pt x="708018" y="1001649"/>
                </a:lnTo>
                <a:lnTo>
                  <a:pt x="769613" y="904113"/>
                </a:lnTo>
                <a:lnTo>
                  <a:pt x="799712" y="855726"/>
                </a:lnTo>
                <a:lnTo>
                  <a:pt x="828922" y="807847"/>
                </a:lnTo>
                <a:lnTo>
                  <a:pt x="857116" y="760222"/>
                </a:lnTo>
                <a:lnTo>
                  <a:pt x="883913" y="713486"/>
                </a:lnTo>
                <a:lnTo>
                  <a:pt x="909059" y="667639"/>
                </a:lnTo>
                <a:lnTo>
                  <a:pt x="932173" y="622554"/>
                </a:lnTo>
                <a:lnTo>
                  <a:pt x="953128" y="578612"/>
                </a:lnTo>
                <a:lnTo>
                  <a:pt x="971670" y="535813"/>
                </a:lnTo>
                <a:lnTo>
                  <a:pt x="987291" y="494411"/>
                </a:lnTo>
                <a:lnTo>
                  <a:pt x="999864" y="454406"/>
                </a:lnTo>
                <a:lnTo>
                  <a:pt x="1009135" y="416052"/>
                </a:lnTo>
                <a:lnTo>
                  <a:pt x="1016120" y="361823"/>
                </a:lnTo>
                <a:lnTo>
                  <a:pt x="1016363" y="344424"/>
                </a:lnTo>
                <a:lnTo>
                  <a:pt x="1015612" y="327787"/>
                </a:lnTo>
                <a:lnTo>
                  <a:pt x="1006087" y="280162"/>
                </a:lnTo>
                <a:lnTo>
                  <a:pt x="984751" y="234950"/>
                </a:lnTo>
                <a:lnTo>
                  <a:pt x="953509" y="192913"/>
                </a:lnTo>
                <a:lnTo>
                  <a:pt x="914012" y="154051"/>
                </a:lnTo>
                <a:lnTo>
                  <a:pt x="884040" y="130175"/>
                </a:lnTo>
                <a:lnTo>
                  <a:pt x="834637" y="97536"/>
                </a:lnTo>
                <a:lnTo>
                  <a:pt x="799839" y="77978"/>
                </a:lnTo>
                <a:lnTo>
                  <a:pt x="763644" y="60452"/>
                </a:lnTo>
                <a:lnTo>
                  <a:pt x="726814" y="44831"/>
                </a:lnTo>
                <a:lnTo>
                  <a:pt x="689984" y="31496"/>
                </a:lnTo>
                <a:lnTo>
                  <a:pt x="653408" y="20193"/>
                </a:lnTo>
                <a:lnTo>
                  <a:pt x="635374" y="15494"/>
                </a:lnTo>
                <a:lnTo>
                  <a:pt x="623238" y="12700"/>
                </a:lnTo>
                <a:close/>
              </a:path>
              <a:path w="1016635" h="1002029">
                <a:moveTo>
                  <a:pt x="181275" y="812217"/>
                </a:moveTo>
                <a:lnTo>
                  <a:pt x="130549" y="838581"/>
                </a:lnTo>
                <a:lnTo>
                  <a:pt x="245484" y="922020"/>
                </a:lnTo>
                <a:lnTo>
                  <a:pt x="243898" y="823468"/>
                </a:lnTo>
                <a:lnTo>
                  <a:pt x="187064" y="823468"/>
                </a:lnTo>
                <a:lnTo>
                  <a:pt x="181275" y="812217"/>
                </a:lnTo>
                <a:close/>
              </a:path>
              <a:path w="1016635" h="1002029">
                <a:moveTo>
                  <a:pt x="192537" y="806364"/>
                </a:moveTo>
                <a:lnTo>
                  <a:pt x="181275" y="812217"/>
                </a:lnTo>
                <a:lnTo>
                  <a:pt x="187064" y="823468"/>
                </a:lnTo>
                <a:lnTo>
                  <a:pt x="198367" y="817753"/>
                </a:lnTo>
                <a:lnTo>
                  <a:pt x="192537" y="806364"/>
                </a:lnTo>
                <a:close/>
              </a:path>
              <a:path w="1016635" h="1002029">
                <a:moveTo>
                  <a:pt x="243198" y="780034"/>
                </a:moveTo>
                <a:lnTo>
                  <a:pt x="192537" y="806364"/>
                </a:lnTo>
                <a:lnTo>
                  <a:pt x="198367" y="817753"/>
                </a:lnTo>
                <a:lnTo>
                  <a:pt x="187064" y="823468"/>
                </a:lnTo>
                <a:lnTo>
                  <a:pt x="243898" y="823468"/>
                </a:lnTo>
                <a:lnTo>
                  <a:pt x="243198" y="780034"/>
                </a:lnTo>
                <a:close/>
              </a:path>
              <a:path w="1016635" h="1002029">
                <a:moveTo>
                  <a:pt x="517772" y="0"/>
                </a:moveTo>
                <a:lnTo>
                  <a:pt x="462781" y="2667"/>
                </a:lnTo>
                <a:lnTo>
                  <a:pt x="403599" y="10287"/>
                </a:lnTo>
                <a:lnTo>
                  <a:pt x="362451" y="18034"/>
                </a:lnTo>
                <a:lnTo>
                  <a:pt x="320922" y="28067"/>
                </a:lnTo>
                <a:lnTo>
                  <a:pt x="279393" y="40005"/>
                </a:lnTo>
                <a:lnTo>
                  <a:pt x="238626" y="53975"/>
                </a:lnTo>
                <a:lnTo>
                  <a:pt x="199256" y="69977"/>
                </a:lnTo>
                <a:lnTo>
                  <a:pt x="161664" y="87884"/>
                </a:lnTo>
                <a:lnTo>
                  <a:pt x="126612" y="107569"/>
                </a:lnTo>
                <a:lnTo>
                  <a:pt x="94735" y="129159"/>
                </a:lnTo>
                <a:lnTo>
                  <a:pt x="54095" y="164973"/>
                </a:lnTo>
                <a:lnTo>
                  <a:pt x="24123" y="204978"/>
                </a:lnTo>
                <a:lnTo>
                  <a:pt x="6597" y="249047"/>
                </a:lnTo>
                <a:lnTo>
                  <a:pt x="120" y="298069"/>
                </a:lnTo>
                <a:lnTo>
                  <a:pt x="0" y="315595"/>
                </a:lnTo>
                <a:lnTo>
                  <a:pt x="882" y="333629"/>
                </a:lnTo>
                <a:lnTo>
                  <a:pt x="8756" y="390525"/>
                </a:lnTo>
                <a:lnTo>
                  <a:pt x="18154" y="430784"/>
                </a:lnTo>
                <a:lnTo>
                  <a:pt x="30473" y="472694"/>
                </a:lnTo>
                <a:lnTo>
                  <a:pt x="45459" y="516255"/>
                </a:lnTo>
                <a:lnTo>
                  <a:pt x="72256" y="583946"/>
                </a:lnTo>
                <a:lnTo>
                  <a:pt x="92576" y="630555"/>
                </a:lnTo>
                <a:lnTo>
                  <a:pt x="114547" y="678180"/>
                </a:lnTo>
                <a:lnTo>
                  <a:pt x="137915" y="726567"/>
                </a:lnTo>
                <a:lnTo>
                  <a:pt x="162426" y="775589"/>
                </a:lnTo>
                <a:lnTo>
                  <a:pt x="181275" y="812217"/>
                </a:lnTo>
                <a:lnTo>
                  <a:pt x="192537" y="806364"/>
                </a:lnTo>
                <a:lnTo>
                  <a:pt x="173856" y="769874"/>
                </a:lnTo>
                <a:lnTo>
                  <a:pt x="149345" y="720979"/>
                </a:lnTo>
                <a:lnTo>
                  <a:pt x="126104" y="672846"/>
                </a:lnTo>
                <a:lnTo>
                  <a:pt x="104260" y="625475"/>
                </a:lnTo>
                <a:lnTo>
                  <a:pt x="84067" y="579120"/>
                </a:lnTo>
                <a:lnTo>
                  <a:pt x="65652" y="534035"/>
                </a:lnTo>
                <a:lnTo>
                  <a:pt x="49566" y="490093"/>
                </a:lnTo>
                <a:lnTo>
                  <a:pt x="36188" y="448183"/>
                </a:lnTo>
                <a:lnTo>
                  <a:pt x="25520" y="407797"/>
                </a:lnTo>
                <a:lnTo>
                  <a:pt x="17773" y="369189"/>
                </a:lnTo>
                <a:lnTo>
                  <a:pt x="12693" y="315595"/>
                </a:lnTo>
                <a:lnTo>
                  <a:pt x="12749" y="298069"/>
                </a:lnTo>
                <a:lnTo>
                  <a:pt x="18789" y="252603"/>
                </a:lnTo>
                <a:lnTo>
                  <a:pt x="34791" y="211836"/>
                </a:lnTo>
                <a:lnTo>
                  <a:pt x="63112" y="173990"/>
                </a:lnTo>
                <a:lnTo>
                  <a:pt x="102101" y="139573"/>
                </a:lnTo>
                <a:lnTo>
                  <a:pt x="149853" y="108712"/>
                </a:lnTo>
                <a:lnTo>
                  <a:pt x="185413" y="90297"/>
                </a:lnTo>
                <a:lnTo>
                  <a:pt x="242817" y="66040"/>
                </a:lnTo>
                <a:lnTo>
                  <a:pt x="282949" y="52197"/>
                </a:lnTo>
                <a:lnTo>
                  <a:pt x="323843" y="40386"/>
                </a:lnTo>
                <a:lnTo>
                  <a:pt x="364864" y="30480"/>
                </a:lnTo>
                <a:lnTo>
                  <a:pt x="405377" y="22860"/>
                </a:lnTo>
                <a:lnTo>
                  <a:pt x="444747" y="17272"/>
                </a:lnTo>
                <a:lnTo>
                  <a:pt x="500246" y="12954"/>
                </a:lnTo>
                <a:lnTo>
                  <a:pt x="517518" y="12700"/>
                </a:lnTo>
                <a:lnTo>
                  <a:pt x="623238" y="12700"/>
                </a:lnTo>
                <a:lnTo>
                  <a:pt x="617721" y="11430"/>
                </a:lnTo>
                <a:lnTo>
                  <a:pt x="566921" y="2794"/>
                </a:lnTo>
                <a:lnTo>
                  <a:pt x="534663" y="381"/>
                </a:lnTo>
                <a:lnTo>
                  <a:pt x="517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38400" y="5422901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609600" h="127000">
                <a:moveTo>
                  <a:pt x="482600" y="0"/>
                </a:moveTo>
                <a:lnTo>
                  <a:pt x="482600" y="127000"/>
                </a:lnTo>
                <a:lnTo>
                  <a:pt x="596900" y="69850"/>
                </a:lnTo>
                <a:lnTo>
                  <a:pt x="495300" y="69850"/>
                </a:lnTo>
                <a:lnTo>
                  <a:pt x="495300" y="57150"/>
                </a:lnTo>
                <a:lnTo>
                  <a:pt x="596900" y="57150"/>
                </a:lnTo>
                <a:lnTo>
                  <a:pt x="482600" y="0"/>
                </a:lnTo>
                <a:close/>
              </a:path>
              <a:path w="609600" h="127000">
                <a:moveTo>
                  <a:pt x="4826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482600" y="69850"/>
                </a:lnTo>
                <a:lnTo>
                  <a:pt x="482600" y="57150"/>
                </a:lnTo>
                <a:close/>
              </a:path>
              <a:path w="609600" h="127000">
                <a:moveTo>
                  <a:pt x="596900" y="57150"/>
                </a:moveTo>
                <a:lnTo>
                  <a:pt x="495300" y="57150"/>
                </a:lnTo>
                <a:lnTo>
                  <a:pt x="495300" y="69850"/>
                </a:lnTo>
                <a:lnTo>
                  <a:pt x="596900" y="69850"/>
                </a:lnTo>
                <a:lnTo>
                  <a:pt x="609600" y="63500"/>
                </a:lnTo>
                <a:lnTo>
                  <a:pt x="5969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86200" y="5422901"/>
            <a:ext cx="2209800" cy="127000"/>
          </a:xfrm>
          <a:custGeom>
            <a:avLst/>
            <a:gdLst/>
            <a:ahLst/>
            <a:cxnLst/>
            <a:rect l="l" t="t" r="r" b="b"/>
            <a:pathLst>
              <a:path w="2209800" h="127000">
                <a:moveTo>
                  <a:pt x="2082800" y="0"/>
                </a:moveTo>
                <a:lnTo>
                  <a:pt x="2082800" y="127000"/>
                </a:lnTo>
                <a:lnTo>
                  <a:pt x="2197100" y="69850"/>
                </a:lnTo>
                <a:lnTo>
                  <a:pt x="2095500" y="69850"/>
                </a:lnTo>
                <a:lnTo>
                  <a:pt x="2095500" y="57150"/>
                </a:lnTo>
                <a:lnTo>
                  <a:pt x="2197100" y="57150"/>
                </a:lnTo>
                <a:lnTo>
                  <a:pt x="2082800" y="0"/>
                </a:lnTo>
                <a:close/>
              </a:path>
              <a:path w="2209800" h="127000">
                <a:moveTo>
                  <a:pt x="20828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082800" y="69850"/>
                </a:lnTo>
                <a:lnTo>
                  <a:pt x="2082800" y="57150"/>
                </a:lnTo>
                <a:close/>
              </a:path>
              <a:path w="2209800" h="127000">
                <a:moveTo>
                  <a:pt x="2197100" y="57150"/>
                </a:moveTo>
                <a:lnTo>
                  <a:pt x="2095500" y="57150"/>
                </a:lnTo>
                <a:lnTo>
                  <a:pt x="2095500" y="69850"/>
                </a:lnTo>
                <a:lnTo>
                  <a:pt x="2197100" y="69850"/>
                </a:lnTo>
                <a:lnTo>
                  <a:pt x="2209800" y="63500"/>
                </a:lnTo>
                <a:lnTo>
                  <a:pt x="21971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484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96000" y="49530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1143000" h="1066800">
                <a:moveTo>
                  <a:pt x="0" y="533400"/>
                </a:moveTo>
                <a:lnTo>
                  <a:pt x="2098" y="487368"/>
                </a:lnTo>
                <a:lnTo>
                  <a:pt x="8277" y="442426"/>
                </a:lnTo>
                <a:lnTo>
                  <a:pt x="18367" y="398732"/>
                </a:lnTo>
                <a:lnTo>
                  <a:pt x="32195" y="356448"/>
                </a:lnTo>
                <a:lnTo>
                  <a:pt x="49589" y="315731"/>
                </a:lnTo>
                <a:lnTo>
                  <a:pt x="70379" y="276744"/>
                </a:lnTo>
                <a:lnTo>
                  <a:pt x="94392" y="239645"/>
                </a:lnTo>
                <a:lnTo>
                  <a:pt x="121457" y="204594"/>
                </a:lnTo>
                <a:lnTo>
                  <a:pt x="151402" y="171752"/>
                </a:lnTo>
                <a:lnTo>
                  <a:pt x="184056" y="141279"/>
                </a:lnTo>
                <a:lnTo>
                  <a:pt x="219246" y="113334"/>
                </a:lnTo>
                <a:lnTo>
                  <a:pt x="256802" y="88078"/>
                </a:lnTo>
                <a:lnTo>
                  <a:pt x="296551" y="65670"/>
                </a:lnTo>
                <a:lnTo>
                  <a:pt x="338322" y="46271"/>
                </a:lnTo>
                <a:lnTo>
                  <a:pt x="381944" y="30040"/>
                </a:lnTo>
                <a:lnTo>
                  <a:pt x="427244" y="17137"/>
                </a:lnTo>
                <a:lnTo>
                  <a:pt x="474051" y="7723"/>
                </a:lnTo>
                <a:lnTo>
                  <a:pt x="522193" y="1957"/>
                </a:lnTo>
                <a:lnTo>
                  <a:pt x="571500" y="0"/>
                </a:lnTo>
                <a:lnTo>
                  <a:pt x="620806" y="1957"/>
                </a:lnTo>
                <a:lnTo>
                  <a:pt x="668948" y="7723"/>
                </a:lnTo>
                <a:lnTo>
                  <a:pt x="715755" y="17137"/>
                </a:lnTo>
                <a:lnTo>
                  <a:pt x="761055" y="30040"/>
                </a:lnTo>
                <a:lnTo>
                  <a:pt x="804677" y="46271"/>
                </a:lnTo>
                <a:lnTo>
                  <a:pt x="846448" y="65670"/>
                </a:lnTo>
                <a:lnTo>
                  <a:pt x="886197" y="88078"/>
                </a:lnTo>
                <a:lnTo>
                  <a:pt x="923753" y="113334"/>
                </a:lnTo>
                <a:lnTo>
                  <a:pt x="958943" y="141279"/>
                </a:lnTo>
                <a:lnTo>
                  <a:pt x="991597" y="171752"/>
                </a:lnTo>
                <a:lnTo>
                  <a:pt x="1021542" y="204594"/>
                </a:lnTo>
                <a:lnTo>
                  <a:pt x="1048607" y="239645"/>
                </a:lnTo>
                <a:lnTo>
                  <a:pt x="1072620" y="276744"/>
                </a:lnTo>
                <a:lnTo>
                  <a:pt x="1093410" y="315731"/>
                </a:lnTo>
                <a:lnTo>
                  <a:pt x="1110804" y="356448"/>
                </a:lnTo>
                <a:lnTo>
                  <a:pt x="1124632" y="398732"/>
                </a:lnTo>
                <a:lnTo>
                  <a:pt x="1134722" y="442426"/>
                </a:lnTo>
                <a:lnTo>
                  <a:pt x="1140901" y="487368"/>
                </a:lnTo>
                <a:lnTo>
                  <a:pt x="1143000" y="533400"/>
                </a:lnTo>
                <a:lnTo>
                  <a:pt x="1140901" y="579423"/>
                </a:lnTo>
                <a:lnTo>
                  <a:pt x="1134722" y="624360"/>
                </a:lnTo>
                <a:lnTo>
                  <a:pt x="1124632" y="668049"/>
                </a:lnTo>
                <a:lnTo>
                  <a:pt x="1110804" y="710331"/>
                </a:lnTo>
                <a:lnTo>
                  <a:pt x="1093410" y="751046"/>
                </a:lnTo>
                <a:lnTo>
                  <a:pt x="1072620" y="790033"/>
                </a:lnTo>
                <a:lnTo>
                  <a:pt x="1048607" y="827132"/>
                </a:lnTo>
                <a:lnTo>
                  <a:pt x="1021542" y="862183"/>
                </a:lnTo>
                <a:lnTo>
                  <a:pt x="991597" y="895027"/>
                </a:lnTo>
                <a:lnTo>
                  <a:pt x="958943" y="925502"/>
                </a:lnTo>
                <a:lnTo>
                  <a:pt x="923753" y="953449"/>
                </a:lnTo>
                <a:lnTo>
                  <a:pt x="886197" y="978708"/>
                </a:lnTo>
                <a:lnTo>
                  <a:pt x="846448" y="1001119"/>
                </a:lnTo>
                <a:lnTo>
                  <a:pt x="804677" y="1020521"/>
                </a:lnTo>
                <a:lnTo>
                  <a:pt x="761055" y="1036754"/>
                </a:lnTo>
                <a:lnTo>
                  <a:pt x="715755" y="1049659"/>
                </a:lnTo>
                <a:lnTo>
                  <a:pt x="668948" y="1059075"/>
                </a:lnTo>
                <a:lnTo>
                  <a:pt x="620806" y="1064842"/>
                </a:lnTo>
                <a:lnTo>
                  <a:pt x="571500" y="1066800"/>
                </a:lnTo>
                <a:lnTo>
                  <a:pt x="522193" y="1064842"/>
                </a:lnTo>
                <a:lnTo>
                  <a:pt x="474051" y="1059075"/>
                </a:lnTo>
                <a:lnTo>
                  <a:pt x="427244" y="1049659"/>
                </a:lnTo>
                <a:lnTo>
                  <a:pt x="381944" y="1036754"/>
                </a:lnTo>
                <a:lnTo>
                  <a:pt x="338322" y="1020521"/>
                </a:lnTo>
                <a:lnTo>
                  <a:pt x="296551" y="1001119"/>
                </a:lnTo>
                <a:lnTo>
                  <a:pt x="256802" y="978708"/>
                </a:lnTo>
                <a:lnTo>
                  <a:pt x="219246" y="953449"/>
                </a:lnTo>
                <a:lnTo>
                  <a:pt x="184056" y="925502"/>
                </a:lnTo>
                <a:lnTo>
                  <a:pt x="151402" y="895027"/>
                </a:lnTo>
                <a:lnTo>
                  <a:pt x="121457" y="862183"/>
                </a:lnTo>
                <a:lnTo>
                  <a:pt x="94392" y="827132"/>
                </a:lnTo>
                <a:lnTo>
                  <a:pt x="70379" y="790033"/>
                </a:lnTo>
                <a:lnTo>
                  <a:pt x="49589" y="751046"/>
                </a:lnTo>
                <a:lnTo>
                  <a:pt x="32195" y="710331"/>
                </a:lnTo>
                <a:lnTo>
                  <a:pt x="18367" y="668049"/>
                </a:lnTo>
                <a:lnTo>
                  <a:pt x="8277" y="624360"/>
                </a:lnTo>
                <a:lnTo>
                  <a:pt x="2098" y="579423"/>
                </a:lnTo>
                <a:lnTo>
                  <a:pt x="0" y="5334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825058" y="3529699"/>
            <a:ext cx="1601471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86460" algn="l"/>
              </a:tabLst>
            </a:pPr>
            <a:r>
              <a:rPr sz="3600" i="1" spc="65" dirty="0">
                <a:latin typeface="Times New Roman"/>
                <a:cs typeface="Times New Roman"/>
              </a:rPr>
              <a:t>a	</a:t>
            </a:r>
            <a:r>
              <a:rPr sz="3600" i="1" spc="40" dirty="0">
                <a:latin typeface="Times New Roman"/>
                <a:cs typeface="Times New Roman"/>
              </a:rPr>
              <a:t>a</a:t>
            </a:r>
            <a:r>
              <a:rPr sz="3600" spc="40" dirty="0">
                <a:latin typeface="Times New Roman"/>
                <a:cs typeface="Times New Roman"/>
              </a:rPr>
              <a:t>,</a:t>
            </a:r>
            <a:r>
              <a:rPr sz="3600" spc="-525" dirty="0">
                <a:latin typeface="Times New Roman"/>
                <a:cs typeface="Times New Roman"/>
              </a:rPr>
              <a:t> </a:t>
            </a:r>
            <a:r>
              <a:rPr sz="3600" i="1" spc="80" dirty="0">
                <a:latin typeface="Times New Roman"/>
                <a:cs typeface="Times New Roman"/>
              </a:rPr>
              <a:t>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67865" y="3657605"/>
            <a:ext cx="900415" cy="447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590800" y="3429000"/>
            <a:ext cx="2057400" cy="762000"/>
          </a:xfrm>
          <a:custGeom>
            <a:avLst/>
            <a:gdLst/>
            <a:ahLst/>
            <a:cxnLst/>
            <a:rect l="l" t="t" r="r" b="b"/>
            <a:pathLst>
              <a:path w="2057400" h="762000">
                <a:moveTo>
                  <a:pt x="0" y="381000"/>
                </a:moveTo>
                <a:lnTo>
                  <a:pt x="8661" y="331327"/>
                </a:lnTo>
                <a:lnTo>
                  <a:pt x="33921" y="283587"/>
                </a:lnTo>
                <a:lnTo>
                  <a:pt x="74697" y="238181"/>
                </a:lnTo>
                <a:lnTo>
                  <a:pt x="129905" y="195511"/>
                </a:lnTo>
                <a:lnTo>
                  <a:pt x="162582" y="175327"/>
                </a:lnTo>
                <a:lnTo>
                  <a:pt x="198461" y="155978"/>
                </a:lnTo>
                <a:lnTo>
                  <a:pt x="237406" y="137513"/>
                </a:lnTo>
                <a:lnTo>
                  <a:pt x="279281" y="119984"/>
                </a:lnTo>
                <a:lnTo>
                  <a:pt x="323951" y="103439"/>
                </a:lnTo>
                <a:lnTo>
                  <a:pt x="371281" y="87929"/>
                </a:lnTo>
                <a:lnTo>
                  <a:pt x="421136" y="73505"/>
                </a:lnTo>
                <a:lnTo>
                  <a:pt x="473378" y="60216"/>
                </a:lnTo>
                <a:lnTo>
                  <a:pt x="527874" y="48114"/>
                </a:lnTo>
                <a:lnTo>
                  <a:pt x="584488" y="37247"/>
                </a:lnTo>
                <a:lnTo>
                  <a:pt x="643084" y="27666"/>
                </a:lnTo>
                <a:lnTo>
                  <a:pt x="703527" y="19421"/>
                </a:lnTo>
                <a:lnTo>
                  <a:pt x="765681" y="12563"/>
                </a:lnTo>
                <a:lnTo>
                  <a:pt x="829410" y="7142"/>
                </a:lnTo>
                <a:lnTo>
                  <a:pt x="894580" y="3207"/>
                </a:lnTo>
                <a:lnTo>
                  <a:pt x="961055" y="810"/>
                </a:lnTo>
                <a:lnTo>
                  <a:pt x="1028700" y="0"/>
                </a:lnTo>
                <a:lnTo>
                  <a:pt x="1096344" y="810"/>
                </a:lnTo>
                <a:lnTo>
                  <a:pt x="1162819" y="3207"/>
                </a:lnTo>
                <a:lnTo>
                  <a:pt x="1227989" y="7142"/>
                </a:lnTo>
                <a:lnTo>
                  <a:pt x="1291718" y="12563"/>
                </a:lnTo>
                <a:lnTo>
                  <a:pt x="1353872" y="19421"/>
                </a:lnTo>
                <a:lnTo>
                  <a:pt x="1414315" y="27666"/>
                </a:lnTo>
                <a:lnTo>
                  <a:pt x="1472911" y="37247"/>
                </a:lnTo>
                <a:lnTo>
                  <a:pt x="1529525" y="48114"/>
                </a:lnTo>
                <a:lnTo>
                  <a:pt x="1584021" y="60216"/>
                </a:lnTo>
                <a:lnTo>
                  <a:pt x="1636263" y="73505"/>
                </a:lnTo>
                <a:lnTo>
                  <a:pt x="1686118" y="87929"/>
                </a:lnTo>
                <a:lnTo>
                  <a:pt x="1733448" y="103439"/>
                </a:lnTo>
                <a:lnTo>
                  <a:pt x="1778118" y="119984"/>
                </a:lnTo>
                <a:lnTo>
                  <a:pt x="1819993" y="137513"/>
                </a:lnTo>
                <a:lnTo>
                  <a:pt x="1858938" y="155978"/>
                </a:lnTo>
                <a:lnTo>
                  <a:pt x="1894817" y="175327"/>
                </a:lnTo>
                <a:lnTo>
                  <a:pt x="1927494" y="195511"/>
                </a:lnTo>
                <a:lnTo>
                  <a:pt x="1982702" y="238181"/>
                </a:lnTo>
                <a:lnTo>
                  <a:pt x="2023478" y="283587"/>
                </a:lnTo>
                <a:lnTo>
                  <a:pt x="2048738" y="331327"/>
                </a:lnTo>
                <a:lnTo>
                  <a:pt x="2057400" y="381000"/>
                </a:lnTo>
                <a:lnTo>
                  <a:pt x="2055212" y="406052"/>
                </a:lnTo>
                <a:lnTo>
                  <a:pt x="2048738" y="430672"/>
                </a:lnTo>
                <a:lnTo>
                  <a:pt x="2023478" y="478412"/>
                </a:lnTo>
                <a:lnTo>
                  <a:pt x="1982702" y="523818"/>
                </a:lnTo>
                <a:lnTo>
                  <a:pt x="1927494" y="566488"/>
                </a:lnTo>
                <a:lnTo>
                  <a:pt x="1894817" y="586672"/>
                </a:lnTo>
                <a:lnTo>
                  <a:pt x="1858938" y="606021"/>
                </a:lnTo>
                <a:lnTo>
                  <a:pt x="1819993" y="624486"/>
                </a:lnTo>
                <a:lnTo>
                  <a:pt x="1778118" y="642015"/>
                </a:lnTo>
                <a:lnTo>
                  <a:pt x="1733448" y="658560"/>
                </a:lnTo>
                <a:lnTo>
                  <a:pt x="1686118" y="674070"/>
                </a:lnTo>
                <a:lnTo>
                  <a:pt x="1636263" y="688494"/>
                </a:lnTo>
                <a:lnTo>
                  <a:pt x="1584021" y="701783"/>
                </a:lnTo>
                <a:lnTo>
                  <a:pt x="1529525" y="713885"/>
                </a:lnTo>
                <a:lnTo>
                  <a:pt x="1472911" y="724752"/>
                </a:lnTo>
                <a:lnTo>
                  <a:pt x="1414315" y="734333"/>
                </a:lnTo>
                <a:lnTo>
                  <a:pt x="1353872" y="742578"/>
                </a:lnTo>
                <a:lnTo>
                  <a:pt x="1291718" y="749436"/>
                </a:lnTo>
                <a:lnTo>
                  <a:pt x="1227989" y="754857"/>
                </a:lnTo>
                <a:lnTo>
                  <a:pt x="1162819" y="758792"/>
                </a:lnTo>
                <a:lnTo>
                  <a:pt x="1096344" y="761189"/>
                </a:lnTo>
                <a:lnTo>
                  <a:pt x="1028700" y="762000"/>
                </a:lnTo>
                <a:lnTo>
                  <a:pt x="961055" y="761189"/>
                </a:lnTo>
                <a:lnTo>
                  <a:pt x="894580" y="758792"/>
                </a:lnTo>
                <a:lnTo>
                  <a:pt x="829410" y="754857"/>
                </a:lnTo>
                <a:lnTo>
                  <a:pt x="765681" y="749436"/>
                </a:lnTo>
                <a:lnTo>
                  <a:pt x="703527" y="742578"/>
                </a:lnTo>
                <a:lnTo>
                  <a:pt x="643084" y="734333"/>
                </a:lnTo>
                <a:lnTo>
                  <a:pt x="584488" y="724752"/>
                </a:lnTo>
                <a:lnTo>
                  <a:pt x="527874" y="713885"/>
                </a:lnTo>
                <a:lnTo>
                  <a:pt x="473378" y="701783"/>
                </a:lnTo>
                <a:lnTo>
                  <a:pt x="421136" y="688494"/>
                </a:lnTo>
                <a:lnTo>
                  <a:pt x="371281" y="674070"/>
                </a:lnTo>
                <a:lnTo>
                  <a:pt x="323951" y="658560"/>
                </a:lnTo>
                <a:lnTo>
                  <a:pt x="279281" y="642015"/>
                </a:lnTo>
                <a:lnTo>
                  <a:pt x="237406" y="624486"/>
                </a:lnTo>
                <a:lnTo>
                  <a:pt x="198461" y="606021"/>
                </a:lnTo>
                <a:lnTo>
                  <a:pt x="162582" y="586672"/>
                </a:lnTo>
                <a:lnTo>
                  <a:pt x="129905" y="566488"/>
                </a:lnTo>
                <a:lnTo>
                  <a:pt x="74697" y="523818"/>
                </a:lnTo>
                <a:lnTo>
                  <a:pt x="33921" y="478412"/>
                </a:lnTo>
                <a:lnTo>
                  <a:pt x="8661" y="430672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315103" y="4875310"/>
            <a:ext cx="464820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54"/>
              </a:lnSpc>
            </a:pPr>
            <a:r>
              <a:rPr sz="3600" spc="25" dirty="0">
                <a:latin typeface="Times New Roman"/>
                <a:cs typeface="Times New Roman"/>
              </a:rPr>
              <a:t>,</a:t>
            </a:r>
            <a:r>
              <a:rPr sz="3600" spc="-520" dirty="0">
                <a:latin typeface="Times New Roman"/>
                <a:cs typeface="Times New Roman"/>
              </a:rPr>
              <a:t> </a:t>
            </a:r>
            <a:r>
              <a:rPr sz="3600" i="1" spc="65" dirty="0">
                <a:latin typeface="Times New Roman"/>
                <a:cs typeface="Times New Roman"/>
              </a:rPr>
              <a:t>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51640" y="5137963"/>
            <a:ext cx="43180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79"/>
              </a:lnSpc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12845" y="5147476"/>
            <a:ext cx="3987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00"/>
              </a:lnSpc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6" name="object 20"/>
          <p:cNvSpPr/>
          <p:nvPr/>
        </p:nvSpPr>
        <p:spPr>
          <a:xfrm>
            <a:off x="4517775" y="5001208"/>
            <a:ext cx="900388" cy="447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48063" y="4909252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8932" y="487531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5372" y="466044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36751" y="467089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3115" y="44553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4493" y="446577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5353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419100" y="0"/>
                </a:moveTo>
                <a:lnTo>
                  <a:pt x="370213" y="2563"/>
                </a:lnTo>
                <a:lnTo>
                  <a:pt x="322985" y="10061"/>
                </a:lnTo>
                <a:lnTo>
                  <a:pt x="277731" y="22209"/>
                </a:lnTo>
                <a:lnTo>
                  <a:pt x="234764" y="38722"/>
                </a:lnTo>
                <a:lnTo>
                  <a:pt x="194399" y="59312"/>
                </a:lnTo>
                <a:lnTo>
                  <a:pt x="156949" y="83695"/>
                </a:lnTo>
                <a:lnTo>
                  <a:pt x="122729" y="111585"/>
                </a:lnTo>
                <a:lnTo>
                  <a:pt x="92053" y="142696"/>
                </a:lnTo>
                <a:lnTo>
                  <a:pt x="65234" y="176742"/>
                </a:lnTo>
                <a:lnTo>
                  <a:pt x="42587" y="213437"/>
                </a:lnTo>
                <a:lnTo>
                  <a:pt x="24426" y="252497"/>
                </a:lnTo>
                <a:lnTo>
                  <a:pt x="11065" y="293634"/>
                </a:lnTo>
                <a:lnTo>
                  <a:pt x="2818" y="336563"/>
                </a:lnTo>
                <a:lnTo>
                  <a:pt x="0" y="381000"/>
                </a:lnTo>
                <a:lnTo>
                  <a:pt x="2818" y="425433"/>
                </a:lnTo>
                <a:lnTo>
                  <a:pt x="11065" y="468361"/>
                </a:lnTo>
                <a:lnTo>
                  <a:pt x="24426" y="509497"/>
                </a:lnTo>
                <a:lnTo>
                  <a:pt x="42587" y="548556"/>
                </a:lnTo>
                <a:lnTo>
                  <a:pt x="65234" y="585252"/>
                </a:lnTo>
                <a:lnTo>
                  <a:pt x="92053" y="619298"/>
                </a:lnTo>
                <a:lnTo>
                  <a:pt x="122729" y="650409"/>
                </a:lnTo>
                <a:lnTo>
                  <a:pt x="156949" y="678300"/>
                </a:lnTo>
                <a:lnTo>
                  <a:pt x="194399" y="702684"/>
                </a:lnTo>
                <a:lnTo>
                  <a:pt x="234764" y="723275"/>
                </a:lnTo>
                <a:lnTo>
                  <a:pt x="277731" y="739788"/>
                </a:lnTo>
                <a:lnTo>
                  <a:pt x="322985" y="751937"/>
                </a:lnTo>
                <a:lnTo>
                  <a:pt x="370213" y="759436"/>
                </a:lnTo>
                <a:lnTo>
                  <a:pt x="419100" y="762000"/>
                </a:lnTo>
                <a:lnTo>
                  <a:pt x="467986" y="759436"/>
                </a:lnTo>
                <a:lnTo>
                  <a:pt x="515214" y="751937"/>
                </a:lnTo>
                <a:lnTo>
                  <a:pt x="560468" y="739788"/>
                </a:lnTo>
                <a:lnTo>
                  <a:pt x="603435" y="723275"/>
                </a:lnTo>
                <a:lnTo>
                  <a:pt x="643800" y="702684"/>
                </a:lnTo>
                <a:lnTo>
                  <a:pt x="681250" y="678300"/>
                </a:lnTo>
                <a:lnTo>
                  <a:pt x="715470" y="650409"/>
                </a:lnTo>
                <a:lnTo>
                  <a:pt x="746146" y="619298"/>
                </a:lnTo>
                <a:lnTo>
                  <a:pt x="772965" y="585252"/>
                </a:lnTo>
                <a:lnTo>
                  <a:pt x="795612" y="548556"/>
                </a:lnTo>
                <a:lnTo>
                  <a:pt x="813773" y="509497"/>
                </a:lnTo>
                <a:lnTo>
                  <a:pt x="827134" y="468361"/>
                </a:lnTo>
                <a:lnTo>
                  <a:pt x="835381" y="425433"/>
                </a:lnTo>
                <a:lnTo>
                  <a:pt x="838200" y="381000"/>
                </a:lnTo>
                <a:lnTo>
                  <a:pt x="835381" y="336563"/>
                </a:lnTo>
                <a:lnTo>
                  <a:pt x="827134" y="293634"/>
                </a:lnTo>
                <a:lnTo>
                  <a:pt x="813773" y="252497"/>
                </a:lnTo>
                <a:lnTo>
                  <a:pt x="795612" y="213437"/>
                </a:lnTo>
                <a:lnTo>
                  <a:pt x="772965" y="176742"/>
                </a:lnTo>
                <a:lnTo>
                  <a:pt x="746146" y="142696"/>
                </a:lnTo>
                <a:lnTo>
                  <a:pt x="715470" y="111585"/>
                </a:lnTo>
                <a:lnTo>
                  <a:pt x="681250" y="83695"/>
                </a:lnTo>
                <a:lnTo>
                  <a:pt x="643800" y="59312"/>
                </a:lnTo>
                <a:lnTo>
                  <a:pt x="603435" y="38722"/>
                </a:lnTo>
                <a:lnTo>
                  <a:pt x="560468" y="22209"/>
                </a:lnTo>
                <a:lnTo>
                  <a:pt x="515214" y="10061"/>
                </a:lnTo>
                <a:lnTo>
                  <a:pt x="467986" y="2563"/>
                </a:lnTo>
                <a:lnTo>
                  <a:pt x="419100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7700" y="1069975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69850" y="114300"/>
                </a:moveTo>
                <a:lnTo>
                  <a:pt x="57150" y="114300"/>
                </a:lnTo>
                <a:lnTo>
                  <a:pt x="57150" y="457200"/>
                </a:lnTo>
                <a:lnTo>
                  <a:pt x="69850" y="457200"/>
                </a:lnTo>
                <a:lnTo>
                  <a:pt x="69850" y="114300"/>
                </a:lnTo>
                <a:close/>
              </a:path>
              <a:path w="127000" h="4572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4572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67739" y="1362937"/>
            <a:ext cx="431800" cy="560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47941"/>
              </p:ext>
            </p:extLst>
          </p:nvPr>
        </p:nvGraphicFramePr>
        <p:xfrm>
          <a:off x="2584451" y="374650"/>
          <a:ext cx="5105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3031116" y="4183379"/>
            <a:ext cx="1016635" cy="1002030"/>
          </a:xfrm>
          <a:custGeom>
            <a:avLst/>
            <a:gdLst/>
            <a:ahLst/>
            <a:cxnLst/>
            <a:rect l="l" t="t" r="r" b="b"/>
            <a:pathLst>
              <a:path w="1016635" h="1002029">
                <a:moveTo>
                  <a:pt x="623238" y="12700"/>
                </a:moveTo>
                <a:lnTo>
                  <a:pt x="517518" y="12700"/>
                </a:lnTo>
                <a:lnTo>
                  <a:pt x="534028" y="13081"/>
                </a:lnTo>
                <a:lnTo>
                  <a:pt x="549649" y="13970"/>
                </a:lnTo>
                <a:lnTo>
                  <a:pt x="597909" y="20320"/>
                </a:lnTo>
                <a:lnTo>
                  <a:pt x="649852" y="32385"/>
                </a:lnTo>
                <a:lnTo>
                  <a:pt x="721988" y="56515"/>
                </a:lnTo>
                <a:lnTo>
                  <a:pt x="758056" y="71755"/>
                </a:lnTo>
                <a:lnTo>
                  <a:pt x="793616" y="89027"/>
                </a:lnTo>
                <a:lnTo>
                  <a:pt x="827906" y="108204"/>
                </a:lnTo>
                <a:lnTo>
                  <a:pt x="860672" y="129159"/>
                </a:lnTo>
                <a:lnTo>
                  <a:pt x="905503" y="163449"/>
                </a:lnTo>
                <a:lnTo>
                  <a:pt x="943730" y="201041"/>
                </a:lnTo>
                <a:lnTo>
                  <a:pt x="973702" y="241300"/>
                </a:lnTo>
                <a:lnTo>
                  <a:pt x="993895" y="283718"/>
                </a:lnTo>
                <a:lnTo>
                  <a:pt x="1002912" y="328422"/>
                </a:lnTo>
                <a:lnTo>
                  <a:pt x="1003674" y="344424"/>
                </a:lnTo>
                <a:lnTo>
                  <a:pt x="1003420" y="360807"/>
                </a:lnTo>
                <a:lnTo>
                  <a:pt x="996689" y="413385"/>
                </a:lnTo>
                <a:lnTo>
                  <a:pt x="987672" y="450850"/>
                </a:lnTo>
                <a:lnTo>
                  <a:pt x="975261" y="490347"/>
                </a:lnTo>
                <a:lnTo>
                  <a:pt x="959859" y="530987"/>
                </a:lnTo>
                <a:lnTo>
                  <a:pt x="941571" y="573151"/>
                </a:lnTo>
                <a:lnTo>
                  <a:pt x="920870" y="616712"/>
                </a:lnTo>
                <a:lnTo>
                  <a:pt x="897883" y="661543"/>
                </a:lnTo>
                <a:lnTo>
                  <a:pt x="872864" y="707263"/>
                </a:lnTo>
                <a:lnTo>
                  <a:pt x="846194" y="753872"/>
                </a:lnTo>
                <a:lnTo>
                  <a:pt x="818127" y="801116"/>
                </a:lnTo>
                <a:lnTo>
                  <a:pt x="788917" y="848995"/>
                </a:lnTo>
                <a:lnTo>
                  <a:pt x="758818" y="897382"/>
                </a:lnTo>
                <a:lnTo>
                  <a:pt x="697350" y="994791"/>
                </a:lnTo>
                <a:lnTo>
                  <a:pt x="708018" y="1001649"/>
                </a:lnTo>
                <a:lnTo>
                  <a:pt x="769613" y="904113"/>
                </a:lnTo>
                <a:lnTo>
                  <a:pt x="799712" y="855726"/>
                </a:lnTo>
                <a:lnTo>
                  <a:pt x="828922" y="807847"/>
                </a:lnTo>
                <a:lnTo>
                  <a:pt x="857116" y="760222"/>
                </a:lnTo>
                <a:lnTo>
                  <a:pt x="883913" y="713486"/>
                </a:lnTo>
                <a:lnTo>
                  <a:pt x="909059" y="667639"/>
                </a:lnTo>
                <a:lnTo>
                  <a:pt x="932173" y="622554"/>
                </a:lnTo>
                <a:lnTo>
                  <a:pt x="953128" y="578612"/>
                </a:lnTo>
                <a:lnTo>
                  <a:pt x="971670" y="535813"/>
                </a:lnTo>
                <a:lnTo>
                  <a:pt x="987291" y="494411"/>
                </a:lnTo>
                <a:lnTo>
                  <a:pt x="999864" y="454406"/>
                </a:lnTo>
                <a:lnTo>
                  <a:pt x="1009135" y="416052"/>
                </a:lnTo>
                <a:lnTo>
                  <a:pt x="1016120" y="361823"/>
                </a:lnTo>
                <a:lnTo>
                  <a:pt x="1016363" y="344424"/>
                </a:lnTo>
                <a:lnTo>
                  <a:pt x="1015612" y="327787"/>
                </a:lnTo>
                <a:lnTo>
                  <a:pt x="1006087" y="280162"/>
                </a:lnTo>
                <a:lnTo>
                  <a:pt x="984751" y="234950"/>
                </a:lnTo>
                <a:lnTo>
                  <a:pt x="953509" y="192913"/>
                </a:lnTo>
                <a:lnTo>
                  <a:pt x="914012" y="154051"/>
                </a:lnTo>
                <a:lnTo>
                  <a:pt x="884040" y="130175"/>
                </a:lnTo>
                <a:lnTo>
                  <a:pt x="834637" y="97536"/>
                </a:lnTo>
                <a:lnTo>
                  <a:pt x="799839" y="77978"/>
                </a:lnTo>
                <a:lnTo>
                  <a:pt x="763644" y="60452"/>
                </a:lnTo>
                <a:lnTo>
                  <a:pt x="726814" y="44831"/>
                </a:lnTo>
                <a:lnTo>
                  <a:pt x="689984" y="31496"/>
                </a:lnTo>
                <a:lnTo>
                  <a:pt x="653408" y="20193"/>
                </a:lnTo>
                <a:lnTo>
                  <a:pt x="635374" y="15494"/>
                </a:lnTo>
                <a:lnTo>
                  <a:pt x="623238" y="12700"/>
                </a:lnTo>
                <a:close/>
              </a:path>
              <a:path w="1016635" h="1002029">
                <a:moveTo>
                  <a:pt x="181275" y="812217"/>
                </a:moveTo>
                <a:lnTo>
                  <a:pt x="130549" y="838581"/>
                </a:lnTo>
                <a:lnTo>
                  <a:pt x="245484" y="922020"/>
                </a:lnTo>
                <a:lnTo>
                  <a:pt x="243898" y="823468"/>
                </a:lnTo>
                <a:lnTo>
                  <a:pt x="187064" y="823468"/>
                </a:lnTo>
                <a:lnTo>
                  <a:pt x="181275" y="812217"/>
                </a:lnTo>
                <a:close/>
              </a:path>
              <a:path w="1016635" h="1002029">
                <a:moveTo>
                  <a:pt x="192537" y="806364"/>
                </a:moveTo>
                <a:lnTo>
                  <a:pt x="181275" y="812217"/>
                </a:lnTo>
                <a:lnTo>
                  <a:pt x="187064" y="823468"/>
                </a:lnTo>
                <a:lnTo>
                  <a:pt x="198367" y="817753"/>
                </a:lnTo>
                <a:lnTo>
                  <a:pt x="192537" y="806364"/>
                </a:lnTo>
                <a:close/>
              </a:path>
              <a:path w="1016635" h="1002029">
                <a:moveTo>
                  <a:pt x="243198" y="780034"/>
                </a:moveTo>
                <a:lnTo>
                  <a:pt x="192537" y="806364"/>
                </a:lnTo>
                <a:lnTo>
                  <a:pt x="198367" y="817753"/>
                </a:lnTo>
                <a:lnTo>
                  <a:pt x="187064" y="823468"/>
                </a:lnTo>
                <a:lnTo>
                  <a:pt x="243898" y="823468"/>
                </a:lnTo>
                <a:lnTo>
                  <a:pt x="243198" y="780034"/>
                </a:lnTo>
                <a:close/>
              </a:path>
              <a:path w="1016635" h="1002029">
                <a:moveTo>
                  <a:pt x="517772" y="0"/>
                </a:moveTo>
                <a:lnTo>
                  <a:pt x="462781" y="2667"/>
                </a:lnTo>
                <a:lnTo>
                  <a:pt x="403599" y="10287"/>
                </a:lnTo>
                <a:lnTo>
                  <a:pt x="362451" y="18034"/>
                </a:lnTo>
                <a:lnTo>
                  <a:pt x="320922" y="28067"/>
                </a:lnTo>
                <a:lnTo>
                  <a:pt x="279393" y="40005"/>
                </a:lnTo>
                <a:lnTo>
                  <a:pt x="238626" y="53975"/>
                </a:lnTo>
                <a:lnTo>
                  <a:pt x="199256" y="69977"/>
                </a:lnTo>
                <a:lnTo>
                  <a:pt x="161664" y="87884"/>
                </a:lnTo>
                <a:lnTo>
                  <a:pt x="126612" y="107569"/>
                </a:lnTo>
                <a:lnTo>
                  <a:pt x="94735" y="129159"/>
                </a:lnTo>
                <a:lnTo>
                  <a:pt x="54095" y="164973"/>
                </a:lnTo>
                <a:lnTo>
                  <a:pt x="24123" y="204978"/>
                </a:lnTo>
                <a:lnTo>
                  <a:pt x="6597" y="249047"/>
                </a:lnTo>
                <a:lnTo>
                  <a:pt x="120" y="298069"/>
                </a:lnTo>
                <a:lnTo>
                  <a:pt x="0" y="315595"/>
                </a:lnTo>
                <a:lnTo>
                  <a:pt x="882" y="333629"/>
                </a:lnTo>
                <a:lnTo>
                  <a:pt x="8756" y="390525"/>
                </a:lnTo>
                <a:lnTo>
                  <a:pt x="18154" y="430784"/>
                </a:lnTo>
                <a:lnTo>
                  <a:pt x="30473" y="472694"/>
                </a:lnTo>
                <a:lnTo>
                  <a:pt x="45459" y="516255"/>
                </a:lnTo>
                <a:lnTo>
                  <a:pt x="72256" y="583946"/>
                </a:lnTo>
                <a:lnTo>
                  <a:pt x="92576" y="630555"/>
                </a:lnTo>
                <a:lnTo>
                  <a:pt x="114547" y="678180"/>
                </a:lnTo>
                <a:lnTo>
                  <a:pt x="137915" y="726567"/>
                </a:lnTo>
                <a:lnTo>
                  <a:pt x="162426" y="775589"/>
                </a:lnTo>
                <a:lnTo>
                  <a:pt x="181275" y="812217"/>
                </a:lnTo>
                <a:lnTo>
                  <a:pt x="192537" y="806364"/>
                </a:lnTo>
                <a:lnTo>
                  <a:pt x="173856" y="769874"/>
                </a:lnTo>
                <a:lnTo>
                  <a:pt x="149345" y="720979"/>
                </a:lnTo>
                <a:lnTo>
                  <a:pt x="126104" y="672846"/>
                </a:lnTo>
                <a:lnTo>
                  <a:pt x="104260" y="625475"/>
                </a:lnTo>
                <a:lnTo>
                  <a:pt x="84067" y="579120"/>
                </a:lnTo>
                <a:lnTo>
                  <a:pt x="65652" y="534035"/>
                </a:lnTo>
                <a:lnTo>
                  <a:pt x="49566" y="490093"/>
                </a:lnTo>
                <a:lnTo>
                  <a:pt x="36188" y="448183"/>
                </a:lnTo>
                <a:lnTo>
                  <a:pt x="25520" y="407797"/>
                </a:lnTo>
                <a:lnTo>
                  <a:pt x="17773" y="369189"/>
                </a:lnTo>
                <a:lnTo>
                  <a:pt x="12693" y="315595"/>
                </a:lnTo>
                <a:lnTo>
                  <a:pt x="12749" y="298069"/>
                </a:lnTo>
                <a:lnTo>
                  <a:pt x="18789" y="252603"/>
                </a:lnTo>
                <a:lnTo>
                  <a:pt x="34791" y="211836"/>
                </a:lnTo>
                <a:lnTo>
                  <a:pt x="63112" y="173990"/>
                </a:lnTo>
                <a:lnTo>
                  <a:pt x="102101" y="139573"/>
                </a:lnTo>
                <a:lnTo>
                  <a:pt x="149853" y="108712"/>
                </a:lnTo>
                <a:lnTo>
                  <a:pt x="185413" y="90297"/>
                </a:lnTo>
                <a:lnTo>
                  <a:pt x="242817" y="66040"/>
                </a:lnTo>
                <a:lnTo>
                  <a:pt x="282949" y="52197"/>
                </a:lnTo>
                <a:lnTo>
                  <a:pt x="323843" y="40386"/>
                </a:lnTo>
                <a:lnTo>
                  <a:pt x="364864" y="30480"/>
                </a:lnTo>
                <a:lnTo>
                  <a:pt x="405377" y="22860"/>
                </a:lnTo>
                <a:lnTo>
                  <a:pt x="444747" y="17272"/>
                </a:lnTo>
                <a:lnTo>
                  <a:pt x="500246" y="12954"/>
                </a:lnTo>
                <a:lnTo>
                  <a:pt x="517518" y="12700"/>
                </a:lnTo>
                <a:lnTo>
                  <a:pt x="623238" y="12700"/>
                </a:lnTo>
                <a:lnTo>
                  <a:pt x="617721" y="11430"/>
                </a:lnTo>
                <a:lnTo>
                  <a:pt x="566921" y="2794"/>
                </a:lnTo>
                <a:lnTo>
                  <a:pt x="534663" y="381"/>
                </a:lnTo>
                <a:lnTo>
                  <a:pt x="517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38400" y="5422901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609600" h="127000">
                <a:moveTo>
                  <a:pt x="482600" y="0"/>
                </a:moveTo>
                <a:lnTo>
                  <a:pt x="482600" y="127000"/>
                </a:lnTo>
                <a:lnTo>
                  <a:pt x="596900" y="69850"/>
                </a:lnTo>
                <a:lnTo>
                  <a:pt x="495300" y="69850"/>
                </a:lnTo>
                <a:lnTo>
                  <a:pt x="495300" y="57150"/>
                </a:lnTo>
                <a:lnTo>
                  <a:pt x="596900" y="57150"/>
                </a:lnTo>
                <a:lnTo>
                  <a:pt x="482600" y="0"/>
                </a:lnTo>
                <a:close/>
              </a:path>
              <a:path w="609600" h="127000">
                <a:moveTo>
                  <a:pt x="4826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482600" y="69850"/>
                </a:lnTo>
                <a:lnTo>
                  <a:pt x="482600" y="57150"/>
                </a:lnTo>
                <a:close/>
              </a:path>
              <a:path w="609600" h="127000">
                <a:moveTo>
                  <a:pt x="596900" y="57150"/>
                </a:moveTo>
                <a:lnTo>
                  <a:pt x="495300" y="57150"/>
                </a:lnTo>
                <a:lnTo>
                  <a:pt x="495300" y="69850"/>
                </a:lnTo>
                <a:lnTo>
                  <a:pt x="596900" y="69850"/>
                </a:lnTo>
                <a:lnTo>
                  <a:pt x="609600" y="63500"/>
                </a:lnTo>
                <a:lnTo>
                  <a:pt x="5969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86200" y="5422901"/>
            <a:ext cx="2209800" cy="127000"/>
          </a:xfrm>
          <a:custGeom>
            <a:avLst/>
            <a:gdLst/>
            <a:ahLst/>
            <a:cxnLst/>
            <a:rect l="l" t="t" r="r" b="b"/>
            <a:pathLst>
              <a:path w="2209800" h="127000">
                <a:moveTo>
                  <a:pt x="2082800" y="0"/>
                </a:moveTo>
                <a:lnTo>
                  <a:pt x="2082800" y="127000"/>
                </a:lnTo>
                <a:lnTo>
                  <a:pt x="2197100" y="69850"/>
                </a:lnTo>
                <a:lnTo>
                  <a:pt x="2095500" y="69850"/>
                </a:lnTo>
                <a:lnTo>
                  <a:pt x="2095500" y="57150"/>
                </a:lnTo>
                <a:lnTo>
                  <a:pt x="2197100" y="57150"/>
                </a:lnTo>
                <a:lnTo>
                  <a:pt x="2082800" y="0"/>
                </a:lnTo>
                <a:close/>
              </a:path>
              <a:path w="2209800" h="127000">
                <a:moveTo>
                  <a:pt x="20828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082800" y="69850"/>
                </a:lnTo>
                <a:lnTo>
                  <a:pt x="2082800" y="57150"/>
                </a:lnTo>
                <a:close/>
              </a:path>
              <a:path w="2209800" h="127000">
                <a:moveTo>
                  <a:pt x="2197100" y="57150"/>
                </a:moveTo>
                <a:lnTo>
                  <a:pt x="2095500" y="57150"/>
                </a:lnTo>
                <a:lnTo>
                  <a:pt x="2095500" y="69850"/>
                </a:lnTo>
                <a:lnTo>
                  <a:pt x="2197100" y="69850"/>
                </a:lnTo>
                <a:lnTo>
                  <a:pt x="2209800" y="63500"/>
                </a:lnTo>
                <a:lnTo>
                  <a:pt x="21971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484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96000" y="49530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1143000" h="1066800">
                <a:moveTo>
                  <a:pt x="0" y="533400"/>
                </a:moveTo>
                <a:lnTo>
                  <a:pt x="2098" y="487368"/>
                </a:lnTo>
                <a:lnTo>
                  <a:pt x="8277" y="442426"/>
                </a:lnTo>
                <a:lnTo>
                  <a:pt x="18367" y="398732"/>
                </a:lnTo>
                <a:lnTo>
                  <a:pt x="32195" y="356448"/>
                </a:lnTo>
                <a:lnTo>
                  <a:pt x="49589" y="315731"/>
                </a:lnTo>
                <a:lnTo>
                  <a:pt x="70379" y="276744"/>
                </a:lnTo>
                <a:lnTo>
                  <a:pt x="94392" y="239645"/>
                </a:lnTo>
                <a:lnTo>
                  <a:pt x="121457" y="204594"/>
                </a:lnTo>
                <a:lnTo>
                  <a:pt x="151402" y="171752"/>
                </a:lnTo>
                <a:lnTo>
                  <a:pt x="184056" y="141279"/>
                </a:lnTo>
                <a:lnTo>
                  <a:pt x="219246" y="113334"/>
                </a:lnTo>
                <a:lnTo>
                  <a:pt x="256802" y="88078"/>
                </a:lnTo>
                <a:lnTo>
                  <a:pt x="296551" y="65670"/>
                </a:lnTo>
                <a:lnTo>
                  <a:pt x="338322" y="46271"/>
                </a:lnTo>
                <a:lnTo>
                  <a:pt x="381944" y="30040"/>
                </a:lnTo>
                <a:lnTo>
                  <a:pt x="427244" y="17137"/>
                </a:lnTo>
                <a:lnTo>
                  <a:pt x="474051" y="7723"/>
                </a:lnTo>
                <a:lnTo>
                  <a:pt x="522193" y="1957"/>
                </a:lnTo>
                <a:lnTo>
                  <a:pt x="571500" y="0"/>
                </a:lnTo>
                <a:lnTo>
                  <a:pt x="620806" y="1957"/>
                </a:lnTo>
                <a:lnTo>
                  <a:pt x="668948" y="7723"/>
                </a:lnTo>
                <a:lnTo>
                  <a:pt x="715755" y="17137"/>
                </a:lnTo>
                <a:lnTo>
                  <a:pt x="761055" y="30040"/>
                </a:lnTo>
                <a:lnTo>
                  <a:pt x="804677" y="46271"/>
                </a:lnTo>
                <a:lnTo>
                  <a:pt x="846448" y="65670"/>
                </a:lnTo>
                <a:lnTo>
                  <a:pt x="886197" y="88078"/>
                </a:lnTo>
                <a:lnTo>
                  <a:pt x="923753" y="113334"/>
                </a:lnTo>
                <a:lnTo>
                  <a:pt x="958943" y="141279"/>
                </a:lnTo>
                <a:lnTo>
                  <a:pt x="991597" y="171752"/>
                </a:lnTo>
                <a:lnTo>
                  <a:pt x="1021542" y="204594"/>
                </a:lnTo>
                <a:lnTo>
                  <a:pt x="1048607" y="239645"/>
                </a:lnTo>
                <a:lnTo>
                  <a:pt x="1072620" y="276744"/>
                </a:lnTo>
                <a:lnTo>
                  <a:pt x="1093410" y="315731"/>
                </a:lnTo>
                <a:lnTo>
                  <a:pt x="1110804" y="356448"/>
                </a:lnTo>
                <a:lnTo>
                  <a:pt x="1124632" y="398732"/>
                </a:lnTo>
                <a:lnTo>
                  <a:pt x="1134722" y="442426"/>
                </a:lnTo>
                <a:lnTo>
                  <a:pt x="1140901" y="487368"/>
                </a:lnTo>
                <a:lnTo>
                  <a:pt x="1143000" y="533400"/>
                </a:lnTo>
                <a:lnTo>
                  <a:pt x="1140901" y="579423"/>
                </a:lnTo>
                <a:lnTo>
                  <a:pt x="1134722" y="624360"/>
                </a:lnTo>
                <a:lnTo>
                  <a:pt x="1124632" y="668049"/>
                </a:lnTo>
                <a:lnTo>
                  <a:pt x="1110804" y="710331"/>
                </a:lnTo>
                <a:lnTo>
                  <a:pt x="1093410" y="751046"/>
                </a:lnTo>
                <a:lnTo>
                  <a:pt x="1072620" y="790033"/>
                </a:lnTo>
                <a:lnTo>
                  <a:pt x="1048607" y="827132"/>
                </a:lnTo>
                <a:lnTo>
                  <a:pt x="1021542" y="862183"/>
                </a:lnTo>
                <a:lnTo>
                  <a:pt x="991597" y="895027"/>
                </a:lnTo>
                <a:lnTo>
                  <a:pt x="958943" y="925502"/>
                </a:lnTo>
                <a:lnTo>
                  <a:pt x="923753" y="953449"/>
                </a:lnTo>
                <a:lnTo>
                  <a:pt x="886197" y="978708"/>
                </a:lnTo>
                <a:lnTo>
                  <a:pt x="846448" y="1001119"/>
                </a:lnTo>
                <a:lnTo>
                  <a:pt x="804677" y="1020521"/>
                </a:lnTo>
                <a:lnTo>
                  <a:pt x="761055" y="1036754"/>
                </a:lnTo>
                <a:lnTo>
                  <a:pt x="715755" y="1049659"/>
                </a:lnTo>
                <a:lnTo>
                  <a:pt x="668948" y="1059075"/>
                </a:lnTo>
                <a:lnTo>
                  <a:pt x="620806" y="1064842"/>
                </a:lnTo>
                <a:lnTo>
                  <a:pt x="571500" y="1066800"/>
                </a:lnTo>
                <a:lnTo>
                  <a:pt x="522193" y="1064842"/>
                </a:lnTo>
                <a:lnTo>
                  <a:pt x="474051" y="1059075"/>
                </a:lnTo>
                <a:lnTo>
                  <a:pt x="427244" y="1049659"/>
                </a:lnTo>
                <a:lnTo>
                  <a:pt x="381944" y="1036754"/>
                </a:lnTo>
                <a:lnTo>
                  <a:pt x="338322" y="1020521"/>
                </a:lnTo>
                <a:lnTo>
                  <a:pt x="296551" y="1001119"/>
                </a:lnTo>
                <a:lnTo>
                  <a:pt x="256802" y="978708"/>
                </a:lnTo>
                <a:lnTo>
                  <a:pt x="219246" y="953449"/>
                </a:lnTo>
                <a:lnTo>
                  <a:pt x="184056" y="925502"/>
                </a:lnTo>
                <a:lnTo>
                  <a:pt x="151402" y="895027"/>
                </a:lnTo>
                <a:lnTo>
                  <a:pt x="121457" y="862183"/>
                </a:lnTo>
                <a:lnTo>
                  <a:pt x="94392" y="827132"/>
                </a:lnTo>
                <a:lnTo>
                  <a:pt x="70379" y="790033"/>
                </a:lnTo>
                <a:lnTo>
                  <a:pt x="49589" y="751046"/>
                </a:lnTo>
                <a:lnTo>
                  <a:pt x="32195" y="710331"/>
                </a:lnTo>
                <a:lnTo>
                  <a:pt x="18367" y="668049"/>
                </a:lnTo>
                <a:lnTo>
                  <a:pt x="8277" y="624360"/>
                </a:lnTo>
                <a:lnTo>
                  <a:pt x="2098" y="579423"/>
                </a:lnTo>
                <a:lnTo>
                  <a:pt x="0" y="5334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825058" y="3529699"/>
            <a:ext cx="1601471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86460" algn="l"/>
              </a:tabLst>
            </a:pPr>
            <a:r>
              <a:rPr sz="3600" i="1" spc="65" dirty="0">
                <a:latin typeface="Times New Roman"/>
                <a:cs typeface="Times New Roman"/>
              </a:rPr>
              <a:t>a	</a:t>
            </a:r>
            <a:r>
              <a:rPr sz="3600" i="1" spc="40" dirty="0">
                <a:latin typeface="Times New Roman"/>
                <a:cs typeface="Times New Roman"/>
              </a:rPr>
              <a:t>a</a:t>
            </a:r>
            <a:r>
              <a:rPr sz="3600" spc="40" dirty="0">
                <a:latin typeface="Times New Roman"/>
                <a:cs typeface="Times New Roman"/>
              </a:rPr>
              <a:t>,</a:t>
            </a:r>
            <a:r>
              <a:rPr sz="3600" spc="-525" dirty="0">
                <a:latin typeface="Times New Roman"/>
                <a:cs typeface="Times New Roman"/>
              </a:rPr>
              <a:t> </a:t>
            </a:r>
            <a:r>
              <a:rPr sz="3600" i="1" spc="80" dirty="0">
                <a:latin typeface="Times New Roman"/>
                <a:cs typeface="Times New Roman"/>
              </a:rPr>
              <a:t>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67865" y="3657605"/>
            <a:ext cx="900415" cy="447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590800" y="3429000"/>
            <a:ext cx="2057400" cy="762000"/>
          </a:xfrm>
          <a:custGeom>
            <a:avLst/>
            <a:gdLst/>
            <a:ahLst/>
            <a:cxnLst/>
            <a:rect l="l" t="t" r="r" b="b"/>
            <a:pathLst>
              <a:path w="2057400" h="762000">
                <a:moveTo>
                  <a:pt x="0" y="381000"/>
                </a:moveTo>
                <a:lnTo>
                  <a:pt x="8661" y="331327"/>
                </a:lnTo>
                <a:lnTo>
                  <a:pt x="33921" y="283587"/>
                </a:lnTo>
                <a:lnTo>
                  <a:pt x="74697" y="238181"/>
                </a:lnTo>
                <a:lnTo>
                  <a:pt x="129905" y="195511"/>
                </a:lnTo>
                <a:lnTo>
                  <a:pt x="162582" y="175327"/>
                </a:lnTo>
                <a:lnTo>
                  <a:pt x="198461" y="155978"/>
                </a:lnTo>
                <a:lnTo>
                  <a:pt x="237406" y="137513"/>
                </a:lnTo>
                <a:lnTo>
                  <a:pt x="279281" y="119984"/>
                </a:lnTo>
                <a:lnTo>
                  <a:pt x="323951" y="103439"/>
                </a:lnTo>
                <a:lnTo>
                  <a:pt x="371281" y="87929"/>
                </a:lnTo>
                <a:lnTo>
                  <a:pt x="421136" y="73505"/>
                </a:lnTo>
                <a:lnTo>
                  <a:pt x="473378" y="60216"/>
                </a:lnTo>
                <a:lnTo>
                  <a:pt x="527874" y="48114"/>
                </a:lnTo>
                <a:lnTo>
                  <a:pt x="584488" y="37247"/>
                </a:lnTo>
                <a:lnTo>
                  <a:pt x="643084" y="27666"/>
                </a:lnTo>
                <a:lnTo>
                  <a:pt x="703527" y="19421"/>
                </a:lnTo>
                <a:lnTo>
                  <a:pt x="765681" y="12563"/>
                </a:lnTo>
                <a:lnTo>
                  <a:pt x="829410" y="7142"/>
                </a:lnTo>
                <a:lnTo>
                  <a:pt x="894580" y="3207"/>
                </a:lnTo>
                <a:lnTo>
                  <a:pt x="961055" y="810"/>
                </a:lnTo>
                <a:lnTo>
                  <a:pt x="1028700" y="0"/>
                </a:lnTo>
                <a:lnTo>
                  <a:pt x="1096344" y="810"/>
                </a:lnTo>
                <a:lnTo>
                  <a:pt x="1162819" y="3207"/>
                </a:lnTo>
                <a:lnTo>
                  <a:pt x="1227989" y="7142"/>
                </a:lnTo>
                <a:lnTo>
                  <a:pt x="1291718" y="12563"/>
                </a:lnTo>
                <a:lnTo>
                  <a:pt x="1353872" y="19421"/>
                </a:lnTo>
                <a:lnTo>
                  <a:pt x="1414315" y="27666"/>
                </a:lnTo>
                <a:lnTo>
                  <a:pt x="1472911" y="37247"/>
                </a:lnTo>
                <a:lnTo>
                  <a:pt x="1529525" y="48114"/>
                </a:lnTo>
                <a:lnTo>
                  <a:pt x="1584021" y="60216"/>
                </a:lnTo>
                <a:lnTo>
                  <a:pt x="1636263" y="73505"/>
                </a:lnTo>
                <a:lnTo>
                  <a:pt x="1686118" y="87929"/>
                </a:lnTo>
                <a:lnTo>
                  <a:pt x="1733448" y="103439"/>
                </a:lnTo>
                <a:lnTo>
                  <a:pt x="1778118" y="119984"/>
                </a:lnTo>
                <a:lnTo>
                  <a:pt x="1819993" y="137513"/>
                </a:lnTo>
                <a:lnTo>
                  <a:pt x="1858938" y="155978"/>
                </a:lnTo>
                <a:lnTo>
                  <a:pt x="1894817" y="175327"/>
                </a:lnTo>
                <a:lnTo>
                  <a:pt x="1927494" y="195511"/>
                </a:lnTo>
                <a:lnTo>
                  <a:pt x="1982702" y="238181"/>
                </a:lnTo>
                <a:lnTo>
                  <a:pt x="2023478" y="283587"/>
                </a:lnTo>
                <a:lnTo>
                  <a:pt x="2048738" y="331327"/>
                </a:lnTo>
                <a:lnTo>
                  <a:pt x="2057400" y="381000"/>
                </a:lnTo>
                <a:lnTo>
                  <a:pt x="2055212" y="406052"/>
                </a:lnTo>
                <a:lnTo>
                  <a:pt x="2048738" y="430672"/>
                </a:lnTo>
                <a:lnTo>
                  <a:pt x="2023478" y="478412"/>
                </a:lnTo>
                <a:lnTo>
                  <a:pt x="1982702" y="523818"/>
                </a:lnTo>
                <a:lnTo>
                  <a:pt x="1927494" y="566488"/>
                </a:lnTo>
                <a:lnTo>
                  <a:pt x="1894817" y="586672"/>
                </a:lnTo>
                <a:lnTo>
                  <a:pt x="1858938" y="606021"/>
                </a:lnTo>
                <a:lnTo>
                  <a:pt x="1819993" y="624486"/>
                </a:lnTo>
                <a:lnTo>
                  <a:pt x="1778118" y="642015"/>
                </a:lnTo>
                <a:lnTo>
                  <a:pt x="1733448" y="658560"/>
                </a:lnTo>
                <a:lnTo>
                  <a:pt x="1686118" y="674070"/>
                </a:lnTo>
                <a:lnTo>
                  <a:pt x="1636263" y="688494"/>
                </a:lnTo>
                <a:lnTo>
                  <a:pt x="1584021" y="701783"/>
                </a:lnTo>
                <a:lnTo>
                  <a:pt x="1529525" y="713885"/>
                </a:lnTo>
                <a:lnTo>
                  <a:pt x="1472911" y="724752"/>
                </a:lnTo>
                <a:lnTo>
                  <a:pt x="1414315" y="734333"/>
                </a:lnTo>
                <a:lnTo>
                  <a:pt x="1353872" y="742578"/>
                </a:lnTo>
                <a:lnTo>
                  <a:pt x="1291718" y="749436"/>
                </a:lnTo>
                <a:lnTo>
                  <a:pt x="1227989" y="754857"/>
                </a:lnTo>
                <a:lnTo>
                  <a:pt x="1162819" y="758792"/>
                </a:lnTo>
                <a:lnTo>
                  <a:pt x="1096344" y="761189"/>
                </a:lnTo>
                <a:lnTo>
                  <a:pt x="1028700" y="762000"/>
                </a:lnTo>
                <a:lnTo>
                  <a:pt x="961055" y="761189"/>
                </a:lnTo>
                <a:lnTo>
                  <a:pt x="894580" y="758792"/>
                </a:lnTo>
                <a:lnTo>
                  <a:pt x="829410" y="754857"/>
                </a:lnTo>
                <a:lnTo>
                  <a:pt x="765681" y="749436"/>
                </a:lnTo>
                <a:lnTo>
                  <a:pt x="703527" y="742578"/>
                </a:lnTo>
                <a:lnTo>
                  <a:pt x="643084" y="734333"/>
                </a:lnTo>
                <a:lnTo>
                  <a:pt x="584488" y="724752"/>
                </a:lnTo>
                <a:lnTo>
                  <a:pt x="527874" y="713885"/>
                </a:lnTo>
                <a:lnTo>
                  <a:pt x="473378" y="701783"/>
                </a:lnTo>
                <a:lnTo>
                  <a:pt x="421136" y="688494"/>
                </a:lnTo>
                <a:lnTo>
                  <a:pt x="371281" y="674070"/>
                </a:lnTo>
                <a:lnTo>
                  <a:pt x="323951" y="658560"/>
                </a:lnTo>
                <a:lnTo>
                  <a:pt x="279281" y="642015"/>
                </a:lnTo>
                <a:lnTo>
                  <a:pt x="237406" y="624486"/>
                </a:lnTo>
                <a:lnTo>
                  <a:pt x="198461" y="606021"/>
                </a:lnTo>
                <a:lnTo>
                  <a:pt x="162582" y="586672"/>
                </a:lnTo>
                <a:lnTo>
                  <a:pt x="129905" y="566488"/>
                </a:lnTo>
                <a:lnTo>
                  <a:pt x="74697" y="523818"/>
                </a:lnTo>
                <a:lnTo>
                  <a:pt x="33921" y="478412"/>
                </a:lnTo>
                <a:lnTo>
                  <a:pt x="8661" y="430672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315103" y="4875310"/>
            <a:ext cx="464820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54"/>
              </a:lnSpc>
            </a:pPr>
            <a:r>
              <a:rPr sz="3600" spc="25" dirty="0">
                <a:latin typeface="Times New Roman"/>
                <a:cs typeface="Times New Roman"/>
              </a:rPr>
              <a:t>,</a:t>
            </a:r>
            <a:r>
              <a:rPr sz="3600" spc="-520" dirty="0">
                <a:latin typeface="Times New Roman"/>
                <a:cs typeface="Times New Roman"/>
              </a:rPr>
              <a:t> </a:t>
            </a:r>
            <a:r>
              <a:rPr sz="3600" i="1" spc="65" dirty="0">
                <a:latin typeface="Times New Roman"/>
                <a:cs typeface="Times New Roman"/>
              </a:rPr>
              <a:t>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51640" y="5137963"/>
            <a:ext cx="43180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79"/>
              </a:lnSpc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12845" y="5147476"/>
            <a:ext cx="3987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00"/>
              </a:lnSpc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55372" y="466044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36751" y="467089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3115" y="44553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4493" y="446577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2" name="object 20"/>
          <p:cNvSpPr/>
          <p:nvPr/>
        </p:nvSpPr>
        <p:spPr>
          <a:xfrm>
            <a:off x="4517775" y="5001208"/>
            <a:ext cx="900388" cy="447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48063" y="4909252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58932" y="487531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8654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419100" y="0"/>
                </a:moveTo>
                <a:lnTo>
                  <a:pt x="370213" y="2563"/>
                </a:lnTo>
                <a:lnTo>
                  <a:pt x="322985" y="10061"/>
                </a:lnTo>
                <a:lnTo>
                  <a:pt x="277731" y="22209"/>
                </a:lnTo>
                <a:lnTo>
                  <a:pt x="234764" y="38722"/>
                </a:lnTo>
                <a:lnTo>
                  <a:pt x="194399" y="59312"/>
                </a:lnTo>
                <a:lnTo>
                  <a:pt x="156949" y="83695"/>
                </a:lnTo>
                <a:lnTo>
                  <a:pt x="122729" y="111585"/>
                </a:lnTo>
                <a:lnTo>
                  <a:pt x="92053" y="142696"/>
                </a:lnTo>
                <a:lnTo>
                  <a:pt x="65234" y="176742"/>
                </a:lnTo>
                <a:lnTo>
                  <a:pt x="42587" y="213437"/>
                </a:lnTo>
                <a:lnTo>
                  <a:pt x="24426" y="252497"/>
                </a:lnTo>
                <a:lnTo>
                  <a:pt x="11065" y="293634"/>
                </a:lnTo>
                <a:lnTo>
                  <a:pt x="2818" y="336563"/>
                </a:lnTo>
                <a:lnTo>
                  <a:pt x="0" y="381000"/>
                </a:lnTo>
                <a:lnTo>
                  <a:pt x="2818" y="425433"/>
                </a:lnTo>
                <a:lnTo>
                  <a:pt x="11065" y="468361"/>
                </a:lnTo>
                <a:lnTo>
                  <a:pt x="24426" y="509497"/>
                </a:lnTo>
                <a:lnTo>
                  <a:pt x="42587" y="548556"/>
                </a:lnTo>
                <a:lnTo>
                  <a:pt x="65234" y="585252"/>
                </a:lnTo>
                <a:lnTo>
                  <a:pt x="92053" y="619298"/>
                </a:lnTo>
                <a:lnTo>
                  <a:pt x="122729" y="650409"/>
                </a:lnTo>
                <a:lnTo>
                  <a:pt x="156949" y="678300"/>
                </a:lnTo>
                <a:lnTo>
                  <a:pt x="194399" y="702684"/>
                </a:lnTo>
                <a:lnTo>
                  <a:pt x="234764" y="723275"/>
                </a:lnTo>
                <a:lnTo>
                  <a:pt x="277731" y="739788"/>
                </a:lnTo>
                <a:lnTo>
                  <a:pt x="322985" y="751937"/>
                </a:lnTo>
                <a:lnTo>
                  <a:pt x="370213" y="759436"/>
                </a:lnTo>
                <a:lnTo>
                  <a:pt x="419100" y="762000"/>
                </a:lnTo>
                <a:lnTo>
                  <a:pt x="467986" y="759436"/>
                </a:lnTo>
                <a:lnTo>
                  <a:pt x="515214" y="751937"/>
                </a:lnTo>
                <a:lnTo>
                  <a:pt x="560468" y="739788"/>
                </a:lnTo>
                <a:lnTo>
                  <a:pt x="603435" y="723275"/>
                </a:lnTo>
                <a:lnTo>
                  <a:pt x="643800" y="702684"/>
                </a:lnTo>
                <a:lnTo>
                  <a:pt x="681250" y="678300"/>
                </a:lnTo>
                <a:lnTo>
                  <a:pt x="715470" y="650409"/>
                </a:lnTo>
                <a:lnTo>
                  <a:pt x="746146" y="619298"/>
                </a:lnTo>
                <a:lnTo>
                  <a:pt x="772965" y="585252"/>
                </a:lnTo>
                <a:lnTo>
                  <a:pt x="795612" y="548556"/>
                </a:lnTo>
                <a:lnTo>
                  <a:pt x="813773" y="509497"/>
                </a:lnTo>
                <a:lnTo>
                  <a:pt x="827134" y="468361"/>
                </a:lnTo>
                <a:lnTo>
                  <a:pt x="835381" y="425433"/>
                </a:lnTo>
                <a:lnTo>
                  <a:pt x="838200" y="381000"/>
                </a:lnTo>
                <a:lnTo>
                  <a:pt x="835381" y="336563"/>
                </a:lnTo>
                <a:lnTo>
                  <a:pt x="827134" y="293634"/>
                </a:lnTo>
                <a:lnTo>
                  <a:pt x="813773" y="252497"/>
                </a:lnTo>
                <a:lnTo>
                  <a:pt x="795612" y="213437"/>
                </a:lnTo>
                <a:lnTo>
                  <a:pt x="772965" y="176742"/>
                </a:lnTo>
                <a:lnTo>
                  <a:pt x="746146" y="142696"/>
                </a:lnTo>
                <a:lnTo>
                  <a:pt x="715470" y="111585"/>
                </a:lnTo>
                <a:lnTo>
                  <a:pt x="681250" y="83695"/>
                </a:lnTo>
                <a:lnTo>
                  <a:pt x="643800" y="59312"/>
                </a:lnTo>
                <a:lnTo>
                  <a:pt x="603435" y="38722"/>
                </a:lnTo>
                <a:lnTo>
                  <a:pt x="560468" y="22209"/>
                </a:lnTo>
                <a:lnTo>
                  <a:pt x="515214" y="10061"/>
                </a:lnTo>
                <a:lnTo>
                  <a:pt x="467986" y="2563"/>
                </a:lnTo>
                <a:lnTo>
                  <a:pt x="419100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61100" y="1069975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69850" y="114300"/>
                </a:moveTo>
                <a:lnTo>
                  <a:pt x="57150" y="114300"/>
                </a:lnTo>
                <a:lnTo>
                  <a:pt x="57150" y="457200"/>
                </a:lnTo>
                <a:lnTo>
                  <a:pt x="69850" y="457200"/>
                </a:lnTo>
                <a:lnTo>
                  <a:pt x="69850" y="114300"/>
                </a:lnTo>
                <a:close/>
              </a:path>
              <a:path w="127000" h="4572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4572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77339" y="1362937"/>
            <a:ext cx="431800" cy="560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84451" y="374650"/>
          <a:ext cx="5105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3031116" y="4183379"/>
            <a:ext cx="1016635" cy="1002030"/>
          </a:xfrm>
          <a:custGeom>
            <a:avLst/>
            <a:gdLst/>
            <a:ahLst/>
            <a:cxnLst/>
            <a:rect l="l" t="t" r="r" b="b"/>
            <a:pathLst>
              <a:path w="1016635" h="1002029">
                <a:moveTo>
                  <a:pt x="623238" y="12700"/>
                </a:moveTo>
                <a:lnTo>
                  <a:pt x="517518" y="12700"/>
                </a:lnTo>
                <a:lnTo>
                  <a:pt x="534028" y="13081"/>
                </a:lnTo>
                <a:lnTo>
                  <a:pt x="549649" y="13970"/>
                </a:lnTo>
                <a:lnTo>
                  <a:pt x="597909" y="20320"/>
                </a:lnTo>
                <a:lnTo>
                  <a:pt x="649852" y="32385"/>
                </a:lnTo>
                <a:lnTo>
                  <a:pt x="721988" y="56515"/>
                </a:lnTo>
                <a:lnTo>
                  <a:pt x="758056" y="71755"/>
                </a:lnTo>
                <a:lnTo>
                  <a:pt x="793616" y="89027"/>
                </a:lnTo>
                <a:lnTo>
                  <a:pt x="827906" y="108204"/>
                </a:lnTo>
                <a:lnTo>
                  <a:pt x="860672" y="129159"/>
                </a:lnTo>
                <a:lnTo>
                  <a:pt x="905503" y="163449"/>
                </a:lnTo>
                <a:lnTo>
                  <a:pt x="943730" y="201041"/>
                </a:lnTo>
                <a:lnTo>
                  <a:pt x="973702" y="241300"/>
                </a:lnTo>
                <a:lnTo>
                  <a:pt x="993895" y="283718"/>
                </a:lnTo>
                <a:lnTo>
                  <a:pt x="1002912" y="328422"/>
                </a:lnTo>
                <a:lnTo>
                  <a:pt x="1003674" y="344424"/>
                </a:lnTo>
                <a:lnTo>
                  <a:pt x="1003420" y="360807"/>
                </a:lnTo>
                <a:lnTo>
                  <a:pt x="996689" y="413385"/>
                </a:lnTo>
                <a:lnTo>
                  <a:pt x="987672" y="450850"/>
                </a:lnTo>
                <a:lnTo>
                  <a:pt x="975261" y="490347"/>
                </a:lnTo>
                <a:lnTo>
                  <a:pt x="959859" y="530987"/>
                </a:lnTo>
                <a:lnTo>
                  <a:pt x="941571" y="573151"/>
                </a:lnTo>
                <a:lnTo>
                  <a:pt x="920870" y="616712"/>
                </a:lnTo>
                <a:lnTo>
                  <a:pt x="897883" y="661543"/>
                </a:lnTo>
                <a:lnTo>
                  <a:pt x="872864" y="707263"/>
                </a:lnTo>
                <a:lnTo>
                  <a:pt x="846194" y="753872"/>
                </a:lnTo>
                <a:lnTo>
                  <a:pt x="818127" y="801116"/>
                </a:lnTo>
                <a:lnTo>
                  <a:pt x="788917" y="848995"/>
                </a:lnTo>
                <a:lnTo>
                  <a:pt x="758818" y="897382"/>
                </a:lnTo>
                <a:lnTo>
                  <a:pt x="697350" y="994791"/>
                </a:lnTo>
                <a:lnTo>
                  <a:pt x="708018" y="1001649"/>
                </a:lnTo>
                <a:lnTo>
                  <a:pt x="769613" y="904113"/>
                </a:lnTo>
                <a:lnTo>
                  <a:pt x="799712" y="855726"/>
                </a:lnTo>
                <a:lnTo>
                  <a:pt x="828922" y="807847"/>
                </a:lnTo>
                <a:lnTo>
                  <a:pt x="857116" y="760222"/>
                </a:lnTo>
                <a:lnTo>
                  <a:pt x="883913" y="713486"/>
                </a:lnTo>
                <a:lnTo>
                  <a:pt x="909059" y="667639"/>
                </a:lnTo>
                <a:lnTo>
                  <a:pt x="932173" y="622554"/>
                </a:lnTo>
                <a:lnTo>
                  <a:pt x="953128" y="578612"/>
                </a:lnTo>
                <a:lnTo>
                  <a:pt x="971670" y="535813"/>
                </a:lnTo>
                <a:lnTo>
                  <a:pt x="987291" y="494411"/>
                </a:lnTo>
                <a:lnTo>
                  <a:pt x="999864" y="454406"/>
                </a:lnTo>
                <a:lnTo>
                  <a:pt x="1009135" y="416052"/>
                </a:lnTo>
                <a:lnTo>
                  <a:pt x="1016120" y="361823"/>
                </a:lnTo>
                <a:lnTo>
                  <a:pt x="1016363" y="344424"/>
                </a:lnTo>
                <a:lnTo>
                  <a:pt x="1015612" y="327787"/>
                </a:lnTo>
                <a:lnTo>
                  <a:pt x="1006087" y="280162"/>
                </a:lnTo>
                <a:lnTo>
                  <a:pt x="984751" y="234950"/>
                </a:lnTo>
                <a:lnTo>
                  <a:pt x="953509" y="192913"/>
                </a:lnTo>
                <a:lnTo>
                  <a:pt x="914012" y="154051"/>
                </a:lnTo>
                <a:lnTo>
                  <a:pt x="884040" y="130175"/>
                </a:lnTo>
                <a:lnTo>
                  <a:pt x="834637" y="97536"/>
                </a:lnTo>
                <a:lnTo>
                  <a:pt x="799839" y="77978"/>
                </a:lnTo>
                <a:lnTo>
                  <a:pt x="763644" y="60452"/>
                </a:lnTo>
                <a:lnTo>
                  <a:pt x="726814" y="44831"/>
                </a:lnTo>
                <a:lnTo>
                  <a:pt x="689984" y="31496"/>
                </a:lnTo>
                <a:lnTo>
                  <a:pt x="653408" y="20193"/>
                </a:lnTo>
                <a:lnTo>
                  <a:pt x="635374" y="15494"/>
                </a:lnTo>
                <a:lnTo>
                  <a:pt x="623238" y="12700"/>
                </a:lnTo>
                <a:close/>
              </a:path>
              <a:path w="1016635" h="1002029">
                <a:moveTo>
                  <a:pt x="181275" y="812217"/>
                </a:moveTo>
                <a:lnTo>
                  <a:pt x="130549" y="838581"/>
                </a:lnTo>
                <a:lnTo>
                  <a:pt x="245484" y="922020"/>
                </a:lnTo>
                <a:lnTo>
                  <a:pt x="243898" y="823468"/>
                </a:lnTo>
                <a:lnTo>
                  <a:pt x="187064" y="823468"/>
                </a:lnTo>
                <a:lnTo>
                  <a:pt x="181275" y="812217"/>
                </a:lnTo>
                <a:close/>
              </a:path>
              <a:path w="1016635" h="1002029">
                <a:moveTo>
                  <a:pt x="192537" y="806364"/>
                </a:moveTo>
                <a:lnTo>
                  <a:pt x="181275" y="812217"/>
                </a:lnTo>
                <a:lnTo>
                  <a:pt x="187064" y="823468"/>
                </a:lnTo>
                <a:lnTo>
                  <a:pt x="198367" y="817753"/>
                </a:lnTo>
                <a:lnTo>
                  <a:pt x="192537" y="806364"/>
                </a:lnTo>
                <a:close/>
              </a:path>
              <a:path w="1016635" h="1002029">
                <a:moveTo>
                  <a:pt x="243198" y="780034"/>
                </a:moveTo>
                <a:lnTo>
                  <a:pt x="192537" y="806364"/>
                </a:lnTo>
                <a:lnTo>
                  <a:pt x="198367" y="817753"/>
                </a:lnTo>
                <a:lnTo>
                  <a:pt x="187064" y="823468"/>
                </a:lnTo>
                <a:lnTo>
                  <a:pt x="243898" y="823468"/>
                </a:lnTo>
                <a:lnTo>
                  <a:pt x="243198" y="780034"/>
                </a:lnTo>
                <a:close/>
              </a:path>
              <a:path w="1016635" h="1002029">
                <a:moveTo>
                  <a:pt x="517772" y="0"/>
                </a:moveTo>
                <a:lnTo>
                  <a:pt x="462781" y="2667"/>
                </a:lnTo>
                <a:lnTo>
                  <a:pt x="403599" y="10287"/>
                </a:lnTo>
                <a:lnTo>
                  <a:pt x="362451" y="18034"/>
                </a:lnTo>
                <a:lnTo>
                  <a:pt x="320922" y="28067"/>
                </a:lnTo>
                <a:lnTo>
                  <a:pt x="279393" y="40005"/>
                </a:lnTo>
                <a:lnTo>
                  <a:pt x="238626" y="53975"/>
                </a:lnTo>
                <a:lnTo>
                  <a:pt x="199256" y="69977"/>
                </a:lnTo>
                <a:lnTo>
                  <a:pt x="161664" y="87884"/>
                </a:lnTo>
                <a:lnTo>
                  <a:pt x="126612" y="107569"/>
                </a:lnTo>
                <a:lnTo>
                  <a:pt x="94735" y="129159"/>
                </a:lnTo>
                <a:lnTo>
                  <a:pt x="54095" y="164973"/>
                </a:lnTo>
                <a:lnTo>
                  <a:pt x="24123" y="204978"/>
                </a:lnTo>
                <a:lnTo>
                  <a:pt x="6597" y="249047"/>
                </a:lnTo>
                <a:lnTo>
                  <a:pt x="120" y="298069"/>
                </a:lnTo>
                <a:lnTo>
                  <a:pt x="0" y="315595"/>
                </a:lnTo>
                <a:lnTo>
                  <a:pt x="882" y="333629"/>
                </a:lnTo>
                <a:lnTo>
                  <a:pt x="8756" y="390525"/>
                </a:lnTo>
                <a:lnTo>
                  <a:pt x="18154" y="430784"/>
                </a:lnTo>
                <a:lnTo>
                  <a:pt x="30473" y="472694"/>
                </a:lnTo>
                <a:lnTo>
                  <a:pt x="45459" y="516255"/>
                </a:lnTo>
                <a:lnTo>
                  <a:pt x="72256" y="583946"/>
                </a:lnTo>
                <a:lnTo>
                  <a:pt x="92576" y="630555"/>
                </a:lnTo>
                <a:lnTo>
                  <a:pt x="114547" y="678180"/>
                </a:lnTo>
                <a:lnTo>
                  <a:pt x="137915" y="726567"/>
                </a:lnTo>
                <a:lnTo>
                  <a:pt x="162426" y="775589"/>
                </a:lnTo>
                <a:lnTo>
                  <a:pt x="181275" y="812217"/>
                </a:lnTo>
                <a:lnTo>
                  <a:pt x="192537" y="806364"/>
                </a:lnTo>
                <a:lnTo>
                  <a:pt x="173856" y="769874"/>
                </a:lnTo>
                <a:lnTo>
                  <a:pt x="149345" y="720979"/>
                </a:lnTo>
                <a:lnTo>
                  <a:pt x="126104" y="672846"/>
                </a:lnTo>
                <a:lnTo>
                  <a:pt x="104260" y="625475"/>
                </a:lnTo>
                <a:lnTo>
                  <a:pt x="84067" y="579120"/>
                </a:lnTo>
                <a:lnTo>
                  <a:pt x="65652" y="534035"/>
                </a:lnTo>
                <a:lnTo>
                  <a:pt x="49566" y="490093"/>
                </a:lnTo>
                <a:lnTo>
                  <a:pt x="36188" y="448183"/>
                </a:lnTo>
                <a:lnTo>
                  <a:pt x="25520" y="407797"/>
                </a:lnTo>
                <a:lnTo>
                  <a:pt x="17773" y="369189"/>
                </a:lnTo>
                <a:lnTo>
                  <a:pt x="12693" y="315595"/>
                </a:lnTo>
                <a:lnTo>
                  <a:pt x="12749" y="298069"/>
                </a:lnTo>
                <a:lnTo>
                  <a:pt x="18789" y="252603"/>
                </a:lnTo>
                <a:lnTo>
                  <a:pt x="34791" y="211836"/>
                </a:lnTo>
                <a:lnTo>
                  <a:pt x="63112" y="173990"/>
                </a:lnTo>
                <a:lnTo>
                  <a:pt x="102101" y="139573"/>
                </a:lnTo>
                <a:lnTo>
                  <a:pt x="149853" y="108712"/>
                </a:lnTo>
                <a:lnTo>
                  <a:pt x="185413" y="90297"/>
                </a:lnTo>
                <a:lnTo>
                  <a:pt x="242817" y="66040"/>
                </a:lnTo>
                <a:lnTo>
                  <a:pt x="282949" y="52197"/>
                </a:lnTo>
                <a:lnTo>
                  <a:pt x="323843" y="40386"/>
                </a:lnTo>
                <a:lnTo>
                  <a:pt x="364864" y="30480"/>
                </a:lnTo>
                <a:lnTo>
                  <a:pt x="405377" y="22860"/>
                </a:lnTo>
                <a:lnTo>
                  <a:pt x="444747" y="17272"/>
                </a:lnTo>
                <a:lnTo>
                  <a:pt x="500246" y="12954"/>
                </a:lnTo>
                <a:lnTo>
                  <a:pt x="517518" y="12700"/>
                </a:lnTo>
                <a:lnTo>
                  <a:pt x="623238" y="12700"/>
                </a:lnTo>
                <a:lnTo>
                  <a:pt x="617721" y="11430"/>
                </a:lnTo>
                <a:lnTo>
                  <a:pt x="566921" y="2794"/>
                </a:lnTo>
                <a:lnTo>
                  <a:pt x="534663" y="381"/>
                </a:lnTo>
                <a:lnTo>
                  <a:pt x="517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38400" y="5422901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609600" h="127000">
                <a:moveTo>
                  <a:pt x="482600" y="0"/>
                </a:moveTo>
                <a:lnTo>
                  <a:pt x="482600" y="127000"/>
                </a:lnTo>
                <a:lnTo>
                  <a:pt x="596900" y="69850"/>
                </a:lnTo>
                <a:lnTo>
                  <a:pt x="495300" y="69850"/>
                </a:lnTo>
                <a:lnTo>
                  <a:pt x="495300" y="57150"/>
                </a:lnTo>
                <a:lnTo>
                  <a:pt x="596900" y="57150"/>
                </a:lnTo>
                <a:lnTo>
                  <a:pt x="482600" y="0"/>
                </a:lnTo>
                <a:close/>
              </a:path>
              <a:path w="609600" h="127000">
                <a:moveTo>
                  <a:pt x="4826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482600" y="69850"/>
                </a:lnTo>
                <a:lnTo>
                  <a:pt x="482600" y="57150"/>
                </a:lnTo>
                <a:close/>
              </a:path>
              <a:path w="609600" h="127000">
                <a:moveTo>
                  <a:pt x="596900" y="57150"/>
                </a:moveTo>
                <a:lnTo>
                  <a:pt x="495300" y="57150"/>
                </a:lnTo>
                <a:lnTo>
                  <a:pt x="495300" y="69850"/>
                </a:lnTo>
                <a:lnTo>
                  <a:pt x="596900" y="69850"/>
                </a:lnTo>
                <a:lnTo>
                  <a:pt x="609600" y="63500"/>
                </a:lnTo>
                <a:lnTo>
                  <a:pt x="5969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86200" y="5422901"/>
            <a:ext cx="2209800" cy="127000"/>
          </a:xfrm>
          <a:custGeom>
            <a:avLst/>
            <a:gdLst/>
            <a:ahLst/>
            <a:cxnLst/>
            <a:rect l="l" t="t" r="r" b="b"/>
            <a:pathLst>
              <a:path w="2209800" h="127000">
                <a:moveTo>
                  <a:pt x="2082800" y="0"/>
                </a:moveTo>
                <a:lnTo>
                  <a:pt x="2082800" y="127000"/>
                </a:lnTo>
                <a:lnTo>
                  <a:pt x="2197100" y="69850"/>
                </a:lnTo>
                <a:lnTo>
                  <a:pt x="2095500" y="69850"/>
                </a:lnTo>
                <a:lnTo>
                  <a:pt x="2095500" y="57150"/>
                </a:lnTo>
                <a:lnTo>
                  <a:pt x="2197100" y="57150"/>
                </a:lnTo>
                <a:lnTo>
                  <a:pt x="2082800" y="0"/>
                </a:lnTo>
                <a:close/>
              </a:path>
              <a:path w="2209800" h="127000">
                <a:moveTo>
                  <a:pt x="20828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082800" y="69850"/>
                </a:lnTo>
                <a:lnTo>
                  <a:pt x="2082800" y="57150"/>
                </a:lnTo>
                <a:close/>
              </a:path>
              <a:path w="2209800" h="127000">
                <a:moveTo>
                  <a:pt x="2197100" y="57150"/>
                </a:moveTo>
                <a:lnTo>
                  <a:pt x="2095500" y="57150"/>
                </a:lnTo>
                <a:lnTo>
                  <a:pt x="2095500" y="69850"/>
                </a:lnTo>
                <a:lnTo>
                  <a:pt x="2197100" y="69850"/>
                </a:lnTo>
                <a:lnTo>
                  <a:pt x="2209800" y="63500"/>
                </a:lnTo>
                <a:lnTo>
                  <a:pt x="21971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484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96000" y="49530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1143000" h="1066800">
                <a:moveTo>
                  <a:pt x="0" y="533400"/>
                </a:moveTo>
                <a:lnTo>
                  <a:pt x="2098" y="487368"/>
                </a:lnTo>
                <a:lnTo>
                  <a:pt x="8277" y="442426"/>
                </a:lnTo>
                <a:lnTo>
                  <a:pt x="18367" y="398732"/>
                </a:lnTo>
                <a:lnTo>
                  <a:pt x="32195" y="356448"/>
                </a:lnTo>
                <a:lnTo>
                  <a:pt x="49589" y="315731"/>
                </a:lnTo>
                <a:lnTo>
                  <a:pt x="70379" y="276744"/>
                </a:lnTo>
                <a:lnTo>
                  <a:pt x="94392" y="239645"/>
                </a:lnTo>
                <a:lnTo>
                  <a:pt x="121457" y="204594"/>
                </a:lnTo>
                <a:lnTo>
                  <a:pt x="151402" y="171752"/>
                </a:lnTo>
                <a:lnTo>
                  <a:pt x="184056" y="141279"/>
                </a:lnTo>
                <a:lnTo>
                  <a:pt x="219246" y="113334"/>
                </a:lnTo>
                <a:lnTo>
                  <a:pt x="256802" y="88078"/>
                </a:lnTo>
                <a:lnTo>
                  <a:pt x="296551" y="65670"/>
                </a:lnTo>
                <a:lnTo>
                  <a:pt x="338322" y="46271"/>
                </a:lnTo>
                <a:lnTo>
                  <a:pt x="381944" y="30040"/>
                </a:lnTo>
                <a:lnTo>
                  <a:pt x="427244" y="17137"/>
                </a:lnTo>
                <a:lnTo>
                  <a:pt x="474051" y="7723"/>
                </a:lnTo>
                <a:lnTo>
                  <a:pt x="522193" y="1957"/>
                </a:lnTo>
                <a:lnTo>
                  <a:pt x="571500" y="0"/>
                </a:lnTo>
                <a:lnTo>
                  <a:pt x="620806" y="1957"/>
                </a:lnTo>
                <a:lnTo>
                  <a:pt x="668948" y="7723"/>
                </a:lnTo>
                <a:lnTo>
                  <a:pt x="715755" y="17137"/>
                </a:lnTo>
                <a:lnTo>
                  <a:pt x="761055" y="30040"/>
                </a:lnTo>
                <a:lnTo>
                  <a:pt x="804677" y="46271"/>
                </a:lnTo>
                <a:lnTo>
                  <a:pt x="846448" y="65670"/>
                </a:lnTo>
                <a:lnTo>
                  <a:pt x="886197" y="88078"/>
                </a:lnTo>
                <a:lnTo>
                  <a:pt x="923753" y="113334"/>
                </a:lnTo>
                <a:lnTo>
                  <a:pt x="958943" y="141279"/>
                </a:lnTo>
                <a:lnTo>
                  <a:pt x="991597" y="171752"/>
                </a:lnTo>
                <a:lnTo>
                  <a:pt x="1021542" y="204594"/>
                </a:lnTo>
                <a:lnTo>
                  <a:pt x="1048607" y="239645"/>
                </a:lnTo>
                <a:lnTo>
                  <a:pt x="1072620" y="276744"/>
                </a:lnTo>
                <a:lnTo>
                  <a:pt x="1093410" y="315731"/>
                </a:lnTo>
                <a:lnTo>
                  <a:pt x="1110804" y="356448"/>
                </a:lnTo>
                <a:lnTo>
                  <a:pt x="1124632" y="398732"/>
                </a:lnTo>
                <a:lnTo>
                  <a:pt x="1134722" y="442426"/>
                </a:lnTo>
                <a:lnTo>
                  <a:pt x="1140901" y="487368"/>
                </a:lnTo>
                <a:lnTo>
                  <a:pt x="1143000" y="533400"/>
                </a:lnTo>
                <a:lnTo>
                  <a:pt x="1140901" y="579423"/>
                </a:lnTo>
                <a:lnTo>
                  <a:pt x="1134722" y="624360"/>
                </a:lnTo>
                <a:lnTo>
                  <a:pt x="1124632" y="668049"/>
                </a:lnTo>
                <a:lnTo>
                  <a:pt x="1110804" y="710331"/>
                </a:lnTo>
                <a:lnTo>
                  <a:pt x="1093410" y="751046"/>
                </a:lnTo>
                <a:lnTo>
                  <a:pt x="1072620" y="790033"/>
                </a:lnTo>
                <a:lnTo>
                  <a:pt x="1048607" y="827132"/>
                </a:lnTo>
                <a:lnTo>
                  <a:pt x="1021542" y="862183"/>
                </a:lnTo>
                <a:lnTo>
                  <a:pt x="991597" y="895027"/>
                </a:lnTo>
                <a:lnTo>
                  <a:pt x="958943" y="925502"/>
                </a:lnTo>
                <a:lnTo>
                  <a:pt x="923753" y="953449"/>
                </a:lnTo>
                <a:lnTo>
                  <a:pt x="886197" y="978708"/>
                </a:lnTo>
                <a:lnTo>
                  <a:pt x="846448" y="1001119"/>
                </a:lnTo>
                <a:lnTo>
                  <a:pt x="804677" y="1020521"/>
                </a:lnTo>
                <a:lnTo>
                  <a:pt x="761055" y="1036754"/>
                </a:lnTo>
                <a:lnTo>
                  <a:pt x="715755" y="1049659"/>
                </a:lnTo>
                <a:lnTo>
                  <a:pt x="668948" y="1059075"/>
                </a:lnTo>
                <a:lnTo>
                  <a:pt x="620806" y="1064842"/>
                </a:lnTo>
                <a:lnTo>
                  <a:pt x="571500" y="1066800"/>
                </a:lnTo>
                <a:lnTo>
                  <a:pt x="522193" y="1064842"/>
                </a:lnTo>
                <a:lnTo>
                  <a:pt x="474051" y="1059075"/>
                </a:lnTo>
                <a:lnTo>
                  <a:pt x="427244" y="1049659"/>
                </a:lnTo>
                <a:lnTo>
                  <a:pt x="381944" y="1036754"/>
                </a:lnTo>
                <a:lnTo>
                  <a:pt x="338322" y="1020521"/>
                </a:lnTo>
                <a:lnTo>
                  <a:pt x="296551" y="1001119"/>
                </a:lnTo>
                <a:lnTo>
                  <a:pt x="256802" y="978708"/>
                </a:lnTo>
                <a:lnTo>
                  <a:pt x="219246" y="953449"/>
                </a:lnTo>
                <a:lnTo>
                  <a:pt x="184056" y="925502"/>
                </a:lnTo>
                <a:lnTo>
                  <a:pt x="151402" y="895027"/>
                </a:lnTo>
                <a:lnTo>
                  <a:pt x="121457" y="862183"/>
                </a:lnTo>
                <a:lnTo>
                  <a:pt x="94392" y="827132"/>
                </a:lnTo>
                <a:lnTo>
                  <a:pt x="70379" y="790033"/>
                </a:lnTo>
                <a:lnTo>
                  <a:pt x="49589" y="751046"/>
                </a:lnTo>
                <a:lnTo>
                  <a:pt x="32195" y="710331"/>
                </a:lnTo>
                <a:lnTo>
                  <a:pt x="18367" y="668049"/>
                </a:lnTo>
                <a:lnTo>
                  <a:pt x="8277" y="624360"/>
                </a:lnTo>
                <a:lnTo>
                  <a:pt x="2098" y="579423"/>
                </a:lnTo>
                <a:lnTo>
                  <a:pt x="0" y="5334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825058" y="3529699"/>
            <a:ext cx="1601471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86460" algn="l"/>
              </a:tabLst>
            </a:pPr>
            <a:r>
              <a:rPr sz="3600" i="1" spc="65" dirty="0">
                <a:latin typeface="Times New Roman"/>
                <a:cs typeface="Times New Roman"/>
              </a:rPr>
              <a:t>a	</a:t>
            </a:r>
            <a:r>
              <a:rPr sz="3600" i="1" spc="40" dirty="0">
                <a:latin typeface="Times New Roman"/>
                <a:cs typeface="Times New Roman"/>
              </a:rPr>
              <a:t>a</a:t>
            </a:r>
            <a:r>
              <a:rPr sz="3600" spc="40" dirty="0">
                <a:latin typeface="Times New Roman"/>
                <a:cs typeface="Times New Roman"/>
              </a:rPr>
              <a:t>,</a:t>
            </a:r>
            <a:r>
              <a:rPr sz="3600" spc="-525" dirty="0">
                <a:latin typeface="Times New Roman"/>
                <a:cs typeface="Times New Roman"/>
              </a:rPr>
              <a:t> </a:t>
            </a:r>
            <a:r>
              <a:rPr sz="3600" i="1" spc="80" dirty="0">
                <a:latin typeface="Times New Roman"/>
                <a:cs typeface="Times New Roman"/>
              </a:rPr>
              <a:t>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67865" y="3657605"/>
            <a:ext cx="900415" cy="447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962400" y="4724400"/>
            <a:ext cx="2057400" cy="762000"/>
          </a:xfrm>
          <a:custGeom>
            <a:avLst/>
            <a:gdLst/>
            <a:ahLst/>
            <a:cxnLst/>
            <a:rect l="l" t="t" r="r" b="b"/>
            <a:pathLst>
              <a:path w="2057400" h="762000">
                <a:moveTo>
                  <a:pt x="0" y="381000"/>
                </a:moveTo>
                <a:lnTo>
                  <a:pt x="8661" y="331327"/>
                </a:lnTo>
                <a:lnTo>
                  <a:pt x="33921" y="283587"/>
                </a:lnTo>
                <a:lnTo>
                  <a:pt x="74697" y="238181"/>
                </a:lnTo>
                <a:lnTo>
                  <a:pt x="129905" y="195511"/>
                </a:lnTo>
                <a:lnTo>
                  <a:pt x="162582" y="175327"/>
                </a:lnTo>
                <a:lnTo>
                  <a:pt x="198461" y="155978"/>
                </a:lnTo>
                <a:lnTo>
                  <a:pt x="237406" y="137513"/>
                </a:lnTo>
                <a:lnTo>
                  <a:pt x="279281" y="119984"/>
                </a:lnTo>
                <a:lnTo>
                  <a:pt x="323951" y="103439"/>
                </a:lnTo>
                <a:lnTo>
                  <a:pt x="371281" y="87929"/>
                </a:lnTo>
                <a:lnTo>
                  <a:pt x="421136" y="73505"/>
                </a:lnTo>
                <a:lnTo>
                  <a:pt x="473378" y="60216"/>
                </a:lnTo>
                <a:lnTo>
                  <a:pt x="527874" y="48114"/>
                </a:lnTo>
                <a:lnTo>
                  <a:pt x="584488" y="37247"/>
                </a:lnTo>
                <a:lnTo>
                  <a:pt x="643084" y="27666"/>
                </a:lnTo>
                <a:lnTo>
                  <a:pt x="703527" y="19421"/>
                </a:lnTo>
                <a:lnTo>
                  <a:pt x="765681" y="12563"/>
                </a:lnTo>
                <a:lnTo>
                  <a:pt x="829410" y="7142"/>
                </a:lnTo>
                <a:lnTo>
                  <a:pt x="894580" y="3207"/>
                </a:lnTo>
                <a:lnTo>
                  <a:pt x="961055" y="810"/>
                </a:lnTo>
                <a:lnTo>
                  <a:pt x="1028700" y="0"/>
                </a:lnTo>
                <a:lnTo>
                  <a:pt x="1096344" y="810"/>
                </a:lnTo>
                <a:lnTo>
                  <a:pt x="1162819" y="3207"/>
                </a:lnTo>
                <a:lnTo>
                  <a:pt x="1227989" y="7142"/>
                </a:lnTo>
                <a:lnTo>
                  <a:pt x="1291718" y="12563"/>
                </a:lnTo>
                <a:lnTo>
                  <a:pt x="1353872" y="19421"/>
                </a:lnTo>
                <a:lnTo>
                  <a:pt x="1414315" y="27666"/>
                </a:lnTo>
                <a:lnTo>
                  <a:pt x="1472911" y="37247"/>
                </a:lnTo>
                <a:lnTo>
                  <a:pt x="1529525" y="48114"/>
                </a:lnTo>
                <a:lnTo>
                  <a:pt x="1584021" y="60216"/>
                </a:lnTo>
                <a:lnTo>
                  <a:pt x="1636263" y="73505"/>
                </a:lnTo>
                <a:lnTo>
                  <a:pt x="1686118" y="87929"/>
                </a:lnTo>
                <a:lnTo>
                  <a:pt x="1733448" y="103439"/>
                </a:lnTo>
                <a:lnTo>
                  <a:pt x="1778118" y="119984"/>
                </a:lnTo>
                <a:lnTo>
                  <a:pt x="1819993" y="137513"/>
                </a:lnTo>
                <a:lnTo>
                  <a:pt x="1858938" y="155978"/>
                </a:lnTo>
                <a:lnTo>
                  <a:pt x="1894817" y="175327"/>
                </a:lnTo>
                <a:lnTo>
                  <a:pt x="1927494" y="195511"/>
                </a:lnTo>
                <a:lnTo>
                  <a:pt x="1982702" y="238181"/>
                </a:lnTo>
                <a:lnTo>
                  <a:pt x="2023478" y="283587"/>
                </a:lnTo>
                <a:lnTo>
                  <a:pt x="2048738" y="331327"/>
                </a:lnTo>
                <a:lnTo>
                  <a:pt x="2057400" y="381000"/>
                </a:lnTo>
                <a:lnTo>
                  <a:pt x="2055212" y="406052"/>
                </a:lnTo>
                <a:lnTo>
                  <a:pt x="2048738" y="430672"/>
                </a:lnTo>
                <a:lnTo>
                  <a:pt x="2023478" y="478412"/>
                </a:lnTo>
                <a:lnTo>
                  <a:pt x="1982702" y="523818"/>
                </a:lnTo>
                <a:lnTo>
                  <a:pt x="1927494" y="566488"/>
                </a:lnTo>
                <a:lnTo>
                  <a:pt x="1894817" y="586672"/>
                </a:lnTo>
                <a:lnTo>
                  <a:pt x="1858938" y="606021"/>
                </a:lnTo>
                <a:lnTo>
                  <a:pt x="1819993" y="624486"/>
                </a:lnTo>
                <a:lnTo>
                  <a:pt x="1778118" y="642015"/>
                </a:lnTo>
                <a:lnTo>
                  <a:pt x="1733448" y="658560"/>
                </a:lnTo>
                <a:lnTo>
                  <a:pt x="1686118" y="674070"/>
                </a:lnTo>
                <a:lnTo>
                  <a:pt x="1636263" y="688494"/>
                </a:lnTo>
                <a:lnTo>
                  <a:pt x="1584021" y="701783"/>
                </a:lnTo>
                <a:lnTo>
                  <a:pt x="1529525" y="713885"/>
                </a:lnTo>
                <a:lnTo>
                  <a:pt x="1472911" y="724752"/>
                </a:lnTo>
                <a:lnTo>
                  <a:pt x="1414315" y="734333"/>
                </a:lnTo>
                <a:lnTo>
                  <a:pt x="1353872" y="742578"/>
                </a:lnTo>
                <a:lnTo>
                  <a:pt x="1291718" y="749436"/>
                </a:lnTo>
                <a:lnTo>
                  <a:pt x="1227989" y="754857"/>
                </a:lnTo>
                <a:lnTo>
                  <a:pt x="1162819" y="758792"/>
                </a:lnTo>
                <a:lnTo>
                  <a:pt x="1096344" y="761189"/>
                </a:lnTo>
                <a:lnTo>
                  <a:pt x="1028700" y="762000"/>
                </a:lnTo>
                <a:lnTo>
                  <a:pt x="961055" y="761189"/>
                </a:lnTo>
                <a:lnTo>
                  <a:pt x="894580" y="758792"/>
                </a:lnTo>
                <a:lnTo>
                  <a:pt x="829410" y="754857"/>
                </a:lnTo>
                <a:lnTo>
                  <a:pt x="765681" y="749436"/>
                </a:lnTo>
                <a:lnTo>
                  <a:pt x="703527" y="742578"/>
                </a:lnTo>
                <a:lnTo>
                  <a:pt x="643084" y="734333"/>
                </a:lnTo>
                <a:lnTo>
                  <a:pt x="584488" y="724752"/>
                </a:lnTo>
                <a:lnTo>
                  <a:pt x="527874" y="713885"/>
                </a:lnTo>
                <a:lnTo>
                  <a:pt x="473378" y="701783"/>
                </a:lnTo>
                <a:lnTo>
                  <a:pt x="421136" y="688494"/>
                </a:lnTo>
                <a:lnTo>
                  <a:pt x="371281" y="674070"/>
                </a:lnTo>
                <a:lnTo>
                  <a:pt x="323951" y="658560"/>
                </a:lnTo>
                <a:lnTo>
                  <a:pt x="279281" y="642015"/>
                </a:lnTo>
                <a:lnTo>
                  <a:pt x="237406" y="624486"/>
                </a:lnTo>
                <a:lnTo>
                  <a:pt x="198461" y="606021"/>
                </a:lnTo>
                <a:lnTo>
                  <a:pt x="162582" y="586672"/>
                </a:lnTo>
                <a:lnTo>
                  <a:pt x="129905" y="566488"/>
                </a:lnTo>
                <a:lnTo>
                  <a:pt x="74697" y="523818"/>
                </a:lnTo>
                <a:lnTo>
                  <a:pt x="33921" y="478412"/>
                </a:lnTo>
                <a:lnTo>
                  <a:pt x="8661" y="430672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315103" y="4875311"/>
            <a:ext cx="464820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54"/>
              </a:lnSpc>
            </a:pPr>
            <a:r>
              <a:rPr sz="3600" spc="-520" dirty="0">
                <a:latin typeface="Times New Roman"/>
                <a:cs typeface="Times New Roman"/>
              </a:rPr>
              <a:t> 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51640" y="5137963"/>
            <a:ext cx="43180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79"/>
              </a:lnSpc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12845" y="5147476"/>
            <a:ext cx="3987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00"/>
              </a:lnSpc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6" name="object 23"/>
          <p:cNvSpPr txBox="1"/>
          <p:nvPr/>
        </p:nvSpPr>
        <p:spPr>
          <a:xfrm>
            <a:off x="5315103" y="4875310"/>
            <a:ext cx="464820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54"/>
              </a:lnSpc>
            </a:pPr>
            <a:r>
              <a:rPr sz="3600" spc="25" dirty="0">
                <a:latin typeface="Times New Roman"/>
                <a:cs typeface="Times New Roman"/>
              </a:rPr>
              <a:t>,</a:t>
            </a:r>
            <a:r>
              <a:rPr sz="3600" spc="-520" dirty="0">
                <a:latin typeface="Times New Roman"/>
                <a:cs typeface="Times New Roman"/>
              </a:rPr>
              <a:t> </a:t>
            </a:r>
            <a:r>
              <a:rPr sz="3600" i="1" spc="65" dirty="0">
                <a:latin typeface="Times New Roman"/>
                <a:cs typeface="Times New Roman"/>
              </a:rPr>
              <a:t>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7" name="object 20"/>
          <p:cNvSpPr/>
          <p:nvPr/>
        </p:nvSpPr>
        <p:spPr>
          <a:xfrm>
            <a:off x="4517775" y="5001208"/>
            <a:ext cx="900388" cy="447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48063" y="4909252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26199" y="487804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55372" y="466044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36751" y="467089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3115" y="44553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4493" y="446577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119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727700" y="1069975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69850" y="114300"/>
                </a:moveTo>
                <a:lnTo>
                  <a:pt x="57150" y="114300"/>
                </a:lnTo>
                <a:lnTo>
                  <a:pt x="57150" y="457200"/>
                </a:lnTo>
                <a:lnTo>
                  <a:pt x="69850" y="457200"/>
                </a:lnTo>
                <a:lnTo>
                  <a:pt x="69850" y="114300"/>
                </a:lnTo>
                <a:close/>
              </a:path>
              <a:path w="127000" h="4572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4572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9740" y="468833"/>
            <a:ext cx="132524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32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42373" y="1355068"/>
            <a:ext cx="414655" cy="58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i="1" spc="-325" dirty="0">
                <a:latin typeface="Times New Roman"/>
                <a:cs typeface="Times New Roman"/>
              </a:rPr>
              <a:t>q</a:t>
            </a:r>
            <a:r>
              <a:rPr sz="4500" baseline="-17592" dirty="0">
                <a:latin typeface="Times New Roman"/>
                <a:cs typeface="Times New Roman"/>
              </a:rPr>
              <a:t>1</a:t>
            </a:r>
            <a:endParaRPr sz="4500" baseline="-17592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409432"/>
              </p:ext>
            </p:extLst>
          </p:nvPr>
        </p:nvGraphicFramePr>
        <p:xfrm>
          <a:off x="2584451" y="374650"/>
          <a:ext cx="5105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3031116" y="4183379"/>
            <a:ext cx="1016635" cy="1002030"/>
          </a:xfrm>
          <a:custGeom>
            <a:avLst/>
            <a:gdLst/>
            <a:ahLst/>
            <a:cxnLst/>
            <a:rect l="l" t="t" r="r" b="b"/>
            <a:pathLst>
              <a:path w="1016635" h="1002029">
                <a:moveTo>
                  <a:pt x="623238" y="12700"/>
                </a:moveTo>
                <a:lnTo>
                  <a:pt x="517518" y="12700"/>
                </a:lnTo>
                <a:lnTo>
                  <a:pt x="534028" y="13081"/>
                </a:lnTo>
                <a:lnTo>
                  <a:pt x="549649" y="13970"/>
                </a:lnTo>
                <a:lnTo>
                  <a:pt x="597909" y="20320"/>
                </a:lnTo>
                <a:lnTo>
                  <a:pt x="649852" y="32385"/>
                </a:lnTo>
                <a:lnTo>
                  <a:pt x="721988" y="56515"/>
                </a:lnTo>
                <a:lnTo>
                  <a:pt x="758056" y="71755"/>
                </a:lnTo>
                <a:lnTo>
                  <a:pt x="793616" y="89027"/>
                </a:lnTo>
                <a:lnTo>
                  <a:pt x="827906" y="108204"/>
                </a:lnTo>
                <a:lnTo>
                  <a:pt x="860672" y="129159"/>
                </a:lnTo>
                <a:lnTo>
                  <a:pt x="905503" y="163449"/>
                </a:lnTo>
                <a:lnTo>
                  <a:pt x="943730" y="201041"/>
                </a:lnTo>
                <a:lnTo>
                  <a:pt x="973702" y="241300"/>
                </a:lnTo>
                <a:lnTo>
                  <a:pt x="993895" y="283718"/>
                </a:lnTo>
                <a:lnTo>
                  <a:pt x="1002912" y="328422"/>
                </a:lnTo>
                <a:lnTo>
                  <a:pt x="1003674" y="344424"/>
                </a:lnTo>
                <a:lnTo>
                  <a:pt x="1003420" y="360807"/>
                </a:lnTo>
                <a:lnTo>
                  <a:pt x="996689" y="413385"/>
                </a:lnTo>
                <a:lnTo>
                  <a:pt x="987672" y="450850"/>
                </a:lnTo>
                <a:lnTo>
                  <a:pt x="975261" y="490347"/>
                </a:lnTo>
                <a:lnTo>
                  <a:pt x="959859" y="530987"/>
                </a:lnTo>
                <a:lnTo>
                  <a:pt x="941571" y="573151"/>
                </a:lnTo>
                <a:lnTo>
                  <a:pt x="920870" y="616712"/>
                </a:lnTo>
                <a:lnTo>
                  <a:pt x="897883" y="661543"/>
                </a:lnTo>
                <a:lnTo>
                  <a:pt x="872864" y="707263"/>
                </a:lnTo>
                <a:lnTo>
                  <a:pt x="846194" y="753872"/>
                </a:lnTo>
                <a:lnTo>
                  <a:pt x="818127" y="801116"/>
                </a:lnTo>
                <a:lnTo>
                  <a:pt x="788917" y="848995"/>
                </a:lnTo>
                <a:lnTo>
                  <a:pt x="758818" y="897382"/>
                </a:lnTo>
                <a:lnTo>
                  <a:pt x="697350" y="994791"/>
                </a:lnTo>
                <a:lnTo>
                  <a:pt x="708018" y="1001649"/>
                </a:lnTo>
                <a:lnTo>
                  <a:pt x="769613" y="904113"/>
                </a:lnTo>
                <a:lnTo>
                  <a:pt x="799712" y="855726"/>
                </a:lnTo>
                <a:lnTo>
                  <a:pt x="828922" y="807847"/>
                </a:lnTo>
                <a:lnTo>
                  <a:pt x="857116" y="760222"/>
                </a:lnTo>
                <a:lnTo>
                  <a:pt x="883913" y="713486"/>
                </a:lnTo>
                <a:lnTo>
                  <a:pt x="909059" y="667639"/>
                </a:lnTo>
                <a:lnTo>
                  <a:pt x="932173" y="622554"/>
                </a:lnTo>
                <a:lnTo>
                  <a:pt x="953128" y="578612"/>
                </a:lnTo>
                <a:lnTo>
                  <a:pt x="971670" y="535813"/>
                </a:lnTo>
                <a:lnTo>
                  <a:pt x="987291" y="494411"/>
                </a:lnTo>
                <a:lnTo>
                  <a:pt x="999864" y="454406"/>
                </a:lnTo>
                <a:lnTo>
                  <a:pt x="1009135" y="416052"/>
                </a:lnTo>
                <a:lnTo>
                  <a:pt x="1016120" y="361823"/>
                </a:lnTo>
                <a:lnTo>
                  <a:pt x="1016363" y="344424"/>
                </a:lnTo>
                <a:lnTo>
                  <a:pt x="1015612" y="327787"/>
                </a:lnTo>
                <a:lnTo>
                  <a:pt x="1006087" y="280162"/>
                </a:lnTo>
                <a:lnTo>
                  <a:pt x="984751" y="234950"/>
                </a:lnTo>
                <a:lnTo>
                  <a:pt x="953509" y="192913"/>
                </a:lnTo>
                <a:lnTo>
                  <a:pt x="914012" y="154051"/>
                </a:lnTo>
                <a:lnTo>
                  <a:pt x="884040" y="130175"/>
                </a:lnTo>
                <a:lnTo>
                  <a:pt x="834637" y="97536"/>
                </a:lnTo>
                <a:lnTo>
                  <a:pt x="799839" y="77978"/>
                </a:lnTo>
                <a:lnTo>
                  <a:pt x="763644" y="60452"/>
                </a:lnTo>
                <a:lnTo>
                  <a:pt x="726814" y="44831"/>
                </a:lnTo>
                <a:lnTo>
                  <a:pt x="689984" y="31496"/>
                </a:lnTo>
                <a:lnTo>
                  <a:pt x="653408" y="20193"/>
                </a:lnTo>
                <a:lnTo>
                  <a:pt x="635374" y="15494"/>
                </a:lnTo>
                <a:lnTo>
                  <a:pt x="623238" y="12700"/>
                </a:lnTo>
                <a:close/>
              </a:path>
              <a:path w="1016635" h="1002029">
                <a:moveTo>
                  <a:pt x="181275" y="812217"/>
                </a:moveTo>
                <a:lnTo>
                  <a:pt x="130549" y="838581"/>
                </a:lnTo>
                <a:lnTo>
                  <a:pt x="245484" y="922020"/>
                </a:lnTo>
                <a:lnTo>
                  <a:pt x="243898" y="823468"/>
                </a:lnTo>
                <a:lnTo>
                  <a:pt x="187064" y="823468"/>
                </a:lnTo>
                <a:lnTo>
                  <a:pt x="181275" y="812217"/>
                </a:lnTo>
                <a:close/>
              </a:path>
              <a:path w="1016635" h="1002029">
                <a:moveTo>
                  <a:pt x="192537" y="806364"/>
                </a:moveTo>
                <a:lnTo>
                  <a:pt x="181275" y="812217"/>
                </a:lnTo>
                <a:lnTo>
                  <a:pt x="187064" y="823468"/>
                </a:lnTo>
                <a:lnTo>
                  <a:pt x="198367" y="817753"/>
                </a:lnTo>
                <a:lnTo>
                  <a:pt x="192537" y="806364"/>
                </a:lnTo>
                <a:close/>
              </a:path>
              <a:path w="1016635" h="1002029">
                <a:moveTo>
                  <a:pt x="243198" y="780034"/>
                </a:moveTo>
                <a:lnTo>
                  <a:pt x="192537" y="806364"/>
                </a:lnTo>
                <a:lnTo>
                  <a:pt x="198367" y="817753"/>
                </a:lnTo>
                <a:lnTo>
                  <a:pt x="187064" y="823468"/>
                </a:lnTo>
                <a:lnTo>
                  <a:pt x="243898" y="823468"/>
                </a:lnTo>
                <a:lnTo>
                  <a:pt x="243198" y="780034"/>
                </a:lnTo>
                <a:close/>
              </a:path>
              <a:path w="1016635" h="1002029">
                <a:moveTo>
                  <a:pt x="517772" y="0"/>
                </a:moveTo>
                <a:lnTo>
                  <a:pt x="462781" y="2667"/>
                </a:lnTo>
                <a:lnTo>
                  <a:pt x="403599" y="10287"/>
                </a:lnTo>
                <a:lnTo>
                  <a:pt x="362451" y="18034"/>
                </a:lnTo>
                <a:lnTo>
                  <a:pt x="320922" y="28067"/>
                </a:lnTo>
                <a:lnTo>
                  <a:pt x="279393" y="40005"/>
                </a:lnTo>
                <a:lnTo>
                  <a:pt x="238626" y="53975"/>
                </a:lnTo>
                <a:lnTo>
                  <a:pt x="199256" y="69977"/>
                </a:lnTo>
                <a:lnTo>
                  <a:pt x="161664" y="87884"/>
                </a:lnTo>
                <a:lnTo>
                  <a:pt x="126612" y="107569"/>
                </a:lnTo>
                <a:lnTo>
                  <a:pt x="94735" y="129159"/>
                </a:lnTo>
                <a:lnTo>
                  <a:pt x="54095" y="164973"/>
                </a:lnTo>
                <a:lnTo>
                  <a:pt x="24123" y="204978"/>
                </a:lnTo>
                <a:lnTo>
                  <a:pt x="6597" y="249047"/>
                </a:lnTo>
                <a:lnTo>
                  <a:pt x="120" y="298069"/>
                </a:lnTo>
                <a:lnTo>
                  <a:pt x="0" y="315595"/>
                </a:lnTo>
                <a:lnTo>
                  <a:pt x="882" y="333629"/>
                </a:lnTo>
                <a:lnTo>
                  <a:pt x="8756" y="390525"/>
                </a:lnTo>
                <a:lnTo>
                  <a:pt x="18154" y="430784"/>
                </a:lnTo>
                <a:lnTo>
                  <a:pt x="30473" y="472694"/>
                </a:lnTo>
                <a:lnTo>
                  <a:pt x="45459" y="516255"/>
                </a:lnTo>
                <a:lnTo>
                  <a:pt x="72256" y="583946"/>
                </a:lnTo>
                <a:lnTo>
                  <a:pt x="92576" y="630555"/>
                </a:lnTo>
                <a:lnTo>
                  <a:pt x="114547" y="678180"/>
                </a:lnTo>
                <a:lnTo>
                  <a:pt x="137915" y="726567"/>
                </a:lnTo>
                <a:lnTo>
                  <a:pt x="162426" y="775589"/>
                </a:lnTo>
                <a:lnTo>
                  <a:pt x="181275" y="812217"/>
                </a:lnTo>
                <a:lnTo>
                  <a:pt x="192537" y="806364"/>
                </a:lnTo>
                <a:lnTo>
                  <a:pt x="173856" y="769874"/>
                </a:lnTo>
                <a:lnTo>
                  <a:pt x="149345" y="720979"/>
                </a:lnTo>
                <a:lnTo>
                  <a:pt x="126104" y="672846"/>
                </a:lnTo>
                <a:lnTo>
                  <a:pt x="104260" y="625475"/>
                </a:lnTo>
                <a:lnTo>
                  <a:pt x="84067" y="579120"/>
                </a:lnTo>
                <a:lnTo>
                  <a:pt x="65652" y="534035"/>
                </a:lnTo>
                <a:lnTo>
                  <a:pt x="49566" y="490093"/>
                </a:lnTo>
                <a:lnTo>
                  <a:pt x="36188" y="448183"/>
                </a:lnTo>
                <a:lnTo>
                  <a:pt x="25520" y="407797"/>
                </a:lnTo>
                <a:lnTo>
                  <a:pt x="17773" y="369189"/>
                </a:lnTo>
                <a:lnTo>
                  <a:pt x="12693" y="315595"/>
                </a:lnTo>
                <a:lnTo>
                  <a:pt x="12749" y="298069"/>
                </a:lnTo>
                <a:lnTo>
                  <a:pt x="18789" y="252603"/>
                </a:lnTo>
                <a:lnTo>
                  <a:pt x="34791" y="211836"/>
                </a:lnTo>
                <a:lnTo>
                  <a:pt x="63112" y="173990"/>
                </a:lnTo>
                <a:lnTo>
                  <a:pt x="102101" y="139573"/>
                </a:lnTo>
                <a:lnTo>
                  <a:pt x="149853" y="108712"/>
                </a:lnTo>
                <a:lnTo>
                  <a:pt x="185413" y="90297"/>
                </a:lnTo>
                <a:lnTo>
                  <a:pt x="242817" y="66040"/>
                </a:lnTo>
                <a:lnTo>
                  <a:pt x="282949" y="52197"/>
                </a:lnTo>
                <a:lnTo>
                  <a:pt x="323843" y="40386"/>
                </a:lnTo>
                <a:lnTo>
                  <a:pt x="364864" y="30480"/>
                </a:lnTo>
                <a:lnTo>
                  <a:pt x="405377" y="22860"/>
                </a:lnTo>
                <a:lnTo>
                  <a:pt x="444747" y="17272"/>
                </a:lnTo>
                <a:lnTo>
                  <a:pt x="500246" y="12954"/>
                </a:lnTo>
                <a:lnTo>
                  <a:pt x="517518" y="12700"/>
                </a:lnTo>
                <a:lnTo>
                  <a:pt x="623238" y="12700"/>
                </a:lnTo>
                <a:lnTo>
                  <a:pt x="617721" y="11430"/>
                </a:lnTo>
                <a:lnTo>
                  <a:pt x="566921" y="2794"/>
                </a:lnTo>
                <a:lnTo>
                  <a:pt x="534663" y="381"/>
                </a:lnTo>
                <a:lnTo>
                  <a:pt x="517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38400" y="5422901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609600" h="127000">
                <a:moveTo>
                  <a:pt x="482600" y="0"/>
                </a:moveTo>
                <a:lnTo>
                  <a:pt x="482600" y="127000"/>
                </a:lnTo>
                <a:lnTo>
                  <a:pt x="596900" y="69850"/>
                </a:lnTo>
                <a:lnTo>
                  <a:pt x="495300" y="69850"/>
                </a:lnTo>
                <a:lnTo>
                  <a:pt x="495300" y="57150"/>
                </a:lnTo>
                <a:lnTo>
                  <a:pt x="596900" y="57150"/>
                </a:lnTo>
                <a:lnTo>
                  <a:pt x="482600" y="0"/>
                </a:lnTo>
                <a:close/>
              </a:path>
              <a:path w="609600" h="127000">
                <a:moveTo>
                  <a:pt x="4826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482600" y="69850"/>
                </a:lnTo>
                <a:lnTo>
                  <a:pt x="482600" y="57150"/>
                </a:lnTo>
                <a:close/>
              </a:path>
              <a:path w="609600" h="127000">
                <a:moveTo>
                  <a:pt x="596900" y="57150"/>
                </a:moveTo>
                <a:lnTo>
                  <a:pt x="495300" y="57150"/>
                </a:lnTo>
                <a:lnTo>
                  <a:pt x="495300" y="69850"/>
                </a:lnTo>
                <a:lnTo>
                  <a:pt x="596900" y="69850"/>
                </a:lnTo>
                <a:lnTo>
                  <a:pt x="609600" y="63500"/>
                </a:lnTo>
                <a:lnTo>
                  <a:pt x="5969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86200" y="5422901"/>
            <a:ext cx="2209800" cy="127000"/>
          </a:xfrm>
          <a:custGeom>
            <a:avLst/>
            <a:gdLst/>
            <a:ahLst/>
            <a:cxnLst/>
            <a:rect l="l" t="t" r="r" b="b"/>
            <a:pathLst>
              <a:path w="2209800" h="127000">
                <a:moveTo>
                  <a:pt x="2082800" y="0"/>
                </a:moveTo>
                <a:lnTo>
                  <a:pt x="2082800" y="127000"/>
                </a:lnTo>
                <a:lnTo>
                  <a:pt x="2197100" y="69850"/>
                </a:lnTo>
                <a:lnTo>
                  <a:pt x="2095500" y="69850"/>
                </a:lnTo>
                <a:lnTo>
                  <a:pt x="2095500" y="57150"/>
                </a:lnTo>
                <a:lnTo>
                  <a:pt x="2197100" y="57150"/>
                </a:lnTo>
                <a:lnTo>
                  <a:pt x="2082800" y="0"/>
                </a:lnTo>
                <a:close/>
              </a:path>
              <a:path w="2209800" h="127000">
                <a:moveTo>
                  <a:pt x="20828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082800" y="69850"/>
                </a:lnTo>
                <a:lnTo>
                  <a:pt x="2082800" y="57150"/>
                </a:lnTo>
                <a:close/>
              </a:path>
              <a:path w="2209800" h="127000">
                <a:moveTo>
                  <a:pt x="2197100" y="57150"/>
                </a:moveTo>
                <a:lnTo>
                  <a:pt x="2095500" y="57150"/>
                </a:lnTo>
                <a:lnTo>
                  <a:pt x="2095500" y="69850"/>
                </a:lnTo>
                <a:lnTo>
                  <a:pt x="2197100" y="69850"/>
                </a:lnTo>
                <a:lnTo>
                  <a:pt x="2209800" y="63500"/>
                </a:lnTo>
                <a:lnTo>
                  <a:pt x="21971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484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419100" y="0"/>
                </a:moveTo>
                <a:lnTo>
                  <a:pt x="370213" y="2563"/>
                </a:lnTo>
                <a:lnTo>
                  <a:pt x="322985" y="10061"/>
                </a:lnTo>
                <a:lnTo>
                  <a:pt x="277731" y="22209"/>
                </a:lnTo>
                <a:lnTo>
                  <a:pt x="234764" y="38722"/>
                </a:lnTo>
                <a:lnTo>
                  <a:pt x="194399" y="59312"/>
                </a:lnTo>
                <a:lnTo>
                  <a:pt x="156949" y="83695"/>
                </a:lnTo>
                <a:lnTo>
                  <a:pt x="122729" y="111585"/>
                </a:lnTo>
                <a:lnTo>
                  <a:pt x="92053" y="142696"/>
                </a:lnTo>
                <a:lnTo>
                  <a:pt x="65234" y="176742"/>
                </a:lnTo>
                <a:lnTo>
                  <a:pt x="42587" y="213437"/>
                </a:lnTo>
                <a:lnTo>
                  <a:pt x="24426" y="252497"/>
                </a:lnTo>
                <a:lnTo>
                  <a:pt x="11065" y="293634"/>
                </a:lnTo>
                <a:lnTo>
                  <a:pt x="2818" y="336563"/>
                </a:lnTo>
                <a:lnTo>
                  <a:pt x="0" y="381000"/>
                </a:lnTo>
                <a:lnTo>
                  <a:pt x="2818" y="425433"/>
                </a:lnTo>
                <a:lnTo>
                  <a:pt x="11065" y="468361"/>
                </a:lnTo>
                <a:lnTo>
                  <a:pt x="24426" y="509497"/>
                </a:lnTo>
                <a:lnTo>
                  <a:pt x="42587" y="548556"/>
                </a:lnTo>
                <a:lnTo>
                  <a:pt x="65234" y="585252"/>
                </a:lnTo>
                <a:lnTo>
                  <a:pt x="92053" y="619298"/>
                </a:lnTo>
                <a:lnTo>
                  <a:pt x="122729" y="650409"/>
                </a:lnTo>
                <a:lnTo>
                  <a:pt x="156949" y="678300"/>
                </a:lnTo>
                <a:lnTo>
                  <a:pt x="194399" y="702684"/>
                </a:lnTo>
                <a:lnTo>
                  <a:pt x="234764" y="723275"/>
                </a:lnTo>
                <a:lnTo>
                  <a:pt x="277731" y="739788"/>
                </a:lnTo>
                <a:lnTo>
                  <a:pt x="322985" y="751937"/>
                </a:lnTo>
                <a:lnTo>
                  <a:pt x="370213" y="759436"/>
                </a:lnTo>
                <a:lnTo>
                  <a:pt x="419100" y="762000"/>
                </a:lnTo>
                <a:lnTo>
                  <a:pt x="467986" y="759436"/>
                </a:lnTo>
                <a:lnTo>
                  <a:pt x="515214" y="751937"/>
                </a:lnTo>
                <a:lnTo>
                  <a:pt x="560468" y="739788"/>
                </a:lnTo>
                <a:lnTo>
                  <a:pt x="603435" y="723275"/>
                </a:lnTo>
                <a:lnTo>
                  <a:pt x="643800" y="702684"/>
                </a:lnTo>
                <a:lnTo>
                  <a:pt x="681250" y="678300"/>
                </a:lnTo>
                <a:lnTo>
                  <a:pt x="715470" y="650409"/>
                </a:lnTo>
                <a:lnTo>
                  <a:pt x="746146" y="619298"/>
                </a:lnTo>
                <a:lnTo>
                  <a:pt x="772965" y="585252"/>
                </a:lnTo>
                <a:lnTo>
                  <a:pt x="795612" y="548556"/>
                </a:lnTo>
                <a:lnTo>
                  <a:pt x="813773" y="509497"/>
                </a:lnTo>
                <a:lnTo>
                  <a:pt x="827134" y="468361"/>
                </a:lnTo>
                <a:lnTo>
                  <a:pt x="835381" y="425433"/>
                </a:lnTo>
                <a:lnTo>
                  <a:pt x="838200" y="381000"/>
                </a:lnTo>
                <a:lnTo>
                  <a:pt x="835381" y="336563"/>
                </a:lnTo>
                <a:lnTo>
                  <a:pt x="827134" y="293634"/>
                </a:lnTo>
                <a:lnTo>
                  <a:pt x="813773" y="252497"/>
                </a:lnTo>
                <a:lnTo>
                  <a:pt x="795612" y="213437"/>
                </a:lnTo>
                <a:lnTo>
                  <a:pt x="772965" y="176742"/>
                </a:lnTo>
                <a:lnTo>
                  <a:pt x="746146" y="142696"/>
                </a:lnTo>
                <a:lnTo>
                  <a:pt x="715470" y="111585"/>
                </a:lnTo>
                <a:lnTo>
                  <a:pt x="681250" y="83695"/>
                </a:lnTo>
                <a:lnTo>
                  <a:pt x="643800" y="59312"/>
                </a:lnTo>
                <a:lnTo>
                  <a:pt x="603435" y="38722"/>
                </a:lnTo>
                <a:lnTo>
                  <a:pt x="560468" y="22209"/>
                </a:lnTo>
                <a:lnTo>
                  <a:pt x="515214" y="10061"/>
                </a:lnTo>
                <a:lnTo>
                  <a:pt x="467986" y="2563"/>
                </a:lnTo>
                <a:lnTo>
                  <a:pt x="419100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484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96000" y="49530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1143000" h="1066800">
                <a:moveTo>
                  <a:pt x="0" y="533400"/>
                </a:moveTo>
                <a:lnTo>
                  <a:pt x="2098" y="487368"/>
                </a:lnTo>
                <a:lnTo>
                  <a:pt x="8277" y="442426"/>
                </a:lnTo>
                <a:lnTo>
                  <a:pt x="18367" y="398732"/>
                </a:lnTo>
                <a:lnTo>
                  <a:pt x="32195" y="356448"/>
                </a:lnTo>
                <a:lnTo>
                  <a:pt x="49589" y="315731"/>
                </a:lnTo>
                <a:lnTo>
                  <a:pt x="70379" y="276744"/>
                </a:lnTo>
                <a:lnTo>
                  <a:pt x="94392" y="239645"/>
                </a:lnTo>
                <a:lnTo>
                  <a:pt x="121457" y="204594"/>
                </a:lnTo>
                <a:lnTo>
                  <a:pt x="151402" y="171752"/>
                </a:lnTo>
                <a:lnTo>
                  <a:pt x="184056" y="141279"/>
                </a:lnTo>
                <a:lnTo>
                  <a:pt x="219246" y="113334"/>
                </a:lnTo>
                <a:lnTo>
                  <a:pt x="256802" y="88078"/>
                </a:lnTo>
                <a:lnTo>
                  <a:pt x="296551" y="65670"/>
                </a:lnTo>
                <a:lnTo>
                  <a:pt x="338322" y="46271"/>
                </a:lnTo>
                <a:lnTo>
                  <a:pt x="381944" y="30040"/>
                </a:lnTo>
                <a:lnTo>
                  <a:pt x="427244" y="17137"/>
                </a:lnTo>
                <a:lnTo>
                  <a:pt x="474051" y="7723"/>
                </a:lnTo>
                <a:lnTo>
                  <a:pt x="522193" y="1957"/>
                </a:lnTo>
                <a:lnTo>
                  <a:pt x="571500" y="0"/>
                </a:lnTo>
                <a:lnTo>
                  <a:pt x="620806" y="1957"/>
                </a:lnTo>
                <a:lnTo>
                  <a:pt x="668948" y="7723"/>
                </a:lnTo>
                <a:lnTo>
                  <a:pt x="715755" y="17137"/>
                </a:lnTo>
                <a:lnTo>
                  <a:pt x="761055" y="30040"/>
                </a:lnTo>
                <a:lnTo>
                  <a:pt x="804677" y="46271"/>
                </a:lnTo>
                <a:lnTo>
                  <a:pt x="846448" y="65670"/>
                </a:lnTo>
                <a:lnTo>
                  <a:pt x="886197" y="88078"/>
                </a:lnTo>
                <a:lnTo>
                  <a:pt x="923753" y="113334"/>
                </a:lnTo>
                <a:lnTo>
                  <a:pt x="958943" y="141279"/>
                </a:lnTo>
                <a:lnTo>
                  <a:pt x="991597" y="171752"/>
                </a:lnTo>
                <a:lnTo>
                  <a:pt x="1021542" y="204594"/>
                </a:lnTo>
                <a:lnTo>
                  <a:pt x="1048607" y="239645"/>
                </a:lnTo>
                <a:lnTo>
                  <a:pt x="1072620" y="276744"/>
                </a:lnTo>
                <a:lnTo>
                  <a:pt x="1093410" y="315731"/>
                </a:lnTo>
                <a:lnTo>
                  <a:pt x="1110804" y="356448"/>
                </a:lnTo>
                <a:lnTo>
                  <a:pt x="1124632" y="398732"/>
                </a:lnTo>
                <a:lnTo>
                  <a:pt x="1134722" y="442426"/>
                </a:lnTo>
                <a:lnTo>
                  <a:pt x="1140901" y="487368"/>
                </a:lnTo>
                <a:lnTo>
                  <a:pt x="1143000" y="533400"/>
                </a:lnTo>
                <a:lnTo>
                  <a:pt x="1140901" y="579423"/>
                </a:lnTo>
                <a:lnTo>
                  <a:pt x="1134722" y="624360"/>
                </a:lnTo>
                <a:lnTo>
                  <a:pt x="1124632" y="668049"/>
                </a:lnTo>
                <a:lnTo>
                  <a:pt x="1110804" y="710331"/>
                </a:lnTo>
                <a:lnTo>
                  <a:pt x="1093410" y="751046"/>
                </a:lnTo>
                <a:lnTo>
                  <a:pt x="1072620" y="790033"/>
                </a:lnTo>
                <a:lnTo>
                  <a:pt x="1048607" y="827132"/>
                </a:lnTo>
                <a:lnTo>
                  <a:pt x="1021542" y="862183"/>
                </a:lnTo>
                <a:lnTo>
                  <a:pt x="991597" y="895027"/>
                </a:lnTo>
                <a:lnTo>
                  <a:pt x="958943" y="925502"/>
                </a:lnTo>
                <a:lnTo>
                  <a:pt x="923753" y="953449"/>
                </a:lnTo>
                <a:lnTo>
                  <a:pt x="886197" y="978708"/>
                </a:lnTo>
                <a:lnTo>
                  <a:pt x="846448" y="1001119"/>
                </a:lnTo>
                <a:lnTo>
                  <a:pt x="804677" y="1020521"/>
                </a:lnTo>
                <a:lnTo>
                  <a:pt x="761055" y="1036754"/>
                </a:lnTo>
                <a:lnTo>
                  <a:pt x="715755" y="1049659"/>
                </a:lnTo>
                <a:lnTo>
                  <a:pt x="668948" y="1059075"/>
                </a:lnTo>
                <a:lnTo>
                  <a:pt x="620806" y="1064842"/>
                </a:lnTo>
                <a:lnTo>
                  <a:pt x="571500" y="1066800"/>
                </a:lnTo>
                <a:lnTo>
                  <a:pt x="522193" y="1064842"/>
                </a:lnTo>
                <a:lnTo>
                  <a:pt x="474051" y="1059075"/>
                </a:lnTo>
                <a:lnTo>
                  <a:pt x="427244" y="1049659"/>
                </a:lnTo>
                <a:lnTo>
                  <a:pt x="381944" y="1036754"/>
                </a:lnTo>
                <a:lnTo>
                  <a:pt x="338322" y="1020521"/>
                </a:lnTo>
                <a:lnTo>
                  <a:pt x="296551" y="1001119"/>
                </a:lnTo>
                <a:lnTo>
                  <a:pt x="256802" y="978708"/>
                </a:lnTo>
                <a:lnTo>
                  <a:pt x="219246" y="953449"/>
                </a:lnTo>
                <a:lnTo>
                  <a:pt x="184056" y="925502"/>
                </a:lnTo>
                <a:lnTo>
                  <a:pt x="151402" y="895027"/>
                </a:lnTo>
                <a:lnTo>
                  <a:pt x="121457" y="862183"/>
                </a:lnTo>
                <a:lnTo>
                  <a:pt x="94392" y="827132"/>
                </a:lnTo>
                <a:lnTo>
                  <a:pt x="70379" y="790033"/>
                </a:lnTo>
                <a:lnTo>
                  <a:pt x="49589" y="751046"/>
                </a:lnTo>
                <a:lnTo>
                  <a:pt x="32195" y="710331"/>
                </a:lnTo>
                <a:lnTo>
                  <a:pt x="18367" y="668049"/>
                </a:lnTo>
                <a:lnTo>
                  <a:pt x="8277" y="624360"/>
                </a:lnTo>
                <a:lnTo>
                  <a:pt x="2098" y="579423"/>
                </a:lnTo>
                <a:lnTo>
                  <a:pt x="0" y="53340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825058" y="3529699"/>
            <a:ext cx="1601471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86460" algn="l"/>
              </a:tabLst>
            </a:pPr>
            <a:r>
              <a:rPr sz="3600" i="1" spc="65" dirty="0">
                <a:latin typeface="Times New Roman"/>
                <a:cs typeface="Times New Roman"/>
              </a:rPr>
              <a:t>a	</a:t>
            </a:r>
            <a:r>
              <a:rPr sz="3600" i="1" spc="40" dirty="0">
                <a:latin typeface="Times New Roman"/>
                <a:cs typeface="Times New Roman"/>
              </a:rPr>
              <a:t>a</a:t>
            </a:r>
            <a:r>
              <a:rPr sz="3600" spc="40" dirty="0">
                <a:latin typeface="Times New Roman"/>
                <a:cs typeface="Times New Roman"/>
              </a:rPr>
              <a:t>,</a:t>
            </a:r>
            <a:r>
              <a:rPr sz="3600" spc="-525" dirty="0">
                <a:latin typeface="Times New Roman"/>
                <a:cs typeface="Times New Roman"/>
              </a:rPr>
              <a:t> </a:t>
            </a:r>
            <a:r>
              <a:rPr sz="3600" i="1" spc="80" dirty="0">
                <a:latin typeface="Times New Roman"/>
                <a:cs typeface="Times New Roman"/>
              </a:rPr>
              <a:t>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67865" y="3657605"/>
            <a:ext cx="900415" cy="447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569583" y="4953000"/>
            <a:ext cx="900388" cy="447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642229" y="3746067"/>
            <a:ext cx="283527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0000"/>
                </a:solidFill>
                <a:latin typeface="Comic Sans MS"/>
                <a:cs typeface="Comic Sans MS"/>
              </a:rPr>
              <a:t>Halt </a:t>
            </a:r>
            <a:r>
              <a:rPr sz="3200" b="1" dirty="0">
                <a:solidFill>
                  <a:srgbClr val="FF0000"/>
                </a:solidFill>
                <a:latin typeface="Comic Sans MS"/>
                <a:cs typeface="Comic Sans MS"/>
              </a:rPr>
              <a:t>&amp;</a:t>
            </a:r>
            <a:r>
              <a:rPr sz="3200" b="1" spc="-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b="1" spc="-5" dirty="0">
                <a:solidFill>
                  <a:srgbClr val="FF0000"/>
                </a:solidFill>
                <a:latin typeface="Comic Sans MS"/>
                <a:cs typeface="Comic Sans MS"/>
              </a:rPr>
              <a:t>Accept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15103" y="4875310"/>
            <a:ext cx="464820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54"/>
              </a:lnSpc>
            </a:pPr>
            <a:r>
              <a:rPr sz="3600" spc="25" dirty="0">
                <a:latin typeface="Times New Roman"/>
                <a:cs typeface="Times New Roman"/>
              </a:rPr>
              <a:t>,</a:t>
            </a:r>
            <a:r>
              <a:rPr sz="3600" spc="-520" dirty="0">
                <a:latin typeface="Times New Roman"/>
                <a:cs typeface="Times New Roman"/>
              </a:rPr>
              <a:t> </a:t>
            </a:r>
            <a:r>
              <a:rPr sz="3600" i="1" spc="65" dirty="0">
                <a:latin typeface="Times New Roman"/>
                <a:cs typeface="Times New Roman"/>
              </a:rPr>
              <a:t>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51640" y="5137963"/>
            <a:ext cx="43180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79"/>
              </a:lnSpc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12845" y="5147476"/>
            <a:ext cx="3987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00"/>
              </a:lnSpc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155372" y="466044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751" y="467089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3115" y="44553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4493" y="446577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48063" y="4933507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67117" y="489217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96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19400" y="56388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419100" y="0"/>
                </a:moveTo>
                <a:lnTo>
                  <a:pt x="370213" y="2563"/>
                </a:lnTo>
                <a:lnTo>
                  <a:pt x="322985" y="10062"/>
                </a:lnTo>
                <a:lnTo>
                  <a:pt x="277731" y="22211"/>
                </a:lnTo>
                <a:lnTo>
                  <a:pt x="234764" y="38724"/>
                </a:lnTo>
                <a:lnTo>
                  <a:pt x="194399" y="59315"/>
                </a:lnTo>
                <a:lnTo>
                  <a:pt x="156949" y="83699"/>
                </a:lnTo>
                <a:lnTo>
                  <a:pt x="122729" y="111590"/>
                </a:lnTo>
                <a:lnTo>
                  <a:pt x="92053" y="142701"/>
                </a:lnTo>
                <a:lnTo>
                  <a:pt x="65234" y="176747"/>
                </a:lnTo>
                <a:lnTo>
                  <a:pt x="42587" y="213443"/>
                </a:lnTo>
                <a:lnTo>
                  <a:pt x="24426" y="252502"/>
                </a:lnTo>
                <a:lnTo>
                  <a:pt x="11065" y="293638"/>
                </a:lnTo>
                <a:lnTo>
                  <a:pt x="2818" y="336566"/>
                </a:lnTo>
                <a:lnTo>
                  <a:pt x="0" y="381000"/>
                </a:lnTo>
                <a:lnTo>
                  <a:pt x="2818" y="425433"/>
                </a:lnTo>
                <a:lnTo>
                  <a:pt x="11065" y="468361"/>
                </a:lnTo>
                <a:lnTo>
                  <a:pt x="24426" y="509497"/>
                </a:lnTo>
                <a:lnTo>
                  <a:pt x="42587" y="548556"/>
                </a:lnTo>
                <a:lnTo>
                  <a:pt x="65234" y="585252"/>
                </a:lnTo>
                <a:lnTo>
                  <a:pt x="92053" y="619298"/>
                </a:lnTo>
                <a:lnTo>
                  <a:pt x="122729" y="650409"/>
                </a:lnTo>
                <a:lnTo>
                  <a:pt x="156949" y="678300"/>
                </a:lnTo>
                <a:lnTo>
                  <a:pt x="194399" y="702684"/>
                </a:lnTo>
                <a:lnTo>
                  <a:pt x="234764" y="723275"/>
                </a:lnTo>
                <a:lnTo>
                  <a:pt x="277731" y="739788"/>
                </a:lnTo>
                <a:lnTo>
                  <a:pt x="322985" y="751937"/>
                </a:lnTo>
                <a:lnTo>
                  <a:pt x="370213" y="759436"/>
                </a:lnTo>
                <a:lnTo>
                  <a:pt x="419100" y="762000"/>
                </a:lnTo>
                <a:lnTo>
                  <a:pt x="467986" y="759436"/>
                </a:lnTo>
                <a:lnTo>
                  <a:pt x="515214" y="751937"/>
                </a:lnTo>
                <a:lnTo>
                  <a:pt x="560468" y="739788"/>
                </a:lnTo>
                <a:lnTo>
                  <a:pt x="603435" y="723275"/>
                </a:lnTo>
                <a:lnTo>
                  <a:pt x="643800" y="702684"/>
                </a:lnTo>
                <a:lnTo>
                  <a:pt x="681250" y="678300"/>
                </a:lnTo>
                <a:lnTo>
                  <a:pt x="715470" y="650409"/>
                </a:lnTo>
                <a:lnTo>
                  <a:pt x="746146" y="619298"/>
                </a:lnTo>
                <a:lnTo>
                  <a:pt x="772965" y="585252"/>
                </a:lnTo>
                <a:lnTo>
                  <a:pt x="795612" y="548556"/>
                </a:lnTo>
                <a:lnTo>
                  <a:pt x="813773" y="509497"/>
                </a:lnTo>
                <a:lnTo>
                  <a:pt x="827134" y="468361"/>
                </a:lnTo>
                <a:lnTo>
                  <a:pt x="835381" y="425433"/>
                </a:lnTo>
                <a:lnTo>
                  <a:pt x="838200" y="381000"/>
                </a:lnTo>
                <a:lnTo>
                  <a:pt x="835381" y="336566"/>
                </a:lnTo>
                <a:lnTo>
                  <a:pt x="827134" y="293638"/>
                </a:lnTo>
                <a:lnTo>
                  <a:pt x="813773" y="252502"/>
                </a:lnTo>
                <a:lnTo>
                  <a:pt x="795612" y="213443"/>
                </a:lnTo>
                <a:lnTo>
                  <a:pt x="772965" y="176747"/>
                </a:lnTo>
                <a:lnTo>
                  <a:pt x="746146" y="142701"/>
                </a:lnTo>
                <a:lnTo>
                  <a:pt x="715470" y="111590"/>
                </a:lnTo>
                <a:lnTo>
                  <a:pt x="681250" y="83699"/>
                </a:lnTo>
                <a:lnTo>
                  <a:pt x="643800" y="59315"/>
                </a:lnTo>
                <a:lnTo>
                  <a:pt x="603435" y="38724"/>
                </a:lnTo>
                <a:lnTo>
                  <a:pt x="560468" y="22211"/>
                </a:lnTo>
                <a:lnTo>
                  <a:pt x="515214" y="10062"/>
                </a:lnTo>
                <a:lnTo>
                  <a:pt x="467986" y="2563"/>
                </a:lnTo>
                <a:lnTo>
                  <a:pt x="419100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19400" y="56388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6"/>
                </a:lnTo>
                <a:lnTo>
                  <a:pt x="11065" y="293638"/>
                </a:lnTo>
                <a:lnTo>
                  <a:pt x="24426" y="252502"/>
                </a:lnTo>
                <a:lnTo>
                  <a:pt x="42587" y="213443"/>
                </a:lnTo>
                <a:lnTo>
                  <a:pt x="65234" y="176747"/>
                </a:lnTo>
                <a:lnTo>
                  <a:pt x="92053" y="142701"/>
                </a:lnTo>
                <a:lnTo>
                  <a:pt x="122729" y="111590"/>
                </a:lnTo>
                <a:lnTo>
                  <a:pt x="156949" y="83699"/>
                </a:lnTo>
                <a:lnTo>
                  <a:pt x="194399" y="59315"/>
                </a:lnTo>
                <a:lnTo>
                  <a:pt x="234764" y="38724"/>
                </a:lnTo>
                <a:lnTo>
                  <a:pt x="277731" y="22211"/>
                </a:lnTo>
                <a:lnTo>
                  <a:pt x="322985" y="10062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2"/>
                </a:lnTo>
                <a:lnTo>
                  <a:pt x="560468" y="22211"/>
                </a:lnTo>
                <a:lnTo>
                  <a:pt x="603435" y="38724"/>
                </a:lnTo>
                <a:lnTo>
                  <a:pt x="643800" y="59315"/>
                </a:lnTo>
                <a:lnTo>
                  <a:pt x="681250" y="83699"/>
                </a:lnTo>
                <a:lnTo>
                  <a:pt x="715470" y="111590"/>
                </a:lnTo>
                <a:lnTo>
                  <a:pt x="746146" y="142701"/>
                </a:lnTo>
                <a:lnTo>
                  <a:pt x="772965" y="176747"/>
                </a:lnTo>
                <a:lnTo>
                  <a:pt x="795612" y="213443"/>
                </a:lnTo>
                <a:lnTo>
                  <a:pt x="813773" y="252502"/>
                </a:lnTo>
                <a:lnTo>
                  <a:pt x="827134" y="293638"/>
                </a:lnTo>
                <a:lnTo>
                  <a:pt x="835381" y="336566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02516" y="4716779"/>
            <a:ext cx="1016635" cy="1002030"/>
          </a:xfrm>
          <a:custGeom>
            <a:avLst/>
            <a:gdLst/>
            <a:ahLst/>
            <a:cxnLst/>
            <a:rect l="l" t="t" r="r" b="b"/>
            <a:pathLst>
              <a:path w="1016635" h="1002029">
                <a:moveTo>
                  <a:pt x="623238" y="12700"/>
                </a:moveTo>
                <a:lnTo>
                  <a:pt x="517518" y="12700"/>
                </a:lnTo>
                <a:lnTo>
                  <a:pt x="534028" y="13081"/>
                </a:lnTo>
                <a:lnTo>
                  <a:pt x="549649" y="13970"/>
                </a:lnTo>
                <a:lnTo>
                  <a:pt x="597909" y="20320"/>
                </a:lnTo>
                <a:lnTo>
                  <a:pt x="649852" y="32385"/>
                </a:lnTo>
                <a:lnTo>
                  <a:pt x="721988" y="56515"/>
                </a:lnTo>
                <a:lnTo>
                  <a:pt x="758056" y="71755"/>
                </a:lnTo>
                <a:lnTo>
                  <a:pt x="793616" y="89027"/>
                </a:lnTo>
                <a:lnTo>
                  <a:pt x="827906" y="108204"/>
                </a:lnTo>
                <a:lnTo>
                  <a:pt x="860672" y="129159"/>
                </a:lnTo>
                <a:lnTo>
                  <a:pt x="905503" y="163449"/>
                </a:lnTo>
                <a:lnTo>
                  <a:pt x="943730" y="201041"/>
                </a:lnTo>
                <a:lnTo>
                  <a:pt x="973702" y="241300"/>
                </a:lnTo>
                <a:lnTo>
                  <a:pt x="993895" y="283718"/>
                </a:lnTo>
                <a:lnTo>
                  <a:pt x="1002912" y="328422"/>
                </a:lnTo>
                <a:lnTo>
                  <a:pt x="1003674" y="344424"/>
                </a:lnTo>
                <a:lnTo>
                  <a:pt x="1003420" y="360807"/>
                </a:lnTo>
                <a:lnTo>
                  <a:pt x="996689" y="413385"/>
                </a:lnTo>
                <a:lnTo>
                  <a:pt x="987672" y="450850"/>
                </a:lnTo>
                <a:lnTo>
                  <a:pt x="975261" y="490347"/>
                </a:lnTo>
                <a:lnTo>
                  <a:pt x="959859" y="530987"/>
                </a:lnTo>
                <a:lnTo>
                  <a:pt x="941571" y="573151"/>
                </a:lnTo>
                <a:lnTo>
                  <a:pt x="920870" y="616712"/>
                </a:lnTo>
                <a:lnTo>
                  <a:pt x="897883" y="661543"/>
                </a:lnTo>
                <a:lnTo>
                  <a:pt x="872864" y="707263"/>
                </a:lnTo>
                <a:lnTo>
                  <a:pt x="846194" y="753872"/>
                </a:lnTo>
                <a:lnTo>
                  <a:pt x="818127" y="801116"/>
                </a:lnTo>
                <a:lnTo>
                  <a:pt x="788917" y="848995"/>
                </a:lnTo>
                <a:lnTo>
                  <a:pt x="758818" y="897382"/>
                </a:lnTo>
                <a:lnTo>
                  <a:pt x="697350" y="994829"/>
                </a:lnTo>
                <a:lnTo>
                  <a:pt x="708018" y="1001610"/>
                </a:lnTo>
                <a:lnTo>
                  <a:pt x="769613" y="904163"/>
                </a:lnTo>
                <a:lnTo>
                  <a:pt x="799712" y="855726"/>
                </a:lnTo>
                <a:lnTo>
                  <a:pt x="828922" y="807847"/>
                </a:lnTo>
                <a:lnTo>
                  <a:pt x="857116" y="760222"/>
                </a:lnTo>
                <a:lnTo>
                  <a:pt x="883913" y="713486"/>
                </a:lnTo>
                <a:lnTo>
                  <a:pt x="909059" y="667639"/>
                </a:lnTo>
                <a:lnTo>
                  <a:pt x="932173" y="622554"/>
                </a:lnTo>
                <a:lnTo>
                  <a:pt x="953128" y="578612"/>
                </a:lnTo>
                <a:lnTo>
                  <a:pt x="971670" y="535813"/>
                </a:lnTo>
                <a:lnTo>
                  <a:pt x="987291" y="494411"/>
                </a:lnTo>
                <a:lnTo>
                  <a:pt x="999864" y="454406"/>
                </a:lnTo>
                <a:lnTo>
                  <a:pt x="1009135" y="416052"/>
                </a:lnTo>
                <a:lnTo>
                  <a:pt x="1016120" y="361823"/>
                </a:lnTo>
                <a:lnTo>
                  <a:pt x="1016363" y="344424"/>
                </a:lnTo>
                <a:lnTo>
                  <a:pt x="1015612" y="327787"/>
                </a:lnTo>
                <a:lnTo>
                  <a:pt x="1006087" y="280162"/>
                </a:lnTo>
                <a:lnTo>
                  <a:pt x="984751" y="234950"/>
                </a:lnTo>
                <a:lnTo>
                  <a:pt x="953509" y="192913"/>
                </a:lnTo>
                <a:lnTo>
                  <a:pt x="914012" y="154051"/>
                </a:lnTo>
                <a:lnTo>
                  <a:pt x="884040" y="130175"/>
                </a:lnTo>
                <a:lnTo>
                  <a:pt x="834637" y="97536"/>
                </a:lnTo>
                <a:lnTo>
                  <a:pt x="799839" y="77978"/>
                </a:lnTo>
                <a:lnTo>
                  <a:pt x="763644" y="60452"/>
                </a:lnTo>
                <a:lnTo>
                  <a:pt x="726814" y="44831"/>
                </a:lnTo>
                <a:lnTo>
                  <a:pt x="689984" y="31496"/>
                </a:lnTo>
                <a:lnTo>
                  <a:pt x="653408" y="20193"/>
                </a:lnTo>
                <a:lnTo>
                  <a:pt x="635374" y="15494"/>
                </a:lnTo>
                <a:lnTo>
                  <a:pt x="623238" y="12700"/>
                </a:lnTo>
                <a:close/>
              </a:path>
              <a:path w="1016635" h="1002029">
                <a:moveTo>
                  <a:pt x="181275" y="812217"/>
                </a:moveTo>
                <a:lnTo>
                  <a:pt x="130549" y="838581"/>
                </a:lnTo>
                <a:lnTo>
                  <a:pt x="245484" y="922020"/>
                </a:lnTo>
                <a:lnTo>
                  <a:pt x="243898" y="823468"/>
                </a:lnTo>
                <a:lnTo>
                  <a:pt x="187064" y="823468"/>
                </a:lnTo>
                <a:lnTo>
                  <a:pt x="181275" y="812217"/>
                </a:lnTo>
                <a:close/>
              </a:path>
              <a:path w="1016635" h="1002029">
                <a:moveTo>
                  <a:pt x="192537" y="806364"/>
                </a:moveTo>
                <a:lnTo>
                  <a:pt x="181275" y="812217"/>
                </a:lnTo>
                <a:lnTo>
                  <a:pt x="187064" y="823468"/>
                </a:lnTo>
                <a:lnTo>
                  <a:pt x="198367" y="817753"/>
                </a:lnTo>
                <a:lnTo>
                  <a:pt x="192537" y="806364"/>
                </a:lnTo>
                <a:close/>
              </a:path>
              <a:path w="1016635" h="1002029">
                <a:moveTo>
                  <a:pt x="243198" y="780034"/>
                </a:moveTo>
                <a:lnTo>
                  <a:pt x="192537" y="806364"/>
                </a:lnTo>
                <a:lnTo>
                  <a:pt x="198367" y="817753"/>
                </a:lnTo>
                <a:lnTo>
                  <a:pt x="187064" y="823468"/>
                </a:lnTo>
                <a:lnTo>
                  <a:pt x="243898" y="823468"/>
                </a:lnTo>
                <a:lnTo>
                  <a:pt x="243198" y="780034"/>
                </a:lnTo>
                <a:close/>
              </a:path>
              <a:path w="1016635" h="1002029">
                <a:moveTo>
                  <a:pt x="517772" y="0"/>
                </a:moveTo>
                <a:lnTo>
                  <a:pt x="462781" y="2667"/>
                </a:lnTo>
                <a:lnTo>
                  <a:pt x="403599" y="10287"/>
                </a:lnTo>
                <a:lnTo>
                  <a:pt x="362451" y="18034"/>
                </a:lnTo>
                <a:lnTo>
                  <a:pt x="320922" y="28067"/>
                </a:lnTo>
                <a:lnTo>
                  <a:pt x="279393" y="40005"/>
                </a:lnTo>
                <a:lnTo>
                  <a:pt x="238626" y="53975"/>
                </a:lnTo>
                <a:lnTo>
                  <a:pt x="199256" y="69977"/>
                </a:lnTo>
                <a:lnTo>
                  <a:pt x="161664" y="87884"/>
                </a:lnTo>
                <a:lnTo>
                  <a:pt x="126612" y="107569"/>
                </a:lnTo>
                <a:lnTo>
                  <a:pt x="94735" y="129159"/>
                </a:lnTo>
                <a:lnTo>
                  <a:pt x="54095" y="164973"/>
                </a:lnTo>
                <a:lnTo>
                  <a:pt x="24123" y="204978"/>
                </a:lnTo>
                <a:lnTo>
                  <a:pt x="6597" y="249047"/>
                </a:lnTo>
                <a:lnTo>
                  <a:pt x="120" y="298069"/>
                </a:lnTo>
                <a:lnTo>
                  <a:pt x="0" y="315595"/>
                </a:lnTo>
                <a:lnTo>
                  <a:pt x="882" y="333629"/>
                </a:lnTo>
                <a:lnTo>
                  <a:pt x="8756" y="390525"/>
                </a:lnTo>
                <a:lnTo>
                  <a:pt x="18154" y="430784"/>
                </a:lnTo>
                <a:lnTo>
                  <a:pt x="30473" y="472694"/>
                </a:lnTo>
                <a:lnTo>
                  <a:pt x="45459" y="516255"/>
                </a:lnTo>
                <a:lnTo>
                  <a:pt x="72256" y="583946"/>
                </a:lnTo>
                <a:lnTo>
                  <a:pt x="92576" y="630555"/>
                </a:lnTo>
                <a:lnTo>
                  <a:pt x="114547" y="678180"/>
                </a:lnTo>
                <a:lnTo>
                  <a:pt x="137915" y="726567"/>
                </a:lnTo>
                <a:lnTo>
                  <a:pt x="162426" y="775589"/>
                </a:lnTo>
                <a:lnTo>
                  <a:pt x="181275" y="812217"/>
                </a:lnTo>
                <a:lnTo>
                  <a:pt x="192537" y="806364"/>
                </a:lnTo>
                <a:lnTo>
                  <a:pt x="173856" y="769874"/>
                </a:lnTo>
                <a:lnTo>
                  <a:pt x="149345" y="720979"/>
                </a:lnTo>
                <a:lnTo>
                  <a:pt x="126104" y="672846"/>
                </a:lnTo>
                <a:lnTo>
                  <a:pt x="104260" y="625475"/>
                </a:lnTo>
                <a:lnTo>
                  <a:pt x="84067" y="579120"/>
                </a:lnTo>
                <a:lnTo>
                  <a:pt x="65652" y="534035"/>
                </a:lnTo>
                <a:lnTo>
                  <a:pt x="49566" y="490093"/>
                </a:lnTo>
                <a:lnTo>
                  <a:pt x="36188" y="448183"/>
                </a:lnTo>
                <a:lnTo>
                  <a:pt x="25520" y="407797"/>
                </a:lnTo>
                <a:lnTo>
                  <a:pt x="17773" y="369189"/>
                </a:lnTo>
                <a:lnTo>
                  <a:pt x="12693" y="315595"/>
                </a:lnTo>
                <a:lnTo>
                  <a:pt x="12749" y="298069"/>
                </a:lnTo>
                <a:lnTo>
                  <a:pt x="18789" y="252603"/>
                </a:lnTo>
                <a:lnTo>
                  <a:pt x="34791" y="211836"/>
                </a:lnTo>
                <a:lnTo>
                  <a:pt x="63112" y="173990"/>
                </a:lnTo>
                <a:lnTo>
                  <a:pt x="102101" y="139573"/>
                </a:lnTo>
                <a:lnTo>
                  <a:pt x="149853" y="108712"/>
                </a:lnTo>
                <a:lnTo>
                  <a:pt x="185413" y="90297"/>
                </a:lnTo>
                <a:lnTo>
                  <a:pt x="242817" y="66040"/>
                </a:lnTo>
                <a:lnTo>
                  <a:pt x="282949" y="52197"/>
                </a:lnTo>
                <a:lnTo>
                  <a:pt x="323843" y="40386"/>
                </a:lnTo>
                <a:lnTo>
                  <a:pt x="364864" y="30480"/>
                </a:lnTo>
                <a:lnTo>
                  <a:pt x="405377" y="22860"/>
                </a:lnTo>
                <a:lnTo>
                  <a:pt x="444747" y="17272"/>
                </a:lnTo>
                <a:lnTo>
                  <a:pt x="500246" y="12954"/>
                </a:lnTo>
                <a:lnTo>
                  <a:pt x="517518" y="12700"/>
                </a:lnTo>
                <a:lnTo>
                  <a:pt x="623238" y="12700"/>
                </a:lnTo>
                <a:lnTo>
                  <a:pt x="617721" y="11430"/>
                </a:lnTo>
                <a:lnTo>
                  <a:pt x="566921" y="2794"/>
                </a:lnTo>
                <a:lnTo>
                  <a:pt x="534663" y="381"/>
                </a:lnTo>
                <a:lnTo>
                  <a:pt x="517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09800" y="5956301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609600" h="127000">
                <a:moveTo>
                  <a:pt x="482600" y="0"/>
                </a:moveTo>
                <a:lnTo>
                  <a:pt x="482600" y="127000"/>
                </a:lnTo>
                <a:lnTo>
                  <a:pt x="596900" y="69850"/>
                </a:lnTo>
                <a:lnTo>
                  <a:pt x="495300" y="69850"/>
                </a:lnTo>
                <a:lnTo>
                  <a:pt x="495300" y="57150"/>
                </a:lnTo>
                <a:lnTo>
                  <a:pt x="596900" y="57150"/>
                </a:lnTo>
                <a:lnTo>
                  <a:pt x="482600" y="0"/>
                </a:lnTo>
                <a:close/>
              </a:path>
              <a:path w="609600" h="127000">
                <a:moveTo>
                  <a:pt x="4826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482600" y="69850"/>
                </a:lnTo>
                <a:lnTo>
                  <a:pt x="482600" y="57150"/>
                </a:lnTo>
                <a:close/>
              </a:path>
              <a:path w="609600" h="127000">
                <a:moveTo>
                  <a:pt x="596900" y="57150"/>
                </a:moveTo>
                <a:lnTo>
                  <a:pt x="495300" y="57150"/>
                </a:lnTo>
                <a:lnTo>
                  <a:pt x="495300" y="69850"/>
                </a:lnTo>
                <a:lnTo>
                  <a:pt x="596900" y="69850"/>
                </a:lnTo>
                <a:lnTo>
                  <a:pt x="609600" y="63500"/>
                </a:lnTo>
                <a:lnTo>
                  <a:pt x="5969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57600" y="5956301"/>
            <a:ext cx="2209800" cy="127000"/>
          </a:xfrm>
          <a:custGeom>
            <a:avLst/>
            <a:gdLst/>
            <a:ahLst/>
            <a:cxnLst/>
            <a:rect l="l" t="t" r="r" b="b"/>
            <a:pathLst>
              <a:path w="2209800" h="127000">
                <a:moveTo>
                  <a:pt x="2082800" y="0"/>
                </a:moveTo>
                <a:lnTo>
                  <a:pt x="2082800" y="127000"/>
                </a:lnTo>
                <a:lnTo>
                  <a:pt x="2197100" y="69850"/>
                </a:lnTo>
                <a:lnTo>
                  <a:pt x="2095500" y="69850"/>
                </a:lnTo>
                <a:lnTo>
                  <a:pt x="2095500" y="57150"/>
                </a:lnTo>
                <a:lnTo>
                  <a:pt x="2197100" y="57150"/>
                </a:lnTo>
                <a:lnTo>
                  <a:pt x="2082800" y="0"/>
                </a:lnTo>
                <a:close/>
              </a:path>
              <a:path w="2209800" h="127000">
                <a:moveTo>
                  <a:pt x="20828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082800" y="69850"/>
                </a:lnTo>
                <a:lnTo>
                  <a:pt x="2082800" y="57150"/>
                </a:lnTo>
                <a:close/>
              </a:path>
              <a:path w="2209800" h="127000">
                <a:moveTo>
                  <a:pt x="2197100" y="57150"/>
                </a:moveTo>
                <a:lnTo>
                  <a:pt x="2095500" y="57150"/>
                </a:lnTo>
                <a:lnTo>
                  <a:pt x="2095500" y="69850"/>
                </a:lnTo>
                <a:lnTo>
                  <a:pt x="2197100" y="69850"/>
                </a:lnTo>
                <a:lnTo>
                  <a:pt x="2209800" y="63500"/>
                </a:lnTo>
                <a:lnTo>
                  <a:pt x="21971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19800" y="56388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6"/>
                </a:lnTo>
                <a:lnTo>
                  <a:pt x="11065" y="293638"/>
                </a:lnTo>
                <a:lnTo>
                  <a:pt x="24426" y="252502"/>
                </a:lnTo>
                <a:lnTo>
                  <a:pt x="42587" y="213443"/>
                </a:lnTo>
                <a:lnTo>
                  <a:pt x="65234" y="176747"/>
                </a:lnTo>
                <a:lnTo>
                  <a:pt x="92053" y="142701"/>
                </a:lnTo>
                <a:lnTo>
                  <a:pt x="122729" y="111590"/>
                </a:lnTo>
                <a:lnTo>
                  <a:pt x="156949" y="83699"/>
                </a:lnTo>
                <a:lnTo>
                  <a:pt x="194399" y="59315"/>
                </a:lnTo>
                <a:lnTo>
                  <a:pt x="234764" y="38724"/>
                </a:lnTo>
                <a:lnTo>
                  <a:pt x="277731" y="22211"/>
                </a:lnTo>
                <a:lnTo>
                  <a:pt x="322985" y="10062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2"/>
                </a:lnTo>
                <a:lnTo>
                  <a:pt x="560468" y="22211"/>
                </a:lnTo>
                <a:lnTo>
                  <a:pt x="603435" y="38724"/>
                </a:lnTo>
                <a:lnTo>
                  <a:pt x="643800" y="59315"/>
                </a:lnTo>
                <a:lnTo>
                  <a:pt x="681250" y="83699"/>
                </a:lnTo>
                <a:lnTo>
                  <a:pt x="715470" y="111590"/>
                </a:lnTo>
                <a:lnTo>
                  <a:pt x="746146" y="142701"/>
                </a:lnTo>
                <a:lnTo>
                  <a:pt x="772965" y="176747"/>
                </a:lnTo>
                <a:lnTo>
                  <a:pt x="795612" y="213443"/>
                </a:lnTo>
                <a:lnTo>
                  <a:pt x="813773" y="252502"/>
                </a:lnTo>
                <a:lnTo>
                  <a:pt x="827134" y="293638"/>
                </a:lnTo>
                <a:lnTo>
                  <a:pt x="835381" y="336566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67400" y="54864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1143000" h="1066800">
                <a:moveTo>
                  <a:pt x="0" y="533400"/>
                </a:moveTo>
                <a:lnTo>
                  <a:pt x="2098" y="487376"/>
                </a:lnTo>
                <a:lnTo>
                  <a:pt x="8277" y="442439"/>
                </a:lnTo>
                <a:lnTo>
                  <a:pt x="18367" y="398750"/>
                </a:lnTo>
                <a:lnTo>
                  <a:pt x="32195" y="356468"/>
                </a:lnTo>
                <a:lnTo>
                  <a:pt x="49589" y="315753"/>
                </a:lnTo>
                <a:lnTo>
                  <a:pt x="70379" y="276766"/>
                </a:lnTo>
                <a:lnTo>
                  <a:pt x="94392" y="239667"/>
                </a:lnTo>
                <a:lnTo>
                  <a:pt x="121457" y="204616"/>
                </a:lnTo>
                <a:lnTo>
                  <a:pt x="151402" y="171772"/>
                </a:lnTo>
                <a:lnTo>
                  <a:pt x="184056" y="141297"/>
                </a:lnTo>
                <a:lnTo>
                  <a:pt x="219246" y="113350"/>
                </a:lnTo>
                <a:lnTo>
                  <a:pt x="256802" y="88091"/>
                </a:lnTo>
                <a:lnTo>
                  <a:pt x="296551" y="65680"/>
                </a:lnTo>
                <a:lnTo>
                  <a:pt x="338322" y="46278"/>
                </a:lnTo>
                <a:lnTo>
                  <a:pt x="381944" y="30045"/>
                </a:lnTo>
                <a:lnTo>
                  <a:pt x="427244" y="17140"/>
                </a:lnTo>
                <a:lnTo>
                  <a:pt x="474051" y="7724"/>
                </a:lnTo>
                <a:lnTo>
                  <a:pt x="522193" y="1957"/>
                </a:lnTo>
                <a:lnTo>
                  <a:pt x="571500" y="0"/>
                </a:lnTo>
                <a:lnTo>
                  <a:pt x="620806" y="1957"/>
                </a:lnTo>
                <a:lnTo>
                  <a:pt x="668948" y="7724"/>
                </a:lnTo>
                <a:lnTo>
                  <a:pt x="715755" y="17140"/>
                </a:lnTo>
                <a:lnTo>
                  <a:pt x="761055" y="30045"/>
                </a:lnTo>
                <a:lnTo>
                  <a:pt x="804677" y="46278"/>
                </a:lnTo>
                <a:lnTo>
                  <a:pt x="846448" y="65680"/>
                </a:lnTo>
                <a:lnTo>
                  <a:pt x="886197" y="88091"/>
                </a:lnTo>
                <a:lnTo>
                  <a:pt x="923753" y="113350"/>
                </a:lnTo>
                <a:lnTo>
                  <a:pt x="958943" y="141297"/>
                </a:lnTo>
                <a:lnTo>
                  <a:pt x="991597" y="171772"/>
                </a:lnTo>
                <a:lnTo>
                  <a:pt x="1021542" y="204616"/>
                </a:lnTo>
                <a:lnTo>
                  <a:pt x="1048607" y="239667"/>
                </a:lnTo>
                <a:lnTo>
                  <a:pt x="1072620" y="276766"/>
                </a:lnTo>
                <a:lnTo>
                  <a:pt x="1093410" y="315753"/>
                </a:lnTo>
                <a:lnTo>
                  <a:pt x="1110804" y="356468"/>
                </a:lnTo>
                <a:lnTo>
                  <a:pt x="1124632" y="398750"/>
                </a:lnTo>
                <a:lnTo>
                  <a:pt x="1134722" y="442439"/>
                </a:lnTo>
                <a:lnTo>
                  <a:pt x="1140901" y="487376"/>
                </a:lnTo>
                <a:lnTo>
                  <a:pt x="1143000" y="533400"/>
                </a:lnTo>
                <a:lnTo>
                  <a:pt x="1140901" y="579423"/>
                </a:lnTo>
                <a:lnTo>
                  <a:pt x="1134722" y="624360"/>
                </a:lnTo>
                <a:lnTo>
                  <a:pt x="1124632" y="668049"/>
                </a:lnTo>
                <a:lnTo>
                  <a:pt x="1110804" y="710331"/>
                </a:lnTo>
                <a:lnTo>
                  <a:pt x="1093410" y="751046"/>
                </a:lnTo>
                <a:lnTo>
                  <a:pt x="1072620" y="790033"/>
                </a:lnTo>
                <a:lnTo>
                  <a:pt x="1048607" y="827132"/>
                </a:lnTo>
                <a:lnTo>
                  <a:pt x="1021542" y="862183"/>
                </a:lnTo>
                <a:lnTo>
                  <a:pt x="991597" y="895027"/>
                </a:lnTo>
                <a:lnTo>
                  <a:pt x="958943" y="925502"/>
                </a:lnTo>
                <a:lnTo>
                  <a:pt x="923753" y="953449"/>
                </a:lnTo>
                <a:lnTo>
                  <a:pt x="886197" y="978708"/>
                </a:lnTo>
                <a:lnTo>
                  <a:pt x="846448" y="1001119"/>
                </a:lnTo>
                <a:lnTo>
                  <a:pt x="804677" y="1020521"/>
                </a:lnTo>
                <a:lnTo>
                  <a:pt x="761055" y="1036754"/>
                </a:lnTo>
                <a:lnTo>
                  <a:pt x="715755" y="1049659"/>
                </a:lnTo>
                <a:lnTo>
                  <a:pt x="668948" y="1059075"/>
                </a:lnTo>
                <a:lnTo>
                  <a:pt x="620806" y="1064842"/>
                </a:lnTo>
                <a:lnTo>
                  <a:pt x="571500" y="1066800"/>
                </a:lnTo>
                <a:lnTo>
                  <a:pt x="522193" y="1064842"/>
                </a:lnTo>
                <a:lnTo>
                  <a:pt x="474051" y="1059075"/>
                </a:lnTo>
                <a:lnTo>
                  <a:pt x="427244" y="1049659"/>
                </a:lnTo>
                <a:lnTo>
                  <a:pt x="381944" y="1036754"/>
                </a:lnTo>
                <a:lnTo>
                  <a:pt x="338322" y="1020521"/>
                </a:lnTo>
                <a:lnTo>
                  <a:pt x="296551" y="1001119"/>
                </a:lnTo>
                <a:lnTo>
                  <a:pt x="256802" y="978708"/>
                </a:lnTo>
                <a:lnTo>
                  <a:pt x="219246" y="953449"/>
                </a:lnTo>
                <a:lnTo>
                  <a:pt x="184056" y="925502"/>
                </a:lnTo>
                <a:lnTo>
                  <a:pt x="151402" y="895027"/>
                </a:lnTo>
                <a:lnTo>
                  <a:pt x="121457" y="862183"/>
                </a:lnTo>
                <a:lnTo>
                  <a:pt x="94392" y="827132"/>
                </a:lnTo>
                <a:lnTo>
                  <a:pt x="70379" y="790033"/>
                </a:lnTo>
                <a:lnTo>
                  <a:pt x="49589" y="751046"/>
                </a:lnTo>
                <a:lnTo>
                  <a:pt x="32195" y="710331"/>
                </a:lnTo>
                <a:lnTo>
                  <a:pt x="18367" y="668049"/>
                </a:lnTo>
                <a:lnTo>
                  <a:pt x="8277" y="624360"/>
                </a:lnTo>
                <a:lnTo>
                  <a:pt x="2098" y="579423"/>
                </a:lnTo>
                <a:lnTo>
                  <a:pt x="0" y="5334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39265" y="4191005"/>
            <a:ext cx="900415" cy="447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32300" y="2133600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69850" y="114300"/>
                </a:moveTo>
                <a:lnTo>
                  <a:pt x="57150" y="114300"/>
                </a:lnTo>
                <a:lnTo>
                  <a:pt x="57150" y="457200"/>
                </a:lnTo>
                <a:lnTo>
                  <a:pt x="69850" y="457200"/>
                </a:lnTo>
                <a:lnTo>
                  <a:pt x="69850" y="114300"/>
                </a:lnTo>
                <a:close/>
              </a:path>
              <a:path w="127000" h="4572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4572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67691" y="113233"/>
            <a:ext cx="4412615" cy="467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omic Sans MS"/>
                <a:cs typeface="Comic Sans MS"/>
              </a:rPr>
              <a:t>Rejection</a:t>
            </a:r>
            <a:r>
              <a:rPr sz="3200" spc="-15" dirty="0">
                <a:latin typeface="Comic Sans MS"/>
                <a:cs typeface="Comic Sans MS"/>
              </a:rPr>
              <a:t> </a:t>
            </a:r>
            <a:r>
              <a:rPr sz="3200" dirty="0">
                <a:latin typeface="Comic Sans MS"/>
                <a:cs typeface="Comic Sans MS"/>
              </a:rPr>
              <a:t>Example</a:t>
            </a:r>
          </a:p>
          <a:p>
            <a:pPr>
              <a:lnSpc>
                <a:spcPct val="100000"/>
              </a:lnSpc>
            </a:pPr>
            <a:endParaRPr sz="6400" dirty="0">
              <a:latin typeface="Times New Roman"/>
              <a:cs typeface="Times New Roman"/>
            </a:endParaRPr>
          </a:p>
          <a:p>
            <a:pPr marL="27940">
              <a:lnSpc>
                <a:spcPct val="100000"/>
              </a:lnSpc>
            </a:pPr>
            <a:r>
              <a:rPr sz="3200">
                <a:solidFill>
                  <a:srgbClr val="339933"/>
                </a:solidFill>
                <a:latin typeface="Comic Sans MS"/>
                <a:cs typeface="Comic Sans MS"/>
              </a:rPr>
              <a:t>Time</a:t>
            </a:r>
            <a:r>
              <a:rPr sz="3200" spc="-2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>
                <a:solidFill>
                  <a:srgbClr val="339933"/>
                </a:solidFill>
                <a:latin typeface="Comic Sans MS"/>
                <a:cs typeface="Comic Sans MS"/>
              </a:rPr>
              <a:t>0</a:t>
            </a:r>
            <a:endParaRPr sz="3200">
              <a:latin typeface="Comic Sans MS"/>
              <a:cs typeface="Comic Sans MS"/>
            </a:endParaRPr>
          </a:p>
          <a:p>
            <a:pPr marR="5080" algn="r">
              <a:lnSpc>
                <a:spcPct val="100000"/>
              </a:lnSpc>
              <a:spcBef>
                <a:spcPts val="3180"/>
              </a:spcBef>
            </a:pPr>
            <a:r>
              <a:rPr sz="3550" i="1" spc="-65">
                <a:latin typeface="Times New Roman"/>
                <a:cs typeface="Times New Roman"/>
              </a:rPr>
              <a:t>q</a:t>
            </a:r>
            <a:r>
              <a:rPr sz="4425" spc="7" baseline="-16949">
                <a:latin typeface="Times New Roman"/>
                <a:cs typeface="Times New Roman"/>
              </a:rPr>
              <a:t>0</a:t>
            </a:r>
            <a:endParaRPr sz="4425" baseline="-1694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700" dirty="0">
              <a:latin typeface="Times New Roman"/>
              <a:cs typeface="Times New Roman"/>
            </a:endParaRPr>
          </a:p>
          <a:p>
            <a:pPr marL="2240915">
              <a:lnSpc>
                <a:spcPct val="100000"/>
              </a:lnSpc>
              <a:spcBef>
                <a:spcPts val="3240"/>
              </a:spcBef>
              <a:tabLst>
                <a:tab pos="3115310" algn="l"/>
              </a:tabLst>
            </a:pPr>
            <a:r>
              <a:rPr sz="3600" i="1" spc="65" dirty="0">
                <a:latin typeface="Times New Roman"/>
                <a:cs typeface="Times New Roman"/>
              </a:rPr>
              <a:t>a	</a:t>
            </a:r>
            <a:r>
              <a:rPr sz="3600" i="1" spc="40" dirty="0">
                <a:latin typeface="Times New Roman"/>
                <a:cs typeface="Times New Roman"/>
              </a:rPr>
              <a:t>a</a:t>
            </a:r>
            <a:r>
              <a:rPr sz="3600" spc="40" dirty="0">
                <a:latin typeface="Times New Roman"/>
                <a:cs typeface="Times New Roman"/>
              </a:rPr>
              <a:t>,</a:t>
            </a:r>
            <a:r>
              <a:rPr sz="3600" spc="-459" dirty="0">
                <a:latin typeface="Times New Roman"/>
                <a:cs typeface="Times New Roman"/>
              </a:rPr>
              <a:t> </a:t>
            </a:r>
            <a:r>
              <a:rPr sz="3600" i="1" spc="80" dirty="0">
                <a:latin typeface="Times New Roman"/>
                <a:cs typeface="Times New Roman"/>
              </a:rPr>
              <a:t>R</a:t>
            </a:r>
            <a:endParaRPr sz="3600" dirty="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359621"/>
              </p:ext>
            </p:extLst>
          </p:nvPr>
        </p:nvGraphicFramePr>
        <p:xfrm>
          <a:off x="2508251" y="1441450"/>
          <a:ext cx="5105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20"/>
          <p:cNvSpPr/>
          <p:nvPr/>
        </p:nvSpPr>
        <p:spPr>
          <a:xfrm>
            <a:off x="2438400" y="4038600"/>
            <a:ext cx="1905000" cy="685800"/>
          </a:xfrm>
          <a:custGeom>
            <a:avLst/>
            <a:gdLst/>
            <a:ahLst/>
            <a:cxnLst/>
            <a:rect l="l" t="t" r="r" b="b"/>
            <a:pathLst>
              <a:path w="1905000" h="685800">
                <a:moveTo>
                  <a:pt x="0" y="342900"/>
                </a:moveTo>
                <a:lnTo>
                  <a:pt x="9459" y="294392"/>
                </a:lnTo>
                <a:lnTo>
                  <a:pt x="36976" y="247973"/>
                </a:lnTo>
                <a:lnTo>
                  <a:pt x="81263" y="204109"/>
                </a:lnTo>
                <a:lnTo>
                  <a:pt x="141029" y="163262"/>
                </a:lnTo>
                <a:lnTo>
                  <a:pt x="176313" y="144116"/>
                </a:lnTo>
                <a:lnTo>
                  <a:pt x="214984" y="125899"/>
                </a:lnTo>
                <a:lnTo>
                  <a:pt x="256880" y="108668"/>
                </a:lnTo>
                <a:lnTo>
                  <a:pt x="301839" y="92482"/>
                </a:lnTo>
                <a:lnTo>
                  <a:pt x="349702" y="77399"/>
                </a:lnTo>
                <a:lnTo>
                  <a:pt x="400305" y="63477"/>
                </a:lnTo>
                <a:lnTo>
                  <a:pt x="453489" y="50774"/>
                </a:lnTo>
                <a:lnTo>
                  <a:pt x="509091" y="39348"/>
                </a:lnTo>
                <a:lnTo>
                  <a:pt x="566952" y="29257"/>
                </a:lnTo>
                <a:lnTo>
                  <a:pt x="626909" y="20559"/>
                </a:lnTo>
                <a:lnTo>
                  <a:pt x="688801" y="13312"/>
                </a:lnTo>
                <a:lnTo>
                  <a:pt x="752467" y="7575"/>
                </a:lnTo>
                <a:lnTo>
                  <a:pt x="817747" y="3405"/>
                </a:lnTo>
                <a:lnTo>
                  <a:pt x="884478" y="861"/>
                </a:lnTo>
                <a:lnTo>
                  <a:pt x="952500" y="0"/>
                </a:lnTo>
                <a:lnTo>
                  <a:pt x="1020521" y="861"/>
                </a:lnTo>
                <a:lnTo>
                  <a:pt x="1087252" y="3405"/>
                </a:lnTo>
                <a:lnTo>
                  <a:pt x="1152532" y="7575"/>
                </a:lnTo>
                <a:lnTo>
                  <a:pt x="1216198" y="13312"/>
                </a:lnTo>
                <a:lnTo>
                  <a:pt x="1278090" y="20559"/>
                </a:lnTo>
                <a:lnTo>
                  <a:pt x="1338047" y="29257"/>
                </a:lnTo>
                <a:lnTo>
                  <a:pt x="1395908" y="39348"/>
                </a:lnTo>
                <a:lnTo>
                  <a:pt x="1451510" y="50774"/>
                </a:lnTo>
                <a:lnTo>
                  <a:pt x="1504694" y="63477"/>
                </a:lnTo>
                <a:lnTo>
                  <a:pt x="1555297" y="77399"/>
                </a:lnTo>
                <a:lnTo>
                  <a:pt x="1603160" y="92482"/>
                </a:lnTo>
                <a:lnTo>
                  <a:pt x="1648119" y="108668"/>
                </a:lnTo>
                <a:lnTo>
                  <a:pt x="1690015" y="125899"/>
                </a:lnTo>
                <a:lnTo>
                  <a:pt x="1728686" y="144116"/>
                </a:lnTo>
                <a:lnTo>
                  <a:pt x="1763970" y="163262"/>
                </a:lnTo>
                <a:lnTo>
                  <a:pt x="1823736" y="204109"/>
                </a:lnTo>
                <a:lnTo>
                  <a:pt x="1868023" y="247973"/>
                </a:lnTo>
                <a:lnTo>
                  <a:pt x="1895540" y="294392"/>
                </a:lnTo>
                <a:lnTo>
                  <a:pt x="1905000" y="342900"/>
                </a:lnTo>
                <a:lnTo>
                  <a:pt x="1902608" y="367385"/>
                </a:lnTo>
                <a:lnTo>
                  <a:pt x="1895540" y="391407"/>
                </a:lnTo>
                <a:lnTo>
                  <a:pt x="1868023" y="437826"/>
                </a:lnTo>
                <a:lnTo>
                  <a:pt x="1823736" y="481690"/>
                </a:lnTo>
                <a:lnTo>
                  <a:pt x="1763970" y="522537"/>
                </a:lnTo>
                <a:lnTo>
                  <a:pt x="1728686" y="541683"/>
                </a:lnTo>
                <a:lnTo>
                  <a:pt x="1690015" y="559900"/>
                </a:lnTo>
                <a:lnTo>
                  <a:pt x="1648119" y="577131"/>
                </a:lnTo>
                <a:lnTo>
                  <a:pt x="1603160" y="593317"/>
                </a:lnTo>
                <a:lnTo>
                  <a:pt x="1555297" y="608400"/>
                </a:lnTo>
                <a:lnTo>
                  <a:pt x="1504694" y="622322"/>
                </a:lnTo>
                <a:lnTo>
                  <a:pt x="1451510" y="635025"/>
                </a:lnTo>
                <a:lnTo>
                  <a:pt x="1395908" y="646451"/>
                </a:lnTo>
                <a:lnTo>
                  <a:pt x="1338047" y="656542"/>
                </a:lnTo>
                <a:lnTo>
                  <a:pt x="1278090" y="665240"/>
                </a:lnTo>
                <a:lnTo>
                  <a:pt x="1216198" y="672487"/>
                </a:lnTo>
                <a:lnTo>
                  <a:pt x="1152532" y="678224"/>
                </a:lnTo>
                <a:lnTo>
                  <a:pt x="1087252" y="682394"/>
                </a:lnTo>
                <a:lnTo>
                  <a:pt x="1020521" y="684938"/>
                </a:lnTo>
                <a:lnTo>
                  <a:pt x="952500" y="685800"/>
                </a:lnTo>
                <a:lnTo>
                  <a:pt x="884478" y="684938"/>
                </a:lnTo>
                <a:lnTo>
                  <a:pt x="817747" y="682394"/>
                </a:lnTo>
                <a:lnTo>
                  <a:pt x="752467" y="678224"/>
                </a:lnTo>
                <a:lnTo>
                  <a:pt x="688801" y="672487"/>
                </a:lnTo>
                <a:lnTo>
                  <a:pt x="626909" y="665240"/>
                </a:lnTo>
                <a:lnTo>
                  <a:pt x="566952" y="656542"/>
                </a:lnTo>
                <a:lnTo>
                  <a:pt x="509091" y="646451"/>
                </a:lnTo>
                <a:lnTo>
                  <a:pt x="453489" y="635025"/>
                </a:lnTo>
                <a:lnTo>
                  <a:pt x="400305" y="622322"/>
                </a:lnTo>
                <a:lnTo>
                  <a:pt x="349702" y="608400"/>
                </a:lnTo>
                <a:lnTo>
                  <a:pt x="301839" y="593317"/>
                </a:lnTo>
                <a:lnTo>
                  <a:pt x="256880" y="577131"/>
                </a:lnTo>
                <a:lnTo>
                  <a:pt x="214984" y="559900"/>
                </a:lnTo>
                <a:lnTo>
                  <a:pt x="176313" y="541683"/>
                </a:lnTo>
                <a:lnTo>
                  <a:pt x="141029" y="522537"/>
                </a:lnTo>
                <a:lnTo>
                  <a:pt x="81263" y="481690"/>
                </a:lnTo>
                <a:lnTo>
                  <a:pt x="36976" y="437826"/>
                </a:lnTo>
                <a:lnTo>
                  <a:pt x="9459" y="391407"/>
                </a:lnTo>
                <a:lnTo>
                  <a:pt x="0" y="34290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22913" y="5671363"/>
            <a:ext cx="43180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79"/>
              </a:lnSpc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84245" y="5680876"/>
            <a:ext cx="3987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00"/>
              </a:lnSpc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155372" y="1544514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36751" y="1545559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3115" y="152400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4493" y="1525047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8" name="object 20"/>
          <p:cNvSpPr/>
          <p:nvPr/>
        </p:nvSpPr>
        <p:spPr>
          <a:xfrm>
            <a:off x="4310431" y="5509084"/>
            <a:ext cx="900388" cy="447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3"/>
          <p:cNvSpPr txBox="1"/>
          <p:nvPr/>
        </p:nvSpPr>
        <p:spPr>
          <a:xfrm>
            <a:off x="5055951" y="5431395"/>
            <a:ext cx="464820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54"/>
              </a:lnSpc>
            </a:pPr>
            <a:r>
              <a:rPr sz="3600" spc="25" dirty="0">
                <a:latin typeface="Times New Roman"/>
                <a:cs typeface="Times New Roman"/>
              </a:rPr>
              <a:t>,</a:t>
            </a:r>
            <a:r>
              <a:rPr sz="3600" spc="-520" dirty="0">
                <a:latin typeface="Times New Roman"/>
                <a:cs typeface="Times New Roman"/>
              </a:rPr>
              <a:t> </a:t>
            </a:r>
            <a:r>
              <a:rPr sz="3600" i="1" spc="65" dirty="0">
                <a:latin typeface="Times New Roman"/>
                <a:cs typeface="Times New Roman"/>
              </a:rPr>
              <a:t>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888910" y="5489592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7964" y="5448255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</p:spTree>
    <p:extLst>
      <p:ext uri="{BB962C8B-B14F-4D97-AF65-F5344CB8AC3E}">
        <p14:creationId xmlns:p14="http://schemas.microsoft.com/office/powerpoint/2010/main" val="11801667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19400" y="56388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419100" y="0"/>
                </a:moveTo>
                <a:lnTo>
                  <a:pt x="370213" y="2563"/>
                </a:lnTo>
                <a:lnTo>
                  <a:pt x="322985" y="10062"/>
                </a:lnTo>
                <a:lnTo>
                  <a:pt x="277731" y="22211"/>
                </a:lnTo>
                <a:lnTo>
                  <a:pt x="234764" y="38724"/>
                </a:lnTo>
                <a:lnTo>
                  <a:pt x="194399" y="59315"/>
                </a:lnTo>
                <a:lnTo>
                  <a:pt x="156949" y="83699"/>
                </a:lnTo>
                <a:lnTo>
                  <a:pt x="122729" y="111590"/>
                </a:lnTo>
                <a:lnTo>
                  <a:pt x="92053" y="142701"/>
                </a:lnTo>
                <a:lnTo>
                  <a:pt x="65234" y="176747"/>
                </a:lnTo>
                <a:lnTo>
                  <a:pt x="42587" y="213443"/>
                </a:lnTo>
                <a:lnTo>
                  <a:pt x="24426" y="252502"/>
                </a:lnTo>
                <a:lnTo>
                  <a:pt x="11065" y="293638"/>
                </a:lnTo>
                <a:lnTo>
                  <a:pt x="2818" y="336566"/>
                </a:lnTo>
                <a:lnTo>
                  <a:pt x="0" y="381000"/>
                </a:lnTo>
                <a:lnTo>
                  <a:pt x="2818" y="425433"/>
                </a:lnTo>
                <a:lnTo>
                  <a:pt x="11065" y="468361"/>
                </a:lnTo>
                <a:lnTo>
                  <a:pt x="24426" y="509497"/>
                </a:lnTo>
                <a:lnTo>
                  <a:pt x="42587" y="548556"/>
                </a:lnTo>
                <a:lnTo>
                  <a:pt x="65234" y="585252"/>
                </a:lnTo>
                <a:lnTo>
                  <a:pt x="92053" y="619298"/>
                </a:lnTo>
                <a:lnTo>
                  <a:pt x="122729" y="650409"/>
                </a:lnTo>
                <a:lnTo>
                  <a:pt x="156949" y="678300"/>
                </a:lnTo>
                <a:lnTo>
                  <a:pt x="194399" y="702684"/>
                </a:lnTo>
                <a:lnTo>
                  <a:pt x="234764" y="723275"/>
                </a:lnTo>
                <a:lnTo>
                  <a:pt x="277731" y="739788"/>
                </a:lnTo>
                <a:lnTo>
                  <a:pt x="322985" y="751937"/>
                </a:lnTo>
                <a:lnTo>
                  <a:pt x="370213" y="759436"/>
                </a:lnTo>
                <a:lnTo>
                  <a:pt x="419100" y="762000"/>
                </a:lnTo>
                <a:lnTo>
                  <a:pt x="467986" y="759436"/>
                </a:lnTo>
                <a:lnTo>
                  <a:pt x="515214" y="751937"/>
                </a:lnTo>
                <a:lnTo>
                  <a:pt x="560468" y="739788"/>
                </a:lnTo>
                <a:lnTo>
                  <a:pt x="603435" y="723275"/>
                </a:lnTo>
                <a:lnTo>
                  <a:pt x="643800" y="702684"/>
                </a:lnTo>
                <a:lnTo>
                  <a:pt x="681250" y="678300"/>
                </a:lnTo>
                <a:lnTo>
                  <a:pt x="715470" y="650409"/>
                </a:lnTo>
                <a:lnTo>
                  <a:pt x="746146" y="619298"/>
                </a:lnTo>
                <a:lnTo>
                  <a:pt x="772965" y="585252"/>
                </a:lnTo>
                <a:lnTo>
                  <a:pt x="795612" y="548556"/>
                </a:lnTo>
                <a:lnTo>
                  <a:pt x="813773" y="509497"/>
                </a:lnTo>
                <a:lnTo>
                  <a:pt x="827134" y="468361"/>
                </a:lnTo>
                <a:lnTo>
                  <a:pt x="835381" y="425433"/>
                </a:lnTo>
                <a:lnTo>
                  <a:pt x="838200" y="381000"/>
                </a:lnTo>
                <a:lnTo>
                  <a:pt x="835381" y="336566"/>
                </a:lnTo>
                <a:lnTo>
                  <a:pt x="827134" y="293638"/>
                </a:lnTo>
                <a:lnTo>
                  <a:pt x="813773" y="252502"/>
                </a:lnTo>
                <a:lnTo>
                  <a:pt x="795612" y="213443"/>
                </a:lnTo>
                <a:lnTo>
                  <a:pt x="772965" y="176747"/>
                </a:lnTo>
                <a:lnTo>
                  <a:pt x="746146" y="142701"/>
                </a:lnTo>
                <a:lnTo>
                  <a:pt x="715470" y="111590"/>
                </a:lnTo>
                <a:lnTo>
                  <a:pt x="681250" y="83699"/>
                </a:lnTo>
                <a:lnTo>
                  <a:pt x="643800" y="59315"/>
                </a:lnTo>
                <a:lnTo>
                  <a:pt x="603435" y="38724"/>
                </a:lnTo>
                <a:lnTo>
                  <a:pt x="560468" y="22211"/>
                </a:lnTo>
                <a:lnTo>
                  <a:pt x="515214" y="10062"/>
                </a:lnTo>
                <a:lnTo>
                  <a:pt x="467986" y="2563"/>
                </a:lnTo>
                <a:lnTo>
                  <a:pt x="419100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19400" y="56388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6"/>
                </a:lnTo>
                <a:lnTo>
                  <a:pt x="11065" y="293638"/>
                </a:lnTo>
                <a:lnTo>
                  <a:pt x="24426" y="252502"/>
                </a:lnTo>
                <a:lnTo>
                  <a:pt x="42587" y="213443"/>
                </a:lnTo>
                <a:lnTo>
                  <a:pt x="65234" y="176747"/>
                </a:lnTo>
                <a:lnTo>
                  <a:pt x="92053" y="142701"/>
                </a:lnTo>
                <a:lnTo>
                  <a:pt x="122729" y="111590"/>
                </a:lnTo>
                <a:lnTo>
                  <a:pt x="156949" y="83699"/>
                </a:lnTo>
                <a:lnTo>
                  <a:pt x="194399" y="59315"/>
                </a:lnTo>
                <a:lnTo>
                  <a:pt x="234764" y="38724"/>
                </a:lnTo>
                <a:lnTo>
                  <a:pt x="277731" y="22211"/>
                </a:lnTo>
                <a:lnTo>
                  <a:pt x="322985" y="10062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2"/>
                </a:lnTo>
                <a:lnTo>
                  <a:pt x="560468" y="22211"/>
                </a:lnTo>
                <a:lnTo>
                  <a:pt x="603435" y="38724"/>
                </a:lnTo>
                <a:lnTo>
                  <a:pt x="643800" y="59315"/>
                </a:lnTo>
                <a:lnTo>
                  <a:pt x="681250" y="83699"/>
                </a:lnTo>
                <a:lnTo>
                  <a:pt x="715470" y="111590"/>
                </a:lnTo>
                <a:lnTo>
                  <a:pt x="746146" y="142701"/>
                </a:lnTo>
                <a:lnTo>
                  <a:pt x="772965" y="176747"/>
                </a:lnTo>
                <a:lnTo>
                  <a:pt x="795612" y="213443"/>
                </a:lnTo>
                <a:lnTo>
                  <a:pt x="813773" y="252502"/>
                </a:lnTo>
                <a:lnTo>
                  <a:pt x="827134" y="293638"/>
                </a:lnTo>
                <a:lnTo>
                  <a:pt x="835381" y="336566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02516" y="4716779"/>
            <a:ext cx="1016635" cy="1002030"/>
          </a:xfrm>
          <a:custGeom>
            <a:avLst/>
            <a:gdLst/>
            <a:ahLst/>
            <a:cxnLst/>
            <a:rect l="l" t="t" r="r" b="b"/>
            <a:pathLst>
              <a:path w="1016635" h="1002029">
                <a:moveTo>
                  <a:pt x="623238" y="12700"/>
                </a:moveTo>
                <a:lnTo>
                  <a:pt x="517518" y="12700"/>
                </a:lnTo>
                <a:lnTo>
                  <a:pt x="534028" y="13081"/>
                </a:lnTo>
                <a:lnTo>
                  <a:pt x="549649" y="13970"/>
                </a:lnTo>
                <a:lnTo>
                  <a:pt x="597909" y="20320"/>
                </a:lnTo>
                <a:lnTo>
                  <a:pt x="649852" y="32385"/>
                </a:lnTo>
                <a:lnTo>
                  <a:pt x="721988" y="56515"/>
                </a:lnTo>
                <a:lnTo>
                  <a:pt x="758056" y="71755"/>
                </a:lnTo>
                <a:lnTo>
                  <a:pt x="793616" y="89027"/>
                </a:lnTo>
                <a:lnTo>
                  <a:pt x="827906" y="108204"/>
                </a:lnTo>
                <a:lnTo>
                  <a:pt x="860672" y="129159"/>
                </a:lnTo>
                <a:lnTo>
                  <a:pt x="905503" y="163449"/>
                </a:lnTo>
                <a:lnTo>
                  <a:pt x="943730" y="201041"/>
                </a:lnTo>
                <a:lnTo>
                  <a:pt x="973702" y="241300"/>
                </a:lnTo>
                <a:lnTo>
                  <a:pt x="993895" y="283718"/>
                </a:lnTo>
                <a:lnTo>
                  <a:pt x="1002912" y="328422"/>
                </a:lnTo>
                <a:lnTo>
                  <a:pt x="1003674" y="344424"/>
                </a:lnTo>
                <a:lnTo>
                  <a:pt x="1003420" y="360807"/>
                </a:lnTo>
                <a:lnTo>
                  <a:pt x="996689" y="413385"/>
                </a:lnTo>
                <a:lnTo>
                  <a:pt x="987672" y="450850"/>
                </a:lnTo>
                <a:lnTo>
                  <a:pt x="975261" y="490347"/>
                </a:lnTo>
                <a:lnTo>
                  <a:pt x="959859" y="530987"/>
                </a:lnTo>
                <a:lnTo>
                  <a:pt x="941571" y="573151"/>
                </a:lnTo>
                <a:lnTo>
                  <a:pt x="920870" y="616712"/>
                </a:lnTo>
                <a:lnTo>
                  <a:pt x="897883" y="661543"/>
                </a:lnTo>
                <a:lnTo>
                  <a:pt x="872864" y="707263"/>
                </a:lnTo>
                <a:lnTo>
                  <a:pt x="846194" y="753872"/>
                </a:lnTo>
                <a:lnTo>
                  <a:pt x="818127" y="801116"/>
                </a:lnTo>
                <a:lnTo>
                  <a:pt x="788917" y="848995"/>
                </a:lnTo>
                <a:lnTo>
                  <a:pt x="758818" y="897382"/>
                </a:lnTo>
                <a:lnTo>
                  <a:pt x="697350" y="994829"/>
                </a:lnTo>
                <a:lnTo>
                  <a:pt x="708018" y="1001610"/>
                </a:lnTo>
                <a:lnTo>
                  <a:pt x="769613" y="904163"/>
                </a:lnTo>
                <a:lnTo>
                  <a:pt x="799712" y="855726"/>
                </a:lnTo>
                <a:lnTo>
                  <a:pt x="828922" y="807847"/>
                </a:lnTo>
                <a:lnTo>
                  <a:pt x="857116" y="760222"/>
                </a:lnTo>
                <a:lnTo>
                  <a:pt x="883913" y="713486"/>
                </a:lnTo>
                <a:lnTo>
                  <a:pt x="909059" y="667639"/>
                </a:lnTo>
                <a:lnTo>
                  <a:pt x="932173" y="622554"/>
                </a:lnTo>
                <a:lnTo>
                  <a:pt x="953128" y="578612"/>
                </a:lnTo>
                <a:lnTo>
                  <a:pt x="971670" y="535813"/>
                </a:lnTo>
                <a:lnTo>
                  <a:pt x="987291" y="494411"/>
                </a:lnTo>
                <a:lnTo>
                  <a:pt x="999864" y="454406"/>
                </a:lnTo>
                <a:lnTo>
                  <a:pt x="1009135" y="416052"/>
                </a:lnTo>
                <a:lnTo>
                  <a:pt x="1016120" y="361823"/>
                </a:lnTo>
                <a:lnTo>
                  <a:pt x="1016363" y="344424"/>
                </a:lnTo>
                <a:lnTo>
                  <a:pt x="1015612" y="327787"/>
                </a:lnTo>
                <a:lnTo>
                  <a:pt x="1006087" y="280162"/>
                </a:lnTo>
                <a:lnTo>
                  <a:pt x="984751" y="234950"/>
                </a:lnTo>
                <a:lnTo>
                  <a:pt x="953509" y="192913"/>
                </a:lnTo>
                <a:lnTo>
                  <a:pt x="914012" y="154051"/>
                </a:lnTo>
                <a:lnTo>
                  <a:pt x="884040" y="130175"/>
                </a:lnTo>
                <a:lnTo>
                  <a:pt x="834637" y="97536"/>
                </a:lnTo>
                <a:lnTo>
                  <a:pt x="799839" y="77978"/>
                </a:lnTo>
                <a:lnTo>
                  <a:pt x="763644" y="60452"/>
                </a:lnTo>
                <a:lnTo>
                  <a:pt x="726814" y="44831"/>
                </a:lnTo>
                <a:lnTo>
                  <a:pt x="689984" y="31496"/>
                </a:lnTo>
                <a:lnTo>
                  <a:pt x="653408" y="20193"/>
                </a:lnTo>
                <a:lnTo>
                  <a:pt x="635374" y="15494"/>
                </a:lnTo>
                <a:lnTo>
                  <a:pt x="623238" y="12700"/>
                </a:lnTo>
                <a:close/>
              </a:path>
              <a:path w="1016635" h="1002029">
                <a:moveTo>
                  <a:pt x="181275" y="812217"/>
                </a:moveTo>
                <a:lnTo>
                  <a:pt x="130549" y="838581"/>
                </a:lnTo>
                <a:lnTo>
                  <a:pt x="245484" y="922020"/>
                </a:lnTo>
                <a:lnTo>
                  <a:pt x="243898" y="823468"/>
                </a:lnTo>
                <a:lnTo>
                  <a:pt x="187064" y="823468"/>
                </a:lnTo>
                <a:lnTo>
                  <a:pt x="181275" y="812217"/>
                </a:lnTo>
                <a:close/>
              </a:path>
              <a:path w="1016635" h="1002029">
                <a:moveTo>
                  <a:pt x="192537" y="806364"/>
                </a:moveTo>
                <a:lnTo>
                  <a:pt x="181275" y="812217"/>
                </a:lnTo>
                <a:lnTo>
                  <a:pt x="187064" y="823468"/>
                </a:lnTo>
                <a:lnTo>
                  <a:pt x="198367" y="817753"/>
                </a:lnTo>
                <a:lnTo>
                  <a:pt x="192537" y="806364"/>
                </a:lnTo>
                <a:close/>
              </a:path>
              <a:path w="1016635" h="1002029">
                <a:moveTo>
                  <a:pt x="243198" y="780034"/>
                </a:moveTo>
                <a:lnTo>
                  <a:pt x="192537" y="806364"/>
                </a:lnTo>
                <a:lnTo>
                  <a:pt x="198367" y="817753"/>
                </a:lnTo>
                <a:lnTo>
                  <a:pt x="187064" y="823468"/>
                </a:lnTo>
                <a:lnTo>
                  <a:pt x="243898" y="823468"/>
                </a:lnTo>
                <a:lnTo>
                  <a:pt x="243198" y="780034"/>
                </a:lnTo>
                <a:close/>
              </a:path>
              <a:path w="1016635" h="1002029">
                <a:moveTo>
                  <a:pt x="517772" y="0"/>
                </a:moveTo>
                <a:lnTo>
                  <a:pt x="462781" y="2667"/>
                </a:lnTo>
                <a:lnTo>
                  <a:pt x="403599" y="10287"/>
                </a:lnTo>
                <a:lnTo>
                  <a:pt x="362451" y="18034"/>
                </a:lnTo>
                <a:lnTo>
                  <a:pt x="320922" y="28067"/>
                </a:lnTo>
                <a:lnTo>
                  <a:pt x="279393" y="40005"/>
                </a:lnTo>
                <a:lnTo>
                  <a:pt x="238626" y="53975"/>
                </a:lnTo>
                <a:lnTo>
                  <a:pt x="199256" y="69977"/>
                </a:lnTo>
                <a:lnTo>
                  <a:pt x="161664" y="87884"/>
                </a:lnTo>
                <a:lnTo>
                  <a:pt x="126612" y="107569"/>
                </a:lnTo>
                <a:lnTo>
                  <a:pt x="94735" y="129159"/>
                </a:lnTo>
                <a:lnTo>
                  <a:pt x="54095" y="164973"/>
                </a:lnTo>
                <a:lnTo>
                  <a:pt x="24123" y="204978"/>
                </a:lnTo>
                <a:lnTo>
                  <a:pt x="6597" y="249047"/>
                </a:lnTo>
                <a:lnTo>
                  <a:pt x="120" y="298069"/>
                </a:lnTo>
                <a:lnTo>
                  <a:pt x="0" y="315595"/>
                </a:lnTo>
                <a:lnTo>
                  <a:pt x="882" y="333629"/>
                </a:lnTo>
                <a:lnTo>
                  <a:pt x="8756" y="390525"/>
                </a:lnTo>
                <a:lnTo>
                  <a:pt x="18154" y="430784"/>
                </a:lnTo>
                <a:lnTo>
                  <a:pt x="30473" y="472694"/>
                </a:lnTo>
                <a:lnTo>
                  <a:pt x="45459" y="516255"/>
                </a:lnTo>
                <a:lnTo>
                  <a:pt x="72256" y="583946"/>
                </a:lnTo>
                <a:lnTo>
                  <a:pt x="92576" y="630555"/>
                </a:lnTo>
                <a:lnTo>
                  <a:pt x="114547" y="678180"/>
                </a:lnTo>
                <a:lnTo>
                  <a:pt x="137915" y="726567"/>
                </a:lnTo>
                <a:lnTo>
                  <a:pt x="162426" y="775589"/>
                </a:lnTo>
                <a:lnTo>
                  <a:pt x="181275" y="812217"/>
                </a:lnTo>
                <a:lnTo>
                  <a:pt x="192537" y="806364"/>
                </a:lnTo>
                <a:lnTo>
                  <a:pt x="173856" y="769874"/>
                </a:lnTo>
                <a:lnTo>
                  <a:pt x="149345" y="720979"/>
                </a:lnTo>
                <a:lnTo>
                  <a:pt x="126104" y="672846"/>
                </a:lnTo>
                <a:lnTo>
                  <a:pt x="104260" y="625475"/>
                </a:lnTo>
                <a:lnTo>
                  <a:pt x="84067" y="579120"/>
                </a:lnTo>
                <a:lnTo>
                  <a:pt x="65652" y="534035"/>
                </a:lnTo>
                <a:lnTo>
                  <a:pt x="49566" y="490093"/>
                </a:lnTo>
                <a:lnTo>
                  <a:pt x="36188" y="448183"/>
                </a:lnTo>
                <a:lnTo>
                  <a:pt x="25520" y="407797"/>
                </a:lnTo>
                <a:lnTo>
                  <a:pt x="17773" y="369189"/>
                </a:lnTo>
                <a:lnTo>
                  <a:pt x="12693" y="315595"/>
                </a:lnTo>
                <a:lnTo>
                  <a:pt x="12749" y="298069"/>
                </a:lnTo>
                <a:lnTo>
                  <a:pt x="18789" y="252603"/>
                </a:lnTo>
                <a:lnTo>
                  <a:pt x="34791" y="211836"/>
                </a:lnTo>
                <a:lnTo>
                  <a:pt x="63112" y="173990"/>
                </a:lnTo>
                <a:lnTo>
                  <a:pt x="102101" y="139573"/>
                </a:lnTo>
                <a:lnTo>
                  <a:pt x="149853" y="108712"/>
                </a:lnTo>
                <a:lnTo>
                  <a:pt x="185413" y="90297"/>
                </a:lnTo>
                <a:lnTo>
                  <a:pt x="242817" y="66040"/>
                </a:lnTo>
                <a:lnTo>
                  <a:pt x="282949" y="52197"/>
                </a:lnTo>
                <a:lnTo>
                  <a:pt x="323843" y="40386"/>
                </a:lnTo>
                <a:lnTo>
                  <a:pt x="364864" y="30480"/>
                </a:lnTo>
                <a:lnTo>
                  <a:pt x="405377" y="22860"/>
                </a:lnTo>
                <a:lnTo>
                  <a:pt x="444747" y="17272"/>
                </a:lnTo>
                <a:lnTo>
                  <a:pt x="500246" y="12954"/>
                </a:lnTo>
                <a:lnTo>
                  <a:pt x="517518" y="12700"/>
                </a:lnTo>
                <a:lnTo>
                  <a:pt x="623238" y="12700"/>
                </a:lnTo>
                <a:lnTo>
                  <a:pt x="617721" y="11430"/>
                </a:lnTo>
                <a:lnTo>
                  <a:pt x="566921" y="2794"/>
                </a:lnTo>
                <a:lnTo>
                  <a:pt x="534663" y="381"/>
                </a:lnTo>
                <a:lnTo>
                  <a:pt x="517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09800" y="5956301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609600" h="127000">
                <a:moveTo>
                  <a:pt x="482600" y="0"/>
                </a:moveTo>
                <a:lnTo>
                  <a:pt x="482600" y="127000"/>
                </a:lnTo>
                <a:lnTo>
                  <a:pt x="596900" y="69850"/>
                </a:lnTo>
                <a:lnTo>
                  <a:pt x="495300" y="69850"/>
                </a:lnTo>
                <a:lnTo>
                  <a:pt x="495300" y="57150"/>
                </a:lnTo>
                <a:lnTo>
                  <a:pt x="596900" y="57150"/>
                </a:lnTo>
                <a:lnTo>
                  <a:pt x="482600" y="0"/>
                </a:lnTo>
                <a:close/>
              </a:path>
              <a:path w="609600" h="127000">
                <a:moveTo>
                  <a:pt x="4826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482600" y="69850"/>
                </a:lnTo>
                <a:lnTo>
                  <a:pt x="482600" y="57150"/>
                </a:lnTo>
                <a:close/>
              </a:path>
              <a:path w="609600" h="127000">
                <a:moveTo>
                  <a:pt x="596900" y="57150"/>
                </a:moveTo>
                <a:lnTo>
                  <a:pt x="495300" y="57150"/>
                </a:lnTo>
                <a:lnTo>
                  <a:pt x="495300" y="69850"/>
                </a:lnTo>
                <a:lnTo>
                  <a:pt x="596900" y="69850"/>
                </a:lnTo>
                <a:lnTo>
                  <a:pt x="609600" y="63500"/>
                </a:lnTo>
                <a:lnTo>
                  <a:pt x="5969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57600" y="5956301"/>
            <a:ext cx="2209800" cy="127000"/>
          </a:xfrm>
          <a:custGeom>
            <a:avLst/>
            <a:gdLst/>
            <a:ahLst/>
            <a:cxnLst/>
            <a:rect l="l" t="t" r="r" b="b"/>
            <a:pathLst>
              <a:path w="2209800" h="127000">
                <a:moveTo>
                  <a:pt x="2082800" y="0"/>
                </a:moveTo>
                <a:lnTo>
                  <a:pt x="2082800" y="127000"/>
                </a:lnTo>
                <a:lnTo>
                  <a:pt x="2197100" y="69850"/>
                </a:lnTo>
                <a:lnTo>
                  <a:pt x="2095500" y="69850"/>
                </a:lnTo>
                <a:lnTo>
                  <a:pt x="2095500" y="57150"/>
                </a:lnTo>
                <a:lnTo>
                  <a:pt x="2197100" y="57150"/>
                </a:lnTo>
                <a:lnTo>
                  <a:pt x="2082800" y="0"/>
                </a:lnTo>
                <a:close/>
              </a:path>
              <a:path w="2209800" h="127000">
                <a:moveTo>
                  <a:pt x="20828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082800" y="69850"/>
                </a:lnTo>
                <a:lnTo>
                  <a:pt x="2082800" y="57150"/>
                </a:lnTo>
                <a:close/>
              </a:path>
              <a:path w="2209800" h="127000">
                <a:moveTo>
                  <a:pt x="2197100" y="57150"/>
                </a:moveTo>
                <a:lnTo>
                  <a:pt x="2095500" y="57150"/>
                </a:lnTo>
                <a:lnTo>
                  <a:pt x="2095500" y="69850"/>
                </a:lnTo>
                <a:lnTo>
                  <a:pt x="2197100" y="69850"/>
                </a:lnTo>
                <a:lnTo>
                  <a:pt x="2209800" y="63500"/>
                </a:lnTo>
                <a:lnTo>
                  <a:pt x="21971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19800" y="56388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6"/>
                </a:lnTo>
                <a:lnTo>
                  <a:pt x="11065" y="293638"/>
                </a:lnTo>
                <a:lnTo>
                  <a:pt x="24426" y="252502"/>
                </a:lnTo>
                <a:lnTo>
                  <a:pt x="42587" y="213443"/>
                </a:lnTo>
                <a:lnTo>
                  <a:pt x="65234" y="176747"/>
                </a:lnTo>
                <a:lnTo>
                  <a:pt x="92053" y="142701"/>
                </a:lnTo>
                <a:lnTo>
                  <a:pt x="122729" y="111590"/>
                </a:lnTo>
                <a:lnTo>
                  <a:pt x="156949" y="83699"/>
                </a:lnTo>
                <a:lnTo>
                  <a:pt x="194399" y="59315"/>
                </a:lnTo>
                <a:lnTo>
                  <a:pt x="234764" y="38724"/>
                </a:lnTo>
                <a:lnTo>
                  <a:pt x="277731" y="22211"/>
                </a:lnTo>
                <a:lnTo>
                  <a:pt x="322985" y="10062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2"/>
                </a:lnTo>
                <a:lnTo>
                  <a:pt x="560468" y="22211"/>
                </a:lnTo>
                <a:lnTo>
                  <a:pt x="603435" y="38724"/>
                </a:lnTo>
                <a:lnTo>
                  <a:pt x="643800" y="59315"/>
                </a:lnTo>
                <a:lnTo>
                  <a:pt x="681250" y="83699"/>
                </a:lnTo>
                <a:lnTo>
                  <a:pt x="715470" y="111590"/>
                </a:lnTo>
                <a:lnTo>
                  <a:pt x="746146" y="142701"/>
                </a:lnTo>
                <a:lnTo>
                  <a:pt x="772965" y="176747"/>
                </a:lnTo>
                <a:lnTo>
                  <a:pt x="795612" y="213443"/>
                </a:lnTo>
                <a:lnTo>
                  <a:pt x="813773" y="252502"/>
                </a:lnTo>
                <a:lnTo>
                  <a:pt x="827134" y="293638"/>
                </a:lnTo>
                <a:lnTo>
                  <a:pt x="835381" y="336566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67400" y="54864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1143000" h="1066800">
                <a:moveTo>
                  <a:pt x="0" y="533400"/>
                </a:moveTo>
                <a:lnTo>
                  <a:pt x="2098" y="487376"/>
                </a:lnTo>
                <a:lnTo>
                  <a:pt x="8277" y="442439"/>
                </a:lnTo>
                <a:lnTo>
                  <a:pt x="18367" y="398750"/>
                </a:lnTo>
                <a:lnTo>
                  <a:pt x="32195" y="356468"/>
                </a:lnTo>
                <a:lnTo>
                  <a:pt x="49589" y="315753"/>
                </a:lnTo>
                <a:lnTo>
                  <a:pt x="70379" y="276766"/>
                </a:lnTo>
                <a:lnTo>
                  <a:pt x="94392" y="239667"/>
                </a:lnTo>
                <a:lnTo>
                  <a:pt x="121457" y="204616"/>
                </a:lnTo>
                <a:lnTo>
                  <a:pt x="151402" y="171772"/>
                </a:lnTo>
                <a:lnTo>
                  <a:pt x="184056" y="141297"/>
                </a:lnTo>
                <a:lnTo>
                  <a:pt x="219246" y="113350"/>
                </a:lnTo>
                <a:lnTo>
                  <a:pt x="256802" y="88091"/>
                </a:lnTo>
                <a:lnTo>
                  <a:pt x="296551" y="65680"/>
                </a:lnTo>
                <a:lnTo>
                  <a:pt x="338322" y="46278"/>
                </a:lnTo>
                <a:lnTo>
                  <a:pt x="381944" y="30045"/>
                </a:lnTo>
                <a:lnTo>
                  <a:pt x="427244" y="17140"/>
                </a:lnTo>
                <a:lnTo>
                  <a:pt x="474051" y="7724"/>
                </a:lnTo>
                <a:lnTo>
                  <a:pt x="522193" y="1957"/>
                </a:lnTo>
                <a:lnTo>
                  <a:pt x="571500" y="0"/>
                </a:lnTo>
                <a:lnTo>
                  <a:pt x="620806" y="1957"/>
                </a:lnTo>
                <a:lnTo>
                  <a:pt x="668948" y="7724"/>
                </a:lnTo>
                <a:lnTo>
                  <a:pt x="715755" y="17140"/>
                </a:lnTo>
                <a:lnTo>
                  <a:pt x="761055" y="30045"/>
                </a:lnTo>
                <a:lnTo>
                  <a:pt x="804677" y="46278"/>
                </a:lnTo>
                <a:lnTo>
                  <a:pt x="846448" y="65680"/>
                </a:lnTo>
                <a:lnTo>
                  <a:pt x="886197" y="88091"/>
                </a:lnTo>
                <a:lnTo>
                  <a:pt x="923753" y="113350"/>
                </a:lnTo>
                <a:lnTo>
                  <a:pt x="958943" y="141297"/>
                </a:lnTo>
                <a:lnTo>
                  <a:pt x="991597" y="171772"/>
                </a:lnTo>
                <a:lnTo>
                  <a:pt x="1021542" y="204616"/>
                </a:lnTo>
                <a:lnTo>
                  <a:pt x="1048607" y="239667"/>
                </a:lnTo>
                <a:lnTo>
                  <a:pt x="1072620" y="276766"/>
                </a:lnTo>
                <a:lnTo>
                  <a:pt x="1093410" y="315753"/>
                </a:lnTo>
                <a:lnTo>
                  <a:pt x="1110804" y="356468"/>
                </a:lnTo>
                <a:lnTo>
                  <a:pt x="1124632" y="398750"/>
                </a:lnTo>
                <a:lnTo>
                  <a:pt x="1134722" y="442439"/>
                </a:lnTo>
                <a:lnTo>
                  <a:pt x="1140901" y="487376"/>
                </a:lnTo>
                <a:lnTo>
                  <a:pt x="1143000" y="533400"/>
                </a:lnTo>
                <a:lnTo>
                  <a:pt x="1140901" y="579423"/>
                </a:lnTo>
                <a:lnTo>
                  <a:pt x="1134722" y="624360"/>
                </a:lnTo>
                <a:lnTo>
                  <a:pt x="1124632" y="668049"/>
                </a:lnTo>
                <a:lnTo>
                  <a:pt x="1110804" y="710331"/>
                </a:lnTo>
                <a:lnTo>
                  <a:pt x="1093410" y="751046"/>
                </a:lnTo>
                <a:lnTo>
                  <a:pt x="1072620" y="790033"/>
                </a:lnTo>
                <a:lnTo>
                  <a:pt x="1048607" y="827132"/>
                </a:lnTo>
                <a:lnTo>
                  <a:pt x="1021542" y="862183"/>
                </a:lnTo>
                <a:lnTo>
                  <a:pt x="991597" y="895027"/>
                </a:lnTo>
                <a:lnTo>
                  <a:pt x="958943" y="925502"/>
                </a:lnTo>
                <a:lnTo>
                  <a:pt x="923753" y="953449"/>
                </a:lnTo>
                <a:lnTo>
                  <a:pt x="886197" y="978708"/>
                </a:lnTo>
                <a:lnTo>
                  <a:pt x="846448" y="1001119"/>
                </a:lnTo>
                <a:lnTo>
                  <a:pt x="804677" y="1020521"/>
                </a:lnTo>
                <a:lnTo>
                  <a:pt x="761055" y="1036754"/>
                </a:lnTo>
                <a:lnTo>
                  <a:pt x="715755" y="1049659"/>
                </a:lnTo>
                <a:lnTo>
                  <a:pt x="668948" y="1059075"/>
                </a:lnTo>
                <a:lnTo>
                  <a:pt x="620806" y="1064842"/>
                </a:lnTo>
                <a:lnTo>
                  <a:pt x="571500" y="1066800"/>
                </a:lnTo>
                <a:lnTo>
                  <a:pt x="522193" y="1064842"/>
                </a:lnTo>
                <a:lnTo>
                  <a:pt x="474051" y="1059075"/>
                </a:lnTo>
                <a:lnTo>
                  <a:pt x="427244" y="1049659"/>
                </a:lnTo>
                <a:lnTo>
                  <a:pt x="381944" y="1036754"/>
                </a:lnTo>
                <a:lnTo>
                  <a:pt x="338322" y="1020521"/>
                </a:lnTo>
                <a:lnTo>
                  <a:pt x="296551" y="1001119"/>
                </a:lnTo>
                <a:lnTo>
                  <a:pt x="256802" y="978708"/>
                </a:lnTo>
                <a:lnTo>
                  <a:pt x="219246" y="953449"/>
                </a:lnTo>
                <a:lnTo>
                  <a:pt x="184056" y="925502"/>
                </a:lnTo>
                <a:lnTo>
                  <a:pt x="151402" y="895027"/>
                </a:lnTo>
                <a:lnTo>
                  <a:pt x="121457" y="862183"/>
                </a:lnTo>
                <a:lnTo>
                  <a:pt x="94392" y="827132"/>
                </a:lnTo>
                <a:lnTo>
                  <a:pt x="70379" y="790033"/>
                </a:lnTo>
                <a:lnTo>
                  <a:pt x="49589" y="751046"/>
                </a:lnTo>
                <a:lnTo>
                  <a:pt x="32195" y="710331"/>
                </a:lnTo>
                <a:lnTo>
                  <a:pt x="18367" y="668049"/>
                </a:lnTo>
                <a:lnTo>
                  <a:pt x="8277" y="624360"/>
                </a:lnTo>
                <a:lnTo>
                  <a:pt x="2098" y="579423"/>
                </a:lnTo>
                <a:lnTo>
                  <a:pt x="0" y="5334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96458" y="4063099"/>
            <a:ext cx="1601471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86460" algn="l"/>
              </a:tabLst>
            </a:pPr>
            <a:r>
              <a:rPr sz="3600" i="1" spc="65" dirty="0">
                <a:latin typeface="Times New Roman"/>
                <a:cs typeface="Times New Roman"/>
              </a:rPr>
              <a:t>a	</a:t>
            </a:r>
            <a:r>
              <a:rPr sz="3600" i="1" spc="40" dirty="0">
                <a:latin typeface="Times New Roman"/>
                <a:cs typeface="Times New Roman"/>
              </a:rPr>
              <a:t>a</a:t>
            </a:r>
            <a:r>
              <a:rPr sz="3600" spc="40" dirty="0">
                <a:latin typeface="Times New Roman"/>
                <a:cs typeface="Times New Roman"/>
              </a:rPr>
              <a:t>,</a:t>
            </a:r>
            <a:r>
              <a:rPr sz="3600" spc="-525" dirty="0">
                <a:latin typeface="Times New Roman"/>
                <a:cs typeface="Times New Roman"/>
              </a:rPr>
              <a:t> </a:t>
            </a:r>
            <a:r>
              <a:rPr sz="3600" i="1" spc="80" dirty="0">
                <a:latin typeface="Times New Roman"/>
                <a:cs typeface="Times New Roman"/>
              </a:rPr>
              <a:t>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39265" y="4191005"/>
            <a:ext cx="900415" cy="447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41900" y="2133600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69850" y="114300"/>
                </a:moveTo>
                <a:lnTo>
                  <a:pt x="57150" y="114300"/>
                </a:lnTo>
                <a:lnTo>
                  <a:pt x="57150" y="457200"/>
                </a:lnTo>
                <a:lnTo>
                  <a:pt x="69850" y="457200"/>
                </a:lnTo>
                <a:lnTo>
                  <a:pt x="69850" y="114300"/>
                </a:lnTo>
                <a:close/>
              </a:path>
              <a:path w="127000" h="4572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4572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3540" y="1535938"/>
            <a:ext cx="125920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Time</a:t>
            </a:r>
            <a:r>
              <a:rPr sz="3200" spc="-95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1</a:t>
            </a:r>
            <a:endParaRPr sz="3200">
              <a:latin typeface="Comic Sans MS"/>
              <a:cs typeface="Comic Sans MS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119766"/>
              </p:ext>
            </p:extLst>
          </p:nvPr>
        </p:nvGraphicFramePr>
        <p:xfrm>
          <a:off x="2508251" y="1441450"/>
          <a:ext cx="5105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4498977" y="2426561"/>
            <a:ext cx="4264025" cy="2071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110"/>
              </a:spcBef>
            </a:pPr>
            <a:r>
              <a:rPr sz="3550" i="1" spc="-30" dirty="0">
                <a:latin typeface="Times New Roman"/>
                <a:cs typeface="Times New Roman"/>
              </a:rPr>
              <a:t>q</a:t>
            </a:r>
            <a:r>
              <a:rPr sz="4425" spc="-44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125"/>
              </a:spcBef>
            </a:pP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No possible</a:t>
            </a:r>
            <a:r>
              <a:rPr sz="3200" spc="-75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Transition</a:t>
            </a:r>
            <a:endParaRPr sz="3200">
              <a:latin typeface="Comic Sans MS"/>
              <a:cs typeface="Comic Sans MS"/>
            </a:endParaRPr>
          </a:p>
          <a:p>
            <a:pPr marL="24765" algn="ctr">
              <a:lnSpc>
                <a:spcPct val="100000"/>
              </a:lnSpc>
              <a:spcBef>
                <a:spcPts val="960"/>
              </a:spcBef>
            </a:pPr>
            <a:r>
              <a:rPr sz="3200" b="1" spc="-5" dirty="0">
                <a:solidFill>
                  <a:srgbClr val="FF0000"/>
                </a:solidFill>
                <a:latin typeface="Comic Sans MS"/>
                <a:cs typeface="Comic Sans MS"/>
              </a:rPr>
              <a:t>Halt </a:t>
            </a:r>
            <a:r>
              <a:rPr sz="3200" b="1" dirty="0">
                <a:solidFill>
                  <a:srgbClr val="FF0000"/>
                </a:solidFill>
                <a:latin typeface="Comic Sans MS"/>
                <a:cs typeface="Comic Sans MS"/>
              </a:rPr>
              <a:t>&amp;</a:t>
            </a:r>
            <a:r>
              <a:rPr sz="3200" b="1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b="1" spc="-5" dirty="0">
                <a:solidFill>
                  <a:srgbClr val="FF0000"/>
                </a:solidFill>
                <a:latin typeface="Comic Sans MS"/>
                <a:cs typeface="Comic Sans MS"/>
              </a:rPr>
              <a:t>Reject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22913" y="5671363"/>
            <a:ext cx="43180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79"/>
              </a:lnSpc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84245" y="5680876"/>
            <a:ext cx="3987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00"/>
              </a:lnSpc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155372" y="1492995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751" y="149404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3115" y="1472482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4493" y="1473528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9" name="object 20"/>
          <p:cNvSpPr/>
          <p:nvPr/>
        </p:nvSpPr>
        <p:spPr>
          <a:xfrm>
            <a:off x="4383921" y="5552133"/>
            <a:ext cx="900388" cy="447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3"/>
          <p:cNvSpPr txBox="1"/>
          <p:nvPr/>
        </p:nvSpPr>
        <p:spPr>
          <a:xfrm>
            <a:off x="5129441" y="5474443"/>
            <a:ext cx="464820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54"/>
              </a:lnSpc>
            </a:pPr>
            <a:r>
              <a:rPr sz="3600" spc="25" dirty="0">
                <a:latin typeface="Times New Roman"/>
                <a:cs typeface="Times New Roman"/>
              </a:rPr>
              <a:t>,</a:t>
            </a:r>
            <a:r>
              <a:rPr sz="3600" spc="-520" dirty="0">
                <a:latin typeface="Times New Roman"/>
                <a:cs typeface="Times New Roman"/>
              </a:rPr>
              <a:t> </a:t>
            </a:r>
            <a:r>
              <a:rPr sz="3600" i="1" spc="65" dirty="0">
                <a:latin typeface="Times New Roman"/>
                <a:cs typeface="Times New Roman"/>
              </a:rPr>
              <a:t>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962400" y="553264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81455" y="5491303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839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8804" y="482930"/>
            <a:ext cx="540893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dirty="0">
                <a:latin typeface="Arial"/>
                <a:cs typeface="Arial"/>
              </a:rPr>
              <a:t>Infinite Loop</a:t>
            </a:r>
            <a:r>
              <a:rPr sz="4400" i="0" spc="-80" dirty="0">
                <a:latin typeface="Arial"/>
                <a:cs typeface="Arial"/>
              </a:rPr>
              <a:t> </a:t>
            </a:r>
            <a:r>
              <a:rPr sz="4400" i="0" spc="5" dirty="0">
                <a:latin typeface="Arial"/>
                <a:cs typeface="Arial"/>
              </a:rPr>
              <a:t>Example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31116" y="4183379"/>
            <a:ext cx="1016635" cy="1002030"/>
          </a:xfrm>
          <a:custGeom>
            <a:avLst/>
            <a:gdLst/>
            <a:ahLst/>
            <a:cxnLst/>
            <a:rect l="l" t="t" r="r" b="b"/>
            <a:pathLst>
              <a:path w="1016635" h="1002029">
                <a:moveTo>
                  <a:pt x="623238" y="12700"/>
                </a:moveTo>
                <a:lnTo>
                  <a:pt x="517518" y="12700"/>
                </a:lnTo>
                <a:lnTo>
                  <a:pt x="534028" y="13081"/>
                </a:lnTo>
                <a:lnTo>
                  <a:pt x="549649" y="13970"/>
                </a:lnTo>
                <a:lnTo>
                  <a:pt x="597909" y="20320"/>
                </a:lnTo>
                <a:lnTo>
                  <a:pt x="649852" y="32385"/>
                </a:lnTo>
                <a:lnTo>
                  <a:pt x="721988" y="56515"/>
                </a:lnTo>
                <a:lnTo>
                  <a:pt x="758056" y="71755"/>
                </a:lnTo>
                <a:lnTo>
                  <a:pt x="793616" y="89027"/>
                </a:lnTo>
                <a:lnTo>
                  <a:pt x="827906" y="108204"/>
                </a:lnTo>
                <a:lnTo>
                  <a:pt x="860672" y="129159"/>
                </a:lnTo>
                <a:lnTo>
                  <a:pt x="905503" y="163449"/>
                </a:lnTo>
                <a:lnTo>
                  <a:pt x="943730" y="201041"/>
                </a:lnTo>
                <a:lnTo>
                  <a:pt x="973702" y="241300"/>
                </a:lnTo>
                <a:lnTo>
                  <a:pt x="993895" y="283718"/>
                </a:lnTo>
                <a:lnTo>
                  <a:pt x="1002912" y="328422"/>
                </a:lnTo>
                <a:lnTo>
                  <a:pt x="1003674" y="344424"/>
                </a:lnTo>
                <a:lnTo>
                  <a:pt x="1003420" y="360807"/>
                </a:lnTo>
                <a:lnTo>
                  <a:pt x="996689" y="413385"/>
                </a:lnTo>
                <a:lnTo>
                  <a:pt x="987672" y="450850"/>
                </a:lnTo>
                <a:lnTo>
                  <a:pt x="975261" y="490347"/>
                </a:lnTo>
                <a:lnTo>
                  <a:pt x="959859" y="530987"/>
                </a:lnTo>
                <a:lnTo>
                  <a:pt x="941571" y="573151"/>
                </a:lnTo>
                <a:lnTo>
                  <a:pt x="920870" y="616712"/>
                </a:lnTo>
                <a:lnTo>
                  <a:pt x="897883" y="661543"/>
                </a:lnTo>
                <a:lnTo>
                  <a:pt x="872864" y="707263"/>
                </a:lnTo>
                <a:lnTo>
                  <a:pt x="846194" y="753872"/>
                </a:lnTo>
                <a:lnTo>
                  <a:pt x="818127" y="801116"/>
                </a:lnTo>
                <a:lnTo>
                  <a:pt x="788917" y="848995"/>
                </a:lnTo>
                <a:lnTo>
                  <a:pt x="758818" y="897382"/>
                </a:lnTo>
                <a:lnTo>
                  <a:pt x="697350" y="994791"/>
                </a:lnTo>
                <a:lnTo>
                  <a:pt x="708018" y="1001649"/>
                </a:lnTo>
                <a:lnTo>
                  <a:pt x="769613" y="904113"/>
                </a:lnTo>
                <a:lnTo>
                  <a:pt x="799712" y="855726"/>
                </a:lnTo>
                <a:lnTo>
                  <a:pt x="828922" y="807847"/>
                </a:lnTo>
                <a:lnTo>
                  <a:pt x="857116" y="760222"/>
                </a:lnTo>
                <a:lnTo>
                  <a:pt x="883913" y="713486"/>
                </a:lnTo>
                <a:lnTo>
                  <a:pt x="909059" y="667639"/>
                </a:lnTo>
                <a:lnTo>
                  <a:pt x="932173" y="622554"/>
                </a:lnTo>
                <a:lnTo>
                  <a:pt x="953128" y="578612"/>
                </a:lnTo>
                <a:lnTo>
                  <a:pt x="971670" y="535813"/>
                </a:lnTo>
                <a:lnTo>
                  <a:pt x="987291" y="494411"/>
                </a:lnTo>
                <a:lnTo>
                  <a:pt x="999864" y="454406"/>
                </a:lnTo>
                <a:lnTo>
                  <a:pt x="1009135" y="416052"/>
                </a:lnTo>
                <a:lnTo>
                  <a:pt x="1016120" y="361823"/>
                </a:lnTo>
                <a:lnTo>
                  <a:pt x="1016363" y="344424"/>
                </a:lnTo>
                <a:lnTo>
                  <a:pt x="1015612" y="327787"/>
                </a:lnTo>
                <a:lnTo>
                  <a:pt x="1006087" y="280162"/>
                </a:lnTo>
                <a:lnTo>
                  <a:pt x="984751" y="234950"/>
                </a:lnTo>
                <a:lnTo>
                  <a:pt x="953509" y="192913"/>
                </a:lnTo>
                <a:lnTo>
                  <a:pt x="914012" y="154051"/>
                </a:lnTo>
                <a:lnTo>
                  <a:pt x="884040" y="130175"/>
                </a:lnTo>
                <a:lnTo>
                  <a:pt x="834637" y="97536"/>
                </a:lnTo>
                <a:lnTo>
                  <a:pt x="799839" y="77978"/>
                </a:lnTo>
                <a:lnTo>
                  <a:pt x="763644" y="60452"/>
                </a:lnTo>
                <a:lnTo>
                  <a:pt x="726814" y="44831"/>
                </a:lnTo>
                <a:lnTo>
                  <a:pt x="689984" y="31496"/>
                </a:lnTo>
                <a:lnTo>
                  <a:pt x="653408" y="20193"/>
                </a:lnTo>
                <a:lnTo>
                  <a:pt x="635374" y="15494"/>
                </a:lnTo>
                <a:lnTo>
                  <a:pt x="623238" y="12700"/>
                </a:lnTo>
                <a:close/>
              </a:path>
              <a:path w="1016635" h="1002029">
                <a:moveTo>
                  <a:pt x="181275" y="812217"/>
                </a:moveTo>
                <a:lnTo>
                  <a:pt x="130549" y="838581"/>
                </a:lnTo>
                <a:lnTo>
                  <a:pt x="245484" y="922020"/>
                </a:lnTo>
                <a:lnTo>
                  <a:pt x="243898" y="823468"/>
                </a:lnTo>
                <a:lnTo>
                  <a:pt x="187064" y="823468"/>
                </a:lnTo>
                <a:lnTo>
                  <a:pt x="181275" y="812217"/>
                </a:lnTo>
                <a:close/>
              </a:path>
              <a:path w="1016635" h="1002029">
                <a:moveTo>
                  <a:pt x="192537" y="806364"/>
                </a:moveTo>
                <a:lnTo>
                  <a:pt x="181275" y="812217"/>
                </a:lnTo>
                <a:lnTo>
                  <a:pt x="187064" y="823468"/>
                </a:lnTo>
                <a:lnTo>
                  <a:pt x="198367" y="817753"/>
                </a:lnTo>
                <a:lnTo>
                  <a:pt x="192537" y="806364"/>
                </a:lnTo>
                <a:close/>
              </a:path>
              <a:path w="1016635" h="1002029">
                <a:moveTo>
                  <a:pt x="243198" y="780034"/>
                </a:moveTo>
                <a:lnTo>
                  <a:pt x="192537" y="806364"/>
                </a:lnTo>
                <a:lnTo>
                  <a:pt x="198367" y="817753"/>
                </a:lnTo>
                <a:lnTo>
                  <a:pt x="187064" y="823468"/>
                </a:lnTo>
                <a:lnTo>
                  <a:pt x="243898" y="823468"/>
                </a:lnTo>
                <a:lnTo>
                  <a:pt x="243198" y="780034"/>
                </a:lnTo>
                <a:close/>
              </a:path>
              <a:path w="1016635" h="1002029">
                <a:moveTo>
                  <a:pt x="517772" y="0"/>
                </a:moveTo>
                <a:lnTo>
                  <a:pt x="462781" y="2667"/>
                </a:lnTo>
                <a:lnTo>
                  <a:pt x="403599" y="10287"/>
                </a:lnTo>
                <a:lnTo>
                  <a:pt x="362451" y="18034"/>
                </a:lnTo>
                <a:lnTo>
                  <a:pt x="320922" y="28067"/>
                </a:lnTo>
                <a:lnTo>
                  <a:pt x="279393" y="40005"/>
                </a:lnTo>
                <a:lnTo>
                  <a:pt x="238626" y="53975"/>
                </a:lnTo>
                <a:lnTo>
                  <a:pt x="199256" y="69977"/>
                </a:lnTo>
                <a:lnTo>
                  <a:pt x="161664" y="87884"/>
                </a:lnTo>
                <a:lnTo>
                  <a:pt x="126612" y="107569"/>
                </a:lnTo>
                <a:lnTo>
                  <a:pt x="94735" y="129159"/>
                </a:lnTo>
                <a:lnTo>
                  <a:pt x="54095" y="164973"/>
                </a:lnTo>
                <a:lnTo>
                  <a:pt x="24123" y="204978"/>
                </a:lnTo>
                <a:lnTo>
                  <a:pt x="6597" y="249047"/>
                </a:lnTo>
                <a:lnTo>
                  <a:pt x="120" y="298069"/>
                </a:lnTo>
                <a:lnTo>
                  <a:pt x="0" y="315595"/>
                </a:lnTo>
                <a:lnTo>
                  <a:pt x="882" y="333629"/>
                </a:lnTo>
                <a:lnTo>
                  <a:pt x="8756" y="390525"/>
                </a:lnTo>
                <a:lnTo>
                  <a:pt x="18154" y="430784"/>
                </a:lnTo>
                <a:lnTo>
                  <a:pt x="30473" y="472694"/>
                </a:lnTo>
                <a:lnTo>
                  <a:pt x="45459" y="516255"/>
                </a:lnTo>
                <a:lnTo>
                  <a:pt x="72256" y="583946"/>
                </a:lnTo>
                <a:lnTo>
                  <a:pt x="92576" y="630555"/>
                </a:lnTo>
                <a:lnTo>
                  <a:pt x="114547" y="678180"/>
                </a:lnTo>
                <a:lnTo>
                  <a:pt x="137915" y="726567"/>
                </a:lnTo>
                <a:lnTo>
                  <a:pt x="162426" y="775589"/>
                </a:lnTo>
                <a:lnTo>
                  <a:pt x="181275" y="812217"/>
                </a:lnTo>
                <a:lnTo>
                  <a:pt x="192537" y="806364"/>
                </a:lnTo>
                <a:lnTo>
                  <a:pt x="173856" y="769874"/>
                </a:lnTo>
                <a:lnTo>
                  <a:pt x="149345" y="720979"/>
                </a:lnTo>
                <a:lnTo>
                  <a:pt x="126104" y="672846"/>
                </a:lnTo>
                <a:lnTo>
                  <a:pt x="104260" y="625475"/>
                </a:lnTo>
                <a:lnTo>
                  <a:pt x="84067" y="579120"/>
                </a:lnTo>
                <a:lnTo>
                  <a:pt x="65652" y="534035"/>
                </a:lnTo>
                <a:lnTo>
                  <a:pt x="49566" y="490093"/>
                </a:lnTo>
                <a:lnTo>
                  <a:pt x="36188" y="448183"/>
                </a:lnTo>
                <a:lnTo>
                  <a:pt x="25520" y="407797"/>
                </a:lnTo>
                <a:lnTo>
                  <a:pt x="17773" y="369189"/>
                </a:lnTo>
                <a:lnTo>
                  <a:pt x="12693" y="315595"/>
                </a:lnTo>
                <a:lnTo>
                  <a:pt x="12749" y="298069"/>
                </a:lnTo>
                <a:lnTo>
                  <a:pt x="18789" y="252603"/>
                </a:lnTo>
                <a:lnTo>
                  <a:pt x="34791" y="211836"/>
                </a:lnTo>
                <a:lnTo>
                  <a:pt x="63112" y="173990"/>
                </a:lnTo>
                <a:lnTo>
                  <a:pt x="102101" y="139573"/>
                </a:lnTo>
                <a:lnTo>
                  <a:pt x="149853" y="108712"/>
                </a:lnTo>
                <a:lnTo>
                  <a:pt x="185413" y="90297"/>
                </a:lnTo>
                <a:lnTo>
                  <a:pt x="242817" y="66040"/>
                </a:lnTo>
                <a:lnTo>
                  <a:pt x="282949" y="52197"/>
                </a:lnTo>
                <a:lnTo>
                  <a:pt x="323843" y="40386"/>
                </a:lnTo>
                <a:lnTo>
                  <a:pt x="364864" y="30480"/>
                </a:lnTo>
                <a:lnTo>
                  <a:pt x="405377" y="22860"/>
                </a:lnTo>
                <a:lnTo>
                  <a:pt x="444747" y="17272"/>
                </a:lnTo>
                <a:lnTo>
                  <a:pt x="500246" y="12954"/>
                </a:lnTo>
                <a:lnTo>
                  <a:pt x="517518" y="12700"/>
                </a:lnTo>
                <a:lnTo>
                  <a:pt x="623238" y="12700"/>
                </a:lnTo>
                <a:lnTo>
                  <a:pt x="617721" y="11430"/>
                </a:lnTo>
                <a:lnTo>
                  <a:pt x="566921" y="2794"/>
                </a:lnTo>
                <a:lnTo>
                  <a:pt x="534663" y="381"/>
                </a:lnTo>
                <a:lnTo>
                  <a:pt x="517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38400" y="5422901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609600" h="127000">
                <a:moveTo>
                  <a:pt x="482600" y="0"/>
                </a:moveTo>
                <a:lnTo>
                  <a:pt x="482600" y="127000"/>
                </a:lnTo>
                <a:lnTo>
                  <a:pt x="596900" y="69850"/>
                </a:lnTo>
                <a:lnTo>
                  <a:pt x="495300" y="69850"/>
                </a:lnTo>
                <a:lnTo>
                  <a:pt x="495300" y="57150"/>
                </a:lnTo>
                <a:lnTo>
                  <a:pt x="596900" y="57150"/>
                </a:lnTo>
                <a:lnTo>
                  <a:pt x="482600" y="0"/>
                </a:lnTo>
                <a:close/>
              </a:path>
              <a:path w="609600" h="127000">
                <a:moveTo>
                  <a:pt x="4826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482600" y="69850"/>
                </a:lnTo>
                <a:lnTo>
                  <a:pt x="482600" y="57150"/>
                </a:lnTo>
                <a:close/>
              </a:path>
              <a:path w="609600" h="127000">
                <a:moveTo>
                  <a:pt x="596900" y="57150"/>
                </a:moveTo>
                <a:lnTo>
                  <a:pt x="495300" y="57150"/>
                </a:lnTo>
                <a:lnTo>
                  <a:pt x="495300" y="69850"/>
                </a:lnTo>
                <a:lnTo>
                  <a:pt x="596900" y="69850"/>
                </a:lnTo>
                <a:lnTo>
                  <a:pt x="609600" y="63500"/>
                </a:lnTo>
                <a:lnTo>
                  <a:pt x="5969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86200" y="5422901"/>
            <a:ext cx="2209800" cy="127000"/>
          </a:xfrm>
          <a:custGeom>
            <a:avLst/>
            <a:gdLst/>
            <a:ahLst/>
            <a:cxnLst/>
            <a:rect l="l" t="t" r="r" b="b"/>
            <a:pathLst>
              <a:path w="2209800" h="127000">
                <a:moveTo>
                  <a:pt x="2082800" y="0"/>
                </a:moveTo>
                <a:lnTo>
                  <a:pt x="2082800" y="127000"/>
                </a:lnTo>
                <a:lnTo>
                  <a:pt x="2197100" y="69850"/>
                </a:lnTo>
                <a:lnTo>
                  <a:pt x="2095500" y="69850"/>
                </a:lnTo>
                <a:lnTo>
                  <a:pt x="2095500" y="57150"/>
                </a:lnTo>
                <a:lnTo>
                  <a:pt x="2197100" y="57150"/>
                </a:lnTo>
                <a:lnTo>
                  <a:pt x="2082800" y="0"/>
                </a:lnTo>
                <a:close/>
              </a:path>
              <a:path w="2209800" h="127000">
                <a:moveTo>
                  <a:pt x="20828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082800" y="69850"/>
                </a:lnTo>
                <a:lnTo>
                  <a:pt x="2082800" y="57150"/>
                </a:lnTo>
                <a:close/>
              </a:path>
              <a:path w="2209800" h="127000">
                <a:moveTo>
                  <a:pt x="2197100" y="57150"/>
                </a:moveTo>
                <a:lnTo>
                  <a:pt x="2095500" y="57150"/>
                </a:lnTo>
                <a:lnTo>
                  <a:pt x="2095500" y="69850"/>
                </a:lnTo>
                <a:lnTo>
                  <a:pt x="2197100" y="69850"/>
                </a:lnTo>
                <a:lnTo>
                  <a:pt x="2209800" y="63500"/>
                </a:lnTo>
                <a:lnTo>
                  <a:pt x="21971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84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96000" y="49530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1143000" h="1066800">
                <a:moveTo>
                  <a:pt x="0" y="533400"/>
                </a:moveTo>
                <a:lnTo>
                  <a:pt x="2098" y="487368"/>
                </a:lnTo>
                <a:lnTo>
                  <a:pt x="8277" y="442426"/>
                </a:lnTo>
                <a:lnTo>
                  <a:pt x="18367" y="398732"/>
                </a:lnTo>
                <a:lnTo>
                  <a:pt x="32195" y="356448"/>
                </a:lnTo>
                <a:lnTo>
                  <a:pt x="49589" y="315731"/>
                </a:lnTo>
                <a:lnTo>
                  <a:pt x="70379" y="276744"/>
                </a:lnTo>
                <a:lnTo>
                  <a:pt x="94392" y="239645"/>
                </a:lnTo>
                <a:lnTo>
                  <a:pt x="121457" y="204594"/>
                </a:lnTo>
                <a:lnTo>
                  <a:pt x="151402" y="171752"/>
                </a:lnTo>
                <a:lnTo>
                  <a:pt x="184056" y="141279"/>
                </a:lnTo>
                <a:lnTo>
                  <a:pt x="219246" y="113334"/>
                </a:lnTo>
                <a:lnTo>
                  <a:pt x="256802" y="88078"/>
                </a:lnTo>
                <a:lnTo>
                  <a:pt x="296551" y="65670"/>
                </a:lnTo>
                <a:lnTo>
                  <a:pt x="338322" y="46271"/>
                </a:lnTo>
                <a:lnTo>
                  <a:pt x="381944" y="30040"/>
                </a:lnTo>
                <a:lnTo>
                  <a:pt x="427244" y="17137"/>
                </a:lnTo>
                <a:lnTo>
                  <a:pt x="474051" y="7723"/>
                </a:lnTo>
                <a:lnTo>
                  <a:pt x="522193" y="1957"/>
                </a:lnTo>
                <a:lnTo>
                  <a:pt x="571500" y="0"/>
                </a:lnTo>
                <a:lnTo>
                  <a:pt x="620806" y="1957"/>
                </a:lnTo>
                <a:lnTo>
                  <a:pt x="668948" y="7723"/>
                </a:lnTo>
                <a:lnTo>
                  <a:pt x="715755" y="17137"/>
                </a:lnTo>
                <a:lnTo>
                  <a:pt x="761055" y="30040"/>
                </a:lnTo>
                <a:lnTo>
                  <a:pt x="804677" y="46271"/>
                </a:lnTo>
                <a:lnTo>
                  <a:pt x="846448" y="65670"/>
                </a:lnTo>
                <a:lnTo>
                  <a:pt x="886197" y="88078"/>
                </a:lnTo>
                <a:lnTo>
                  <a:pt x="923753" y="113334"/>
                </a:lnTo>
                <a:lnTo>
                  <a:pt x="958943" y="141279"/>
                </a:lnTo>
                <a:lnTo>
                  <a:pt x="991597" y="171752"/>
                </a:lnTo>
                <a:lnTo>
                  <a:pt x="1021542" y="204594"/>
                </a:lnTo>
                <a:lnTo>
                  <a:pt x="1048607" y="239645"/>
                </a:lnTo>
                <a:lnTo>
                  <a:pt x="1072620" y="276744"/>
                </a:lnTo>
                <a:lnTo>
                  <a:pt x="1093410" y="315731"/>
                </a:lnTo>
                <a:lnTo>
                  <a:pt x="1110804" y="356448"/>
                </a:lnTo>
                <a:lnTo>
                  <a:pt x="1124632" y="398732"/>
                </a:lnTo>
                <a:lnTo>
                  <a:pt x="1134722" y="442426"/>
                </a:lnTo>
                <a:lnTo>
                  <a:pt x="1140901" y="487368"/>
                </a:lnTo>
                <a:lnTo>
                  <a:pt x="1143000" y="533400"/>
                </a:lnTo>
                <a:lnTo>
                  <a:pt x="1140901" y="579423"/>
                </a:lnTo>
                <a:lnTo>
                  <a:pt x="1134722" y="624360"/>
                </a:lnTo>
                <a:lnTo>
                  <a:pt x="1124632" y="668049"/>
                </a:lnTo>
                <a:lnTo>
                  <a:pt x="1110804" y="710331"/>
                </a:lnTo>
                <a:lnTo>
                  <a:pt x="1093410" y="751046"/>
                </a:lnTo>
                <a:lnTo>
                  <a:pt x="1072620" y="790033"/>
                </a:lnTo>
                <a:lnTo>
                  <a:pt x="1048607" y="827132"/>
                </a:lnTo>
                <a:lnTo>
                  <a:pt x="1021542" y="862183"/>
                </a:lnTo>
                <a:lnTo>
                  <a:pt x="991597" y="895027"/>
                </a:lnTo>
                <a:lnTo>
                  <a:pt x="958943" y="925502"/>
                </a:lnTo>
                <a:lnTo>
                  <a:pt x="923753" y="953449"/>
                </a:lnTo>
                <a:lnTo>
                  <a:pt x="886197" y="978708"/>
                </a:lnTo>
                <a:lnTo>
                  <a:pt x="846448" y="1001119"/>
                </a:lnTo>
                <a:lnTo>
                  <a:pt x="804677" y="1020521"/>
                </a:lnTo>
                <a:lnTo>
                  <a:pt x="761055" y="1036754"/>
                </a:lnTo>
                <a:lnTo>
                  <a:pt x="715755" y="1049659"/>
                </a:lnTo>
                <a:lnTo>
                  <a:pt x="668948" y="1059075"/>
                </a:lnTo>
                <a:lnTo>
                  <a:pt x="620806" y="1064842"/>
                </a:lnTo>
                <a:lnTo>
                  <a:pt x="571500" y="1066800"/>
                </a:lnTo>
                <a:lnTo>
                  <a:pt x="522193" y="1064842"/>
                </a:lnTo>
                <a:lnTo>
                  <a:pt x="474051" y="1059075"/>
                </a:lnTo>
                <a:lnTo>
                  <a:pt x="427244" y="1049659"/>
                </a:lnTo>
                <a:lnTo>
                  <a:pt x="381944" y="1036754"/>
                </a:lnTo>
                <a:lnTo>
                  <a:pt x="338322" y="1020521"/>
                </a:lnTo>
                <a:lnTo>
                  <a:pt x="296551" y="1001119"/>
                </a:lnTo>
                <a:lnTo>
                  <a:pt x="256802" y="978708"/>
                </a:lnTo>
                <a:lnTo>
                  <a:pt x="219246" y="953449"/>
                </a:lnTo>
                <a:lnTo>
                  <a:pt x="184056" y="925502"/>
                </a:lnTo>
                <a:lnTo>
                  <a:pt x="151402" y="895027"/>
                </a:lnTo>
                <a:lnTo>
                  <a:pt x="121457" y="862183"/>
                </a:lnTo>
                <a:lnTo>
                  <a:pt x="94392" y="827132"/>
                </a:lnTo>
                <a:lnTo>
                  <a:pt x="70379" y="790033"/>
                </a:lnTo>
                <a:lnTo>
                  <a:pt x="49589" y="751046"/>
                </a:lnTo>
                <a:lnTo>
                  <a:pt x="32195" y="710331"/>
                </a:lnTo>
                <a:lnTo>
                  <a:pt x="18367" y="668049"/>
                </a:lnTo>
                <a:lnTo>
                  <a:pt x="8277" y="624360"/>
                </a:lnTo>
                <a:lnTo>
                  <a:pt x="2098" y="579423"/>
                </a:lnTo>
                <a:lnTo>
                  <a:pt x="0" y="5334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7865" y="3657605"/>
            <a:ext cx="900415" cy="447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825058" y="3002857"/>
            <a:ext cx="1601471" cy="109260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6195">
              <a:lnSpc>
                <a:spcPts val="4240"/>
              </a:lnSpc>
              <a:spcBef>
                <a:spcPts val="120"/>
              </a:spcBef>
              <a:tabLst>
                <a:tab pos="893444" algn="l"/>
              </a:tabLst>
            </a:pPr>
            <a:r>
              <a:rPr sz="3600" i="1" spc="45" dirty="0">
                <a:latin typeface="Times New Roman"/>
                <a:cs typeface="Times New Roman"/>
              </a:rPr>
              <a:t>b	</a:t>
            </a:r>
            <a:r>
              <a:rPr sz="3600" i="1" spc="15" dirty="0">
                <a:latin typeface="Times New Roman"/>
                <a:cs typeface="Times New Roman"/>
              </a:rPr>
              <a:t>b</a:t>
            </a:r>
            <a:r>
              <a:rPr sz="3600" spc="15" dirty="0">
                <a:latin typeface="Times New Roman"/>
                <a:cs typeface="Times New Roman"/>
              </a:rPr>
              <a:t>,</a:t>
            </a:r>
            <a:r>
              <a:rPr sz="3600" spc="-490" dirty="0">
                <a:latin typeface="Times New Roman"/>
                <a:cs typeface="Times New Roman"/>
              </a:rPr>
              <a:t> </a:t>
            </a:r>
            <a:r>
              <a:rPr sz="3600" i="1" spc="45" dirty="0">
                <a:latin typeface="Times New Roman"/>
                <a:cs typeface="Times New Roman"/>
              </a:rPr>
              <a:t>L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ts val="4240"/>
              </a:lnSpc>
              <a:tabLst>
                <a:tab pos="886460" algn="l"/>
              </a:tabLst>
            </a:pPr>
            <a:r>
              <a:rPr sz="3600" i="1" spc="65" dirty="0">
                <a:latin typeface="Times New Roman"/>
                <a:cs typeface="Times New Roman"/>
              </a:rPr>
              <a:t>a	</a:t>
            </a:r>
            <a:r>
              <a:rPr sz="3600" i="1" spc="40" dirty="0">
                <a:latin typeface="Times New Roman"/>
                <a:cs typeface="Times New Roman"/>
              </a:rPr>
              <a:t>a</a:t>
            </a:r>
            <a:r>
              <a:rPr sz="3600" spc="40" dirty="0">
                <a:latin typeface="Times New Roman"/>
                <a:cs typeface="Times New Roman"/>
              </a:rPr>
              <a:t>,</a:t>
            </a:r>
            <a:r>
              <a:rPr sz="3600" spc="-525" dirty="0">
                <a:latin typeface="Times New Roman"/>
                <a:cs typeface="Times New Roman"/>
              </a:rPr>
              <a:t> </a:t>
            </a:r>
            <a:r>
              <a:rPr sz="3600" i="1" spc="80" dirty="0">
                <a:latin typeface="Times New Roman"/>
                <a:cs typeface="Times New Roman"/>
              </a:rPr>
              <a:t>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86313" y="3117852"/>
            <a:ext cx="900775" cy="458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251640" y="5137963"/>
            <a:ext cx="43180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79"/>
              </a:lnSpc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12845" y="5147476"/>
            <a:ext cx="3987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00"/>
              </a:lnSpc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18" name="object 20"/>
          <p:cNvSpPr/>
          <p:nvPr/>
        </p:nvSpPr>
        <p:spPr>
          <a:xfrm>
            <a:off x="4569583" y="4953000"/>
            <a:ext cx="900388" cy="4472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3"/>
          <p:cNvSpPr txBox="1"/>
          <p:nvPr/>
        </p:nvSpPr>
        <p:spPr>
          <a:xfrm>
            <a:off x="5315103" y="4875310"/>
            <a:ext cx="464820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54"/>
              </a:lnSpc>
            </a:pPr>
            <a:r>
              <a:rPr sz="3600" spc="25" dirty="0">
                <a:latin typeface="Times New Roman"/>
                <a:cs typeface="Times New Roman"/>
              </a:rPr>
              <a:t>,</a:t>
            </a:r>
            <a:r>
              <a:rPr sz="3600" spc="-520" dirty="0">
                <a:latin typeface="Times New Roman"/>
                <a:cs typeface="Times New Roman"/>
              </a:rPr>
              <a:t> </a:t>
            </a:r>
            <a:r>
              <a:rPr sz="3600" i="1" spc="65" dirty="0">
                <a:latin typeface="Times New Roman"/>
                <a:cs typeface="Times New Roman"/>
              </a:rPr>
              <a:t>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48063" y="4933507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67117" y="489217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6022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08500" y="990600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69850" y="114300"/>
                </a:moveTo>
                <a:lnTo>
                  <a:pt x="57150" y="114300"/>
                </a:lnTo>
                <a:lnTo>
                  <a:pt x="57150" y="457200"/>
                </a:lnTo>
                <a:lnTo>
                  <a:pt x="69850" y="457200"/>
                </a:lnTo>
                <a:lnTo>
                  <a:pt x="69850" y="114300"/>
                </a:lnTo>
                <a:close/>
              </a:path>
              <a:path w="127000" h="4572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4572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110014"/>
              </p:ext>
            </p:extLst>
          </p:nvPr>
        </p:nvGraphicFramePr>
        <p:xfrm>
          <a:off x="2584451" y="298450"/>
          <a:ext cx="5105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419100" y="0"/>
                </a:moveTo>
                <a:lnTo>
                  <a:pt x="370213" y="2563"/>
                </a:lnTo>
                <a:lnTo>
                  <a:pt x="322985" y="10061"/>
                </a:lnTo>
                <a:lnTo>
                  <a:pt x="277731" y="22209"/>
                </a:lnTo>
                <a:lnTo>
                  <a:pt x="234764" y="38722"/>
                </a:lnTo>
                <a:lnTo>
                  <a:pt x="194399" y="59312"/>
                </a:lnTo>
                <a:lnTo>
                  <a:pt x="156949" y="83695"/>
                </a:lnTo>
                <a:lnTo>
                  <a:pt x="122729" y="111585"/>
                </a:lnTo>
                <a:lnTo>
                  <a:pt x="92053" y="142696"/>
                </a:lnTo>
                <a:lnTo>
                  <a:pt x="65234" y="176742"/>
                </a:lnTo>
                <a:lnTo>
                  <a:pt x="42587" y="213437"/>
                </a:lnTo>
                <a:lnTo>
                  <a:pt x="24426" y="252497"/>
                </a:lnTo>
                <a:lnTo>
                  <a:pt x="11065" y="293634"/>
                </a:lnTo>
                <a:lnTo>
                  <a:pt x="2818" y="336563"/>
                </a:lnTo>
                <a:lnTo>
                  <a:pt x="0" y="381000"/>
                </a:lnTo>
                <a:lnTo>
                  <a:pt x="2818" y="425433"/>
                </a:lnTo>
                <a:lnTo>
                  <a:pt x="11065" y="468361"/>
                </a:lnTo>
                <a:lnTo>
                  <a:pt x="24426" y="509497"/>
                </a:lnTo>
                <a:lnTo>
                  <a:pt x="42587" y="548556"/>
                </a:lnTo>
                <a:lnTo>
                  <a:pt x="65234" y="585252"/>
                </a:lnTo>
                <a:lnTo>
                  <a:pt x="92053" y="619298"/>
                </a:lnTo>
                <a:lnTo>
                  <a:pt x="122729" y="650409"/>
                </a:lnTo>
                <a:lnTo>
                  <a:pt x="156949" y="678300"/>
                </a:lnTo>
                <a:lnTo>
                  <a:pt x="194399" y="702684"/>
                </a:lnTo>
                <a:lnTo>
                  <a:pt x="234764" y="723275"/>
                </a:lnTo>
                <a:lnTo>
                  <a:pt x="277731" y="739788"/>
                </a:lnTo>
                <a:lnTo>
                  <a:pt x="322985" y="751937"/>
                </a:lnTo>
                <a:lnTo>
                  <a:pt x="370213" y="759436"/>
                </a:lnTo>
                <a:lnTo>
                  <a:pt x="419100" y="762000"/>
                </a:lnTo>
                <a:lnTo>
                  <a:pt x="467986" y="759436"/>
                </a:lnTo>
                <a:lnTo>
                  <a:pt x="515214" y="751937"/>
                </a:lnTo>
                <a:lnTo>
                  <a:pt x="560468" y="739788"/>
                </a:lnTo>
                <a:lnTo>
                  <a:pt x="603435" y="723275"/>
                </a:lnTo>
                <a:lnTo>
                  <a:pt x="643800" y="702684"/>
                </a:lnTo>
                <a:lnTo>
                  <a:pt x="681250" y="678300"/>
                </a:lnTo>
                <a:lnTo>
                  <a:pt x="715470" y="650409"/>
                </a:lnTo>
                <a:lnTo>
                  <a:pt x="746146" y="619298"/>
                </a:lnTo>
                <a:lnTo>
                  <a:pt x="772965" y="585252"/>
                </a:lnTo>
                <a:lnTo>
                  <a:pt x="795612" y="548556"/>
                </a:lnTo>
                <a:lnTo>
                  <a:pt x="813773" y="509497"/>
                </a:lnTo>
                <a:lnTo>
                  <a:pt x="827134" y="468361"/>
                </a:lnTo>
                <a:lnTo>
                  <a:pt x="835381" y="425433"/>
                </a:lnTo>
                <a:lnTo>
                  <a:pt x="838200" y="381000"/>
                </a:lnTo>
                <a:lnTo>
                  <a:pt x="835381" y="336563"/>
                </a:lnTo>
                <a:lnTo>
                  <a:pt x="827134" y="293634"/>
                </a:lnTo>
                <a:lnTo>
                  <a:pt x="813773" y="252497"/>
                </a:lnTo>
                <a:lnTo>
                  <a:pt x="795612" y="213437"/>
                </a:lnTo>
                <a:lnTo>
                  <a:pt x="772965" y="176742"/>
                </a:lnTo>
                <a:lnTo>
                  <a:pt x="746146" y="142696"/>
                </a:lnTo>
                <a:lnTo>
                  <a:pt x="715470" y="111585"/>
                </a:lnTo>
                <a:lnTo>
                  <a:pt x="681250" y="83695"/>
                </a:lnTo>
                <a:lnTo>
                  <a:pt x="643800" y="59312"/>
                </a:lnTo>
                <a:lnTo>
                  <a:pt x="603435" y="38722"/>
                </a:lnTo>
                <a:lnTo>
                  <a:pt x="560468" y="22209"/>
                </a:lnTo>
                <a:lnTo>
                  <a:pt x="515214" y="10061"/>
                </a:lnTo>
                <a:lnTo>
                  <a:pt x="467986" y="2563"/>
                </a:lnTo>
                <a:lnTo>
                  <a:pt x="419100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31116" y="4183379"/>
            <a:ext cx="1016635" cy="1002030"/>
          </a:xfrm>
          <a:custGeom>
            <a:avLst/>
            <a:gdLst/>
            <a:ahLst/>
            <a:cxnLst/>
            <a:rect l="l" t="t" r="r" b="b"/>
            <a:pathLst>
              <a:path w="1016635" h="1002029">
                <a:moveTo>
                  <a:pt x="623238" y="12700"/>
                </a:moveTo>
                <a:lnTo>
                  <a:pt x="517518" y="12700"/>
                </a:lnTo>
                <a:lnTo>
                  <a:pt x="534028" y="13081"/>
                </a:lnTo>
                <a:lnTo>
                  <a:pt x="549649" y="13970"/>
                </a:lnTo>
                <a:lnTo>
                  <a:pt x="597909" y="20320"/>
                </a:lnTo>
                <a:lnTo>
                  <a:pt x="649852" y="32385"/>
                </a:lnTo>
                <a:lnTo>
                  <a:pt x="721988" y="56515"/>
                </a:lnTo>
                <a:lnTo>
                  <a:pt x="758056" y="71755"/>
                </a:lnTo>
                <a:lnTo>
                  <a:pt x="793616" y="89027"/>
                </a:lnTo>
                <a:lnTo>
                  <a:pt x="827906" y="108204"/>
                </a:lnTo>
                <a:lnTo>
                  <a:pt x="860672" y="129159"/>
                </a:lnTo>
                <a:lnTo>
                  <a:pt x="905503" y="163449"/>
                </a:lnTo>
                <a:lnTo>
                  <a:pt x="943730" y="201041"/>
                </a:lnTo>
                <a:lnTo>
                  <a:pt x="973702" y="241300"/>
                </a:lnTo>
                <a:lnTo>
                  <a:pt x="993895" y="283718"/>
                </a:lnTo>
                <a:lnTo>
                  <a:pt x="1002912" y="328422"/>
                </a:lnTo>
                <a:lnTo>
                  <a:pt x="1003674" y="344424"/>
                </a:lnTo>
                <a:lnTo>
                  <a:pt x="1003420" y="360807"/>
                </a:lnTo>
                <a:lnTo>
                  <a:pt x="996689" y="413385"/>
                </a:lnTo>
                <a:lnTo>
                  <a:pt x="987672" y="450850"/>
                </a:lnTo>
                <a:lnTo>
                  <a:pt x="975261" y="490347"/>
                </a:lnTo>
                <a:lnTo>
                  <a:pt x="959859" y="530987"/>
                </a:lnTo>
                <a:lnTo>
                  <a:pt x="941571" y="573151"/>
                </a:lnTo>
                <a:lnTo>
                  <a:pt x="920870" y="616712"/>
                </a:lnTo>
                <a:lnTo>
                  <a:pt x="897883" y="661543"/>
                </a:lnTo>
                <a:lnTo>
                  <a:pt x="872864" y="707263"/>
                </a:lnTo>
                <a:lnTo>
                  <a:pt x="846194" y="753872"/>
                </a:lnTo>
                <a:lnTo>
                  <a:pt x="818127" y="801116"/>
                </a:lnTo>
                <a:lnTo>
                  <a:pt x="788917" y="848995"/>
                </a:lnTo>
                <a:lnTo>
                  <a:pt x="758818" y="897382"/>
                </a:lnTo>
                <a:lnTo>
                  <a:pt x="697350" y="994791"/>
                </a:lnTo>
                <a:lnTo>
                  <a:pt x="708018" y="1001649"/>
                </a:lnTo>
                <a:lnTo>
                  <a:pt x="769613" y="904113"/>
                </a:lnTo>
                <a:lnTo>
                  <a:pt x="799712" y="855726"/>
                </a:lnTo>
                <a:lnTo>
                  <a:pt x="828922" y="807847"/>
                </a:lnTo>
                <a:lnTo>
                  <a:pt x="857116" y="760222"/>
                </a:lnTo>
                <a:lnTo>
                  <a:pt x="883913" y="713486"/>
                </a:lnTo>
                <a:lnTo>
                  <a:pt x="909059" y="667639"/>
                </a:lnTo>
                <a:lnTo>
                  <a:pt x="932173" y="622554"/>
                </a:lnTo>
                <a:lnTo>
                  <a:pt x="953128" y="578612"/>
                </a:lnTo>
                <a:lnTo>
                  <a:pt x="971670" y="535813"/>
                </a:lnTo>
                <a:lnTo>
                  <a:pt x="987291" y="494411"/>
                </a:lnTo>
                <a:lnTo>
                  <a:pt x="999864" y="454406"/>
                </a:lnTo>
                <a:lnTo>
                  <a:pt x="1009135" y="416052"/>
                </a:lnTo>
                <a:lnTo>
                  <a:pt x="1016120" y="361823"/>
                </a:lnTo>
                <a:lnTo>
                  <a:pt x="1016363" y="344424"/>
                </a:lnTo>
                <a:lnTo>
                  <a:pt x="1015612" y="327787"/>
                </a:lnTo>
                <a:lnTo>
                  <a:pt x="1006087" y="280162"/>
                </a:lnTo>
                <a:lnTo>
                  <a:pt x="984751" y="234950"/>
                </a:lnTo>
                <a:lnTo>
                  <a:pt x="953509" y="192913"/>
                </a:lnTo>
                <a:lnTo>
                  <a:pt x="914012" y="154051"/>
                </a:lnTo>
                <a:lnTo>
                  <a:pt x="884040" y="130175"/>
                </a:lnTo>
                <a:lnTo>
                  <a:pt x="834637" y="97536"/>
                </a:lnTo>
                <a:lnTo>
                  <a:pt x="799839" y="77978"/>
                </a:lnTo>
                <a:lnTo>
                  <a:pt x="763644" y="60452"/>
                </a:lnTo>
                <a:lnTo>
                  <a:pt x="726814" y="44831"/>
                </a:lnTo>
                <a:lnTo>
                  <a:pt x="689984" y="31496"/>
                </a:lnTo>
                <a:lnTo>
                  <a:pt x="653408" y="20193"/>
                </a:lnTo>
                <a:lnTo>
                  <a:pt x="635374" y="15494"/>
                </a:lnTo>
                <a:lnTo>
                  <a:pt x="623238" y="12700"/>
                </a:lnTo>
                <a:close/>
              </a:path>
              <a:path w="1016635" h="1002029">
                <a:moveTo>
                  <a:pt x="181275" y="812217"/>
                </a:moveTo>
                <a:lnTo>
                  <a:pt x="130549" y="838581"/>
                </a:lnTo>
                <a:lnTo>
                  <a:pt x="245484" y="922020"/>
                </a:lnTo>
                <a:lnTo>
                  <a:pt x="243898" y="823468"/>
                </a:lnTo>
                <a:lnTo>
                  <a:pt x="187064" y="823468"/>
                </a:lnTo>
                <a:lnTo>
                  <a:pt x="181275" y="812217"/>
                </a:lnTo>
                <a:close/>
              </a:path>
              <a:path w="1016635" h="1002029">
                <a:moveTo>
                  <a:pt x="192537" y="806364"/>
                </a:moveTo>
                <a:lnTo>
                  <a:pt x="181275" y="812217"/>
                </a:lnTo>
                <a:lnTo>
                  <a:pt x="187064" y="823468"/>
                </a:lnTo>
                <a:lnTo>
                  <a:pt x="198367" y="817753"/>
                </a:lnTo>
                <a:lnTo>
                  <a:pt x="192537" y="806364"/>
                </a:lnTo>
                <a:close/>
              </a:path>
              <a:path w="1016635" h="1002029">
                <a:moveTo>
                  <a:pt x="243198" y="780034"/>
                </a:moveTo>
                <a:lnTo>
                  <a:pt x="192537" y="806364"/>
                </a:lnTo>
                <a:lnTo>
                  <a:pt x="198367" y="817753"/>
                </a:lnTo>
                <a:lnTo>
                  <a:pt x="187064" y="823468"/>
                </a:lnTo>
                <a:lnTo>
                  <a:pt x="243898" y="823468"/>
                </a:lnTo>
                <a:lnTo>
                  <a:pt x="243198" y="780034"/>
                </a:lnTo>
                <a:close/>
              </a:path>
              <a:path w="1016635" h="1002029">
                <a:moveTo>
                  <a:pt x="517772" y="0"/>
                </a:moveTo>
                <a:lnTo>
                  <a:pt x="462781" y="2667"/>
                </a:lnTo>
                <a:lnTo>
                  <a:pt x="403599" y="10287"/>
                </a:lnTo>
                <a:lnTo>
                  <a:pt x="362451" y="18034"/>
                </a:lnTo>
                <a:lnTo>
                  <a:pt x="320922" y="28067"/>
                </a:lnTo>
                <a:lnTo>
                  <a:pt x="279393" y="40005"/>
                </a:lnTo>
                <a:lnTo>
                  <a:pt x="238626" y="53975"/>
                </a:lnTo>
                <a:lnTo>
                  <a:pt x="199256" y="69977"/>
                </a:lnTo>
                <a:lnTo>
                  <a:pt x="161664" y="87884"/>
                </a:lnTo>
                <a:lnTo>
                  <a:pt x="126612" y="107569"/>
                </a:lnTo>
                <a:lnTo>
                  <a:pt x="94735" y="129159"/>
                </a:lnTo>
                <a:lnTo>
                  <a:pt x="54095" y="164973"/>
                </a:lnTo>
                <a:lnTo>
                  <a:pt x="24123" y="204978"/>
                </a:lnTo>
                <a:lnTo>
                  <a:pt x="6597" y="249047"/>
                </a:lnTo>
                <a:lnTo>
                  <a:pt x="120" y="298069"/>
                </a:lnTo>
                <a:lnTo>
                  <a:pt x="0" y="315595"/>
                </a:lnTo>
                <a:lnTo>
                  <a:pt x="882" y="333629"/>
                </a:lnTo>
                <a:lnTo>
                  <a:pt x="8756" y="390525"/>
                </a:lnTo>
                <a:lnTo>
                  <a:pt x="18154" y="430784"/>
                </a:lnTo>
                <a:lnTo>
                  <a:pt x="30473" y="472694"/>
                </a:lnTo>
                <a:lnTo>
                  <a:pt x="45459" y="516255"/>
                </a:lnTo>
                <a:lnTo>
                  <a:pt x="72256" y="583946"/>
                </a:lnTo>
                <a:lnTo>
                  <a:pt x="92576" y="630555"/>
                </a:lnTo>
                <a:lnTo>
                  <a:pt x="114547" y="678180"/>
                </a:lnTo>
                <a:lnTo>
                  <a:pt x="137915" y="726567"/>
                </a:lnTo>
                <a:lnTo>
                  <a:pt x="162426" y="775589"/>
                </a:lnTo>
                <a:lnTo>
                  <a:pt x="181275" y="812217"/>
                </a:lnTo>
                <a:lnTo>
                  <a:pt x="192537" y="806364"/>
                </a:lnTo>
                <a:lnTo>
                  <a:pt x="173856" y="769874"/>
                </a:lnTo>
                <a:lnTo>
                  <a:pt x="149345" y="720979"/>
                </a:lnTo>
                <a:lnTo>
                  <a:pt x="126104" y="672846"/>
                </a:lnTo>
                <a:lnTo>
                  <a:pt x="104260" y="625475"/>
                </a:lnTo>
                <a:lnTo>
                  <a:pt x="84067" y="579120"/>
                </a:lnTo>
                <a:lnTo>
                  <a:pt x="65652" y="534035"/>
                </a:lnTo>
                <a:lnTo>
                  <a:pt x="49566" y="490093"/>
                </a:lnTo>
                <a:lnTo>
                  <a:pt x="36188" y="448183"/>
                </a:lnTo>
                <a:lnTo>
                  <a:pt x="25520" y="407797"/>
                </a:lnTo>
                <a:lnTo>
                  <a:pt x="17773" y="369189"/>
                </a:lnTo>
                <a:lnTo>
                  <a:pt x="12693" y="315595"/>
                </a:lnTo>
                <a:lnTo>
                  <a:pt x="12749" y="298069"/>
                </a:lnTo>
                <a:lnTo>
                  <a:pt x="18789" y="252603"/>
                </a:lnTo>
                <a:lnTo>
                  <a:pt x="34791" y="211836"/>
                </a:lnTo>
                <a:lnTo>
                  <a:pt x="63112" y="173990"/>
                </a:lnTo>
                <a:lnTo>
                  <a:pt x="102101" y="139573"/>
                </a:lnTo>
                <a:lnTo>
                  <a:pt x="149853" y="108712"/>
                </a:lnTo>
                <a:lnTo>
                  <a:pt x="185413" y="90297"/>
                </a:lnTo>
                <a:lnTo>
                  <a:pt x="242817" y="66040"/>
                </a:lnTo>
                <a:lnTo>
                  <a:pt x="282949" y="52197"/>
                </a:lnTo>
                <a:lnTo>
                  <a:pt x="323843" y="40386"/>
                </a:lnTo>
                <a:lnTo>
                  <a:pt x="364864" y="30480"/>
                </a:lnTo>
                <a:lnTo>
                  <a:pt x="405377" y="22860"/>
                </a:lnTo>
                <a:lnTo>
                  <a:pt x="444747" y="17272"/>
                </a:lnTo>
                <a:lnTo>
                  <a:pt x="500246" y="12954"/>
                </a:lnTo>
                <a:lnTo>
                  <a:pt x="517518" y="12700"/>
                </a:lnTo>
                <a:lnTo>
                  <a:pt x="623238" y="12700"/>
                </a:lnTo>
                <a:lnTo>
                  <a:pt x="617721" y="11430"/>
                </a:lnTo>
                <a:lnTo>
                  <a:pt x="566921" y="2794"/>
                </a:lnTo>
                <a:lnTo>
                  <a:pt x="534663" y="381"/>
                </a:lnTo>
                <a:lnTo>
                  <a:pt x="517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38400" y="5422901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609600" h="127000">
                <a:moveTo>
                  <a:pt x="482600" y="0"/>
                </a:moveTo>
                <a:lnTo>
                  <a:pt x="482600" y="127000"/>
                </a:lnTo>
                <a:lnTo>
                  <a:pt x="596900" y="69850"/>
                </a:lnTo>
                <a:lnTo>
                  <a:pt x="495300" y="69850"/>
                </a:lnTo>
                <a:lnTo>
                  <a:pt x="495300" y="57150"/>
                </a:lnTo>
                <a:lnTo>
                  <a:pt x="596900" y="57150"/>
                </a:lnTo>
                <a:lnTo>
                  <a:pt x="482600" y="0"/>
                </a:lnTo>
                <a:close/>
              </a:path>
              <a:path w="609600" h="127000">
                <a:moveTo>
                  <a:pt x="4826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482600" y="69850"/>
                </a:lnTo>
                <a:lnTo>
                  <a:pt x="482600" y="57150"/>
                </a:lnTo>
                <a:close/>
              </a:path>
              <a:path w="609600" h="127000">
                <a:moveTo>
                  <a:pt x="596900" y="57150"/>
                </a:moveTo>
                <a:lnTo>
                  <a:pt x="495300" y="57150"/>
                </a:lnTo>
                <a:lnTo>
                  <a:pt x="495300" y="69850"/>
                </a:lnTo>
                <a:lnTo>
                  <a:pt x="596900" y="69850"/>
                </a:lnTo>
                <a:lnTo>
                  <a:pt x="609600" y="63500"/>
                </a:lnTo>
                <a:lnTo>
                  <a:pt x="5969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86200" y="5422901"/>
            <a:ext cx="2209800" cy="127000"/>
          </a:xfrm>
          <a:custGeom>
            <a:avLst/>
            <a:gdLst/>
            <a:ahLst/>
            <a:cxnLst/>
            <a:rect l="l" t="t" r="r" b="b"/>
            <a:pathLst>
              <a:path w="2209800" h="127000">
                <a:moveTo>
                  <a:pt x="2082800" y="0"/>
                </a:moveTo>
                <a:lnTo>
                  <a:pt x="2082800" y="127000"/>
                </a:lnTo>
                <a:lnTo>
                  <a:pt x="2197100" y="69850"/>
                </a:lnTo>
                <a:lnTo>
                  <a:pt x="2095500" y="69850"/>
                </a:lnTo>
                <a:lnTo>
                  <a:pt x="2095500" y="57150"/>
                </a:lnTo>
                <a:lnTo>
                  <a:pt x="2197100" y="57150"/>
                </a:lnTo>
                <a:lnTo>
                  <a:pt x="2082800" y="0"/>
                </a:lnTo>
                <a:close/>
              </a:path>
              <a:path w="2209800" h="127000">
                <a:moveTo>
                  <a:pt x="20828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082800" y="69850"/>
                </a:lnTo>
                <a:lnTo>
                  <a:pt x="2082800" y="57150"/>
                </a:lnTo>
                <a:close/>
              </a:path>
              <a:path w="2209800" h="127000">
                <a:moveTo>
                  <a:pt x="2197100" y="57150"/>
                </a:moveTo>
                <a:lnTo>
                  <a:pt x="2095500" y="57150"/>
                </a:lnTo>
                <a:lnTo>
                  <a:pt x="2095500" y="69850"/>
                </a:lnTo>
                <a:lnTo>
                  <a:pt x="2197100" y="69850"/>
                </a:lnTo>
                <a:lnTo>
                  <a:pt x="2209800" y="63500"/>
                </a:lnTo>
                <a:lnTo>
                  <a:pt x="21971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484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96000" y="49530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1143000" h="1066800">
                <a:moveTo>
                  <a:pt x="0" y="533400"/>
                </a:moveTo>
                <a:lnTo>
                  <a:pt x="2098" y="487368"/>
                </a:lnTo>
                <a:lnTo>
                  <a:pt x="8277" y="442426"/>
                </a:lnTo>
                <a:lnTo>
                  <a:pt x="18367" y="398732"/>
                </a:lnTo>
                <a:lnTo>
                  <a:pt x="32195" y="356448"/>
                </a:lnTo>
                <a:lnTo>
                  <a:pt x="49589" y="315731"/>
                </a:lnTo>
                <a:lnTo>
                  <a:pt x="70379" y="276744"/>
                </a:lnTo>
                <a:lnTo>
                  <a:pt x="94392" y="239645"/>
                </a:lnTo>
                <a:lnTo>
                  <a:pt x="121457" y="204594"/>
                </a:lnTo>
                <a:lnTo>
                  <a:pt x="151402" y="171752"/>
                </a:lnTo>
                <a:lnTo>
                  <a:pt x="184056" y="141279"/>
                </a:lnTo>
                <a:lnTo>
                  <a:pt x="219246" y="113334"/>
                </a:lnTo>
                <a:lnTo>
                  <a:pt x="256802" y="88078"/>
                </a:lnTo>
                <a:lnTo>
                  <a:pt x="296551" y="65670"/>
                </a:lnTo>
                <a:lnTo>
                  <a:pt x="338322" y="46271"/>
                </a:lnTo>
                <a:lnTo>
                  <a:pt x="381944" y="30040"/>
                </a:lnTo>
                <a:lnTo>
                  <a:pt x="427244" y="17137"/>
                </a:lnTo>
                <a:lnTo>
                  <a:pt x="474051" y="7723"/>
                </a:lnTo>
                <a:lnTo>
                  <a:pt x="522193" y="1957"/>
                </a:lnTo>
                <a:lnTo>
                  <a:pt x="571500" y="0"/>
                </a:lnTo>
                <a:lnTo>
                  <a:pt x="620806" y="1957"/>
                </a:lnTo>
                <a:lnTo>
                  <a:pt x="668948" y="7723"/>
                </a:lnTo>
                <a:lnTo>
                  <a:pt x="715755" y="17137"/>
                </a:lnTo>
                <a:lnTo>
                  <a:pt x="761055" y="30040"/>
                </a:lnTo>
                <a:lnTo>
                  <a:pt x="804677" y="46271"/>
                </a:lnTo>
                <a:lnTo>
                  <a:pt x="846448" y="65670"/>
                </a:lnTo>
                <a:lnTo>
                  <a:pt x="886197" y="88078"/>
                </a:lnTo>
                <a:lnTo>
                  <a:pt x="923753" y="113334"/>
                </a:lnTo>
                <a:lnTo>
                  <a:pt x="958943" y="141279"/>
                </a:lnTo>
                <a:lnTo>
                  <a:pt x="991597" y="171752"/>
                </a:lnTo>
                <a:lnTo>
                  <a:pt x="1021542" y="204594"/>
                </a:lnTo>
                <a:lnTo>
                  <a:pt x="1048607" y="239645"/>
                </a:lnTo>
                <a:lnTo>
                  <a:pt x="1072620" y="276744"/>
                </a:lnTo>
                <a:lnTo>
                  <a:pt x="1093410" y="315731"/>
                </a:lnTo>
                <a:lnTo>
                  <a:pt x="1110804" y="356448"/>
                </a:lnTo>
                <a:lnTo>
                  <a:pt x="1124632" y="398732"/>
                </a:lnTo>
                <a:lnTo>
                  <a:pt x="1134722" y="442426"/>
                </a:lnTo>
                <a:lnTo>
                  <a:pt x="1140901" y="487368"/>
                </a:lnTo>
                <a:lnTo>
                  <a:pt x="1143000" y="533400"/>
                </a:lnTo>
                <a:lnTo>
                  <a:pt x="1140901" y="579423"/>
                </a:lnTo>
                <a:lnTo>
                  <a:pt x="1134722" y="624360"/>
                </a:lnTo>
                <a:lnTo>
                  <a:pt x="1124632" y="668049"/>
                </a:lnTo>
                <a:lnTo>
                  <a:pt x="1110804" y="710331"/>
                </a:lnTo>
                <a:lnTo>
                  <a:pt x="1093410" y="751046"/>
                </a:lnTo>
                <a:lnTo>
                  <a:pt x="1072620" y="790033"/>
                </a:lnTo>
                <a:lnTo>
                  <a:pt x="1048607" y="827132"/>
                </a:lnTo>
                <a:lnTo>
                  <a:pt x="1021542" y="862183"/>
                </a:lnTo>
                <a:lnTo>
                  <a:pt x="991597" y="895027"/>
                </a:lnTo>
                <a:lnTo>
                  <a:pt x="958943" y="925502"/>
                </a:lnTo>
                <a:lnTo>
                  <a:pt x="923753" y="953449"/>
                </a:lnTo>
                <a:lnTo>
                  <a:pt x="886197" y="978708"/>
                </a:lnTo>
                <a:lnTo>
                  <a:pt x="846448" y="1001119"/>
                </a:lnTo>
                <a:lnTo>
                  <a:pt x="804677" y="1020521"/>
                </a:lnTo>
                <a:lnTo>
                  <a:pt x="761055" y="1036754"/>
                </a:lnTo>
                <a:lnTo>
                  <a:pt x="715755" y="1049659"/>
                </a:lnTo>
                <a:lnTo>
                  <a:pt x="668948" y="1059075"/>
                </a:lnTo>
                <a:lnTo>
                  <a:pt x="620806" y="1064842"/>
                </a:lnTo>
                <a:lnTo>
                  <a:pt x="571500" y="1066800"/>
                </a:lnTo>
                <a:lnTo>
                  <a:pt x="522193" y="1064842"/>
                </a:lnTo>
                <a:lnTo>
                  <a:pt x="474051" y="1059075"/>
                </a:lnTo>
                <a:lnTo>
                  <a:pt x="427244" y="1049659"/>
                </a:lnTo>
                <a:lnTo>
                  <a:pt x="381944" y="1036754"/>
                </a:lnTo>
                <a:lnTo>
                  <a:pt x="338322" y="1020521"/>
                </a:lnTo>
                <a:lnTo>
                  <a:pt x="296551" y="1001119"/>
                </a:lnTo>
                <a:lnTo>
                  <a:pt x="256802" y="978708"/>
                </a:lnTo>
                <a:lnTo>
                  <a:pt x="219246" y="953449"/>
                </a:lnTo>
                <a:lnTo>
                  <a:pt x="184056" y="925502"/>
                </a:lnTo>
                <a:lnTo>
                  <a:pt x="151402" y="895027"/>
                </a:lnTo>
                <a:lnTo>
                  <a:pt x="121457" y="862183"/>
                </a:lnTo>
                <a:lnTo>
                  <a:pt x="94392" y="827132"/>
                </a:lnTo>
                <a:lnTo>
                  <a:pt x="70379" y="790033"/>
                </a:lnTo>
                <a:lnTo>
                  <a:pt x="49589" y="751046"/>
                </a:lnTo>
                <a:lnTo>
                  <a:pt x="32195" y="710331"/>
                </a:lnTo>
                <a:lnTo>
                  <a:pt x="18367" y="668049"/>
                </a:lnTo>
                <a:lnTo>
                  <a:pt x="8277" y="624360"/>
                </a:lnTo>
                <a:lnTo>
                  <a:pt x="2098" y="579423"/>
                </a:lnTo>
                <a:lnTo>
                  <a:pt x="0" y="5334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67865" y="3657605"/>
            <a:ext cx="900415" cy="447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825057" y="1283561"/>
            <a:ext cx="2032000" cy="29536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0"/>
              </a:spcBef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700">
              <a:latin typeface="Times New Roman"/>
              <a:cs typeface="Times New Roman"/>
            </a:endParaRPr>
          </a:p>
          <a:p>
            <a:pPr marL="36195">
              <a:lnSpc>
                <a:spcPts val="4240"/>
              </a:lnSpc>
              <a:spcBef>
                <a:spcPts val="3884"/>
              </a:spcBef>
              <a:tabLst>
                <a:tab pos="893444" algn="l"/>
              </a:tabLst>
            </a:pPr>
            <a:r>
              <a:rPr sz="3600" i="1" spc="45" dirty="0">
                <a:latin typeface="Times New Roman"/>
                <a:cs typeface="Times New Roman"/>
              </a:rPr>
              <a:t>b	</a:t>
            </a:r>
            <a:r>
              <a:rPr sz="3600" i="1" spc="15" dirty="0">
                <a:latin typeface="Times New Roman"/>
                <a:cs typeface="Times New Roman"/>
              </a:rPr>
              <a:t>b</a:t>
            </a:r>
            <a:r>
              <a:rPr sz="3600" spc="15" dirty="0">
                <a:latin typeface="Times New Roman"/>
                <a:cs typeface="Times New Roman"/>
              </a:rPr>
              <a:t>,</a:t>
            </a:r>
            <a:r>
              <a:rPr sz="3600" spc="-445" dirty="0">
                <a:latin typeface="Times New Roman"/>
                <a:cs typeface="Times New Roman"/>
              </a:rPr>
              <a:t> </a:t>
            </a:r>
            <a:r>
              <a:rPr sz="3600" i="1" spc="45" dirty="0">
                <a:latin typeface="Times New Roman"/>
                <a:cs typeface="Times New Roman"/>
              </a:rPr>
              <a:t>L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ts val="4240"/>
              </a:lnSpc>
              <a:tabLst>
                <a:tab pos="886460" algn="l"/>
              </a:tabLst>
            </a:pPr>
            <a:r>
              <a:rPr sz="3600" i="1" spc="65" dirty="0">
                <a:latin typeface="Times New Roman"/>
                <a:cs typeface="Times New Roman"/>
              </a:rPr>
              <a:t>a	</a:t>
            </a:r>
            <a:r>
              <a:rPr sz="3600" i="1" spc="40" dirty="0">
                <a:latin typeface="Times New Roman"/>
                <a:cs typeface="Times New Roman"/>
              </a:rPr>
              <a:t>a</a:t>
            </a:r>
            <a:r>
              <a:rPr sz="3600" spc="40" dirty="0">
                <a:latin typeface="Times New Roman"/>
                <a:cs typeface="Times New Roman"/>
              </a:rPr>
              <a:t>,</a:t>
            </a:r>
            <a:r>
              <a:rPr sz="3600" spc="-465" dirty="0">
                <a:latin typeface="Times New Roman"/>
                <a:cs typeface="Times New Roman"/>
              </a:rPr>
              <a:t> </a:t>
            </a:r>
            <a:r>
              <a:rPr sz="3600" i="1" spc="80" dirty="0">
                <a:latin typeface="Times New Roman"/>
                <a:cs typeface="Times New Roman"/>
              </a:rPr>
              <a:t>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186313" y="3117852"/>
            <a:ext cx="900775" cy="458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590800" y="3581400"/>
            <a:ext cx="2057400" cy="609600"/>
          </a:xfrm>
          <a:custGeom>
            <a:avLst/>
            <a:gdLst/>
            <a:ahLst/>
            <a:cxnLst/>
            <a:rect l="l" t="t" r="r" b="b"/>
            <a:pathLst>
              <a:path w="2057400" h="609600">
                <a:moveTo>
                  <a:pt x="0" y="304800"/>
                </a:moveTo>
                <a:lnTo>
                  <a:pt x="9392" y="263453"/>
                </a:lnTo>
                <a:lnTo>
                  <a:pt x="36750" y="223793"/>
                </a:lnTo>
                <a:lnTo>
                  <a:pt x="80849" y="186183"/>
                </a:lnTo>
                <a:lnTo>
                  <a:pt x="140461" y="150988"/>
                </a:lnTo>
                <a:lnTo>
                  <a:pt x="175702" y="134410"/>
                </a:lnTo>
                <a:lnTo>
                  <a:pt x="214362" y="118571"/>
                </a:lnTo>
                <a:lnTo>
                  <a:pt x="256286" y="103518"/>
                </a:lnTo>
                <a:lnTo>
                  <a:pt x="301323" y="89296"/>
                </a:lnTo>
                <a:lnTo>
                  <a:pt x="349318" y="75951"/>
                </a:lnTo>
                <a:lnTo>
                  <a:pt x="400119" y="63527"/>
                </a:lnTo>
                <a:lnTo>
                  <a:pt x="453572" y="52071"/>
                </a:lnTo>
                <a:lnTo>
                  <a:pt x="509523" y="41627"/>
                </a:lnTo>
                <a:lnTo>
                  <a:pt x="567821" y="32242"/>
                </a:lnTo>
                <a:lnTo>
                  <a:pt x="628310" y="23961"/>
                </a:lnTo>
                <a:lnTo>
                  <a:pt x="690839" y="16829"/>
                </a:lnTo>
                <a:lnTo>
                  <a:pt x="755253" y="10892"/>
                </a:lnTo>
                <a:lnTo>
                  <a:pt x="821399" y="6194"/>
                </a:lnTo>
                <a:lnTo>
                  <a:pt x="889125" y="2783"/>
                </a:lnTo>
                <a:lnTo>
                  <a:pt x="958276" y="703"/>
                </a:lnTo>
                <a:lnTo>
                  <a:pt x="1028700" y="0"/>
                </a:lnTo>
                <a:lnTo>
                  <a:pt x="1099138" y="703"/>
                </a:lnTo>
                <a:lnTo>
                  <a:pt x="1168301" y="2783"/>
                </a:lnTo>
                <a:lnTo>
                  <a:pt x="1236036" y="6194"/>
                </a:lnTo>
                <a:lnTo>
                  <a:pt x="1302190" y="10892"/>
                </a:lnTo>
                <a:lnTo>
                  <a:pt x="1366610" y="16829"/>
                </a:lnTo>
                <a:lnTo>
                  <a:pt x="1429142" y="23961"/>
                </a:lnTo>
                <a:lnTo>
                  <a:pt x="1489634" y="32242"/>
                </a:lnTo>
                <a:lnTo>
                  <a:pt x="1547932" y="41627"/>
                </a:lnTo>
                <a:lnTo>
                  <a:pt x="1603883" y="52071"/>
                </a:lnTo>
                <a:lnTo>
                  <a:pt x="1657334" y="63527"/>
                </a:lnTo>
                <a:lnTo>
                  <a:pt x="1708132" y="75951"/>
                </a:lnTo>
                <a:lnTo>
                  <a:pt x="1756124" y="89296"/>
                </a:lnTo>
                <a:lnTo>
                  <a:pt x="1801156" y="103518"/>
                </a:lnTo>
                <a:lnTo>
                  <a:pt x="1843076" y="118571"/>
                </a:lnTo>
                <a:lnTo>
                  <a:pt x="1881730" y="134410"/>
                </a:lnTo>
                <a:lnTo>
                  <a:pt x="1916966" y="150988"/>
                </a:lnTo>
                <a:lnTo>
                  <a:pt x="1976568" y="186183"/>
                </a:lnTo>
                <a:lnTo>
                  <a:pt x="2020658" y="223793"/>
                </a:lnTo>
                <a:lnTo>
                  <a:pt x="2048010" y="263453"/>
                </a:lnTo>
                <a:lnTo>
                  <a:pt x="2057400" y="304800"/>
                </a:lnTo>
                <a:lnTo>
                  <a:pt x="2055027" y="325676"/>
                </a:lnTo>
                <a:lnTo>
                  <a:pt x="2048010" y="346173"/>
                </a:lnTo>
                <a:lnTo>
                  <a:pt x="2020658" y="385850"/>
                </a:lnTo>
                <a:lnTo>
                  <a:pt x="1976568" y="423469"/>
                </a:lnTo>
                <a:lnTo>
                  <a:pt x="1916966" y="458667"/>
                </a:lnTo>
                <a:lnTo>
                  <a:pt x="1881730" y="475245"/>
                </a:lnTo>
                <a:lnTo>
                  <a:pt x="1843076" y="491082"/>
                </a:lnTo>
                <a:lnTo>
                  <a:pt x="1801156" y="506132"/>
                </a:lnTo>
                <a:lnTo>
                  <a:pt x="1756124" y="520350"/>
                </a:lnTo>
                <a:lnTo>
                  <a:pt x="1708132" y="533692"/>
                </a:lnTo>
                <a:lnTo>
                  <a:pt x="1657334" y="546111"/>
                </a:lnTo>
                <a:lnTo>
                  <a:pt x="1603883" y="557562"/>
                </a:lnTo>
                <a:lnTo>
                  <a:pt x="1547932" y="568000"/>
                </a:lnTo>
                <a:lnTo>
                  <a:pt x="1489634" y="577380"/>
                </a:lnTo>
                <a:lnTo>
                  <a:pt x="1429142" y="585656"/>
                </a:lnTo>
                <a:lnTo>
                  <a:pt x="1366610" y="592783"/>
                </a:lnTo>
                <a:lnTo>
                  <a:pt x="1302190" y="598716"/>
                </a:lnTo>
                <a:lnTo>
                  <a:pt x="1236036" y="603410"/>
                </a:lnTo>
                <a:lnTo>
                  <a:pt x="1168301" y="606818"/>
                </a:lnTo>
                <a:lnTo>
                  <a:pt x="1099138" y="608897"/>
                </a:lnTo>
                <a:lnTo>
                  <a:pt x="1028700" y="609600"/>
                </a:lnTo>
                <a:lnTo>
                  <a:pt x="958261" y="608897"/>
                </a:lnTo>
                <a:lnTo>
                  <a:pt x="889098" y="606818"/>
                </a:lnTo>
                <a:lnTo>
                  <a:pt x="821363" y="603410"/>
                </a:lnTo>
                <a:lnTo>
                  <a:pt x="755209" y="598716"/>
                </a:lnTo>
                <a:lnTo>
                  <a:pt x="690789" y="592783"/>
                </a:lnTo>
                <a:lnTo>
                  <a:pt x="628257" y="585656"/>
                </a:lnTo>
                <a:lnTo>
                  <a:pt x="567765" y="577380"/>
                </a:lnTo>
                <a:lnTo>
                  <a:pt x="509467" y="568000"/>
                </a:lnTo>
                <a:lnTo>
                  <a:pt x="453516" y="557562"/>
                </a:lnTo>
                <a:lnTo>
                  <a:pt x="400065" y="546111"/>
                </a:lnTo>
                <a:lnTo>
                  <a:pt x="349267" y="533692"/>
                </a:lnTo>
                <a:lnTo>
                  <a:pt x="301275" y="520350"/>
                </a:lnTo>
                <a:lnTo>
                  <a:pt x="256243" y="506132"/>
                </a:lnTo>
                <a:lnTo>
                  <a:pt x="214323" y="491082"/>
                </a:lnTo>
                <a:lnTo>
                  <a:pt x="175669" y="475245"/>
                </a:lnTo>
                <a:lnTo>
                  <a:pt x="140433" y="458667"/>
                </a:lnTo>
                <a:lnTo>
                  <a:pt x="80831" y="423469"/>
                </a:lnTo>
                <a:lnTo>
                  <a:pt x="36741" y="385850"/>
                </a:lnTo>
                <a:lnTo>
                  <a:pt x="9389" y="346173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251640" y="5137963"/>
            <a:ext cx="43180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79"/>
              </a:lnSpc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12845" y="5147476"/>
            <a:ext cx="3987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00"/>
              </a:lnSpc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6" name="object 20"/>
          <p:cNvSpPr/>
          <p:nvPr/>
        </p:nvSpPr>
        <p:spPr>
          <a:xfrm>
            <a:off x="4569583" y="4953000"/>
            <a:ext cx="900388" cy="4472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3"/>
          <p:cNvSpPr txBox="1"/>
          <p:nvPr/>
        </p:nvSpPr>
        <p:spPr>
          <a:xfrm>
            <a:off x="5315103" y="4875310"/>
            <a:ext cx="464820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54"/>
              </a:lnSpc>
            </a:pPr>
            <a:r>
              <a:rPr sz="3600" spc="25" dirty="0">
                <a:latin typeface="Times New Roman"/>
                <a:cs typeface="Times New Roman"/>
              </a:rPr>
              <a:t>,</a:t>
            </a:r>
            <a:r>
              <a:rPr sz="3600" spc="-520" dirty="0">
                <a:latin typeface="Times New Roman"/>
                <a:cs typeface="Times New Roman"/>
              </a:rPr>
              <a:t> </a:t>
            </a:r>
            <a:r>
              <a:rPr sz="3600" i="1" spc="65" dirty="0">
                <a:latin typeface="Times New Roman"/>
                <a:cs typeface="Times New Roman"/>
              </a:rPr>
              <a:t>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203972" y="4946755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67117" y="489217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41689" y="38403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23067" y="385077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9432" y="363517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10811" y="364564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806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419100" y="0"/>
                </a:moveTo>
                <a:lnTo>
                  <a:pt x="370213" y="2563"/>
                </a:lnTo>
                <a:lnTo>
                  <a:pt x="322985" y="10061"/>
                </a:lnTo>
                <a:lnTo>
                  <a:pt x="277731" y="22209"/>
                </a:lnTo>
                <a:lnTo>
                  <a:pt x="234764" y="38722"/>
                </a:lnTo>
                <a:lnTo>
                  <a:pt x="194399" y="59312"/>
                </a:lnTo>
                <a:lnTo>
                  <a:pt x="156949" y="83695"/>
                </a:lnTo>
                <a:lnTo>
                  <a:pt x="122729" y="111585"/>
                </a:lnTo>
                <a:lnTo>
                  <a:pt x="92053" y="142696"/>
                </a:lnTo>
                <a:lnTo>
                  <a:pt x="65234" y="176742"/>
                </a:lnTo>
                <a:lnTo>
                  <a:pt x="42587" y="213437"/>
                </a:lnTo>
                <a:lnTo>
                  <a:pt x="24426" y="252497"/>
                </a:lnTo>
                <a:lnTo>
                  <a:pt x="11065" y="293634"/>
                </a:lnTo>
                <a:lnTo>
                  <a:pt x="2818" y="336563"/>
                </a:lnTo>
                <a:lnTo>
                  <a:pt x="0" y="381000"/>
                </a:lnTo>
                <a:lnTo>
                  <a:pt x="2818" y="425433"/>
                </a:lnTo>
                <a:lnTo>
                  <a:pt x="11065" y="468361"/>
                </a:lnTo>
                <a:lnTo>
                  <a:pt x="24426" y="509497"/>
                </a:lnTo>
                <a:lnTo>
                  <a:pt x="42587" y="548556"/>
                </a:lnTo>
                <a:lnTo>
                  <a:pt x="65234" y="585252"/>
                </a:lnTo>
                <a:lnTo>
                  <a:pt x="92053" y="619298"/>
                </a:lnTo>
                <a:lnTo>
                  <a:pt x="122729" y="650409"/>
                </a:lnTo>
                <a:lnTo>
                  <a:pt x="156949" y="678300"/>
                </a:lnTo>
                <a:lnTo>
                  <a:pt x="194399" y="702684"/>
                </a:lnTo>
                <a:lnTo>
                  <a:pt x="234764" y="723275"/>
                </a:lnTo>
                <a:lnTo>
                  <a:pt x="277731" y="739788"/>
                </a:lnTo>
                <a:lnTo>
                  <a:pt x="322985" y="751937"/>
                </a:lnTo>
                <a:lnTo>
                  <a:pt x="370213" y="759436"/>
                </a:lnTo>
                <a:lnTo>
                  <a:pt x="419100" y="762000"/>
                </a:lnTo>
                <a:lnTo>
                  <a:pt x="467986" y="759436"/>
                </a:lnTo>
                <a:lnTo>
                  <a:pt x="515214" y="751937"/>
                </a:lnTo>
                <a:lnTo>
                  <a:pt x="560468" y="739788"/>
                </a:lnTo>
                <a:lnTo>
                  <a:pt x="603435" y="723275"/>
                </a:lnTo>
                <a:lnTo>
                  <a:pt x="643800" y="702684"/>
                </a:lnTo>
                <a:lnTo>
                  <a:pt x="681250" y="678300"/>
                </a:lnTo>
                <a:lnTo>
                  <a:pt x="715470" y="650409"/>
                </a:lnTo>
                <a:lnTo>
                  <a:pt x="746146" y="619298"/>
                </a:lnTo>
                <a:lnTo>
                  <a:pt x="772965" y="585252"/>
                </a:lnTo>
                <a:lnTo>
                  <a:pt x="795612" y="548556"/>
                </a:lnTo>
                <a:lnTo>
                  <a:pt x="813773" y="509497"/>
                </a:lnTo>
                <a:lnTo>
                  <a:pt x="827134" y="468361"/>
                </a:lnTo>
                <a:lnTo>
                  <a:pt x="835381" y="425433"/>
                </a:lnTo>
                <a:lnTo>
                  <a:pt x="838200" y="381000"/>
                </a:lnTo>
                <a:lnTo>
                  <a:pt x="835381" y="336563"/>
                </a:lnTo>
                <a:lnTo>
                  <a:pt x="827134" y="293634"/>
                </a:lnTo>
                <a:lnTo>
                  <a:pt x="813773" y="252497"/>
                </a:lnTo>
                <a:lnTo>
                  <a:pt x="795612" y="213437"/>
                </a:lnTo>
                <a:lnTo>
                  <a:pt x="772965" y="176742"/>
                </a:lnTo>
                <a:lnTo>
                  <a:pt x="746146" y="142696"/>
                </a:lnTo>
                <a:lnTo>
                  <a:pt x="715470" y="111585"/>
                </a:lnTo>
                <a:lnTo>
                  <a:pt x="681250" y="83695"/>
                </a:lnTo>
                <a:lnTo>
                  <a:pt x="643800" y="59312"/>
                </a:lnTo>
                <a:lnTo>
                  <a:pt x="603435" y="38722"/>
                </a:lnTo>
                <a:lnTo>
                  <a:pt x="560468" y="22209"/>
                </a:lnTo>
                <a:lnTo>
                  <a:pt x="515214" y="10061"/>
                </a:lnTo>
                <a:lnTo>
                  <a:pt x="467986" y="2563"/>
                </a:lnTo>
                <a:lnTo>
                  <a:pt x="419100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18100" y="996950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69850" y="114300"/>
                </a:moveTo>
                <a:lnTo>
                  <a:pt x="57150" y="114300"/>
                </a:lnTo>
                <a:lnTo>
                  <a:pt x="57150" y="457200"/>
                </a:lnTo>
                <a:lnTo>
                  <a:pt x="69850" y="457200"/>
                </a:lnTo>
                <a:lnTo>
                  <a:pt x="69850" y="114300"/>
                </a:lnTo>
                <a:close/>
              </a:path>
              <a:path w="127000" h="4572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4572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223309"/>
              </p:ext>
            </p:extLst>
          </p:nvPr>
        </p:nvGraphicFramePr>
        <p:xfrm>
          <a:off x="2584451" y="298450"/>
          <a:ext cx="5105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3031116" y="4183379"/>
            <a:ext cx="1016635" cy="1002030"/>
          </a:xfrm>
          <a:custGeom>
            <a:avLst/>
            <a:gdLst/>
            <a:ahLst/>
            <a:cxnLst/>
            <a:rect l="l" t="t" r="r" b="b"/>
            <a:pathLst>
              <a:path w="1016635" h="1002029">
                <a:moveTo>
                  <a:pt x="623238" y="12700"/>
                </a:moveTo>
                <a:lnTo>
                  <a:pt x="517518" y="12700"/>
                </a:lnTo>
                <a:lnTo>
                  <a:pt x="534028" y="13081"/>
                </a:lnTo>
                <a:lnTo>
                  <a:pt x="549649" y="13970"/>
                </a:lnTo>
                <a:lnTo>
                  <a:pt x="597909" y="20320"/>
                </a:lnTo>
                <a:lnTo>
                  <a:pt x="649852" y="32385"/>
                </a:lnTo>
                <a:lnTo>
                  <a:pt x="721988" y="56515"/>
                </a:lnTo>
                <a:lnTo>
                  <a:pt x="758056" y="71755"/>
                </a:lnTo>
                <a:lnTo>
                  <a:pt x="793616" y="89027"/>
                </a:lnTo>
                <a:lnTo>
                  <a:pt x="827906" y="108204"/>
                </a:lnTo>
                <a:lnTo>
                  <a:pt x="860672" y="129159"/>
                </a:lnTo>
                <a:lnTo>
                  <a:pt x="905503" y="163449"/>
                </a:lnTo>
                <a:lnTo>
                  <a:pt x="943730" y="201041"/>
                </a:lnTo>
                <a:lnTo>
                  <a:pt x="973702" y="241300"/>
                </a:lnTo>
                <a:lnTo>
                  <a:pt x="993895" y="283718"/>
                </a:lnTo>
                <a:lnTo>
                  <a:pt x="1002912" y="328422"/>
                </a:lnTo>
                <a:lnTo>
                  <a:pt x="1003674" y="344424"/>
                </a:lnTo>
                <a:lnTo>
                  <a:pt x="1003420" y="360807"/>
                </a:lnTo>
                <a:lnTo>
                  <a:pt x="996689" y="413385"/>
                </a:lnTo>
                <a:lnTo>
                  <a:pt x="987672" y="450850"/>
                </a:lnTo>
                <a:lnTo>
                  <a:pt x="975261" y="490347"/>
                </a:lnTo>
                <a:lnTo>
                  <a:pt x="959859" y="530987"/>
                </a:lnTo>
                <a:lnTo>
                  <a:pt x="941571" y="573151"/>
                </a:lnTo>
                <a:lnTo>
                  <a:pt x="920870" y="616712"/>
                </a:lnTo>
                <a:lnTo>
                  <a:pt x="897883" y="661543"/>
                </a:lnTo>
                <a:lnTo>
                  <a:pt x="872864" y="707263"/>
                </a:lnTo>
                <a:lnTo>
                  <a:pt x="846194" y="753872"/>
                </a:lnTo>
                <a:lnTo>
                  <a:pt x="818127" y="801116"/>
                </a:lnTo>
                <a:lnTo>
                  <a:pt x="788917" y="848995"/>
                </a:lnTo>
                <a:lnTo>
                  <a:pt x="758818" y="897382"/>
                </a:lnTo>
                <a:lnTo>
                  <a:pt x="697350" y="994791"/>
                </a:lnTo>
                <a:lnTo>
                  <a:pt x="708018" y="1001649"/>
                </a:lnTo>
                <a:lnTo>
                  <a:pt x="769613" y="904113"/>
                </a:lnTo>
                <a:lnTo>
                  <a:pt x="799712" y="855726"/>
                </a:lnTo>
                <a:lnTo>
                  <a:pt x="828922" y="807847"/>
                </a:lnTo>
                <a:lnTo>
                  <a:pt x="857116" y="760222"/>
                </a:lnTo>
                <a:lnTo>
                  <a:pt x="883913" y="713486"/>
                </a:lnTo>
                <a:lnTo>
                  <a:pt x="909059" y="667639"/>
                </a:lnTo>
                <a:lnTo>
                  <a:pt x="932173" y="622554"/>
                </a:lnTo>
                <a:lnTo>
                  <a:pt x="953128" y="578612"/>
                </a:lnTo>
                <a:lnTo>
                  <a:pt x="971670" y="535813"/>
                </a:lnTo>
                <a:lnTo>
                  <a:pt x="987291" y="494411"/>
                </a:lnTo>
                <a:lnTo>
                  <a:pt x="999864" y="454406"/>
                </a:lnTo>
                <a:lnTo>
                  <a:pt x="1009135" y="416052"/>
                </a:lnTo>
                <a:lnTo>
                  <a:pt x="1016120" y="361823"/>
                </a:lnTo>
                <a:lnTo>
                  <a:pt x="1016363" y="344424"/>
                </a:lnTo>
                <a:lnTo>
                  <a:pt x="1015612" y="327787"/>
                </a:lnTo>
                <a:lnTo>
                  <a:pt x="1006087" y="280162"/>
                </a:lnTo>
                <a:lnTo>
                  <a:pt x="984751" y="234950"/>
                </a:lnTo>
                <a:lnTo>
                  <a:pt x="953509" y="192913"/>
                </a:lnTo>
                <a:lnTo>
                  <a:pt x="914012" y="154051"/>
                </a:lnTo>
                <a:lnTo>
                  <a:pt x="884040" y="130175"/>
                </a:lnTo>
                <a:lnTo>
                  <a:pt x="834637" y="97536"/>
                </a:lnTo>
                <a:lnTo>
                  <a:pt x="799839" y="77978"/>
                </a:lnTo>
                <a:lnTo>
                  <a:pt x="763644" y="60452"/>
                </a:lnTo>
                <a:lnTo>
                  <a:pt x="726814" y="44831"/>
                </a:lnTo>
                <a:lnTo>
                  <a:pt x="689984" y="31496"/>
                </a:lnTo>
                <a:lnTo>
                  <a:pt x="653408" y="20193"/>
                </a:lnTo>
                <a:lnTo>
                  <a:pt x="635374" y="15494"/>
                </a:lnTo>
                <a:lnTo>
                  <a:pt x="623238" y="12700"/>
                </a:lnTo>
                <a:close/>
              </a:path>
              <a:path w="1016635" h="1002029">
                <a:moveTo>
                  <a:pt x="181275" y="812217"/>
                </a:moveTo>
                <a:lnTo>
                  <a:pt x="130549" y="838581"/>
                </a:lnTo>
                <a:lnTo>
                  <a:pt x="245484" y="922020"/>
                </a:lnTo>
                <a:lnTo>
                  <a:pt x="243898" y="823468"/>
                </a:lnTo>
                <a:lnTo>
                  <a:pt x="187064" y="823468"/>
                </a:lnTo>
                <a:lnTo>
                  <a:pt x="181275" y="812217"/>
                </a:lnTo>
                <a:close/>
              </a:path>
              <a:path w="1016635" h="1002029">
                <a:moveTo>
                  <a:pt x="192537" y="806364"/>
                </a:moveTo>
                <a:lnTo>
                  <a:pt x="181275" y="812217"/>
                </a:lnTo>
                <a:lnTo>
                  <a:pt x="187064" y="823468"/>
                </a:lnTo>
                <a:lnTo>
                  <a:pt x="198367" y="817753"/>
                </a:lnTo>
                <a:lnTo>
                  <a:pt x="192537" y="806364"/>
                </a:lnTo>
                <a:close/>
              </a:path>
              <a:path w="1016635" h="1002029">
                <a:moveTo>
                  <a:pt x="243198" y="780034"/>
                </a:moveTo>
                <a:lnTo>
                  <a:pt x="192537" y="806364"/>
                </a:lnTo>
                <a:lnTo>
                  <a:pt x="198367" y="817753"/>
                </a:lnTo>
                <a:lnTo>
                  <a:pt x="187064" y="823468"/>
                </a:lnTo>
                <a:lnTo>
                  <a:pt x="243898" y="823468"/>
                </a:lnTo>
                <a:lnTo>
                  <a:pt x="243198" y="780034"/>
                </a:lnTo>
                <a:close/>
              </a:path>
              <a:path w="1016635" h="1002029">
                <a:moveTo>
                  <a:pt x="517772" y="0"/>
                </a:moveTo>
                <a:lnTo>
                  <a:pt x="462781" y="2667"/>
                </a:lnTo>
                <a:lnTo>
                  <a:pt x="403599" y="10287"/>
                </a:lnTo>
                <a:lnTo>
                  <a:pt x="362451" y="18034"/>
                </a:lnTo>
                <a:lnTo>
                  <a:pt x="320922" y="28067"/>
                </a:lnTo>
                <a:lnTo>
                  <a:pt x="279393" y="40005"/>
                </a:lnTo>
                <a:lnTo>
                  <a:pt x="238626" y="53975"/>
                </a:lnTo>
                <a:lnTo>
                  <a:pt x="199256" y="69977"/>
                </a:lnTo>
                <a:lnTo>
                  <a:pt x="161664" y="87884"/>
                </a:lnTo>
                <a:lnTo>
                  <a:pt x="126612" y="107569"/>
                </a:lnTo>
                <a:lnTo>
                  <a:pt x="94735" y="129159"/>
                </a:lnTo>
                <a:lnTo>
                  <a:pt x="54095" y="164973"/>
                </a:lnTo>
                <a:lnTo>
                  <a:pt x="24123" y="204978"/>
                </a:lnTo>
                <a:lnTo>
                  <a:pt x="6597" y="249047"/>
                </a:lnTo>
                <a:lnTo>
                  <a:pt x="120" y="298069"/>
                </a:lnTo>
                <a:lnTo>
                  <a:pt x="0" y="315595"/>
                </a:lnTo>
                <a:lnTo>
                  <a:pt x="882" y="333629"/>
                </a:lnTo>
                <a:lnTo>
                  <a:pt x="8756" y="390525"/>
                </a:lnTo>
                <a:lnTo>
                  <a:pt x="18154" y="430784"/>
                </a:lnTo>
                <a:lnTo>
                  <a:pt x="30473" y="472694"/>
                </a:lnTo>
                <a:lnTo>
                  <a:pt x="45459" y="516255"/>
                </a:lnTo>
                <a:lnTo>
                  <a:pt x="72256" y="583946"/>
                </a:lnTo>
                <a:lnTo>
                  <a:pt x="92576" y="630555"/>
                </a:lnTo>
                <a:lnTo>
                  <a:pt x="114547" y="678180"/>
                </a:lnTo>
                <a:lnTo>
                  <a:pt x="137915" y="726567"/>
                </a:lnTo>
                <a:lnTo>
                  <a:pt x="162426" y="775589"/>
                </a:lnTo>
                <a:lnTo>
                  <a:pt x="181275" y="812217"/>
                </a:lnTo>
                <a:lnTo>
                  <a:pt x="192537" y="806364"/>
                </a:lnTo>
                <a:lnTo>
                  <a:pt x="173856" y="769874"/>
                </a:lnTo>
                <a:lnTo>
                  <a:pt x="149345" y="720979"/>
                </a:lnTo>
                <a:lnTo>
                  <a:pt x="126104" y="672846"/>
                </a:lnTo>
                <a:lnTo>
                  <a:pt x="104260" y="625475"/>
                </a:lnTo>
                <a:lnTo>
                  <a:pt x="84067" y="579120"/>
                </a:lnTo>
                <a:lnTo>
                  <a:pt x="65652" y="534035"/>
                </a:lnTo>
                <a:lnTo>
                  <a:pt x="49566" y="490093"/>
                </a:lnTo>
                <a:lnTo>
                  <a:pt x="36188" y="448183"/>
                </a:lnTo>
                <a:lnTo>
                  <a:pt x="25520" y="407797"/>
                </a:lnTo>
                <a:lnTo>
                  <a:pt x="17773" y="369189"/>
                </a:lnTo>
                <a:lnTo>
                  <a:pt x="12693" y="315595"/>
                </a:lnTo>
                <a:lnTo>
                  <a:pt x="12749" y="298069"/>
                </a:lnTo>
                <a:lnTo>
                  <a:pt x="18789" y="252603"/>
                </a:lnTo>
                <a:lnTo>
                  <a:pt x="34791" y="211836"/>
                </a:lnTo>
                <a:lnTo>
                  <a:pt x="63112" y="173990"/>
                </a:lnTo>
                <a:lnTo>
                  <a:pt x="102101" y="139573"/>
                </a:lnTo>
                <a:lnTo>
                  <a:pt x="149853" y="108712"/>
                </a:lnTo>
                <a:lnTo>
                  <a:pt x="185413" y="90297"/>
                </a:lnTo>
                <a:lnTo>
                  <a:pt x="242817" y="66040"/>
                </a:lnTo>
                <a:lnTo>
                  <a:pt x="282949" y="52197"/>
                </a:lnTo>
                <a:lnTo>
                  <a:pt x="323843" y="40386"/>
                </a:lnTo>
                <a:lnTo>
                  <a:pt x="364864" y="30480"/>
                </a:lnTo>
                <a:lnTo>
                  <a:pt x="405377" y="22860"/>
                </a:lnTo>
                <a:lnTo>
                  <a:pt x="444747" y="17272"/>
                </a:lnTo>
                <a:lnTo>
                  <a:pt x="500246" y="12954"/>
                </a:lnTo>
                <a:lnTo>
                  <a:pt x="517518" y="12700"/>
                </a:lnTo>
                <a:lnTo>
                  <a:pt x="623238" y="12700"/>
                </a:lnTo>
                <a:lnTo>
                  <a:pt x="617721" y="11430"/>
                </a:lnTo>
                <a:lnTo>
                  <a:pt x="566921" y="2794"/>
                </a:lnTo>
                <a:lnTo>
                  <a:pt x="534663" y="381"/>
                </a:lnTo>
                <a:lnTo>
                  <a:pt x="517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38400" y="5422901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609600" h="127000">
                <a:moveTo>
                  <a:pt x="482600" y="0"/>
                </a:moveTo>
                <a:lnTo>
                  <a:pt x="482600" y="127000"/>
                </a:lnTo>
                <a:lnTo>
                  <a:pt x="596900" y="69850"/>
                </a:lnTo>
                <a:lnTo>
                  <a:pt x="495300" y="69850"/>
                </a:lnTo>
                <a:lnTo>
                  <a:pt x="495300" y="57150"/>
                </a:lnTo>
                <a:lnTo>
                  <a:pt x="596900" y="57150"/>
                </a:lnTo>
                <a:lnTo>
                  <a:pt x="482600" y="0"/>
                </a:lnTo>
                <a:close/>
              </a:path>
              <a:path w="609600" h="127000">
                <a:moveTo>
                  <a:pt x="4826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482600" y="69850"/>
                </a:lnTo>
                <a:lnTo>
                  <a:pt x="482600" y="57150"/>
                </a:lnTo>
                <a:close/>
              </a:path>
              <a:path w="609600" h="127000">
                <a:moveTo>
                  <a:pt x="596900" y="57150"/>
                </a:moveTo>
                <a:lnTo>
                  <a:pt x="495300" y="57150"/>
                </a:lnTo>
                <a:lnTo>
                  <a:pt x="495300" y="69850"/>
                </a:lnTo>
                <a:lnTo>
                  <a:pt x="596900" y="69850"/>
                </a:lnTo>
                <a:lnTo>
                  <a:pt x="609600" y="63500"/>
                </a:lnTo>
                <a:lnTo>
                  <a:pt x="5969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86200" y="5422901"/>
            <a:ext cx="2209800" cy="127000"/>
          </a:xfrm>
          <a:custGeom>
            <a:avLst/>
            <a:gdLst/>
            <a:ahLst/>
            <a:cxnLst/>
            <a:rect l="l" t="t" r="r" b="b"/>
            <a:pathLst>
              <a:path w="2209800" h="127000">
                <a:moveTo>
                  <a:pt x="2082800" y="0"/>
                </a:moveTo>
                <a:lnTo>
                  <a:pt x="2082800" y="127000"/>
                </a:lnTo>
                <a:lnTo>
                  <a:pt x="2197100" y="69850"/>
                </a:lnTo>
                <a:lnTo>
                  <a:pt x="2095500" y="69850"/>
                </a:lnTo>
                <a:lnTo>
                  <a:pt x="2095500" y="57150"/>
                </a:lnTo>
                <a:lnTo>
                  <a:pt x="2197100" y="57150"/>
                </a:lnTo>
                <a:lnTo>
                  <a:pt x="2082800" y="0"/>
                </a:lnTo>
                <a:close/>
              </a:path>
              <a:path w="2209800" h="127000">
                <a:moveTo>
                  <a:pt x="20828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082800" y="69850"/>
                </a:lnTo>
                <a:lnTo>
                  <a:pt x="2082800" y="57150"/>
                </a:lnTo>
                <a:close/>
              </a:path>
              <a:path w="2209800" h="127000">
                <a:moveTo>
                  <a:pt x="2197100" y="57150"/>
                </a:moveTo>
                <a:lnTo>
                  <a:pt x="2095500" y="57150"/>
                </a:lnTo>
                <a:lnTo>
                  <a:pt x="2095500" y="69850"/>
                </a:lnTo>
                <a:lnTo>
                  <a:pt x="2197100" y="69850"/>
                </a:lnTo>
                <a:lnTo>
                  <a:pt x="2209800" y="63500"/>
                </a:lnTo>
                <a:lnTo>
                  <a:pt x="21971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484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96000" y="49530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1143000" h="1066800">
                <a:moveTo>
                  <a:pt x="0" y="533400"/>
                </a:moveTo>
                <a:lnTo>
                  <a:pt x="2098" y="487368"/>
                </a:lnTo>
                <a:lnTo>
                  <a:pt x="8277" y="442426"/>
                </a:lnTo>
                <a:lnTo>
                  <a:pt x="18367" y="398732"/>
                </a:lnTo>
                <a:lnTo>
                  <a:pt x="32195" y="356448"/>
                </a:lnTo>
                <a:lnTo>
                  <a:pt x="49589" y="315731"/>
                </a:lnTo>
                <a:lnTo>
                  <a:pt x="70379" y="276744"/>
                </a:lnTo>
                <a:lnTo>
                  <a:pt x="94392" y="239645"/>
                </a:lnTo>
                <a:lnTo>
                  <a:pt x="121457" y="204594"/>
                </a:lnTo>
                <a:lnTo>
                  <a:pt x="151402" y="171752"/>
                </a:lnTo>
                <a:lnTo>
                  <a:pt x="184056" y="141279"/>
                </a:lnTo>
                <a:lnTo>
                  <a:pt x="219246" y="113334"/>
                </a:lnTo>
                <a:lnTo>
                  <a:pt x="256802" y="88078"/>
                </a:lnTo>
                <a:lnTo>
                  <a:pt x="296551" y="65670"/>
                </a:lnTo>
                <a:lnTo>
                  <a:pt x="338322" y="46271"/>
                </a:lnTo>
                <a:lnTo>
                  <a:pt x="381944" y="30040"/>
                </a:lnTo>
                <a:lnTo>
                  <a:pt x="427244" y="17137"/>
                </a:lnTo>
                <a:lnTo>
                  <a:pt x="474051" y="7723"/>
                </a:lnTo>
                <a:lnTo>
                  <a:pt x="522193" y="1957"/>
                </a:lnTo>
                <a:lnTo>
                  <a:pt x="571500" y="0"/>
                </a:lnTo>
                <a:lnTo>
                  <a:pt x="620806" y="1957"/>
                </a:lnTo>
                <a:lnTo>
                  <a:pt x="668948" y="7723"/>
                </a:lnTo>
                <a:lnTo>
                  <a:pt x="715755" y="17137"/>
                </a:lnTo>
                <a:lnTo>
                  <a:pt x="761055" y="30040"/>
                </a:lnTo>
                <a:lnTo>
                  <a:pt x="804677" y="46271"/>
                </a:lnTo>
                <a:lnTo>
                  <a:pt x="846448" y="65670"/>
                </a:lnTo>
                <a:lnTo>
                  <a:pt x="886197" y="88078"/>
                </a:lnTo>
                <a:lnTo>
                  <a:pt x="923753" y="113334"/>
                </a:lnTo>
                <a:lnTo>
                  <a:pt x="958943" y="141279"/>
                </a:lnTo>
                <a:lnTo>
                  <a:pt x="991597" y="171752"/>
                </a:lnTo>
                <a:lnTo>
                  <a:pt x="1021542" y="204594"/>
                </a:lnTo>
                <a:lnTo>
                  <a:pt x="1048607" y="239645"/>
                </a:lnTo>
                <a:lnTo>
                  <a:pt x="1072620" y="276744"/>
                </a:lnTo>
                <a:lnTo>
                  <a:pt x="1093410" y="315731"/>
                </a:lnTo>
                <a:lnTo>
                  <a:pt x="1110804" y="356448"/>
                </a:lnTo>
                <a:lnTo>
                  <a:pt x="1124632" y="398732"/>
                </a:lnTo>
                <a:lnTo>
                  <a:pt x="1134722" y="442426"/>
                </a:lnTo>
                <a:lnTo>
                  <a:pt x="1140901" y="487368"/>
                </a:lnTo>
                <a:lnTo>
                  <a:pt x="1143000" y="533400"/>
                </a:lnTo>
                <a:lnTo>
                  <a:pt x="1140901" y="579423"/>
                </a:lnTo>
                <a:lnTo>
                  <a:pt x="1134722" y="624360"/>
                </a:lnTo>
                <a:lnTo>
                  <a:pt x="1124632" y="668049"/>
                </a:lnTo>
                <a:lnTo>
                  <a:pt x="1110804" y="710331"/>
                </a:lnTo>
                <a:lnTo>
                  <a:pt x="1093410" y="751046"/>
                </a:lnTo>
                <a:lnTo>
                  <a:pt x="1072620" y="790033"/>
                </a:lnTo>
                <a:lnTo>
                  <a:pt x="1048607" y="827132"/>
                </a:lnTo>
                <a:lnTo>
                  <a:pt x="1021542" y="862183"/>
                </a:lnTo>
                <a:lnTo>
                  <a:pt x="991597" y="895027"/>
                </a:lnTo>
                <a:lnTo>
                  <a:pt x="958943" y="925502"/>
                </a:lnTo>
                <a:lnTo>
                  <a:pt x="923753" y="953449"/>
                </a:lnTo>
                <a:lnTo>
                  <a:pt x="886197" y="978708"/>
                </a:lnTo>
                <a:lnTo>
                  <a:pt x="846448" y="1001119"/>
                </a:lnTo>
                <a:lnTo>
                  <a:pt x="804677" y="1020521"/>
                </a:lnTo>
                <a:lnTo>
                  <a:pt x="761055" y="1036754"/>
                </a:lnTo>
                <a:lnTo>
                  <a:pt x="715755" y="1049659"/>
                </a:lnTo>
                <a:lnTo>
                  <a:pt x="668948" y="1059075"/>
                </a:lnTo>
                <a:lnTo>
                  <a:pt x="620806" y="1064842"/>
                </a:lnTo>
                <a:lnTo>
                  <a:pt x="571500" y="1066800"/>
                </a:lnTo>
                <a:lnTo>
                  <a:pt x="522193" y="1064842"/>
                </a:lnTo>
                <a:lnTo>
                  <a:pt x="474051" y="1059075"/>
                </a:lnTo>
                <a:lnTo>
                  <a:pt x="427244" y="1049659"/>
                </a:lnTo>
                <a:lnTo>
                  <a:pt x="381944" y="1036754"/>
                </a:lnTo>
                <a:lnTo>
                  <a:pt x="338322" y="1020521"/>
                </a:lnTo>
                <a:lnTo>
                  <a:pt x="296551" y="1001119"/>
                </a:lnTo>
                <a:lnTo>
                  <a:pt x="256802" y="978708"/>
                </a:lnTo>
                <a:lnTo>
                  <a:pt x="219246" y="953449"/>
                </a:lnTo>
                <a:lnTo>
                  <a:pt x="184056" y="925502"/>
                </a:lnTo>
                <a:lnTo>
                  <a:pt x="151402" y="895027"/>
                </a:lnTo>
                <a:lnTo>
                  <a:pt x="121457" y="862183"/>
                </a:lnTo>
                <a:lnTo>
                  <a:pt x="94392" y="827132"/>
                </a:lnTo>
                <a:lnTo>
                  <a:pt x="70379" y="790033"/>
                </a:lnTo>
                <a:lnTo>
                  <a:pt x="49589" y="751046"/>
                </a:lnTo>
                <a:lnTo>
                  <a:pt x="32195" y="710331"/>
                </a:lnTo>
                <a:lnTo>
                  <a:pt x="18367" y="668049"/>
                </a:lnTo>
                <a:lnTo>
                  <a:pt x="8277" y="624360"/>
                </a:lnTo>
                <a:lnTo>
                  <a:pt x="2098" y="579423"/>
                </a:lnTo>
                <a:lnTo>
                  <a:pt x="0" y="5334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67865" y="3657605"/>
            <a:ext cx="900415" cy="447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825057" y="1289912"/>
            <a:ext cx="2641600" cy="284821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0"/>
              </a:spcBef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700" dirty="0">
              <a:latin typeface="Times New Roman"/>
              <a:cs typeface="Times New Roman"/>
            </a:endParaRPr>
          </a:p>
          <a:p>
            <a:pPr marL="36195">
              <a:lnSpc>
                <a:spcPts val="4240"/>
              </a:lnSpc>
              <a:spcBef>
                <a:spcPts val="3834"/>
              </a:spcBef>
              <a:tabLst>
                <a:tab pos="893444" algn="l"/>
              </a:tabLst>
            </a:pPr>
            <a:r>
              <a:rPr sz="3600" i="1" spc="45" dirty="0">
                <a:latin typeface="Times New Roman"/>
                <a:cs typeface="Times New Roman"/>
              </a:rPr>
              <a:t>b	</a:t>
            </a:r>
            <a:r>
              <a:rPr sz="3600" i="1" spc="15" dirty="0">
                <a:latin typeface="Times New Roman"/>
                <a:cs typeface="Times New Roman"/>
              </a:rPr>
              <a:t>b</a:t>
            </a:r>
            <a:r>
              <a:rPr sz="3600" spc="15" dirty="0">
                <a:latin typeface="Times New Roman"/>
                <a:cs typeface="Times New Roman"/>
              </a:rPr>
              <a:t>,</a:t>
            </a:r>
            <a:r>
              <a:rPr sz="3600" spc="-434" dirty="0">
                <a:latin typeface="Times New Roman"/>
                <a:cs typeface="Times New Roman"/>
              </a:rPr>
              <a:t> </a:t>
            </a:r>
            <a:r>
              <a:rPr sz="3600" i="1" spc="45" dirty="0">
                <a:latin typeface="Times New Roman"/>
                <a:cs typeface="Times New Roman"/>
              </a:rPr>
              <a:t>L</a:t>
            </a:r>
            <a:endParaRPr sz="3600" dirty="0">
              <a:latin typeface="Times New Roman"/>
              <a:cs typeface="Times New Roman"/>
            </a:endParaRPr>
          </a:p>
          <a:p>
            <a:pPr marL="12700">
              <a:lnSpc>
                <a:spcPts val="4240"/>
              </a:lnSpc>
              <a:tabLst>
                <a:tab pos="886460" algn="l"/>
              </a:tabLst>
            </a:pPr>
            <a:r>
              <a:rPr sz="3600" i="1" spc="65" dirty="0">
                <a:latin typeface="Times New Roman"/>
                <a:cs typeface="Times New Roman"/>
              </a:rPr>
              <a:t>a	</a:t>
            </a:r>
            <a:r>
              <a:rPr sz="3600" i="1" spc="40" dirty="0">
                <a:latin typeface="Times New Roman"/>
                <a:cs typeface="Times New Roman"/>
              </a:rPr>
              <a:t>a</a:t>
            </a:r>
            <a:r>
              <a:rPr sz="3600" spc="40" dirty="0">
                <a:latin typeface="Times New Roman"/>
                <a:cs typeface="Times New Roman"/>
              </a:rPr>
              <a:t>,</a:t>
            </a:r>
            <a:r>
              <a:rPr sz="3600" spc="-455" dirty="0">
                <a:latin typeface="Times New Roman"/>
                <a:cs typeface="Times New Roman"/>
              </a:rPr>
              <a:t> </a:t>
            </a:r>
            <a:r>
              <a:rPr sz="3600" i="1" spc="80" dirty="0">
                <a:latin typeface="Times New Roman"/>
                <a:cs typeface="Times New Roman"/>
              </a:rPr>
              <a:t>R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186313" y="3117852"/>
            <a:ext cx="900775" cy="458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590800" y="3048000"/>
            <a:ext cx="2057400" cy="609600"/>
          </a:xfrm>
          <a:custGeom>
            <a:avLst/>
            <a:gdLst/>
            <a:ahLst/>
            <a:cxnLst/>
            <a:rect l="l" t="t" r="r" b="b"/>
            <a:pathLst>
              <a:path w="2057400" h="609600">
                <a:moveTo>
                  <a:pt x="0" y="304800"/>
                </a:moveTo>
                <a:lnTo>
                  <a:pt x="9392" y="263453"/>
                </a:lnTo>
                <a:lnTo>
                  <a:pt x="36750" y="223793"/>
                </a:lnTo>
                <a:lnTo>
                  <a:pt x="80849" y="186183"/>
                </a:lnTo>
                <a:lnTo>
                  <a:pt x="140461" y="150988"/>
                </a:lnTo>
                <a:lnTo>
                  <a:pt x="175702" y="134410"/>
                </a:lnTo>
                <a:lnTo>
                  <a:pt x="214362" y="118571"/>
                </a:lnTo>
                <a:lnTo>
                  <a:pt x="256286" y="103518"/>
                </a:lnTo>
                <a:lnTo>
                  <a:pt x="301323" y="89296"/>
                </a:lnTo>
                <a:lnTo>
                  <a:pt x="349318" y="75951"/>
                </a:lnTo>
                <a:lnTo>
                  <a:pt x="400119" y="63527"/>
                </a:lnTo>
                <a:lnTo>
                  <a:pt x="453572" y="52071"/>
                </a:lnTo>
                <a:lnTo>
                  <a:pt x="509523" y="41627"/>
                </a:lnTo>
                <a:lnTo>
                  <a:pt x="567821" y="32242"/>
                </a:lnTo>
                <a:lnTo>
                  <a:pt x="628310" y="23961"/>
                </a:lnTo>
                <a:lnTo>
                  <a:pt x="690839" y="16829"/>
                </a:lnTo>
                <a:lnTo>
                  <a:pt x="755253" y="10892"/>
                </a:lnTo>
                <a:lnTo>
                  <a:pt x="821399" y="6194"/>
                </a:lnTo>
                <a:lnTo>
                  <a:pt x="889125" y="2783"/>
                </a:lnTo>
                <a:lnTo>
                  <a:pt x="958276" y="703"/>
                </a:lnTo>
                <a:lnTo>
                  <a:pt x="1028700" y="0"/>
                </a:lnTo>
                <a:lnTo>
                  <a:pt x="1099138" y="703"/>
                </a:lnTo>
                <a:lnTo>
                  <a:pt x="1168301" y="2783"/>
                </a:lnTo>
                <a:lnTo>
                  <a:pt x="1236036" y="6194"/>
                </a:lnTo>
                <a:lnTo>
                  <a:pt x="1302190" y="10892"/>
                </a:lnTo>
                <a:lnTo>
                  <a:pt x="1366610" y="16829"/>
                </a:lnTo>
                <a:lnTo>
                  <a:pt x="1429142" y="23961"/>
                </a:lnTo>
                <a:lnTo>
                  <a:pt x="1489634" y="32242"/>
                </a:lnTo>
                <a:lnTo>
                  <a:pt x="1547932" y="41627"/>
                </a:lnTo>
                <a:lnTo>
                  <a:pt x="1603883" y="52071"/>
                </a:lnTo>
                <a:lnTo>
                  <a:pt x="1657334" y="63527"/>
                </a:lnTo>
                <a:lnTo>
                  <a:pt x="1708132" y="75951"/>
                </a:lnTo>
                <a:lnTo>
                  <a:pt x="1756124" y="89296"/>
                </a:lnTo>
                <a:lnTo>
                  <a:pt x="1801156" y="103518"/>
                </a:lnTo>
                <a:lnTo>
                  <a:pt x="1843076" y="118571"/>
                </a:lnTo>
                <a:lnTo>
                  <a:pt x="1881730" y="134410"/>
                </a:lnTo>
                <a:lnTo>
                  <a:pt x="1916966" y="150988"/>
                </a:lnTo>
                <a:lnTo>
                  <a:pt x="1976568" y="186183"/>
                </a:lnTo>
                <a:lnTo>
                  <a:pt x="2020658" y="223793"/>
                </a:lnTo>
                <a:lnTo>
                  <a:pt x="2048010" y="263453"/>
                </a:lnTo>
                <a:lnTo>
                  <a:pt x="2057400" y="304800"/>
                </a:lnTo>
                <a:lnTo>
                  <a:pt x="2055027" y="325676"/>
                </a:lnTo>
                <a:lnTo>
                  <a:pt x="2048010" y="346173"/>
                </a:lnTo>
                <a:lnTo>
                  <a:pt x="2020658" y="385850"/>
                </a:lnTo>
                <a:lnTo>
                  <a:pt x="1976568" y="423469"/>
                </a:lnTo>
                <a:lnTo>
                  <a:pt x="1916966" y="458667"/>
                </a:lnTo>
                <a:lnTo>
                  <a:pt x="1881730" y="475245"/>
                </a:lnTo>
                <a:lnTo>
                  <a:pt x="1843076" y="491082"/>
                </a:lnTo>
                <a:lnTo>
                  <a:pt x="1801156" y="506132"/>
                </a:lnTo>
                <a:lnTo>
                  <a:pt x="1756124" y="520350"/>
                </a:lnTo>
                <a:lnTo>
                  <a:pt x="1708132" y="533692"/>
                </a:lnTo>
                <a:lnTo>
                  <a:pt x="1657334" y="546111"/>
                </a:lnTo>
                <a:lnTo>
                  <a:pt x="1603883" y="557562"/>
                </a:lnTo>
                <a:lnTo>
                  <a:pt x="1547932" y="568000"/>
                </a:lnTo>
                <a:lnTo>
                  <a:pt x="1489634" y="577380"/>
                </a:lnTo>
                <a:lnTo>
                  <a:pt x="1429142" y="585656"/>
                </a:lnTo>
                <a:lnTo>
                  <a:pt x="1366610" y="592783"/>
                </a:lnTo>
                <a:lnTo>
                  <a:pt x="1302190" y="598716"/>
                </a:lnTo>
                <a:lnTo>
                  <a:pt x="1236036" y="603410"/>
                </a:lnTo>
                <a:lnTo>
                  <a:pt x="1168301" y="606818"/>
                </a:lnTo>
                <a:lnTo>
                  <a:pt x="1099138" y="608897"/>
                </a:lnTo>
                <a:lnTo>
                  <a:pt x="1028700" y="609600"/>
                </a:lnTo>
                <a:lnTo>
                  <a:pt x="958261" y="608897"/>
                </a:lnTo>
                <a:lnTo>
                  <a:pt x="889098" y="606818"/>
                </a:lnTo>
                <a:lnTo>
                  <a:pt x="821363" y="603410"/>
                </a:lnTo>
                <a:lnTo>
                  <a:pt x="755209" y="598716"/>
                </a:lnTo>
                <a:lnTo>
                  <a:pt x="690789" y="592783"/>
                </a:lnTo>
                <a:lnTo>
                  <a:pt x="628257" y="585656"/>
                </a:lnTo>
                <a:lnTo>
                  <a:pt x="567765" y="577380"/>
                </a:lnTo>
                <a:lnTo>
                  <a:pt x="509467" y="568000"/>
                </a:lnTo>
                <a:lnTo>
                  <a:pt x="453516" y="557562"/>
                </a:lnTo>
                <a:lnTo>
                  <a:pt x="400065" y="546111"/>
                </a:lnTo>
                <a:lnTo>
                  <a:pt x="349267" y="533692"/>
                </a:lnTo>
                <a:lnTo>
                  <a:pt x="301275" y="520350"/>
                </a:lnTo>
                <a:lnTo>
                  <a:pt x="256243" y="506132"/>
                </a:lnTo>
                <a:lnTo>
                  <a:pt x="214323" y="491082"/>
                </a:lnTo>
                <a:lnTo>
                  <a:pt x="175669" y="475245"/>
                </a:lnTo>
                <a:lnTo>
                  <a:pt x="140433" y="458667"/>
                </a:lnTo>
                <a:lnTo>
                  <a:pt x="80831" y="423469"/>
                </a:lnTo>
                <a:lnTo>
                  <a:pt x="36741" y="385850"/>
                </a:lnTo>
                <a:lnTo>
                  <a:pt x="9389" y="346173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251640" y="5137963"/>
            <a:ext cx="43180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79"/>
              </a:lnSpc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12845" y="5147476"/>
            <a:ext cx="3987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00"/>
              </a:lnSpc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2063" y="352489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83440" y="35353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89805" y="331977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71183" y="333022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0" name="object 20"/>
          <p:cNvSpPr/>
          <p:nvPr/>
        </p:nvSpPr>
        <p:spPr>
          <a:xfrm>
            <a:off x="4569583" y="4953000"/>
            <a:ext cx="900388" cy="4472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3"/>
          <p:cNvSpPr txBox="1"/>
          <p:nvPr/>
        </p:nvSpPr>
        <p:spPr>
          <a:xfrm>
            <a:off x="5315103" y="4875310"/>
            <a:ext cx="464820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54"/>
              </a:lnSpc>
            </a:pPr>
            <a:r>
              <a:rPr sz="3600" spc="25" dirty="0">
                <a:latin typeface="Times New Roman"/>
                <a:cs typeface="Times New Roman"/>
              </a:rPr>
              <a:t>,</a:t>
            </a:r>
            <a:r>
              <a:rPr sz="3600" spc="-520" dirty="0">
                <a:latin typeface="Times New Roman"/>
                <a:cs typeface="Times New Roman"/>
              </a:rPr>
              <a:t> </a:t>
            </a:r>
            <a:r>
              <a:rPr sz="3600" i="1" spc="65" dirty="0">
                <a:latin typeface="Times New Roman"/>
                <a:cs typeface="Times New Roman"/>
              </a:rPr>
              <a:t>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203972" y="4946755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53376" y="491034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3922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419100" y="0"/>
                </a:moveTo>
                <a:lnTo>
                  <a:pt x="370213" y="2563"/>
                </a:lnTo>
                <a:lnTo>
                  <a:pt x="322985" y="10061"/>
                </a:lnTo>
                <a:lnTo>
                  <a:pt x="277731" y="22209"/>
                </a:lnTo>
                <a:lnTo>
                  <a:pt x="234764" y="38722"/>
                </a:lnTo>
                <a:lnTo>
                  <a:pt x="194399" y="59312"/>
                </a:lnTo>
                <a:lnTo>
                  <a:pt x="156949" y="83695"/>
                </a:lnTo>
                <a:lnTo>
                  <a:pt x="122729" y="111585"/>
                </a:lnTo>
                <a:lnTo>
                  <a:pt x="92053" y="142696"/>
                </a:lnTo>
                <a:lnTo>
                  <a:pt x="65234" y="176742"/>
                </a:lnTo>
                <a:lnTo>
                  <a:pt x="42587" y="213437"/>
                </a:lnTo>
                <a:lnTo>
                  <a:pt x="24426" y="252497"/>
                </a:lnTo>
                <a:lnTo>
                  <a:pt x="11065" y="293634"/>
                </a:lnTo>
                <a:lnTo>
                  <a:pt x="2818" y="336563"/>
                </a:lnTo>
                <a:lnTo>
                  <a:pt x="0" y="381000"/>
                </a:lnTo>
                <a:lnTo>
                  <a:pt x="2818" y="425433"/>
                </a:lnTo>
                <a:lnTo>
                  <a:pt x="11065" y="468361"/>
                </a:lnTo>
                <a:lnTo>
                  <a:pt x="24426" y="509497"/>
                </a:lnTo>
                <a:lnTo>
                  <a:pt x="42587" y="548556"/>
                </a:lnTo>
                <a:lnTo>
                  <a:pt x="65234" y="585252"/>
                </a:lnTo>
                <a:lnTo>
                  <a:pt x="92053" y="619298"/>
                </a:lnTo>
                <a:lnTo>
                  <a:pt x="122729" y="650409"/>
                </a:lnTo>
                <a:lnTo>
                  <a:pt x="156949" y="678300"/>
                </a:lnTo>
                <a:lnTo>
                  <a:pt x="194399" y="702684"/>
                </a:lnTo>
                <a:lnTo>
                  <a:pt x="234764" y="723275"/>
                </a:lnTo>
                <a:lnTo>
                  <a:pt x="277731" y="739788"/>
                </a:lnTo>
                <a:lnTo>
                  <a:pt x="322985" y="751937"/>
                </a:lnTo>
                <a:lnTo>
                  <a:pt x="370213" y="759436"/>
                </a:lnTo>
                <a:lnTo>
                  <a:pt x="419100" y="762000"/>
                </a:lnTo>
                <a:lnTo>
                  <a:pt x="467986" y="759436"/>
                </a:lnTo>
                <a:lnTo>
                  <a:pt x="515214" y="751937"/>
                </a:lnTo>
                <a:lnTo>
                  <a:pt x="560468" y="739788"/>
                </a:lnTo>
                <a:lnTo>
                  <a:pt x="603435" y="723275"/>
                </a:lnTo>
                <a:lnTo>
                  <a:pt x="643800" y="702684"/>
                </a:lnTo>
                <a:lnTo>
                  <a:pt x="681250" y="678300"/>
                </a:lnTo>
                <a:lnTo>
                  <a:pt x="715470" y="650409"/>
                </a:lnTo>
                <a:lnTo>
                  <a:pt x="746146" y="619298"/>
                </a:lnTo>
                <a:lnTo>
                  <a:pt x="772965" y="585252"/>
                </a:lnTo>
                <a:lnTo>
                  <a:pt x="795612" y="548556"/>
                </a:lnTo>
                <a:lnTo>
                  <a:pt x="813773" y="509497"/>
                </a:lnTo>
                <a:lnTo>
                  <a:pt x="827134" y="468361"/>
                </a:lnTo>
                <a:lnTo>
                  <a:pt x="835381" y="425433"/>
                </a:lnTo>
                <a:lnTo>
                  <a:pt x="838200" y="381000"/>
                </a:lnTo>
                <a:lnTo>
                  <a:pt x="835381" y="336563"/>
                </a:lnTo>
                <a:lnTo>
                  <a:pt x="827134" y="293634"/>
                </a:lnTo>
                <a:lnTo>
                  <a:pt x="813773" y="252497"/>
                </a:lnTo>
                <a:lnTo>
                  <a:pt x="795612" y="213437"/>
                </a:lnTo>
                <a:lnTo>
                  <a:pt x="772965" y="176742"/>
                </a:lnTo>
                <a:lnTo>
                  <a:pt x="746146" y="142696"/>
                </a:lnTo>
                <a:lnTo>
                  <a:pt x="715470" y="111585"/>
                </a:lnTo>
                <a:lnTo>
                  <a:pt x="681250" y="83695"/>
                </a:lnTo>
                <a:lnTo>
                  <a:pt x="643800" y="59312"/>
                </a:lnTo>
                <a:lnTo>
                  <a:pt x="603435" y="38722"/>
                </a:lnTo>
                <a:lnTo>
                  <a:pt x="560468" y="22209"/>
                </a:lnTo>
                <a:lnTo>
                  <a:pt x="515214" y="10061"/>
                </a:lnTo>
                <a:lnTo>
                  <a:pt x="467986" y="2563"/>
                </a:lnTo>
                <a:lnTo>
                  <a:pt x="419100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480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08500" y="996950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69850" y="114300"/>
                </a:moveTo>
                <a:lnTo>
                  <a:pt x="57150" y="114300"/>
                </a:lnTo>
                <a:lnTo>
                  <a:pt x="57150" y="457200"/>
                </a:lnTo>
                <a:lnTo>
                  <a:pt x="69850" y="457200"/>
                </a:lnTo>
                <a:lnTo>
                  <a:pt x="69850" y="114300"/>
                </a:lnTo>
                <a:close/>
              </a:path>
              <a:path w="127000" h="4572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4572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961495"/>
              </p:ext>
            </p:extLst>
          </p:nvPr>
        </p:nvGraphicFramePr>
        <p:xfrm>
          <a:off x="2584451" y="298450"/>
          <a:ext cx="5105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3031116" y="4183379"/>
            <a:ext cx="1016635" cy="1002030"/>
          </a:xfrm>
          <a:custGeom>
            <a:avLst/>
            <a:gdLst/>
            <a:ahLst/>
            <a:cxnLst/>
            <a:rect l="l" t="t" r="r" b="b"/>
            <a:pathLst>
              <a:path w="1016635" h="1002029">
                <a:moveTo>
                  <a:pt x="623238" y="12700"/>
                </a:moveTo>
                <a:lnTo>
                  <a:pt x="517518" y="12700"/>
                </a:lnTo>
                <a:lnTo>
                  <a:pt x="534028" y="13081"/>
                </a:lnTo>
                <a:lnTo>
                  <a:pt x="549649" y="13970"/>
                </a:lnTo>
                <a:lnTo>
                  <a:pt x="597909" y="20320"/>
                </a:lnTo>
                <a:lnTo>
                  <a:pt x="649852" y="32385"/>
                </a:lnTo>
                <a:lnTo>
                  <a:pt x="721988" y="56515"/>
                </a:lnTo>
                <a:lnTo>
                  <a:pt x="758056" y="71755"/>
                </a:lnTo>
                <a:lnTo>
                  <a:pt x="793616" y="89027"/>
                </a:lnTo>
                <a:lnTo>
                  <a:pt x="827906" y="108204"/>
                </a:lnTo>
                <a:lnTo>
                  <a:pt x="860672" y="129159"/>
                </a:lnTo>
                <a:lnTo>
                  <a:pt x="905503" y="163449"/>
                </a:lnTo>
                <a:lnTo>
                  <a:pt x="943730" y="201041"/>
                </a:lnTo>
                <a:lnTo>
                  <a:pt x="973702" y="241300"/>
                </a:lnTo>
                <a:lnTo>
                  <a:pt x="993895" y="283718"/>
                </a:lnTo>
                <a:lnTo>
                  <a:pt x="1002912" y="328422"/>
                </a:lnTo>
                <a:lnTo>
                  <a:pt x="1003674" y="344424"/>
                </a:lnTo>
                <a:lnTo>
                  <a:pt x="1003420" y="360807"/>
                </a:lnTo>
                <a:lnTo>
                  <a:pt x="996689" y="413385"/>
                </a:lnTo>
                <a:lnTo>
                  <a:pt x="987672" y="450850"/>
                </a:lnTo>
                <a:lnTo>
                  <a:pt x="975261" y="490347"/>
                </a:lnTo>
                <a:lnTo>
                  <a:pt x="959859" y="530987"/>
                </a:lnTo>
                <a:lnTo>
                  <a:pt x="941571" y="573151"/>
                </a:lnTo>
                <a:lnTo>
                  <a:pt x="920870" y="616712"/>
                </a:lnTo>
                <a:lnTo>
                  <a:pt x="897883" y="661543"/>
                </a:lnTo>
                <a:lnTo>
                  <a:pt x="872864" y="707263"/>
                </a:lnTo>
                <a:lnTo>
                  <a:pt x="846194" y="753872"/>
                </a:lnTo>
                <a:lnTo>
                  <a:pt x="818127" y="801116"/>
                </a:lnTo>
                <a:lnTo>
                  <a:pt x="788917" y="848995"/>
                </a:lnTo>
                <a:lnTo>
                  <a:pt x="758818" y="897382"/>
                </a:lnTo>
                <a:lnTo>
                  <a:pt x="697350" y="994791"/>
                </a:lnTo>
                <a:lnTo>
                  <a:pt x="708018" y="1001649"/>
                </a:lnTo>
                <a:lnTo>
                  <a:pt x="769613" y="904113"/>
                </a:lnTo>
                <a:lnTo>
                  <a:pt x="799712" y="855726"/>
                </a:lnTo>
                <a:lnTo>
                  <a:pt x="828922" y="807847"/>
                </a:lnTo>
                <a:lnTo>
                  <a:pt x="857116" y="760222"/>
                </a:lnTo>
                <a:lnTo>
                  <a:pt x="883913" y="713486"/>
                </a:lnTo>
                <a:lnTo>
                  <a:pt x="909059" y="667639"/>
                </a:lnTo>
                <a:lnTo>
                  <a:pt x="932173" y="622554"/>
                </a:lnTo>
                <a:lnTo>
                  <a:pt x="953128" y="578612"/>
                </a:lnTo>
                <a:lnTo>
                  <a:pt x="971670" y="535813"/>
                </a:lnTo>
                <a:lnTo>
                  <a:pt x="987291" y="494411"/>
                </a:lnTo>
                <a:lnTo>
                  <a:pt x="999864" y="454406"/>
                </a:lnTo>
                <a:lnTo>
                  <a:pt x="1009135" y="416052"/>
                </a:lnTo>
                <a:lnTo>
                  <a:pt x="1016120" y="361823"/>
                </a:lnTo>
                <a:lnTo>
                  <a:pt x="1016363" y="344424"/>
                </a:lnTo>
                <a:lnTo>
                  <a:pt x="1015612" y="327787"/>
                </a:lnTo>
                <a:lnTo>
                  <a:pt x="1006087" y="280162"/>
                </a:lnTo>
                <a:lnTo>
                  <a:pt x="984751" y="234950"/>
                </a:lnTo>
                <a:lnTo>
                  <a:pt x="953509" y="192913"/>
                </a:lnTo>
                <a:lnTo>
                  <a:pt x="914012" y="154051"/>
                </a:lnTo>
                <a:lnTo>
                  <a:pt x="884040" y="130175"/>
                </a:lnTo>
                <a:lnTo>
                  <a:pt x="834637" y="97536"/>
                </a:lnTo>
                <a:lnTo>
                  <a:pt x="799839" y="77978"/>
                </a:lnTo>
                <a:lnTo>
                  <a:pt x="763644" y="60452"/>
                </a:lnTo>
                <a:lnTo>
                  <a:pt x="726814" y="44831"/>
                </a:lnTo>
                <a:lnTo>
                  <a:pt x="689984" y="31496"/>
                </a:lnTo>
                <a:lnTo>
                  <a:pt x="653408" y="20193"/>
                </a:lnTo>
                <a:lnTo>
                  <a:pt x="635374" y="15494"/>
                </a:lnTo>
                <a:lnTo>
                  <a:pt x="623238" y="12700"/>
                </a:lnTo>
                <a:close/>
              </a:path>
              <a:path w="1016635" h="1002029">
                <a:moveTo>
                  <a:pt x="181275" y="812217"/>
                </a:moveTo>
                <a:lnTo>
                  <a:pt x="130549" y="838581"/>
                </a:lnTo>
                <a:lnTo>
                  <a:pt x="245484" y="922020"/>
                </a:lnTo>
                <a:lnTo>
                  <a:pt x="243898" y="823468"/>
                </a:lnTo>
                <a:lnTo>
                  <a:pt x="187064" y="823468"/>
                </a:lnTo>
                <a:lnTo>
                  <a:pt x="181275" y="812217"/>
                </a:lnTo>
                <a:close/>
              </a:path>
              <a:path w="1016635" h="1002029">
                <a:moveTo>
                  <a:pt x="192537" y="806364"/>
                </a:moveTo>
                <a:lnTo>
                  <a:pt x="181275" y="812217"/>
                </a:lnTo>
                <a:lnTo>
                  <a:pt x="187064" y="823468"/>
                </a:lnTo>
                <a:lnTo>
                  <a:pt x="198367" y="817753"/>
                </a:lnTo>
                <a:lnTo>
                  <a:pt x="192537" y="806364"/>
                </a:lnTo>
                <a:close/>
              </a:path>
              <a:path w="1016635" h="1002029">
                <a:moveTo>
                  <a:pt x="243198" y="780034"/>
                </a:moveTo>
                <a:lnTo>
                  <a:pt x="192537" y="806364"/>
                </a:lnTo>
                <a:lnTo>
                  <a:pt x="198367" y="817753"/>
                </a:lnTo>
                <a:lnTo>
                  <a:pt x="187064" y="823468"/>
                </a:lnTo>
                <a:lnTo>
                  <a:pt x="243898" y="823468"/>
                </a:lnTo>
                <a:lnTo>
                  <a:pt x="243198" y="780034"/>
                </a:lnTo>
                <a:close/>
              </a:path>
              <a:path w="1016635" h="1002029">
                <a:moveTo>
                  <a:pt x="517772" y="0"/>
                </a:moveTo>
                <a:lnTo>
                  <a:pt x="462781" y="2667"/>
                </a:lnTo>
                <a:lnTo>
                  <a:pt x="403599" y="10287"/>
                </a:lnTo>
                <a:lnTo>
                  <a:pt x="362451" y="18034"/>
                </a:lnTo>
                <a:lnTo>
                  <a:pt x="320922" y="28067"/>
                </a:lnTo>
                <a:lnTo>
                  <a:pt x="279393" y="40005"/>
                </a:lnTo>
                <a:lnTo>
                  <a:pt x="238626" y="53975"/>
                </a:lnTo>
                <a:lnTo>
                  <a:pt x="199256" y="69977"/>
                </a:lnTo>
                <a:lnTo>
                  <a:pt x="161664" y="87884"/>
                </a:lnTo>
                <a:lnTo>
                  <a:pt x="126612" y="107569"/>
                </a:lnTo>
                <a:lnTo>
                  <a:pt x="94735" y="129159"/>
                </a:lnTo>
                <a:lnTo>
                  <a:pt x="54095" y="164973"/>
                </a:lnTo>
                <a:lnTo>
                  <a:pt x="24123" y="204978"/>
                </a:lnTo>
                <a:lnTo>
                  <a:pt x="6597" y="249047"/>
                </a:lnTo>
                <a:lnTo>
                  <a:pt x="120" y="298069"/>
                </a:lnTo>
                <a:lnTo>
                  <a:pt x="0" y="315595"/>
                </a:lnTo>
                <a:lnTo>
                  <a:pt x="882" y="333629"/>
                </a:lnTo>
                <a:lnTo>
                  <a:pt x="8756" y="390525"/>
                </a:lnTo>
                <a:lnTo>
                  <a:pt x="18154" y="430784"/>
                </a:lnTo>
                <a:lnTo>
                  <a:pt x="30473" y="472694"/>
                </a:lnTo>
                <a:lnTo>
                  <a:pt x="45459" y="516255"/>
                </a:lnTo>
                <a:lnTo>
                  <a:pt x="72256" y="583946"/>
                </a:lnTo>
                <a:lnTo>
                  <a:pt x="92576" y="630555"/>
                </a:lnTo>
                <a:lnTo>
                  <a:pt x="114547" y="678180"/>
                </a:lnTo>
                <a:lnTo>
                  <a:pt x="137915" y="726567"/>
                </a:lnTo>
                <a:lnTo>
                  <a:pt x="162426" y="775589"/>
                </a:lnTo>
                <a:lnTo>
                  <a:pt x="181275" y="812217"/>
                </a:lnTo>
                <a:lnTo>
                  <a:pt x="192537" y="806364"/>
                </a:lnTo>
                <a:lnTo>
                  <a:pt x="173856" y="769874"/>
                </a:lnTo>
                <a:lnTo>
                  <a:pt x="149345" y="720979"/>
                </a:lnTo>
                <a:lnTo>
                  <a:pt x="126104" y="672846"/>
                </a:lnTo>
                <a:lnTo>
                  <a:pt x="104260" y="625475"/>
                </a:lnTo>
                <a:lnTo>
                  <a:pt x="84067" y="579120"/>
                </a:lnTo>
                <a:lnTo>
                  <a:pt x="65652" y="534035"/>
                </a:lnTo>
                <a:lnTo>
                  <a:pt x="49566" y="490093"/>
                </a:lnTo>
                <a:lnTo>
                  <a:pt x="36188" y="448183"/>
                </a:lnTo>
                <a:lnTo>
                  <a:pt x="25520" y="407797"/>
                </a:lnTo>
                <a:lnTo>
                  <a:pt x="17773" y="369189"/>
                </a:lnTo>
                <a:lnTo>
                  <a:pt x="12693" y="315595"/>
                </a:lnTo>
                <a:lnTo>
                  <a:pt x="12749" y="298069"/>
                </a:lnTo>
                <a:lnTo>
                  <a:pt x="18789" y="252603"/>
                </a:lnTo>
                <a:lnTo>
                  <a:pt x="34791" y="211836"/>
                </a:lnTo>
                <a:lnTo>
                  <a:pt x="63112" y="173990"/>
                </a:lnTo>
                <a:lnTo>
                  <a:pt x="102101" y="139573"/>
                </a:lnTo>
                <a:lnTo>
                  <a:pt x="149853" y="108712"/>
                </a:lnTo>
                <a:lnTo>
                  <a:pt x="185413" y="90297"/>
                </a:lnTo>
                <a:lnTo>
                  <a:pt x="242817" y="66040"/>
                </a:lnTo>
                <a:lnTo>
                  <a:pt x="282949" y="52197"/>
                </a:lnTo>
                <a:lnTo>
                  <a:pt x="323843" y="40386"/>
                </a:lnTo>
                <a:lnTo>
                  <a:pt x="364864" y="30480"/>
                </a:lnTo>
                <a:lnTo>
                  <a:pt x="405377" y="22860"/>
                </a:lnTo>
                <a:lnTo>
                  <a:pt x="444747" y="17272"/>
                </a:lnTo>
                <a:lnTo>
                  <a:pt x="500246" y="12954"/>
                </a:lnTo>
                <a:lnTo>
                  <a:pt x="517518" y="12700"/>
                </a:lnTo>
                <a:lnTo>
                  <a:pt x="623238" y="12700"/>
                </a:lnTo>
                <a:lnTo>
                  <a:pt x="617721" y="11430"/>
                </a:lnTo>
                <a:lnTo>
                  <a:pt x="566921" y="2794"/>
                </a:lnTo>
                <a:lnTo>
                  <a:pt x="534663" y="381"/>
                </a:lnTo>
                <a:lnTo>
                  <a:pt x="517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38400" y="5422901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609600" h="127000">
                <a:moveTo>
                  <a:pt x="482600" y="0"/>
                </a:moveTo>
                <a:lnTo>
                  <a:pt x="482600" y="127000"/>
                </a:lnTo>
                <a:lnTo>
                  <a:pt x="596900" y="69850"/>
                </a:lnTo>
                <a:lnTo>
                  <a:pt x="495300" y="69850"/>
                </a:lnTo>
                <a:lnTo>
                  <a:pt x="495300" y="57150"/>
                </a:lnTo>
                <a:lnTo>
                  <a:pt x="596900" y="57150"/>
                </a:lnTo>
                <a:lnTo>
                  <a:pt x="482600" y="0"/>
                </a:lnTo>
                <a:close/>
              </a:path>
              <a:path w="609600" h="127000">
                <a:moveTo>
                  <a:pt x="4826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482600" y="69850"/>
                </a:lnTo>
                <a:lnTo>
                  <a:pt x="482600" y="57150"/>
                </a:lnTo>
                <a:close/>
              </a:path>
              <a:path w="609600" h="127000">
                <a:moveTo>
                  <a:pt x="596900" y="57150"/>
                </a:moveTo>
                <a:lnTo>
                  <a:pt x="495300" y="57150"/>
                </a:lnTo>
                <a:lnTo>
                  <a:pt x="495300" y="69850"/>
                </a:lnTo>
                <a:lnTo>
                  <a:pt x="596900" y="69850"/>
                </a:lnTo>
                <a:lnTo>
                  <a:pt x="609600" y="63500"/>
                </a:lnTo>
                <a:lnTo>
                  <a:pt x="5969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86200" y="5422901"/>
            <a:ext cx="2209800" cy="127000"/>
          </a:xfrm>
          <a:custGeom>
            <a:avLst/>
            <a:gdLst/>
            <a:ahLst/>
            <a:cxnLst/>
            <a:rect l="l" t="t" r="r" b="b"/>
            <a:pathLst>
              <a:path w="2209800" h="127000">
                <a:moveTo>
                  <a:pt x="2082800" y="0"/>
                </a:moveTo>
                <a:lnTo>
                  <a:pt x="2082800" y="127000"/>
                </a:lnTo>
                <a:lnTo>
                  <a:pt x="2197100" y="69850"/>
                </a:lnTo>
                <a:lnTo>
                  <a:pt x="2095500" y="69850"/>
                </a:lnTo>
                <a:lnTo>
                  <a:pt x="2095500" y="57150"/>
                </a:lnTo>
                <a:lnTo>
                  <a:pt x="2197100" y="57150"/>
                </a:lnTo>
                <a:lnTo>
                  <a:pt x="2082800" y="0"/>
                </a:lnTo>
                <a:close/>
              </a:path>
              <a:path w="2209800" h="127000">
                <a:moveTo>
                  <a:pt x="208280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082800" y="69850"/>
                </a:lnTo>
                <a:lnTo>
                  <a:pt x="2082800" y="57150"/>
                </a:lnTo>
                <a:close/>
              </a:path>
              <a:path w="2209800" h="127000">
                <a:moveTo>
                  <a:pt x="2197100" y="57150"/>
                </a:moveTo>
                <a:lnTo>
                  <a:pt x="2095500" y="57150"/>
                </a:lnTo>
                <a:lnTo>
                  <a:pt x="2095500" y="69850"/>
                </a:lnTo>
                <a:lnTo>
                  <a:pt x="2197100" y="69850"/>
                </a:lnTo>
                <a:lnTo>
                  <a:pt x="2209800" y="63500"/>
                </a:lnTo>
                <a:lnTo>
                  <a:pt x="21971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48400" y="51054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81000"/>
                </a:moveTo>
                <a:lnTo>
                  <a:pt x="2818" y="336563"/>
                </a:lnTo>
                <a:lnTo>
                  <a:pt x="11065" y="293634"/>
                </a:lnTo>
                <a:lnTo>
                  <a:pt x="24426" y="252497"/>
                </a:lnTo>
                <a:lnTo>
                  <a:pt x="42587" y="213437"/>
                </a:lnTo>
                <a:lnTo>
                  <a:pt x="65234" y="176742"/>
                </a:lnTo>
                <a:lnTo>
                  <a:pt x="92053" y="142696"/>
                </a:lnTo>
                <a:lnTo>
                  <a:pt x="122729" y="111585"/>
                </a:lnTo>
                <a:lnTo>
                  <a:pt x="156949" y="83695"/>
                </a:lnTo>
                <a:lnTo>
                  <a:pt x="194399" y="59312"/>
                </a:lnTo>
                <a:lnTo>
                  <a:pt x="234764" y="38722"/>
                </a:lnTo>
                <a:lnTo>
                  <a:pt x="277731" y="22209"/>
                </a:lnTo>
                <a:lnTo>
                  <a:pt x="322985" y="10061"/>
                </a:lnTo>
                <a:lnTo>
                  <a:pt x="370213" y="2563"/>
                </a:lnTo>
                <a:lnTo>
                  <a:pt x="419100" y="0"/>
                </a:lnTo>
                <a:lnTo>
                  <a:pt x="467986" y="2563"/>
                </a:lnTo>
                <a:lnTo>
                  <a:pt x="515214" y="10061"/>
                </a:lnTo>
                <a:lnTo>
                  <a:pt x="560468" y="22209"/>
                </a:lnTo>
                <a:lnTo>
                  <a:pt x="603435" y="38722"/>
                </a:lnTo>
                <a:lnTo>
                  <a:pt x="643800" y="59312"/>
                </a:lnTo>
                <a:lnTo>
                  <a:pt x="681250" y="83695"/>
                </a:lnTo>
                <a:lnTo>
                  <a:pt x="715470" y="111585"/>
                </a:lnTo>
                <a:lnTo>
                  <a:pt x="746146" y="142696"/>
                </a:lnTo>
                <a:lnTo>
                  <a:pt x="772965" y="176742"/>
                </a:lnTo>
                <a:lnTo>
                  <a:pt x="795612" y="213437"/>
                </a:lnTo>
                <a:lnTo>
                  <a:pt x="813773" y="252497"/>
                </a:lnTo>
                <a:lnTo>
                  <a:pt x="827134" y="293634"/>
                </a:lnTo>
                <a:lnTo>
                  <a:pt x="835381" y="336563"/>
                </a:lnTo>
                <a:lnTo>
                  <a:pt x="838200" y="381000"/>
                </a:lnTo>
                <a:lnTo>
                  <a:pt x="835381" y="425433"/>
                </a:lnTo>
                <a:lnTo>
                  <a:pt x="827134" y="468361"/>
                </a:lnTo>
                <a:lnTo>
                  <a:pt x="813773" y="509497"/>
                </a:lnTo>
                <a:lnTo>
                  <a:pt x="795612" y="548556"/>
                </a:lnTo>
                <a:lnTo>
                  <a:pt x="772965" y="585252"/>
                </a:lnTo>
                <a:lnTo>
                  <a:pt x="746146" y="619298"/>
                </a:lnTo>
                <a:lnTo>
                  <a:pt x="715470" y="650409"/>
                </a:lnTo>
                <a:lnTo>
                  <a:pt x="681250" y="678300"/>
                </a:lnTo>
                <a:lnTo>
                  <a:pt x="643800" y="702684"/>
                </a:lnTo>
                <a:lnTo>
                  <a:pt x="603435" y="723275"/>
                </a:lnTo>
                <a:lnTo>
                  <a:pt x="560468" y="739788"/>
                </a:lnTo>
                <a:lnTo>
                  <a:pt x="515214" y="751937"/>
                </a:lnTo>
                <a:lnTo>
                  <a:pt x="467986" y="759436"/>
                </a:lnTo>
                <a:lnTo>
                  <a:pt x="419100" y="762000"/>
                </a:lnTo>
                <a:lnTo>
                  <a:pt x="370213" y="759436"/>
                </a:lnTo>
                <a:lnTo>
                  <a:pt x="322985" y="751937"/>
                </a:lnTo>
                <a:lnTo>
                  <a:pt x="277731" y="739788"/>
                </a:lnTo>
                <a:lnTo>
                  <a:pt x="234764" y="723275"/>
                </a:lnTo>
                <a:lnTo>
                  <a:pt x="194399" y="702684"/>
                </a:lnTo>
                <a:lnTo>
                  <a:pt x="156949" y="678300"/>
                </a:lnTo>
                <a:lnTo>
                  <a:pt x="122729" y="650409"/>
                </a:lnTo>
                <a:lnTo>
                  <a:pt x="92053" y="619298"/>
                </a:lnTo>
                <a:lnTo>
                  <a:pt x="65234" y="585252"/>
                </a:lnTo>
                <a:lnTo>
                  <a:pt x="42587" y="548556"/>
                </a:lnTo>
                <a:lnTo>
                  <a:pt x="24426" y="509497"/>
                </a:lnTo>
                <a:lnTo>
                  <a:pt x="11065" y="468361"/>
                </a:lnTo>
                <a:lnTo>
                  <a:pt x="2818" y="42543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96000" y="49530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1143000" h="1066800">
                <a:moveTo>
                  <a:pt x="0" y="533400"/>
                </a:moveTo>
                <a:lnTo>
                  <a:pt x="2098" y="487368"/>
                </a:lnTo>
                <a:lnTo>
                  <a:pt x="8277" y="442426"/>
                </a:lnTo>
                <a:lnTo>
                  <a:pt x="18367" y="398732"/>
                </a:lnTo>
                <a:lnTo>
                  <a:pt x="32195" y="356448"/>
                </a:lnTo>
                <a:lnTo>
                  <a:pt x="49589" y="315731"/>
                </a:lnTo>
                <a:lnTo>
                  <a:pt x="70379" y="276744"/>
                </a:lnTo>
                <a:lnTo>
                  <a:pt x="94392" y="239645"/>
                </a:lnTo>
                <a:lnTo>
                  <a:pt x="121457" y="204594"/>
                </a:lnTo>
                <a:lnTo>
                  <a:pt x="151402" y="171752"/>
                </a:lnTo>
                <a:lnTo>
                  <a:pt x="184056" y="141279"/>
                </a:lnTo>
                <a:lnTo>
                  <a:pt x="219246" y="113334"/>
                </a:lnTo>
                <a:lnTo>
                  <a:pt x="256802" y="88078"/>
                </a:lnTo>
                <a:lnTo>
                  <a:pt x="296551" y="65670"/>
                </a:lnTo>
                <a:lnTo>
                  <a:pt x="338322" y="46271"/>
                </a:lnTo>
                <a:lnTo>
                  <a:pt x="381944" y="30040"/>
                </a:lnTo>
                <a:lnTo>
                  <a:pt x="427244" y="17137"/>
                </a:lnTo>
                <a:lnTo>
                  <a:pt x="474051" y="7723"/>
                </a:lnTo>
                <a:lnTo>
                  <a:pt x="522193" y="1957"/>
                </a:lnTo>
                <a:lnTo>
                  <a:pt x="571500" y="0"/>
                </a:lnTo>
                <a:lnTo>
                  <a:pt x="620806" y="1957"/>
                </a:lnTo>
                <a:lnTo>
                  <a:pt x="668948" y="7723"/>
                </a:lnTo>
                <a:lnTo>
                  <a:pt x="715755" y="17137"/>
                </a:lnTo>
                <a:lnTo>
                  <a:pt x="761055" y="30040"/>
                </a:lnTo>
                <a:lnTo>
                  <a:pt x="804677" y="46271"/>
                </a:lnTo>
                <a:lnTo>
                  <a:pt x="846448" y="65670"/>
                </a:lnTo>
                <a:lnTo>
                  <a:pt x="886197" y="88078"/>
                </a:lnTo>
                <a:lnTo>
                  <a:pt x="923753" y="113334"/>
                </a:lnTo>
                <a:lnTo>
                  <a:pt x="958943" y="141279"/>
                </a:lnTo>
                <a:lnTo>
                  <a:pt x="991597" y="171752"/>
                </a:lnTo>
                <a:lnTo>
                  <a:pt x="1021542" y="204594"/>
                </a:lnTo>
                <a:lnTo>
                  <a:pt x="1048607" y="239645"/>
                </a:lnTo>
                <a:lnTo>
                  <a:pt x="1072620" y="276744"/>
                </a:lnTo>
                <a:lnTo>
                  <a:pt x="1093410" y="315731"/>
                </a:lnTo>
                <a:lnTo>
                  <a:pt x="1110804" y="356448"/>
                </a:lnTo>
                <a:lnTo>
                  <a:pt x="1124632" y="398732"/>
                </a:lnTo>
                <a:lnTo>
                  <a:pt x="1134722" y="442426"/>
                </a:lnTo>
                <a:lnTo>
                  <a:pt x="1140901" y="487368"/>
                </a:lnTo>
                <a:lnTo>
                  <a:pt x="1143000" y="533400"/>
                </a:lnTo>
                <a:lnTo>
                  <a:pt x="1140901" y="579423"/>
                </a:lnTo>
                <a:lnTo>
                  <a:pt x="1134722" y="624360"/>
                </a:lnTo>
                <a:lnTo>
                  <a:pt x="1124632" y="668049"/>
                </a:lnTo>
                <a:lnTo>
                  <a:pt x="1110804" y="710331"/>
                </a:lnTo>
                <a:lnTo>
                  <a:pt x="1093410" y="751046"/>
                </a:lnTo>
                <a:lnTo>
                  <a:pt x="1072620" y="790033"/>
                </a:lnTo>
                <a:lnTo>
                  <a:pt x="1048607" y="827132"/>
                </a:lnTo>
                <a:lnTo>
                  <a:pt x="1021542" y="862183"/>
                </a:lnTo>
                <a:lnTo>
                  <a:pt x="991597" y="895027"/>
                </a:lnTo>
                <a:lnTo>
                  <a:pt x="958943" y="925502"/>
                </a:lnTo>
                <a:lnTo>
                  <a:pt x="923753" y="953449"/>
                </a:lnTo>
                <a:lnTo>
                  <a:pt x="886197" y="978708"/>
                </a:lnTo>
                <a:lnTo>
                  <a:pt x="846448" y="1001119"/>
                </a:lnTo>
                <a:lnTo>
                  <a:pt x="804677" y="1020521"/>
                </a:lnTo>
                <a:lnTo>
                  <a:pt x="761055" y="1036754"/>
                </a:lnTo>
                <a:lnTo>
                  <a:pt x="715755" y="1049659"/>
                </a:lnTo>
                <a:lnTo>
                  <a:pt x="668948" y="1059075"/>
                </a:lnTo>
                <a:lnTo>
                  <a:pt x="620806" y="1064842"/>
                </a:lnTo>
                <a:lnTo>
                  <a:pt x="571500" y="1066800"/>
                </a:lnTo>
                <a:lnTo>
                  <a:pt x="522193" y="1064842"/>
                </a:lnTo>
                <a:lnTo>
                  <a:pt x="474051" y="1059075"/>
                </a:lnTo>
                <a:lnTo>
                  <a:pt x="427244" y="1049659"/>
                </a:lnTo>
                <a:lnTo>
                  <a:pt x="381944" y="1036754"/>
                </a:lnTo>
                <a:lnTo>
                  <a:pt x="338322" y="1020521"/>
                </a:lnTo>
                <a:lnTo>
                  <a:pt x="296551" y="1001119"/>
                </a:lnTo>
                <a:lnTo>
                  <a:pt x="256802" y="978708"/>
                </a:lnTo>
                <a:lnTo>
                  <a:pt x="219246" y="953449"/>
                </a:lnTo>
                <a:lnTo>
                  <a:pt x="184056" y="925502"/>
                </a:lnTo>
                <a:lnTo>
                  <a:pt x="151402" y="895027"/>
                </a:lnTo>
                <a:lnTo>
                  <a:pt x="121457" y="862183"/>
                </a:lnTo>
                <a:lnTo>
                  <a:pt x="94392" y="827132"/>
                </a:lnTo>
                <a:lnTo>
                  <a:pt x="70379" y="790033"/>
                </a:lnTo>
                <a:lnTo>
                  <a:pt x="49589" y="751046"/>
                </a:lnTo>
                <a:lnTo>
                  <a:pt x="32195" y="710331"/>
                </a:lnTo>
                <a:lnTo>
                  <a:pt x="18367" y="668049"/>
                </a:lnTo>
                <a:lnTo>
                  <a:pt x="8277" y="624360"/>
                </a:lnTo>
                <a:lnTo>
                  <a:pt x="2098" y="579423"/>
                </a:lnTo>
                <a:lnTo>
                  <a:pt x="0" y="5334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67865" y="3657605"/>
            <a:ext cx="900415" cy="447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26795" y="5013632"/>
            <a:ext cx="900388" cy="447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825057" y="1289911"/>
            <a:ext cx="1955800" cy="294407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0"/>
              </a:spcBef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700" dirty="0">
              <a:latin typeface="Times New Roman"/>
              <a:cs typeface="Times New Roman"/>
            </a:endParaRPr>
          </a:p>
          <a:p>
            <a:pPr marL="36195">
              <a:lnSpc>
                <a:spcPts val="4240"/>
              </a:lnSpc>
              <a:spcBef>
                <a:spcPts val="3834"/>
              </a:spcBef>
              <a:tabLst>
                <a:tab pos="893444" algn="l"/>
              </a:tabLst>
            </a:pPr>
            <a:r>
              <a:rPr sz="3600" i="1" spc="45" dirty="0">
                <a:latin typeface="Times New Roman"/>
                <a:cs typeface="Times New Roman"/>
              </a:rPr>
              <a:t>b	</a:t>
            </a:r>
            <a:r>
              <a:rPr sz="3600" i="1" spc="15" dirty="0">
                <a:latin typeface="Times New Roman"/>
                <a:cs typeface="Times New Roman"/>
              </a:rPr>
              <a:t>b</a:t>
            </a:r>
            <a:r>
              <a:rPr sz="3600" spc="15" dirty="0">
                <a:latin typeface="Times New Roman"/>
                <a:cs typeface="Times New Roman"/>
              </a:rPr>
              <a:t>,</a:t>
            </a:r>
            <a:r>
              <a:rPr sz="3600" spc="-445" dirty="0">
                <a:latin typeface="Times New Roman"/>
                <a:cs typeface="Times New Roman"/>
              </a:rPr>
              <a:t> </a:t>
            </a:r>
            <a:r>
              <a:rPr sz="3600" i="1" spc="45" dirty="0">
                <a:latin typeface="Times New Roman"/>
                <a:cs typeface="Times New Roman"/>
              </a:rPr>
              <a:t>L</a:t>
            </a:r>
            <a:endParaRPr sz="3600" dirty="0">
              <a:latin typeface="Times New Roman"/>
              <a:cs typeface="Times New Roman"/>
            </a:endParaRPr>
          </a:p>
          <a:p>
            <a:pPr marL="12700">
              <a:lnSpc>
                <a:spcPts val="4240"/>
              </a:lnSpc>
              <a:tabLst>
                <a:tab pos="886460" algn="l"/>
              </a:tabLst>
            </a:pPr>
            <a:r>
              <a:rPr sz="3600" i="1" spc="65" dirty="0">
                <a:latin typeface="Times New Roman"/>
                <a:cs typeface="Times New Roman"/>
              </a:rPr>
              <a:t>a	</a:t>
            </a:r>
            <a:r>
              <a:rPr sz="3600" i="1" spc="40" dirty="0">
                <a:latin typeface="Times New Roman"/>
                <a:cs typeface="Times New Roman"/>
              </a:rPr>
              <a:t>a</a:t>
            </a:r>
            <a:r>
              <a:rPr sz="3600" spc="40" dirty="0">
                <a:latin typeface="Times New Roman"/>
                <a:cs typeface="Times New Roman"/>
              </a:rPr>
              <a:t>,</a:t>
            </a:r>
            <a:r>
              <a:rPr sz="3600" spc="-465" dirty="0">
                <a:latin typeface="Times New Roman"/>
                <a:cs typeface="Times New Roman"/>
              </a:rPr>
              <a:t> </a:t>
            </a:r>
            <a:r>
              <a:rPr sz="3600" i="1" spc="80" dirty="0">
                <a:latin typeface="Times New Roman"/>
                <a:cs typeface="Times New Roman"/>
              </a:rPr>
              <a:t>R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186313" y="3117852"/>
            <a:ext cx="900775" cy="4583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590800" y="3581400"/>
            <a:ext cx="2057400" cy="609600"/>
          </a:xfrm>
          <a:custGeom>
            <a:avLst/>
            <a:gdLst/>
            <a:ahLst/>
            <a:cxnLst/>
            <a:rect l="l" t="t" r="r" b="b"/>
            <a:pathLst>
              <a:path w="2057400" h="609600">
                <a:moveTo>
                  <a:pt x="0" y="304800"/>
                </a:moveTo>
                <a:lnTo>
                  <a:pt x="9392" y="263453"/>
                </a:lnTo>
                <a:lnTo>
                  <a:pt x="36750" y="223793"/>
                </a:lnTo>
                <a:lnTo>
                  <a:pt x="80849" y="186183"/>
                </a:lnTo>
                <a:lnTo>
                  <a:pt x="140461" y="150988"/>
                </a:lnTo>
                <a:lnTo>
                  <a:pt x="175702" y="134410"/>
                </a:lnTo>
                <a:lnTo>
                  <a:pt x="214362" y="118571"/>
                </a:lnTo>
                <a:lnTo>
                  <a:pt x="256286" y="103518"/>
                </a:lnTo>
                <a:lnTo>
                  <a:pt x="301323" y="89296"/>
                </a:lnTo>
                <a:lnTo>
                  <a:pt x="349318" y="75951"/>
                </a:lnTo>
                <a:lnTo>
                  <a:pt x="400119" y="63527"/>
                </a:lnTo>
                <a:lnTo>
                  <a:pt x="453572" y="52071"/>
                </a:lnTo>
                <a:lnTo>
                  <a:pt x="509523" y="41627"/>
                </a:lnTo>
                <a:lnTo>
                  <a:pt x="567821" y="32242"/>
                </a:lnTo>
                <a:lnTo>
                  <a:pt x="628310" y="23961"/>
                </a:lnTo>
                <a:lnTo>
                  <a:pt x="690839" y="16829"/>
                </a:lnTo>
                <a:lnTo>
                  <a:pt x="755253" y="10892"/>
                </a:lnTo>
                <a:lnTo>
                  <a:pt x="821399" y="6194"/>
                </a:lnTo>
                <a:lnTo>
                  <a:pt x="889125" y="2783"/>
                </a:lnTo>
                <a:lnTo>
                  <a:pt x="958276" y="703"/>
                </a:lnTo>
                <a:lnTo>
                  <a:pt x="1028700" y="0"/>
                </a:lnTo>
                <a:lnTo>
                  <a:pt x="1099138" y="703"/>
                </a:lnTo>
                <a:lnTo>
                  <a:pt x="1168301" y="2783"/>
                </a:lnTo>
                <a:lnTo>
                  <a:pt x="1236036" y="6194"/>
                </a:lnTo>
                <a:lnTo>
                  <a:pt x="1302190" y="10892"/>
                </a:lnTo>
                <a:lnTo>
                  <a:pt x="1366610" y="16829"/>
                </a:lnTo>
                <a:lnTo>
                  <a:pt x="1429142" y="23961"/>
                </a:lnTo>
                <a:lnTo>
                  <a:pt x="1489634" y="32242"/>
                </a:lnTo>
                <a:lnTo>
                  <a:pt x="1547932" y="41627"/>
                </a:lnTo>
                <a:lnTo>
                  <a:pt x="1603883" y="52071"/>
                </a:lnTo>
                <a:lnTo>
                  <a:pt x="1657334" y="63527"/>
                </a:lnTo>
                <a:lnTo>
                  <a:pt x="1708132" y="75951"/>
                </a:lnTo>
                <a:lnTo>
                  <a:pt x="1756124" y="89296"/>
                </a:lnTo>
                <a:lnTo>
                  <a:pt x="1801156" y="103518"/>
                </a:lnTo>
                <a:lnTo>
                  <a:pt x="1843076" y="118571"/>
                </a:lnTo>
                <a:lnTo>
                  <a:pt x="1881730" y="134410"/>
                </a:lnTo>
                <a:lnTo>
                  <a:pt x="1916966" y="150988"/>
                </a:lnTo>
                <a:lnTo>
                  <a:pt x="1976568" y="186183"/>
                </a:lnTo>
                <a:lnTo>
                  <a:pt x="2020658" y="223793"/>
                </a:lnTo>
                <a:lnTo>
                  <a:pt x="2048010" y="263453"/>
                </a:lnTo>
                <a:lnTo>
                  <a:pt x="2057400" y="304800"/>
                </a:lnTo>
                <a:lnTo>
                  <a:pt x="2055027" y="325676"/>
                </a:lnTo>
                <a:lnTo>
                  <a:pt x="2048010" y="346173"/>
                </a:lnTo>
                <a:lnTo>
                  <a:pt x="2020658" y="385850"/>
                </a:lnTo>
                <a:lnTo>
                  <a:pt x="1976568" y="423469"/>
                </a:lnTo>
                <a:lnTo>
                  <a:pt x="1916966" y="458667"/>
                </a:lnTo>
                <a:lnTo>
                  <a:pt x="1881730" y="475245"/>
                </a:lnTo>
                <a:lnTo>
                  <a:pt x="1843076" y="491082"/>
                </a:lnTo>
                <a:lnTo>
                  <a:pt x="1801156" y="506132"/>
                </a:lnTo>
                <a:lnTo>
                  <a:pt x="1756124" y="520350"/>
                </a:lnTo>
                <a:lnTo>
                  <a:pt x="1708132" y="533692"/>
                </a:lnTo>
                <a:lnTo>
                  <a:pt x="1657334" y="546111"/>
                </a:lnTo>
                <a:lnTo>
                  <a:pt x="1603883" y="557562"/>
                </a:lnTo>
                <a:lnTo>
                  <a:pt x="1547932" y="568000"/>
                </a:lnTo>
                <a:lnTo>
                  <a:pt x="1489634" y="577380"/>
                </a:lnTo>
                <a:lnTo>
                  <a:pt x="1429142" y="585656"/>
                </a:lnTo>
                <a:lnTo>
                  <a:pt x="1366610" y="592783"/>
                </a:lnTo>
                <a:lnTo>
                  <a:pt x="1302190" y="598716"/>
                </a:lnTo>
                <a:lnTo>
                  <a:pt x="1236036" y="603410"/>
                </a:lnTo>
                <a:lnTo>
                  <a:pt x="1168301" y="606818"/>
                </a:lnTo>
                <a:lnTo>
                  <a:pt x="1099138" y="608897"/>
                </a:lnTo>
                <a:lnTo>
                  <a:pt x="1028700" y="609600"/>
                </a:lnTo>
                <a:lnTo>
                  <a:pt x="958261" y="608897"/>
                </a:lnTo>
                <a:lnTo>
                  <a:pt x="889098" y="606818"/>
                </a:lnTo>
                <a:lnTo>
                  <a:pt x="821363" y="603410"/>
                </a:lnTo>
                <a:lnTo>
                  <a:pt x="755209" y="598716"/>
                </a:lnTo>
                <a:lnTo>
                  <a:pt x="690789" y="592783"/>
                </a:lnTo>
                <a:lnTo>
                  <a:pt x="628257" y="585656"/>
                </a:lnTo>
                <a:lnTo>
                  <a:pt x="567765" y="577380"/>
                </a:lnTo>
                <a:lnTo>
                  <a:pt x="509467" y="568000"/>
                </a:lnTo>
                <a:lnTo>
                  <a:pt x="453516" y="557562"/>
                </a:lnTo>
                <a:lnTo>
                  <a:pt x="400065" y="546111"/>
                </a:lnTo>
                <a:lnTo>
                  <a:pt x="349267" y="533692"/>
                </a:lnTo>
                <a:lnTo>
                  <a:pt x="301275" y="520350"/>
                </a:lnTo>
                <a:lnTo>
                  <a:pt x="256243" y="506132"/>
                </a:lnTo>
                <a:lnTo>
                  <a:pt x="214323" y="491082"/>
                </a:lnTo>
                <a:lnTo>
                  <a:pt x="175669" y="475245"/>
                </a:lnTo>
                <a:lnTo>
                  <a:pt x="140433" y="458667"/>
                </a:lnTo>
                <a:lnTo>
                  <a:pt x="80831" y="423469"/>
                </a:lnTo>
                <a:lnTo>
                  <a:pt x="36741" y="385850"/>
                </a:lnTo>
                <a:lnTo>
                  <a:pt x="9389" y="346173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315103" y="4875310"/>
            <a:ext cx="464820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54"/>
              </a:lnSpc>
            </a:pPr>
            <a:r>
              <a:rPr sz="3600" spc="25" dirty="0">
                <a:latin typeface="Times New Roman"/>
                <a:cs typeface="Times New Roman"/>
              </a:rPr>
              <a:t>,</a:t>
            </a:r>
            <a:r>
              <a:rPr sz="3600" spc="-520" dirty="0">
                <a:latin typeface="Times New Roman"/>
                <a:cs typeface="Times New Roman"/>
              </a:rPr>
              <a:t> </a:t>
            </a:r>
            <a:r>
              <a:rPr sz="3600" i="1" spc="65" dirty="0">
                <a:latin typeface="Times New Roman"/>
                <a:cs typeface="Times New Roman"/>
              </a:rPr>
              <a:t>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51640" y="5137963"/>
            <a:ext cx="43180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79"/>
              </a:lnSpc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12845" y="5147476"/>
            <a:ext cx="3987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00"/>
              </a:lnSpc>
            </a:pPr>
            <a:r>
              <a:rPr sz="3550" i="1" spc="-315" dirty="0">
                <a:latin typeface="Times New Roman"/>
                <a:cs typeface="Times New Roman"/>
              </a:rPr>
              <a:t>q</a:t>
            </a:r>
            <a:r>
              <a:rPr sz="4425" spc="-15" baseline="-16949" dirty="0">
                <a:latin typeface="Times New Roman"/>
                <a:cs typeface="Times New Roman"/>
              </a:rPr>
              <a:t>1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2063" y="352489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83440" y="35353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89805" y="331977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71183" y="333022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76972" y="4916038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46939" y="491253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909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08500" y="920751"/>
            <a:ext cx="127000" cy="298450"/>
          </a:xfrm>
          <a:custGeom>
            <a:avLst/>
            <a:gdLst/>
            <a:ahLst/>
            <a:cxnLst/>
            <a:rect l="l" t="t" r="r" b="b"/>
            <a:pathLst>
              <a:path w="127000" h="298450">
                <a:moveTo>
                  <a:pt x="69850" y="114300"/>
                </a:moveTo>
                <a:lnTo>
                  <a:pt x="57150" y="114300"/>
                </a:lnTo>
                <a:lnTo>
                  <a:pt x="57150" y="298450"/>
                </a:lnTo>
                <a:lnTo>
                  <a:pt x="69850" y="298450"/>
                </a:lnTo>
                <a:lnTo>
                  <a:pt x="69850" y="114300"/>
                </a:lnTo>
                <a:close/>
              </a:path>
              <a:path w="127000" h="29845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29845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9740" y="316179"/>
            <a:ext cx="132524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0" spc="-5" dirty="0">
                <a:solidFill>
                  <a:srgbClr val="339933"/>
                </a:solidFill>
                <a:latin typeface="Comic Sans MS"/>
                <a:cs typeface="Comic Sans MS"/>
              </a:rPr>
              <a:t>Time</a:t>
            </a:r>
            <a:r>
              <a:rPr sz="3200" i="0" spc="-70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i="0" dirty="0">
                <a:solidFill>
                  <a:srgbClr val="339933"/>
                </a:solidFill>
                <a:latin typeface="Comic Sans MS"/>
                <a:cs typeface="Comic Sans MS"/>
              </a:rPr>
              <a:t>2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4739" y="1054961"/>
            <a:ext cx="431800" cy="560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969254"/>
              </p:ext>
            </p:extLst>
          </p:nvPr>
        </p:nvGraphicFramePr>
        <p:xfrm>
          <a:off x="2584451" y="222250"/>
          <a:ext cx="5105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5118100" y="2514600"/>
            <a:ext cx="127000" cy="304800"/>
          </a:xfrm>
          <a:custGeom>
            <a:avLst/>
            <a:gdLst/>
            <a:ahLst/>
            <a:cxnLst/>
            <a:rect l="l" t="t" r="r" b="b"/>
            <a:pathLst>
              <a:path w="127000" h="304800">
                <a:moveTo>
                  <a:pt x="69850" y="114300"/>
                </a:moveTo>
                <a:lnTo>
                  <a:pt x="57150" y="114300"/>
                </a:lnTo>
                <a:lnTo>
                  <a:pt x="57150" y="304800"/>
                </a:lnTo>
                <a:lnTo>
                  <a:pt x="69850" y="304800"/>
                </a:lnTo>
                <a:lnTo>
                  <a:pt x="69850" y="114300"/>
                </a:lnTo>
                <a:close/>
              </a:path>
              <a:path w="127000" h="3048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3048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9740" y="1916633"/>
            <a:ext cx="132524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339933"/>
                </a:solidFill>
                <a:latin typeface="Comic Sans MS"/>
                <a:cs typeface="Comic Sans MS"/>
              </a:rPr>
              <a:t>Time</a:t>
            </a:r>
            <a:r>
              <a:rPr sz="3200" spc="-70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3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34339" y="2655161"/>
            <a:ext cx="431800" cy="560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287125"/>
              </p:ext>
            </p:extLst>
          </p:nvPr>
        </p:nvGraphicFramePr>
        <p:xfrm>
          <a:off x="2584451" y="1822450"/>
          <a:ext cx="5105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4508500" y="4191000"/>
            <a:ext cx="127000" cy="304800"/>
          </a:xfrm>
          <a:custGeom>
            <a:avLst/>
            <a:gdLst/>
            <a:ahLst/>
            <a:cxnLst/>
            <a:rect l="l" t="t" r="r" b="b"/>
            <a:pathLst>
              <a:path w="127000" h="304800">
                <a:moveTo>
                  <a:pt x="69850" y="114300"/>
                </a:moveTo>
                <a:lnTo>
                  <a:pt x="57150" y="114300"/>
                </a:lnTo>
                <a:lnTo>
                  <a:pt x="57150" y="304800"/>
                </a:lnTo>
                <a:lnTo>
                  <a:pt x="69850" y="304800"/>
                </a:lnTo>
                <a:lnTo>
                  <a:pt x="69850" y="114300"/>
                </a:lnTo>
                <a:close/>
              </a:path>
              <a:path w="127000" h="3048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3048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9740" y="3593668"/>
            <a:ext cx="132524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339933"/>
                </a:solidFill>
                <a:latin typeface="Comic Sans MS"/>
                <a:cs typeface="Comic Sans MS"/>
              </a:rPr>
              <a:t>Time</a:t>
            </a:r>
            <a:r>
              <a:rPr sz="3200" spc="-70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4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48539" y="4331561"/>
            <a:ext cx="431800" cy="560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962507"/>
              </p:ext>
            </p:extLst>
          </p:nvPr>
        </p:nvGraphicFramePr>
        <p:xfrm>
          <a:off x="2584451" y="3498850"/>
          <a:ext cx="5105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object 26"/>
          <p:cNvSpPr/>
          <p:nvPr/>
        </p:nvSpPr>
        <p:spPr>
          <a:xfrm>
            <a:off x="5194300" y="5943601"/>
            <a:ext cx="127000" cy="303530"/>
          </a:xfrm>
          <a:custGeom>
            <a:avLst/>
            <a:gdLst/>
            <a:ahLst/>
            <a:cxnLst/>
            <a:rect l="l" t="t" r="r" b="b"/>
            <a:pathLst>
              <a:path w="127000" h="303529">
                <a:moveTo>
                  <a:pt x="69850" y="114300"/>
                </a:moveTo>
                <a:lnTo>
                  <a:pt x="57150" y="114300"/>
                </a:lnTo>
                <a:lnTo>
                  <a:pt x="57150" y="303212"/>
                </a:lnTo>
                <a:lnTo>
                  <a:pt x="69850" y="303212"/>
                </a:lnTo>
                <a:lnTo>
                  <a:pt x="69850" y="114300"/>
                </a:lnTo>
                <a:close/>
              </a:path>
              <a:path w="127000" h="303529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303529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35941" y="5348428"/>
            <a:ext cx="13239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Time</a:t>
            </a:r>
            <a:r>
              <a:rPr sz="3200" spc="-95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9933"/>
                </a:solidFill>
                <a:latin typeface="Comic Sans MS"/>
                <a:cs typeface="Comic Sans MS"/>
              </a:rPr>
              <a:t>5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10539" y="6007898"/>
            <a:ext cx="431800" cy="560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550" i="1" spc="-65" dirty="0">
                <a:latin typeface="Times New Roman"/>
                <a:cs typeface="Times New Roman"/>
              </a:rPr>
              <a:t>q</a:t>
            </a:r>
            <a:r>
              <a:rPr sz="4425" spc="7" baseline="-16949" dirty="0">
                <a:latin typeface="Times New Roman"/>
                <a:cs typeface="Times New Roman"/>
              </a:rPr>
              <a:t>0</a:t>
            </a:r>
            <a:endParaRPr sz="4425" baseline="-16949">
              <a:latin typeface="Times New Roman"/>
              <a:cs typeface="Times New Roman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004317"/>
              </p:ext>
            </p:extLst>
          </p:nvPr>
        </p:nvGraphicFramePr>
        <p:xfrm>
          <a:off x="2660651" y="5251451"/>
          <a:ext cx="5105400" cy="687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70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35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5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36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600" dirty="0">
                        <a:solidFill>
                          <a:srgbClr val="0000CC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916940" y="6291479"/>
            <a:ext cx="294068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FF0000"/>
                </a:solidFill>
                <a:latin typeface="Comic Sans MS"/>
                <a:cs typeface="Comic Sans MS"/>
              </a:rPr>
              <a:t>... </a:t>
            </a:r>
            <a:r>
              <a:rPr sz="3200" dirty="0">
                <a:solidFill>
                  <a:srgbClr val="FF0000"/>
                </a:solidFill>
                <a:latin typeface="Comic Sans MS"/>
                <a:cs typeface="Comic Sans MS"/>
              </a:rPr>
              <a:t>Infinite</a:t>
            </a:r>
            <a:r>
              <a:rPr sz="32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omic Sans MS"/>
                <a:cs typeface="Comic Sans MS"/>
              </a:rPr>
              <a:t>Loop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02063" y="352489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83440" y="35353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89805" y="331977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71183" y="333022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2063" y="185151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83440" y="1852555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9805" y="183099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71183" y="1832043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2063" y="3560370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83440" y="3561415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89805" y="353985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71183" y="3540903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51912" y="5318023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33291" y="5319069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39655" y="5297509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21033" y="529855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␢</a:t>
            </a:r>
          </a:p>
        </p:txBody>
      </p:sp>
    </p:spTree>
    <p:extLst>
      <p:ext uri="{BB962C8B-B14F-4D97-AF65-F5344CB8AC3E}">
        <p14:creationId xmlns:p14="http://schemas.microsoft.com/office/powerpoint/2010/main" val="5261294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5844" y="1307338"/>
            <a:ext cx="7093584" cy="42054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sz="320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3200" spc="-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infinite</a:t>
            </a:r>
            <a:r>
              <a:rPr sz="32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sz="320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015" indent="-158750">
              <a:lnSpc>
                <a:spcPct val="100000"/>
              </a:lnSpc>
              <a:buSzPct val="96875"/>
              <a:buChar char="•"/>
              <a:tabLst>
                <a:tab pos="628650" algn="l"/>
              </a:tabLst>
            </a:pPr>
            <a:r>
              <a:rPr sz="3200" spc="-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state cannot </a:t>
            </a:r>
            <a:r>
              <a:rPr sz="3200" spc="-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3200" spc="-5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reached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33399"/>
              </a:buClr>
              <a:buFont typeface="Comic Sans MS"/>
              <a:buChar char="•"/>
            </a:pPr>
            <a:endParaRPr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015" indent="-158750">
              <a:lnSpc>
                <a:spcPct val="100000"/>
              </a:lnSpc>
              <a:buSzPct val="96875"/>
              <a:buChar char="•"/>
              <a:tabLst>
                <a:tab pos="628650" algn="l"/>
              </a:tabLst>
            </a:pPr>
            <a:r>
              <a:rPr sz="3200" spc="-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machine never</a:t>
            </a:r>
            <a:r>
              <a:rPr sz="3200" spc="-2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halts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33399"/>
              </a:buClr>
              <a:buFont typeface="Comic Sans MS"/>
              <a:buChar char="•"/>
            </a:pPr>
            <a:endParaRPr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015" indent="-158750">
              <a:lnSpc>
                <a:spcPct val="100000"/>
              </a:lnSpc>
              <a:buSzPct val="96875"/>
              <a:buChar char="•"/>
              <a:tabLst>
                <a:tab pos="628650" algn="l"/>
              </a:tabLst>
            </a:pPr>
            <a:r>
              <a:rPr sz="3200" spc="-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input is </a:t>
            </a:r>
            <a:r>
              <a:rPr sz="32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3200" spc="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accepted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084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of TM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TM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Logic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Transition function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Instantaneous Description of a string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70025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Turing Machine Examples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447800"/>
            <a:ext cx="9144000" cy="54102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dirty="0">
              <a:solidFill>
                <a:srgbClr val="006600"/>
              </a:solidFill>
            </a:endParaRP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52400" y="1204884"/>
            <a:ext cx="88392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Design TM to recognize all strings of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number of 1’s. Assume the string is made up of only 1’s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 = ({q</a:t>
            </a:r>
            <a:r>
              <a:rPr lang="en-US" altLang="en-US" sz="2800" baseline="-25000" dirty="0">
                <a:solidFill>
                  <a:srgbClr val="0000CC"/>
                </a:solidFill>
              </a:rPr>
              <a:t>0</a:t>
            </a:r>
            <a:r>
              <a:rPr lang="en-US" altLang="en-US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en-US" sz="2800" baseline="-25000" dirty="0">
                <a:solidFill>
                  <a:srgbClr val="0000CC"/>
                </a:solidFill>
              </a:rPr>
              <a:t>1</a:t>
            </a:r>
            <a:r>
              <a:rPr lang="en-US" altLang="en-US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 {1}, {1}, </a:t>
            </a:r>
            <a:r>
              <a:rPr lang="el-GR" sz="2800" dirty="0">
                <a:solidFill>
                  <a:srgbClr val="0000CC"/>
                </a:solidFill>
              </a:rPr>
              <a:t>δ</a:t>
            </a:r>
            <a:r>
              <a:rPr lang="en-US" sz="2800" dirty="0">
                <a:solidFill>
                  <a:srgbClr val="0000CC"/>
                </a:solidFill>
              </a:rPr>
              <a:t>, q0, B, {q</a:t>
            </a:r>
            <a:r>
              <a:rPr lang="en-US" sz="2800" baseline="-25000" dirty="0">
                <a:solidFill>
                  <a:srgbClr val="0000CC"/>
                </a:solidFill>
              </a:rPr>
              <a:t>0</a:t>
            </a:r>
            <a:r>
              <a:rPr lang="en-US" sz="2800" dirty="0">
                <a:solidFill>
                  <a:srgbClr val="0000CC"/>
                </a:solidFill>
              </a:rPr>
              <a:t>}</a:t>
            </a:r>
            <a:r>
              <a:rPr lang="en-US" altLang="en-US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sz="2800" dirty="0">
              <a:solidFill>
                <a:srgbClr val="0000CC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sz="20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42900" indent="-342900" eaLnBrk="1" hangingPunct="1">
              <a:spcBef>
                <a:spcPct val="0"/>
              </a:spcBef>
              <a:defRPr/>
            </a:pPr>
            <a:endParaRPr lang="en-US" sz="20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708689"/>
              </p:ext>
            </p:extLst>
          </p:nvPr>
        </p:nvGraphicFramePr>
        <p:xfrm>
          <a:off x="781051" y="3134693"/>
          <a:ext cx="533400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914400" y="3886200"/>
            <a:ext cx="533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81051" y="3170258"/>
            <a:ext cx="1828800" cy="388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5262" y="5267390"/>
            <a:ext cx="7505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Instantaneous Description: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w= 1111</a:t>
            </a:r>
          </a:p>
          <a:p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1111B |- B q</a:t>
            </a:r>
            <a:r>
              <a:rPr lang="en-US" altLang="en-US" sz="2400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111B |- BBq</a:t>
            </a:r>
            <a:r>
              <a:rPr lang="en-US" altLang="en-US" sz="2400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11B |- BBB q</a:t>
            </a:r>
            <a:r>
              <a:rPr lang="en-US" altLang="en-US" sz="2400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1B|- BBBBq</a:t>
            </a:r>
            <a:r>
              <a:rPr lang="en-US" altLang="en-US" sz="2400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B|- Accept </a:t>
            </a:r>
            <a:endParaRPr lang="en-US" sz="2400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9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Turing Machine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4999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Design a TM which can compute a concatenation function over ∑={1} </a:t>
            </a:r>
          </a:p>
          <a:p>
            <a:pPr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pair of words {w1,w2} is the input, output has to be w1w2.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 = ({q</a:t>
            </a:r>
            <a:r>
              <a:rPr lang="en-US" altLang="en-US" sz="2400" baseline="-25000" dirty="0">
                <a:solidFill>
                  <a:srgbClr val="0000CC"/>
                </a:solidFill>
              </a:rPr>
              <a:t>0</a:t>
            </a: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en-US" sz="2400" baseline="-25000" dirty="0">
                <a:solidFill>
                  <a:srgbClr val="0000CC"/>
                </a:solidFill>
              </a:rPr>
              <a:t>1</a:t>
            </a: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 {1}, {1}, </a:t>
            </a:r>
            <a:r>
              <a:rPr lang="el-GR" sz="2400" dirty="0">
                <a:solidFill>
                  <a:srgbClr val="0000CC"/>
                </a:solidFill>
              </a:rPr>
              <a:t>δ</a:t>
            </a:r>
            <a:r>
              <a:rPr lang="en-US" sz="2400" dirty="0">
                <a:solidFill>
                  <a:srgbClr val="0000CC"/>
                </a:solidFill>
              </a:rPr>
              <a:t>, q0, B, {q</a:t>
            </a:r>
            <a:r>
              <a:rPr lang="en-US" sz="2400" baseline="-25000" dirty="0">
                <a:solidFill>
                  <a:srgbClr val="0000CC"/>
                </a:solidFill>
              </a:rPr>
              <a:t>0</a:t>
            </a:r>
            <a:r>
              <a:rPr lang="en-US" sz="2400" dirty="0">
                <a:solidFill>
                  <a:srgbClr val="0000CC"/>
                </a:solidFill>
              </a:rPr>
              <a:t>}</a:t>
            </a:r>
            <a:r>
              <a:rPr lang="en-US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00CC"/>
                </a:solidFill>
              </a:rPr>
              <a:t>Logic: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00CC"/>
                </a:solidFill>
              </a:rPr>
              <a:t>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separating symbol ‘B’ by ‘1’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Replace rightmost ‘1’ by ‘B’</a:t>
            </a:r>
          </a:p>
          <a:p>
            <a:pPr>
              <a:buNone/>
            </a:pP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000" dirty="0">
                <a:solidFill>
                  <a:srgbClr val="0000CC"/>
                </a:solidFill>
              </a:rPr>
              <a:t>δ</a:t>
            </a:r>
            <a:r>
              <a:rPr lang="en-US" sz="2000" dirty="0">
                <a:solidFill>
                  <a:srgbClr val="0000CC"/>
                </a:solidFill>
              </a:rPr>
              <a:t>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2286000"/>
          <a:ext cx="2971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76800" y="2286000"/>
          <a:ext cx="249745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76400" y="4724400"/>
          <a:ext cx="45720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0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 kern="1200" dirty="0">
                        <a:solidFill>
                          <a:srgbClr val="0000C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0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en-US" sz="20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1R</a:t>
                      </a:r>
                      <a:endParaRPr lang="en-US" sz="2000" kern="1200" dirty="0">
                        <a:solidFill>
                          <a:srgbClr val="0000C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0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000" kern="1200" dirty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1R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18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18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en-US" sz="18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18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800" b="0" kern="1200" dirty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1800" kern="1200" dirty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18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800" kern="1200" dirty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BR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>
          <a:xfrm>
            <a:off x="1752600" y="5334000"/>
            <a:ext cx="533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70025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Turing Machine Examples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447800"/>
            <a:ext cx="9144000" cy="54102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dirty="0">
              <a:solidFill>
                <a:srgbClr val="006600"/>
              </a:solidFill>
            </a:endParaRP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52400" y="1204884"/>
            <a:ext cx="88392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Design TM that will replace every occurrence of substring 11 by 10 keeping everything intact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 = ({q</a:t>
            </a:r>
            <a:r>
              <a:rPr lang="en-US" altLang="en-US" sz="2800" baseline="-25000" dirty="0">
                <a:solidFill>
                  <a:srgbClr val="0000CC"/>
                </a:solidFill>
              </a:rPr>
              <a:t>0</a:t>
            </a:r>
            <a:r>
              <a:rPr lang="en-US" altLang="en-US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en-US" sz="2800" baseline="-25000" dirty="0">
                <a:solidFill>
                  <a:srgbClr val="0000CC"/>
                </a:solidFill>
              </a:rPr>
              <a:t>1</a:t>
            </a:r>
            <a:r>
              <a:rPr lang="en-US" altLang="en-US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 {0,1}, {0,1}, </a:t>
            </a:r>
            <a:r>
              <a:rPr lang="el-GR" sz="2800" dirty="0">
                <a:solidFill>
                  <a:srgbClr val="0000CC"/>
                </a:solidFill>
              </a:rPr>
              <a:t>δ</a:t>
            </a:r>
            <a:r>
              <a:rPr lang="en-US" sz="2800" dirty="0">
                <a:solidFill>
                  <a:srgbClr val="0000CC"/>
                </a:solidFill>
              </a:rPr>
              <a:t>, q</a:t>
            </a:r>
            <a:r>
              <a:rPr lang="en-US" sz="2800" baseline="-25000" dirty="0">
                <a:solidFill>
                  <a:srgbClr val="0000CC"/>
                </a:solidFill>
              </a:rPr>
              <a:t>0</a:t>
            </a:r>
            <a:r>
              <a:rPr lang="en-US" sz="2800" dirty="0">
                <a:solidFill>
                  <a:srgbClr val="0000CC"/>
                </a:solidFill>
              </a:rPr>
              <a:t>, B, {q</a:t>
            </a:r>
            <a:r>
              <a:rPr lang="en-US" sz="2800" baseline="-25000" dirty="0">
                <a:solidFill>
                  <a:srgbClr val="0000CC"/>
                </a:solidFill>
              </a:rPr>
              <a:t>0</a:t>
            </a:r>
            <a:r>
              <a:rPr lang="en-US" sz="2800" dirty="0">
                <a:solidFill>
                  <a:srgbClr val="0000CC"/>
                </a:solidFill>
              </a:rPr>
              <a:t>}</a:t>
            </a:r>
            <a:r>
              <a:rPr lang="en-US" altLang="en-US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sz="2800" dirty="0">
              <a:solidFill>
                <a:srgbClr val="0000CC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sz="20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42900" indent="-342900" eaLnBrk="1" hangingPunct="1">
              <a:spcBef>
                <a:spcPct val="0"/>
              </a:spcBef>
              <a:defRPr/>
            </a:pPr>
            <a:endParaRPr lang="en-US" sz="20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084919"/>
              </p:ext>
            </p:extLst>
          </p:nvPr>
        </p:nvGraphicFramePr>
        <p:xfrm>
          <a:off x="781050" y="3134693"/>
          <a:ext cx="7143751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0R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1R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0R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0R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914400" y="3886200"/>
            <a:ext cx="533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81051" y="3170258"/>
            <a:ext cx="1828800" cy="388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81051" y="5228180"/>
            <a:ext cx="7505700" cy="1038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Instantaneous Description: w= 01101110110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2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1"/>
          <p:cNvSpPr txBox="1">
            <a:spLocks noChangeArrowheads="1"/>
          </p:cNvSpPr>
          <p:nvPr/>
        </p:nvSpPr>
        <p:spPr bwMode="auto">
          <a:xfrm>
            <a:off x="1295400" y="609600"/>
            <a:ext cx="7162800" cy="609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341313" indent="-341313">
              <a:spcBef>
                <a:spcPts val="8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Design  a TM for L= {0</a:t>
            </a:r>
            <a:r>
              <a:rPr lang="en-US" sz="32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|n&gt;=1}</a:t>
            </a:r>
          </a:p>
        </p:txBody>
      </p:sp>
      <p:graphicFrame>
        <p:nvGraphicFramePr>
          <p:cNvPr id="80898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025151"/>
              </p:ext>
            </p:extLst>
          </p:nvPr>
        </p:nvGraphicFramePr>
        <p:xfrm>
          <a:off x="685802" y="1752600"/>
          <a:ext cx="8000997" cy="3599692"/>
        </p:xfrm>
        <a:graphic>
          <a:graphicData uri="http://schemas.openxmlformats.org/drawingml/2006/table">
            <a:tbl>
              <a:tblPr/>
              <a:tblGrid>
                <a:gridCol w="1142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63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en-US" altLang="en-US" sz="2200" kern="1200" baseline="0" dirty="0">
                        <a:solidFill>
                          <a:srgbClr val="0D0D0D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x, R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y, R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4, </a:t>
                      </a: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B, N</a:t>
                      </a:r>
                      <a:r>
                        <a:rPr lang="en-US" altLang="en-US" sz="20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(accept)</a:t>
                      </a:r>
                      <a:endParaRPr lang="en-US" altLang="en-US" sz="2200" kern="1200" baseline="0" dirty="0">
                        <a:solidFill>
                          <a:srgbClr val="0D0D0D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0, R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y, L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y, R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0, L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x, R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y, L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y, R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B, R</a:t>
                      </a:r>
                      <a:r>
                        <a:rPr lang="en-US" altLang="en-US" sz="20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(accept)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0000" marR="90000" marT="62676" marB="4680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5486400"/>
            <a:ext cx="3708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Instantaneous Description: w= 0011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08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200" y="64653"/>
            <a:ext cx="6324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Practice Problems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5"/>
            <a:ext cx="1143000" cy="7824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2400" y="1454623"/>
            <a:ext cx="8839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Design TM that recognizes strings containing equal number of 0’s and 1’s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Design TM that checking if a set of parentheses are well-formed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70025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Turing Machine Examples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447800"/>
            <a:ext cx="9144000" cy="54102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dirty="0">
              <a:solidFill>
                <a:srgbClr val="006600"/>
              </a:solidFill>
            </a:endParaRP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6"/>
            <a:ext cx="1143000" cy="782411"/>
          </a:xfrm>
          <a:prstGeom prst="rect">
            <a:avLst/>
          </a:prstGeom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52400" y="1129252"/>
            <a:ext cx="88392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Design TM that recognizes strings containing equal number of 0’s and 1’s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 = ({q</a:t>
            </a:r>
            <a:r>
              <a:rPr lang="en-US" altLang="en-US" sz="2800" baseline="-25000" dirty="0">
                <a:solidFill>
                  <a:srgbClr val="0000CC"/>
                </a:solidFill>
              </a:rPr>
              <a:t>0</a:t>
            </a:r>
            <a:r>
              <a:rPr lang="en-US" altLang="en-US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en-US" sz="2800" baseline="-25000" dirty="0">
                <a:solidFill>
                  <a:srgbClr val="0000CC"/>
                </a:solidFill>
              </a:rPr>
              <a:t>1,</a:t>
            </a:r>
            <a:r>
              <a:rPr lang="en-US" altLang="en-US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altLang="en-US" sz="2800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en-US" sz="2800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lang="en-US" altLang="en-US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800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 {0,1}, {0,1, *}, </a:t>
            </a:r>
            <a:r>
              <a:rPr lang="el-GR" sz="2800" dirty="0">
                <a:solidFill>
                  <a:srgbClr val="0000CC"/>
                </a:solidFill>
              </a:rPr>
              <a:t>δ</a:t>
            </a:r>
            <a:r>
              <a:rPr lang="en-US" sz="2800" dirty="0">
                <a:solidFill>
                  <a:srgbClr val="0000CC"/>
                </a:solidFill>
              </a:rPr>
              <a:t>, q</a:t>
            </a:r>
            <a:r>
              <a:rPr lang="en-US" sz="2800" baseline="-25000" dirty="0">
                <a:solidFill>
                  <a:srgbClr val="0000CC"/>
                </a:solidFill>
              </a:rPr>
              <a:t>0</a:t>
            </a:r>
            <a:r>
              <a:rPr lang="en-US" sz="2800" dirty="0">
                <a:solidFill>
                  <a:srgbClr val="0000CC"/>
                </a:solidFill>
              </a:rPr>
              <a:t>, B, {q</a:t>
            </a:r>
            <a:r>
              <a:rPr lang="en-US" sz="2800" baseline="-25000" dirty="0">
                <a:solidFill>
                  <a:srgbClr val="0000CC"/>
                </a:solidFill>
              </a:rPr>
              <a:t>0</a:t>
            </a:r>
            <a:r>
              <a:rPr lang="en-US" sz="2800" dirty="0">
                <a:solidFill>
                  <a:srgbClr val="0000CC"/>
                </a:solidFill>
              </a:rPr>
              <a:t>}</a:t>
            </a:r>
            <a:r>
              <a:rPr lang="en-US" altLang="en-US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sz="2800" dirty="0">
              <a:solidFill>
                <a:srgbClr val="0000CC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sz="20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42900" indent="-342900" eaLnBrk="1" hangingPunct="1">
              <a:spcBef>
                <a:spcPct val="0"/>
              </a:spcBef>
              <a:defRPr/>
            </a:pPr>
            <a:endParaRPr lang="en-US" sz="20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493002"/>
              </p:ext>
            </p:extLst>
          </p:nvPr>
        </p:nvGraphicFramePr>
        <p:xfrm>
          <a:off x="830988" y="2895600"/>
          <a:ext cx="7867651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1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7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4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*R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*R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*R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N(Accept)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0R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*L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*R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N(Reject)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0L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1L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*L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en-US" altLang="en-US" sz="2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1R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18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N(Reject)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876300" y="3657600"/>
            <a:ext cx="533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34452" y="3105776"/>
            <a:ext cx="1603948" cy="1862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33600" y="1688553"/>
            <a:ext cx="58711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Instantaneous Description: w= 01101110110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959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Turing Machine Examples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447800"/>
            <a:ext cx="9144000" cy="54102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dirty="0">
              <a:solidFill>
                <a:srgbClr val="006600"/>
              </a:solidFill>
            </a:endParaRP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5"/>
            <a:ext cx="1143000" cy="782411"/>
          </a:xfrm>
          <a:prstGeom prst="rect">
            <a:avLst/>
          </a:prstGeom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52400" y="1204883"/>
            <a:ext cx="8839200" cy="236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Design TM that checking if a set of parentheses are well-formed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= ({q</a:t>
            </a:r>
            <a:r>
              <a:rPr lang="en-US" altLang="en-US" sz="2600" baseline="-25000" dirty="0">
                <a:solidFill>
                  <a:srgbClr val="0000CC"/>
                </a:solidFill>
              </a:rPr>
              <a:t>0</a:t>
            </a:r>
            <a:r>
              <a:rPr lang="en-US" altLang="en-US" sz="26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en-US" sz="2600" baseline="-25000" dirty="0">
                <a:solidFill>
                  <a:srgbClr val="0000CC"/>
                </a:solidFill>
              </a:rPr>
              <a:t>1,</a:t>
            </a:r>
            <a:r>
              <a:rPr lang="en-US" altLang="en-US" sz="26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altLang="en-US" sz="2600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6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en-US" sz="2600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en-US" sz="26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 {(,)}, {(,), *, ;, O, R</a:t>
            </a:r>
            <a:r>
              <a:rPr lang="en-US" altLang="en-US" sz="2600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6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</a:t>
            </a:r>
            <a:r>
              <a:rPr lang="en-US" altLang="en-US" sz="2600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6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lang="el-GR" sz="2600" dirty="0">
                <a:solidFill>
                  <a:srgbClr val="0000CC"/>
                </a:solidFill>
              </a:rPr>
              <a:t>δ</a:t>
            </a:r>
            <a:r>
              <a:rPr lang="en-US" sz="2600" dirty="0">
                <a:solidFill>
                  <a:srgbClr val="0000CC"/>
                </a:solidFill>
              </a:rPr>
              <a:t>, q</a:t>
            </a:r>
            <a:r>
              <a:rPr lang="en-US" sz="2600" baseline="-25000" dirty="0">
                <a:solidFill>
                  <a:srgbClr val="0000CC"/>
                </a:solidFill>
              </a:rPr>
              <a:t>0</a:t>
            </a:r>
            <a:r>
              <a:rPr lang="en-US" sz="2600" dirty="0">
                <a:solidFill>
                  <a:srgbClr val="0000CC"/>
                </a:solidFill>
              </a:rPr>
              <a:t>, B, {q</a:t>
            </a:r>
            <a:r>
              <a:rPr lang="en-US" sz="2600" baseline="-25000" dirty="0">
                <a:solidFill>
                  <a:srgbClr val="0000CC"/>
                </a:solidFill>
              </a:rPr>
              <a:t>3</a:t>
            </a:r>
            <a:r>
              <a:rPr lang="en-US" sz="2600" dirty="0">
                <a:solidFill>
                  <a:srgbClr val="0000CC"/>
                </a:solidFill>
              </a:rPr>
              <a:t>}</a:t>
            </a:r>
            <a:r>
              <a:rPr lang="en-US" altLang="en-US" sz="26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sz="2600" dirty="0">
              <a:solidFill>
                <a:srgbClr val="0000CC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sz="20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42900" indent="-342900" eaLnBrk="1" hangingPunct="1">
              <a:spcBef>
                <a:spcPct val="0"/>
              </a:spcBef>
              <a:defRPr/>
            </a:pPr>
            <a:endParaRPr lang="en-US" sz="20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196046"/>
              </p:ext>
            </p:extLst>
          </p:nvPr>
        </p:nvGraphicFramePr>
        <p:xfrm>
          <a:off x="819150" y="3084291"/>
          <a:ext cx="7791450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kern="1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en-US" sz="2200" kern="1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*L</a:t>
                      </a:r>
                      <a:endParaRPr lang="en-US" sz="2200" kern="1200" dirty="0">
                        <a:solidFill>
                          <a:srgbClr val="0D0D0D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endParaRPr lang="en-US" sz="2200" kern="1200" dirty="0">
                        <a:solidFill>
                          <a:srgbClr val="0D0D0D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kern="1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kern="1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*R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200" kern="1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200" kern="1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200" kern="1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en-US" sz="2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</a:t>
                      </a: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200" baseline="0" dirty="0">
                          <a:solidFill>
                            <a:srgbClr val="0D0D0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en-US" sz="2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647700" y="3810000"/>
            <a:ext cx="533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90600" y="6350168"/>
            <a:ext cx="7505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Instantaneous Description: w= (( ))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04800" y="2520403"/>
            <a:ext cx="541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Functional Matrix: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407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371600" y="914400"/>
            <a:ext cx="609600" cy="533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4419600" y="3581400"/>
            <a:ext cx="609600" cy="533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4419600" y="914400"/>
            <a:ext cx="609600" cy="533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3581400"/>
            <a:ext cx="609600" cy="533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2" idx="4"/>
            <a:endCxn id="5" idx="0"/>
          </p:cNvCxnSpPr>
          <p:nvPr/>
        </p:nvCxnSpPr>
        <p:spPr>
          <a:xfrm>
            <a:off x="1676400" y="1447800"/>
            <a:ext cx="0" cy="2133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/>
          <p:cNvCxnSpPr>
            <a:stCxn id="2" idx="5"/>
            <a:endCxn id="4" idx="3"/>
          </p:cNvCxnSpPr>
          <p:nvPr/>
        </p:nvCxnSpPr>
        <p:spPr>
          <a:xfrm rot="16200000" flipH="1">
            <a:off x="3200400" y="61211"/>
            <a:ext cx="12700" cy="2616948"/>
          </a:xfrm>
          <a:prstGeom prst="curvedConnector3">
            <a:avLst>
              <a:gd name="adj1" fmla="val 2415079"/>
            </a:avLst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/>
          <p:nvPr/>
        </p:nvCxnSpPr>
        <p:spPr>
          <a:xfrm rot="16200000" flipH="1">
            <a:off x="3200400" y="2723775"/>
            <a:ext cx="12700" cy="2616948"/>
          </a:xfrm>
          <a:prstGeom prst="curvedConnector3">
            <a:avLst>
              <a:gd name="adj1" fmla="val 2415079"/>
            </a:avLst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724400" y="1447800"/>
            <a:ext cx="0" cy="2133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2" idx="0"/>
            <a:endCxn id="4" idx="1"/>
          </p:cNvCxnSpPr>
          <p:nvPr/>
        </p:nvCxnSpPr>
        <p:spPr>
          <a:xfrm rot="16200000" flipH="1">
            <a:off x="3053579" y="-462780"/>
            <a:ext cx="78115" cy="2832474"/>
          </a:xfrm>
          <a:prstGeom prst="curvedConnector3">
            <a:avLst>
              <a:gd name="adj1" fmla="val -29264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/>
          <p:nvPr/>
        </p:nvCxnSpPr>
        <p:spPr>
          <a:xfrm rot="16200000" flipH="1">
            <a:off x="3180993" y="2193435"/>
            <a:ext cx="78115" cy="2832474"/>
          </a:xfrm>
          <a:prstGeom prst="curvedConnector3">
            <a:avLst>
              <a:gd name="adj1" fmla="val -29264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/>
          <p:cNvCxnSpPr>
            <a:stCxn id="4" idx="0"/>
            <a:endCxn id="4" idx="6"/>
          </p:cNvCxnSpPr>
          <p:nvPr/>
        </p:nvCxnSpPr>
        <p:spPr>
          <a:xfrm rot="16200000" flipH="1">
            <a:off x="4743450" y="895350"/>
            <a:ext cx="266700" cy="304800"/>
          </a:xfrm>
          <a:prstGeom prst="curvedConnector4">
            <a:avLst>
              <a:gd name="adj1" fmla="val -85714"/>
              <a:gd name="adj2" fmla="val 175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>
            <a:stCxn id="2" idx="1"/>
            <a:endCxn id="2" idx="2"/>
          </p:cNvCxnSpPr>
          <p:nvPr/>
        </p:nvCxnSpPr>
        <p:spPr>
          <a:xfrm rot="16200000" flipH="1" flipV="1">
            <a:off x="1321944" y="1042170"/>
            <a:ext cx="188585" cy="89274"/>
          </a:xfrm>
          <a:prstGeom prst="curvedConnector4">
            <a:avLst>
              <a:gd name="adj1" fmla="val -162640"/>
              <a:gd name="adj2" fmla="val 35606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2" idx="3"/>
            <a:endCxn id="2" idx="2"/>
          </p:cNvCxnSpPr>
          <p:nvPr/>
        </p:nvCxnSpPr>
        <p:spPr>
          <a:xfrm rot="5400000" flipH="1">
            <a:off x="1321944" y="1230756"/>
            <a:ext cx="188585" cy="89274"/>
          </a:xfrm>
          <a:prstGeom prst="curvedConnector4">
            <a:avLst>
              <a:gd name="adj1" fmla="val -162640"/>
              <a:gd name="adj2" fmla="val 35606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/>
          <p:cNvCxnSpPr>
            <a:stCxn id="4" idx="6"/>
            <a:endCxn id="4" idx="5"/>
          </p:cNvCxnSpPr>
          <p:nvPr/>
        </p:nvCxnSpPr>
        <p:spPr>
          <a:xfrm flipH="1">
            <a:off x="4939926" y="1181100"/>
            <a:ext cx="89274" cy="188585"/>
          </a:xfrm>
          <a:prstGeom prst="curvedConnector4">
            <a:avLst>
              <a:gd name="adj1" fmla="val -256066"/>
              <a:gd name="adj2" fmla="val 26264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/>
          <p:cNvCxnSpPr>
            <a:stCxn id="5" idx="1"/>
            <a:endCxn id="5" idx="2"/>
          </p:cNvCxnSpPr>
          <p:nvPr/>
        </p:nvCxnSpPr>
        <p:spPr>
          <a:xfrm rot="16200000" flipH="1" flipV="1">
            <a:off x="1321944" y="3709170"/>
            <a:ext cx="188585" cy="89274"/>
          </a:xfrm>
          <a:prstGeom prst="curvedConnector4">
            <a:avLst>
              <a:gd name="adj1" fmla="val -162640"/>
              <a:gd name="adj2" fmla="val 35606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/>
          <p:cNvCxnSpPr>
            <a:stCxn id="5" idx="3"/>
            <a:endCxn id="5" idx="4"/>
          </p:cNvCxnSpPr>
          <p:nvPr/>
        </p:nvCxnSpPr>
        <p:spPr>
          <a:xfrm rot="16200000" flipH="1">
            <a:off x="1529580" y="3967979"/>
            <a:ext cx="78115" cy="215526"/>
          </a:xfrm>
          <a:prstGeom prst="curvedConnector3">
            <a:avLst>
              <a:gd name="adj1" fmla="val 39264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1568637" y="1447800"/>
            <a:ext cx="0" cy="533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559236" y="274448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)      * L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2819400" y="448329"/>
            <a:ext cx="2732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599114" y="1194714"/>
            <a:ext cx="130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       * R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2819399" y="1363334"/>
            <a:ext cx="400651" cy="127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453576" y="303657"/>
            <a:ext cx="130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       L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4673861" y="472277"/>
            <a:ext cx="400651" cy="127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257800" y="1529834"/>
            <a:ext cx="130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)         L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5543178" y="1714500"/>
            <a:ext cx="4004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730723" y="2647787"/>
            <a:ext cx="130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;</a:t>
            </a:r>
            <a:r>
              <a:rPr lang="en-US" dirty="0"/>
              <a:t>        R</a:t>
            </a:r>
            <a:r>
              <a:rPr lang="en-US" baseline="-25000" dirty="0"/>
              <a:t>p</a:t>
            </a:r>
            <a:r>
              <a:rPr lang="en-US" dirty="0"/>
              <a:t> N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4951008" y="2816407"/>
            <a:ext cx="400651" cy="127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604377" y="2930663"/>
            <a:ext cx="130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</a:t>
            </a:r>
            <a:r>
              <a:rPr lang="en-US" dirty="0"/>
              <a:t>        L</a:t>
            </a:r>
            <a:r>
              <a:rPr lang="en-US" baseline="-25000" dirty="0"/>
              <a:t>p</a:t>
            </a:r>
            <a:r>
              <a:rPr lang="en-US" dirty="0"/>
              <a:t> N</a:t>
            </a:r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2819400" y="3124200"/>
            <a:ext cx="400651" cy="127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150558" y="4231103"/>
            <a:ext cx="130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)         L</a:t>
            </a:r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1435936" y="4415769"/>
            <a:ext cx="4004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62128" y="3366185"/>
            <a:ext cx="130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       L</a:t>
            </a: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482413" y="3534805"/>
            <a:ext cx="400651" cy="127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559236" y="4297280"/>
            <a:ext cx="130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;</a:t>
            </a:r>
            <a:r>
              <a:rPr lang="en-US" dirty="0"/>
              <a:t>        O N</a:t>
            </a:r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2779521" y="4465900"/>
            <a:ext cx="400651" cy="127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67154" y="399459"/>
            <a:ext cx="130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       R</a:t>
            </a: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787439" y="568079"/>
            <a:ext cx="400651" cy="127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02129" y="1295292"/>
            <a:ext cx="130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       R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522414" y="1463912"/>
            <a:ext cx="400651" cy="127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18344" y="2295140"/>
            <a:ext cx="130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;</a:t>
            </a:r>
            <a:r>
              <a:rPr lang="en-US" dirty="0"/>
              <a:t>        L</a:t>
            </a:r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1003722" y="2479806"/>
            <a:ext cx="4004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074512" y="3735517"/>
            <a:ext cx="869088" cy="379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86757" y="957735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  <a:r>
              <a:rPr lang="en-US" baseline="-25000" dirty="0"/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46973" y="99104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  <a:r>
              <a:rPr lang="en-US" baseline="-25000" dirty="0"/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73582" y="3631085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  <a:r>
              <a:rPr lang="en-US" baseline="-25000" dirty="0"/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95800" y="3618284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  <a:r>
              <a:rPr lang="en-US" baseline="-25000" dirty="0"/>
              <a:t>3</a:t>
            </a:r>
          </a:p>
        </p:txBody>
      </p:sp>
      <p:graphicFrame>
        <p:nvGraphicFramePr>
          <p:cNvPr id="78" name="object 36"/>
          <p:cNvGraphicFramePr>
            <a:graphicFrameLocks noGrp="1"/>
          </p:cNvGraphicFramePr>
          <p:nvPr/>
        </p:nvGraphicFramePr>
        <p:xfrm>
          <a:off x="3253176" y="5228595"/>
          <a:ext cx="39624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500" dirty="0">
                          <a:latin typeface="Times New Roman"/>
                          <a:cs typeface="Times New Roman"/>
                        </a:rPr>
                        <a:t>  ;</a:t>
                      </a:r>
                      <a:endParaRPr sz="3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500" dirty="0">
                          <a:latin typeface="Times New Roman"/>
                          <a:cs typeface="Times New Roman"/>
                        </a:rPr>
                        <a:t>  (</a:t>
                      </a:r>
                      <a:endParaRPr sz="3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lang="en-US" sz="3600" dirty="0">
                          <a:latin typeface="Times New Roman"/>
                          <a:cs typeface="Times New Roman"/>
                        </a:rPr>
                        <a:t>(</a:t>
                      </a:r>
                      <a:endParaRPr sz="3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lang="en-US" sz="3600" dirty="0">
                          <a:latin typeface="Times New Roman"/>
                          <a:cs typeface="Times New Roman"/>
                        </a:rPr>
                        <a:t>)</a:t>
                      </a:r>
                      <a:endParaRPr sz="3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lang="en-US" sz="3600" dirty="0">
                          <a:latin typeface="Times New Roman"/>
                          <a:cs typeface="Times New Roman"/>
                        </a:rPr>
                        <a:t>)</a:t>
                      </a:r>
                      <a:endParaRPr sz="3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lang="en-US" sz="3600" dirty="0">
                          <a:latin typeface="Times New Roman"/>
                          <a:cs typeface="Times New Roman"/>
                        </a:rPr>
                        <a:t>(</a:t>
                      </a:r>
                      <a:endParaRPr sz="3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500" dirty="0">
                          <a:latin typeface="Times New Roman"/>
                          <a:cs typeface="Times New Roman"/>
                        </a:rPr>
                        <a:t>  )</a:t>
                      </a:r>
                      <a:endParaRPr sz="3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500" dirty="0">
                          <a:latin typeface="Times New Roman"/>
                          <a:cs typeface="Times New Roman"/>
                        </a:rPr>
                        <a:t> ;</a:t>
                      </a:r>
                      <a:endParaRPr sz="3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3" name="Straight Arrow Connector 82"/>
          <p:cNvCxnSpPr/>
          <p:nvPr/>
        </p:nvCxnSpPr>
        <p:spPr>
          <a:xfrm flipV="1">
            <a:off x="3905623" y="5914395"/>
            <a:ext cx="0" cy="4102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3626036" y="6324600"/>
            <a:ext cx="564964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3657600" y="623414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  <a:r>
              <a:rPr lang="en-US" baseline="-250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831136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Complexity of Turing Machine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447800"/>
            <a:ext cx="9144000" cy="54102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dirty="0">
              <a:solidFill>
                <a:srgbClr val="006600"/>
              </a:solidFill>
            </a:endParaRP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217612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167"/>
            <a:ext cx="1143000" cy="782411"/>
          </a:xfrm>
          <a:prstGeom prst="rect">
            <a:avLst/>
          </a:prstGeom>
        </p:spPr>
      </p:pic>
      <p:sp>
        <p:nvSpPr>
          <p:cNvPr id="10" name="object 5"/>
          <p:cNvSpPr txBox="1"/>
          <p:nvPr/>
        </p:nvSpPr>
        <p:spPr>
          <a:xfrm>
            <a:off x="381000" y="1470025"/>
            <a:ext cx="7589520" cy="3729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</a:pPr>
            <a:r>
              <a:rPr sz="2000" spc="35" dirty="0">
                <a:solidFill>
                  <a:srgbClr val="D24717"/>
                </a:solidFill>
                <a:latin typeface="Wingdings"/>
                <a:cs typeface="Wingdings"/>
              </a:rPr>
              <a:t></a:t>
            </a:r>
            <a:r>
              <a:rPr sz="2000" spc="35" dirty="0">
                <a:solidFill>
                  <a:srgbClr val="252525"/>
                </a:solidFill>
                <a:latin typeface="Book Antiqua"/>
                <a:cs typeface="Book Antiqua"/>
              </a:rPr>
              <a:t>The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complexity </a:t>
            </a:r>
            <a:r>
              <a:rPr sz="2000" spc="-10" dirty="0">
                <a:solidFill>
                  <a:srgbClr val="252525"/>
                </a:solidFill>
                <a:latin typeface="Book Antiqua"/>
                <a:cs typeface="Book Antiqua"/>
              </a:rPr>
              <a:t>of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a TM is directly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proportional </a:t>
            </a:r>
            <a:r>
              <a:rPr sz="2000" spc="-10" dirty="0">
                <a:solidFill>
                  <a:srgbClr val="252525"/>
                </a:solidFill>
                <a:latin typeface="Book Antiqua"/>
                <a:cs typeface="Book Antiqua"/>
              </a:rPr>
              <a:t>to the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size </a:t>
            </a:r>
            <a:r>
              <a:rPr sz="2000" spc="-10" dirty="0">
                <a:solidFill>
                  <a:srgbClr val="252525"/>
                </a:solidFill>
                <a:latin typeface="Book Antiqua"/>
                <a:cs typeface="Book Antiqua"/>
              </a:rPr>
              <a:t>of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the  functional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matrix.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In other words,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we can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say </a:t>
            </a:r>
            <a:r>
              <a:rPr sz="2000" spc="-10" dirty="0">
                <a:solidFill>
                  <a:srgbClr val="252525"/>
                </a:solidFill>
                <a:latin typeface="Book Antiqua"/>
                <a:cs typeface="Book Antiqua"/>
              </a:rPr>
              <a:t>that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the  complexity of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a </a:t>
            </a:r>
            <a:r>
              <a:rPr sz="2000" spc="-10" dirty="0">
                <a:solidFill>
                  <a:srgbClr val="252525"/>
                </a:solidFill>
                <a:latin typeface="Book Antiqua"/>
                <a:cs typeface="Book Antiqua"/>
              </a:rPr>
              <a:t>TM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depends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on the number of symbols that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are 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being used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and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the number of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states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of the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TM.</a:t>
            </a:r>
            <a:r>
              <a:rPr sz="2000" spc="-20" dirty="0">
                <a:solidFill>
                  <a:srgbClr val="252525"/>
                </a:solidFill>
                <a:latin typeface="Book Antiqua"/>
                <a:cs typeface="Book Antiqu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Hence:</a:t>
            </a:r>
            <a:endParaRPr sz="20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  <a:tabLst>
                <a:tab pos="4813300" algn="l"/>
                <a:tab pos="6048375" algn="l"/>
              </a:tabLst>
            </a:pPr>
            <a:r>
              <a:rPr sz="2000" spc="10" dirty="0">
                <a:solidFill>
                  <a:srgbClr val="D24717"/>
                </a:solidFill>
                <a:latin typeface="Wingdings"/>
                <a:cs typeface="Wingdings"/>
              </a:rPr>
              <a:t></a:t>
            </a:r>
            <a:r>
              <a:rPr sz="2000" spc="10" dirty="0">
                <a:solidFill>
                  <a:srgbClr val="252525"/>
                </a:solidFill>
                <a:latin typeface="Book Antiqua"/>
                <a:cs typeface="Book Antiqua"/>
              </a:rPr>
              <a:t>Complexity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of a TM = | </a:t>
            </a:r>
            <a:r>
              <a:rPr sz="2000" dirty="0">
                <a:solidFill>
                  <a:srgbClr val="252525"/>
                </a:solidFill>
                <a:latin typeface="Symbol"/>
                <a:cs typeface="Symbol"/>
              </a:rPr>
              <a:t>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| </a:t>
            </a:r>
            <a:r>
              <a:rPr sz="2000" dirty="0">
                <a:solidFill>
                  <a:srgbClr val="252525"/>
                </a:solidFill>
                <a:latin typeface="Symbol"/>
                <a:cs typeface="Symbol"/>
              </a:rPr>
              <a:t>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|</a:t>
            </a:r>
            <a:r>
              <a:rPr sz="2000" spc="-35" dirty="0">
                <a:solidFill>
                  <a:srgbClr val="252525"/>
                </a:solidFill>
                <a:latin typeface="Book Antiqua"/>
                <a:cs typeface="Book Antiqua"/>
              </a:rPr>
              <a:t> </a:t>
            </a:r>
            <a:r>
              <a:rPr sz="2000" i="1" spc="5" dirty="0">
                <a:solidFill>
                  <a:srgbClr val="252525"/>
                </a:solidFill>
                <a:latin typeface="Book Antiqua"/>
                <a:cs typeface="Book Antiqua"/>
              </a:rPr>
              <a:t>Q</a:t>
            </a:r>
            <a:r>
              <a:rPr sz="2000" i="1" spc="-5" dirty="0">
                <a:solidFill>
                  <a:srgbClr val="252525"/>
                </a:solidFill>
                <a:latin typeface="Book Antiqua"/>
                <a:cs typeface="Book Antiqua"/>
              </a:rPr>
              <a:t>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|	(or | </a:t>
            </a:r>
            <a:r>
              <a:rPr sz="2000" i="1" dirty="0">
                <a:solidFill>
                  <a:srgbClr val="252525"/>
                </a:solidFill>
                <a:latin typeface="Book Antiqua"/>
                <a:cs typeface="Book Antiqua"/>
              </a:rPr>
              <a:t>I</a:t>
            </a:r>
            <a:r>
              <a:rPr sz="2000" i="1" spc="-15" dirty="0">
                <a:solidFill>
                  <a:srgbClr val="252525"/>
                </a:solidFill>
                <a:latin typeface="Book Antiqua"/>
                <a:cs typeface="Book Antiqua"/>
              </a:rPr>
              <a:t>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|</a:t>
            </a:r>
            <a:r>
              <a:rPr sz="2000" spc="-10" dirty="0">
                <a:solidFill>
                  <a:srgbClr val="252525"/>
                </a:solidFill>
                <a:latin typeface="Book Antiqua"/>
                <a:cs typeface="Book Antiqua"/>
              </a:rPr>
              <a:t> </a:t>
            </a:r>
            <a:r>
              <a:rPr sz="2000" dirty="0">
                <a:solidFill>
                  <a:srgbClr val="252525"/>
                </a:solidFill>
                <a:latin typeface="Symbol"/>
                <a:cs typeface="Symbol"/>
              </a:rPr>
              <a:t>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| </a:t>
            </a:r>
            <a:r>
              <a:rPr sz="2000" i="1" dirty="0">
                <a:solidFill>
                  <a:srgbClr val="252525"/>
                </a:solidFill>
                <a:latin typeface="Book Antiqua"/>
                <a:cs typeface="Book Antiqua"/>
              </a:rPr>
              <a:t>S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|</a:t>
            </a:r>
            <a:r>
              <a:rPr sz="2000" spc="-35" dirty="0">
                <a:solidFill>
                  <a:srgbClr val="252525"/>
                </a:solidFill>
                <a:latin typeface="Book Antiqua"/>
                <a:cs typeface="Book Antiqua"/>
              </a:rPr>
              <a:t>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),</a:t>
            </a:r>
            <a:endParaRPr sz="2000" dirty="0">
              <a:latin typeface="Book Antiqua"/>
              <a:cs typeface="Book Antiqua"/>
            </a:endParaRPr>
          </a:p>
          <a:p>
            <a:pPr marL="698500">
              <a:lnSpc>
                <a:spcPct val="100000"/>
              </a:lnSpc>
              <a:spcBef>
                <a:spcPts val="470"/>
              </a:spcBef>
            </a:pP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where,</a:t>
            </a:r>
            <a:endParaRPr sz="2000" dirty="0">
              <a:latin typeface="Book Antiqua"/>
              <a:cs typeface="Book Antiqua"/>
            </a:endParaRPr>
          </a:p>
          <a:p>
            <a:pPr marL="1384300" marR="593090" indent="-685800">
              <a:lnSpc>
                <a:spcPts val="2380"/>
              </a:lnSpc>
              <a:spcBef>
                <a:spcPts val="600"/>
              </a:spcBef>
            </a:pP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| </a:t>
            </a:r>
            <a:r>
              <a:rPr sz="2000" dirty="0">
                <a:solidFill>
                  <a:srgbClr val="252525"/>
                </a:solidFill>
                <a:latin typeface="Symbol"/>
                <a:cs typeface="Symbol"/>
              </a:rPr>
              <a:t>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| = Cardinality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of tape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alphabet (i.e.,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number of tape 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symbols),</a:t>
            </a:r>
            <a:r>
              <a:rPr sz="2000" spc="-20" dirty="0">
                <a:solidFill>
                  <a:srgbClr val="252525"/>
                </a:solidFill>
                <a:latin typeface="Book Antiqua"/>
                <a:cs typeface="Book Antiqua"/>
              </a:rPr>
              <a:t>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and</a:t>
            </a:r>
            <a:endParaRPr sz="2000" dirty="0">
              <a:latin typeface="Book Antiqua"/>
              <a:cs typeface="Book Antiqua"/>
            </a:endParaRPr>
          </a:p>
          <a:p>
            <a:pPr marL="698500">
              <a:lnSpc>
                <a:spcPct val="100000"/>
              </a:lnSpc>
              <a:spcBef>
                <a:spcPts val="390"/>
              </a:spcBef>
            </a:pP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| </a:t>
            </a:r>
            <a:r>
              <a:rPr sz="2000" i="1" dirty="0">
                <a:solidFill>
                  <a:srgbClr val="252525"/>
                </a:solidFill>
                <a:latin typeface="Book Antiqua"/>
                <a:cs typeface="Book Antiqua"/>
              </a:rPr>
              <a:t>Q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| = Number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of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states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of the</a:t>
            </a:r>
            <a:r>
              <a:rPr sz="2000" spc="-65" dirty="0">
                <a:solidFill>
                  <a:srgbClr val="252525"/>
                </a:solidFill>
                <a:latin typeface="Book Antiqua"/>
                <a:cs typeface="Book Antiqua"/>
              </a:rPr>
              <a:t>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TM.</a:t>
            </a:r>
            <a:endParaRPr sz="20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900" spc="-5" dirty="0">
                <a:solidFill>
                  <a:srgbClr val="D24717"/>
                </a:solidFill>
                <a:latin typeface="Wingdings"/>
                <a:cs typeface="Wingdings"/>
              </a:rPr>
              <a:t></a:t>
            </a:r>
            <a:r>
              <a:rPr sz="1900" spc="-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252525"/>
                </a:solidFill>
                <a:latin typeface="Book Antiqua"/>
                <a:cs typeface="Book Antiqua"/>
              </a:rPr>
              <a:t>For</a:t>
            </a:r>
            <a:r>
              <a:rPr sz="1900" spc="-204" dirty="0">
                <a:solidFill>
                  <a:srgbClr val="252525"/>
                </a:solidFill>
                <a:latin typeface="Book Antiqua"/>
                <a:cs typeface="Book Antiqua"/>
              </a:rPr>
              <a:t> </a:t>
            </a:r>
            <a:r>
              <a:rPr sz="1900" spc="-10" dirty="0">
                <a:solidFill>
                  <a:srgbClr val="252525"/>
                </a:solidFill>
                <a:latin typeface="Book Antiqua"/>
                <a:cs typeface="Book Antiqua"/>
              </a:rPr>
              <a:t>example,</a:t>
            </a:r>
            <a:endParaRPr sz="1900" dirty="0">
              <a:latin typeface="Book Antiqua"/>
              <a:cs typeface="Book Antiqua"/>
            </a:endParaRPr>
          </a:p>
          <a:p>
            <a:pPr marL="698500">
              <a:lnSpc>
                <a:spcPct val="100000"/>
              </a:lnSpc>
              <a:spcBef>
                <a:spcPts val="490"/>
              </a:spcBef>
            </a:pP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If </a:t>
            </a:r>
            <a:r>
              <a:rPr sz="2000" dirty="0">
                <a:solidFill>
                  <a:srgbClr val="252525"/>
                </a:solidFill>
                <a:latin typeface="Symbol"/>
                <a:cs typeface="Symbol"/>
              </a:rPr>
              <a:t>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= {1, 0, </a:t>
            </a:r>
            <a:r>
              <a:rPr sz="2000" i="1" spc="-5" dirty="0">
                <a:solidFill>
                  <a:srgbClr val="252525"/>
                </a:solidFill>
                <a:latin typeface="Book Antiqua"/>
                <a:cs typeface="Book Antiqua"/>
              </a:rPr>
              <a:t>a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, </a:t>
            </a:r>
            <a:r>
              <a:rPr sz="2000" i="1" spc="-5" dirty="0">
                <a:solidFill>
                  <a:srgbClr val="252525"/>
                </a:solidFill>
                <a:latin typeface="Book Antiqua"/>
                <a:cs typeface="Book Antiqua"/>
              </a:rPr>
              <a:t>c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,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; , } and </a:t>
            </a:r>
            <a:r>
              <a:rPr sz="2000" i="1" dirty="0">
                <a:solidFill>
                  <a:srgbClr val="252525"/>
                </a:solidFill>
                <a:latin typeface="Book Antiqua"/>
                <a:cs typeface="Book Antiqua"/>
              </a:rPr>
              <a:t>Q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= </a:t>
            </a:r>
            <a:r>
              <a:rPr sz="2000" spc="5" dirty="0">
                <a:solidFill>
                  <a:srgbClr val="252525"/>
                </a:solidFill>
                <a:latin typeface="Book Antiqua"/>
                <a:cs typeface="Book Antiqua"/>
              </a:rPr>
              <a:t>{</a:t>
            </a:r>
            <a:r>
              <a:rPr sz="2000" i="1" spc="5" dirty="0">
                <a:solidFill>
                  <a:srgbClr val="252525"/>
                </a:solidFill>
                <a:latin typeface="Book Antiqua"/>
                <a:cs typeface="Book Antiqua"/>
              </a:rPr>
              <a:t>q</a:t>
            </a:r>
            <a:r>
              <a:rPr sz="1950" spc="7" baseline="-21367" dirty="0">
                <a:solidFill>
                  <a:srgbClr val="252525"/>
                </a:solidFill>
                <a:latin typeface="Book Antiqua"/>
                <a:cs typeface="Book Antiqua"/>
              </a:rPr>
              <a:t>0</a:t>
            </a:r>
            <a:r>
              <a:rPr sz="2000" spc="5" dirty="0">
                <a:solidFill>
                  <a:srgbClr val="252525"/>
                </a:solidFill>
                <a:latin typeface="Book Antiqua"/>
                <a:cs typeface="Book Antiqua"/>
              </a:rPr>
              <a:t>, </a:t>
            </a:r>
            <a:r>
              <a:rPr sz="2000" i="1" spc="5" dirty="0">
                <a:solidFill>
                  <a:srgbClr val="252525"/>
                </a:solidFill>
                <a:latin typeface="Book Antiqua"/>
                <a:cs typeface="Book Antiqua"/>
              </a:rPr>
              <a:t>q</a:t>
            </a:r>
            <a:r>
              <a:rPr sz="1950" spc="7" baseline="-21367" dirty="0">
                <a:solidFill>
                  <a:srgbClr val="252525"/>
                </a:solidFill>
                <a:latin typeface="Book Antiqua"/>
                <a:cs typeface="Book Antiqua"/>
              </a:rPr>
              <a:t>1</a:t>
            </a:r>
            <a:r>
              <a:rPr sz="2000" spc="5" dirty="0">
                <a:solidFill>
                  <a:srgbClr val="252525"/>
                </a:solidFill>
                <a:latin typeface="Book Antiqua"/>
                <a:cs typeface="Book Antiqua"/>
              </a:rPr>
              <a:t>, </a:t>
            </a:r>
            <a:r>
              <a:rPr sz="2000" i="1" spc="5" dirty="0">
                <a:solidFill>
                  <a:srgbClr val="252525"/>
                </a:solidFill>
                <a:latin typeface="Book Antiqua"/>
                <a:cs typeface="Book Antiqua"/>
              </a:rPr>
              <a:t>q</a:t>
            </a:r>
            <a:r>
              <a:rPr sz="1950" spc="7" baseline="-21367" dirty="0">
                <a:solidFill>
                  <a:srgbClr val="252525"/>
                </a:solidFill>
                <a:latin typeface="Book Antiqua"/>
                <a:cs typeface="Book Antiqua"/>
              </a:rPr>
              <a:t>2</a:t>
            </a:r>
            <a:r>
              <a:rPr sz="2000" spc="5" dirty="0">
                <a:solidFill>
                  <a:srgbClr val="252525"/>
                </a:solidFill>
                <a:latin typeface="Book Antiqua"/>
                <a:cs typeface="Book Antiqua"/>
              </a:rPr>
              <a:t>, </a:t>
            </a:r>
            <a:r>
              <a:rPr sz="2000" i="1" spc="5" dirty="0">
                <a:solidFill>
                  <a:srgbClr val="252525"/>
                </a:solidFill>
                <a:latin typeface="Book Antiqua"/>
                <a:cs typeface="Book Antiqua"/>
              </a:rPr>
              <a:t>q</a:t>
            </a:r>
            <a:r>
              <a:rPr sz="1950" spc="7" baseline="-21367" dirty="0">
                <a:solidFill>
                  <a:srgbClr val="252525"/>
                </a:solidFill>
                <a:latin typeface="Book Antiqua"/>
                <a:cs typeface="Book Antiqua"/>
              </a:rPr>
              <a:t>3</a:t>
            </a:r>
            <a:r>
              <a:rPr sz="2000" spc="5" dirty="0">
                <a:solidFill>
                  <a:srgbClr val="252525"/>
                </a:solidFill>
                <a:latin typeface="Book Antiqua"/>
                <a:cs typeface="Book Antiqua"/>
              </a:rPr>
              <a:t>, </a:t>
            </a:r>
            <a:r>
              <a:rPr sz="2000" i="1" spc="5" dirty="0">
                <a:solidFill>
                  <a:srgbClr val="252525"/>
                </a:solidFill>
                <a:latin typeface="Book Antiqua"/>
                <a:cs typeface="Book Antiqua"/>
              </a:rPr>
              <a:t>q</a:t>
            </a:r>
            <a:r>
              <a:rPr sz="1950" spc="7" baseline="-21367" dirty="0">
                <a:solidFill>
                  <a:srgbClr val="252525"/>
                </a:solidFill>
                <a:latin typeface="Book Antiqua"/>
                <a:cs typeface="Book Antiqua"/>
              </a:rPr>
              <a:t>4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=</a:t>
            </a:r>
            <a:r>
              <a:rPr sz="2000" spc="-155" dirty="0">
                <a:solidFill>
                  <a:srgbClr val="252525"/>
                </a:solidFill>
                <a:latin typeface="Book Antiqua"/>
                <a:cs typeface="Book Antiqu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halt}</a:t>
            </a:r>
            <a:endParaRPr sz="2000" dirty="0">
              <a:latin typeface="Book Antiqua"/>
              <a:cs typeface="Book Antiqua"/>
            </a:endParaRPr>
          </a:p>
        </p:txBody>
      </p:sp>
      <p:sp>
        <p:nvSpPr>
          <p:cNvPr id="11" name="object 7"/>
          <p:cNvSpPr txBox="1"/>
          <p:nvPr/>
        </p:nvSpPr>
        <p:spPr>
          <a:xfrm>
            <a:off x="914400" y="5341329"/>
            <a:ext cx="6606540" cy="32252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Then,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the complexity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of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the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TM = | </a:t>
            </a:r>
            <a:r>
              <a:rPr sz="2000" dirty="0">
                <a:solidFill>
                  <a:srgbClr val="252525"/>
                </a:solidFill>
                <a:latin typeface="Symbol"/>
                <a:cs typeface="Symbol"/>
              </a:rPr>
              <a:t>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| </a:t>
            </a:r>
            <a:r>
              <a:rPr sz="2000" dirty="0">
                <a:solidFill>
                  <a:srgbClr val="252525"/>
                </a:solidFill>
                <a:latin typeface="Symbol"/>
                <a:cs typeface="Symbol"/>
              </a:rPr>
              <a:t>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| </a:t>
            </a:r>
            <a:r>
              <a:rPr sz="2000" i="1" spc="5" dirty="0">
                <a:solidFill>
                  <a:srgbClr val="252525"/>
                </a:solidFill>
                <a:latin typeface="Book Antiqua"/>
                <a:cs typeface="Book Antiqua"/>
              </a:rPr>
              <a:t>Q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| = 6 </a:t>
            </a:r>
            <a:r>
              <a:rPr sz="2000" dirty="0">
                <a:solidFill>
                  <a:srgbClr val="252525"/>
                </a:solidFill>
                <a:latin typeface="Symbol"/>
                <a:cs typeface="Symbol"/>
              </a:rPr>
              <a:t>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5 =</a:t>
            </a:r>
            <a:r>
              <a:rPr sz="2000" spc="-105" dirty="0">
                <a:solidFill>
                  <a:srgbClr val="252525"/>
                </a:solidFill>
                <a:latin typeface="Book Antiqua"/>
                <a:cs typeface="Book Antiqua"/>
              </a:rPr>
              <a:t> </a:t>
            </a:r>
            <a:r>
              <a:rPr sz="2000" spc="5" dirty="0">
                <a:solidFill>
                  <a:srgbClr val="252525"/>
                </a:solidFill>
                <a:latin typeface="Book Antiqua"/>
                <a:cs typeface="Book Antiqua"/>
              </a:rPr>
              <a:t>30</a:t>
            </a:r>
            <a:endParaRPr sz="2000" dirty="0">
              <a:latin typeface="Book Antiqu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12028580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1905000"/>
            <a:ext cx="7458709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latin typeface="Arial"/>
                <a:cs typeface="Arial"/>
              </a:rPr>
              <a:t>Recursively</a:t>
            </a:r>
            <a:r>
              <a:rPr sz="5400" spc="-55" dirty="0">
                <a:latin typeface="Arial"/>
                <a:cs typeface="Arial"/>
              </a:rPr>
              <a:t> </a:t>
            </a:r>
            <a:r>
              <a:rPr sz="5400" spc="-5" dirty="0">
                <a:latin typeface="Arial"/>
                <a:cs typeface="Arial"/>
              </a:rPr>
              <a:t>Enumerable  and</a:t>
            </a:r>
            <a:endParaRPr sz="54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5400" dirty="0">
                <a:latin typeface="Arial"/>
                <a:cs typeface="Arial"/>
              </a:rPr>
              <a:t>Recursive</a:t>
            </a:r>
          </a:p>
          <a:p>
            <a:pPr algn="ctr">
              <a:lnSpc>
                <a:spcPct val="100000"/>
              </a:lnSpc>
            </a:pPr>
            <a:r>
              <a:rPr sz="5400" spc="-5" dirty="0">
                <a:latin typeface="Arial"/>
                <a:cs typeface="Arial"/>
              </a:rPr>
              <a:t>Languages</a:t>
            </a:r>
            <a:endParaRPr sz="5400" dirty="0">
              <a:latin typeface="Arial"/>
              <a:cs typeface="Arial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5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7577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2069414"/>
            <a:ext cx="7162800" cy="4179621"/>
          </a:xfrm>
          <a:custGeom>
            <a:avLst/>
            <a:gdLst/>
            <a:ahLst/>
            <a:cxnLst/>
            <a:rect l="l" t="t" r="r" b="b"/>
            <a:pathLst>
              <a:path w="7543800" h="4801235">
                <a:moveTo>
                  <a:pt x="0" y="2400300"/>
                </a:moveTo>
                <a:lnTo>
                  <a:pt x="1761" y="2326234"/>
                </a:lnTo>
                <a:lnTo>
                  <a:pt x="7012" y="2252726"/>
                </a:lnTo>
                <a:lnTo>
                  <a:pt x="15701" y="2179809"/>
                </a:lnTo>
                <a:lnTo>
                  <a:pt x="27778" y="2107516"/>
                </a:lnTo>
                <a:lnTo>
                  <a:pt x="43193" y="2035877"/>
                </a:lnTo>
                <a:lnTo>
                  <a:pt x="61894" y="1964925"/>
                </a:lnTo>
                <a:lnTo>
                  <a:pt x="83830" y="1894694"/>
                </a:lnTo>
                <a:lnTo>
                  <a:pt x="108952" y="1825214"/>
                </a:lnTo>
                <a:lnTo>
                  <a:pt x="137207" y="1756519"/>
                </a:lnTo>
                <a:lnTo>
                  <a:pt x="168547" y="1688640"/>
                </a:lnTo>
                <a:lnTo>
                  <a:pt x="202919" y="1621610"/>
                </a:lnTo>
                <a:lnTo>
                  <a:pt x="240273" y="1555461"/>
                </a:lnTo>
                <a:lnTo>
                  <a:pt x="260053" y="1522727"/>
                </a:lnTo>
                <a:lnTo>
                  <a:pt x="280559" y="1490225"/>
                </a:lnTo>
                <a:lnTo>
                  <a:pt x="301785" y="1457960"/>
                </a:lnTo>
                <a:lnTo>
                  <a:pt x="323725" y="1425935"/>
                </a:lnTo>
                <a:lnTo>
                  <a:pt x="346373" y="1394155"/>
                </a:lnTo>
                <a:lnTo>
                  <a:pt x="369722" y="1362623"/>
                </a:lnTo>
                <a:lnTo>
                  <a:pt x="393766" y="1331344"/>
                </a:lnTo>
                <a:lnTo>
                  <a:pt x="418498" y="1300322"/>
                </a:lnTo>
                <a:lnTo>
                  <a:pt x="443912" y="1269560"/>
                </a:lnTo>
                <a:lnTo>
                  <a:pt x="470002" y="1239062"/>
                </a:lnTo>
                <a:lnTo>
                  <a:pt x="496762" y="1208834"/>
                </a:lnTo>
                <a:lnTo>
                  <a:pt x="524185" y="1178878"/>
                </a:lnTo>
                <a:lnTo>
                  <a:pt x="552264" y="1149198"/>
                </a:lnTo>
                <a:lnTo>
                  <a:pt x="580994" y="1119800"/>
                </a:lnTo>
                <a:lnTo>
                  <a:pt x="610368" y="1090686"/>
                </a:lnTo>
                <a:lnTo>
                  <a:pt x="640380" y="1061862"/>
                </a:lnTo>
                <a:lnTo>
                  <a:pt x="671023" y="1033330"/>
                </a:lnTo>
                <a:lnTo>
                  <a:pt x="702292" y="1005095"/>
                </a:lnTo>
                <a:lnTo>
                  <a:pt x="734179" y="977161"/>
                </a:lnTo>
                <a:lnTo>
                  <a:pt x="766678" y="949532"/>
                </a:lnTo>
                <a:lnTo>
                  <a:pt x="799784" y="922212"/>
                </a:lnTo>
                <a:lnTo>
                  <a:pt x="833489" y="895205"/>
                </a:lnTo>
                <a:lnTo>
                  <a:pt x="867788" y="868515"/>
                </a:lnTo>
                <a:lnTo>
                  <a:pt x="902674" y="842147"/>
                </a:lnTo>
                <a:lnTo>
                  <a:pt x="938141" y="816103"/>
                </a:lnTo>
                <a:lnTo>
                  <a:pt x="974182" y="790389"/>
                </a:lnTo>
                <a:lnTo>
                  <a:pt x="1010791" y="765008"/>
                </a:lnTo>
                <a:lnTo>
                  <a:pt x="1047961" y="739964"/>
                </a:lnTo>
                <a:lnTo>
                  <a:pt x="1085687" y="715262"/>
                </a:lnTo>
                <a:lnTo>
                  <a:pt x="1123962" y="690905"/>
                </a:lnTo>
                <a:lnTo>
                  <a:pt x="1162780" y="666897"/>
                </a:lnTo>
                <a:lnTo>
                  <a:pt x="1202134" y="643243"/>
                </a:lnTo>
                <a:lnTo>
                  <a:pt x="1242018" y="619946"/>
                </a:lnTo>
                <a:lnTo>
                  <a:pt x="1282426" y="597010"/>
                </a:lnTo>
                <a:lnTo>
                  <a:pt x="1323351" y="574440"/>
                </a:lnTo>
                <a:lnTo>
                  <a:pt x="1364788" y="552240"/>
                </a:lnTo>
                <a:lnTo>
                  <a:pt x="1406728" y="530413"/>
                </a:lnTo>
                <a:lnTo>
                  <a:pt x="1449168" y="508964"/>
                </a:lnTo>
                <a:lnTo>
                  <a:pt x="1492099" y="487896"/>
                </a:lnTo>
                <a:lnTo>
                  <a:pt x="1535515" y="467215"/>
                </a:lnTo>
                <a:lnTo>
                  <a:pt x="1579411" y="446922"/>
                </a:lnTo>
                <a:lnTo>
                  <a:pt x="1623780" y="427024"/>
                </a:lnTo>
                <a:lnTo>
                  <a:pt x="1668616" y="407523"/>
                </a:lnTo>
                <a:lnTo>
                  <a:pt x="1713912" y="388425"/>
                </a:lnTo>
                <a:lnTo>
                  <a:pt x="1759662" y="369732"/>
                </a:lnTo>
                <a:lnTo>
                  <a:pt x="1805859" y="351449"/>
                </a:lnTo>
                <a:lnTo>
                  <a:pt x="1852498" y="333580"/>
                </a:lnTo>
                <a:lnTo>
                  <a:pt x="1899572" y="316128"/>
                </a:lnTo>
                <a:lnTo>
                  <a:pt x="1947074" y="299099"/>
                </a:lnTo>
                <a:lnTo>
                  <a:pt x="1994998" y="282496"/>
                </a:lnTo>
                <a:lnTo>
                  <a:pt x="2043339" y="266323"/>
                </a:lnTo>
                <a:lnTo>
                  <a:pt x="2092089" y="250584"/>
                </a:lnTo>
                <a:lnTo>
                  <a:pt x="2141242" y="235283"/>
                </a:lnTo>
                <a:lnTo>
                  <a:pt x="2190792" y="220425"/>
                </a:lnTo>
                <a:lnTo>
                  <a:pt x="2240733" y="206012"/>
                </a:lnTo>
                <a:lnTo>
                  <a:pt x="2291058" y="192050"/>
                </a:lnTo>
                <a:lnTo>
                  <a:pt x="2341760" y="178542"/>
                </a:lnTo>
                <a:lnTo>
                  <a:pt x="2392835" y="165492"/>
                </a:lnTo>
                <a:lnTo>
                  <a:pt x="2444274" y="152905"/>
                </a:lnTo>
                <a:lnTo>
                  <a:pt x="2496072" y="140784"/>
                </a:lnTo>
                <a:lnTo>
                  <a:pt x="2548223" y="129133"/>
                </a:lnTo>
                <a:lnTo>
                  <a:pt x="2600720" y="117957"/>
                </a:lnTo>
                <a:lnTo>
                  <a:pt x="2653557" y="107260"/>
                </a:lnTo>
                <a:lnTo>
                  <a:pt x="2706728" y="97045"/>
                </a:lnTo>
                <a:lnTo>
                  <a:pt x="2760225" y="87316"/>
                </a:lnTo>
                <a:lnTo>
                  <a:pt x="2814044" y="78078"/>
                </a:lnTo>
                <a:lnTo>
                  <a:pt x="2868176" y="69335"/>
                </a:lnTo>
                <a:lnTo>
                  <a:pt x="2922617" y="61090"/>
                </a:lnTo>
                <a:lnTo>
                  <a:pt x="2977360" y="53348"/>
                </a:lnTo>
                <a:lnTo>
                  <a:pt x="3032398" y="46112"/>
                </a:lnTo>
                <a:lnTo>
                  <a:pt x="3087726" y="39388"/>
                </a:lnTo>
                <a:lnTo>
                  <a:pt x="3143336" y="33178"/>
                </a:lnTo>
                <a:lnTo>
                  <a:pt x="3199223" y="27487"/>
                </a:lnTo>
                <a:lnTo>
                  <a:pt x="3255379" y="22319"/>
                </a:lnTo>
                <a:lnTo>
                  <a:pt x="3311800" y="17678"/>
                </a:lnTo>
                <a:lnTo>
                  <a:pt x="3368478" y="13567"/>
                </a:lnTo>
                <a:lnTo>
                  <a:pt x="3425407" y="9992"/>
                </a:lnTo>
                <a:lnTo>
                  <a:pt x="3482581" y="6955"/>
                </a:lnTo>
                <a:lnTo>
                  <a:pt x="3539993" y="4462"/>
                </a:lnTo>
                <a:lnTo>
                  <a:pt x="3597637" y="2516"/>
                </a:lnTo>
                <a:lnTo>
                  <a:pt x="3655508" y="1121"/>
                </a:lnTo>
                <a:lnTo>
                  <a:pt x="3713597" y="280"/>
                </a:lnTo>
                <a:lnTo>
                  <a:pt x="3771900" y="0"/>
                </a:lnTo>
                <a:lnTo>
                  <a:pt x="3830202" y="280"/>
                </a:lnTo>
                <a:lnTo>
                  <a:pt x="3888291" y="1121"/>
                </a:lnTo>
                <a:lnTo>
                  <a:pt x="3946162" y="2516"/>
                </a:lnTo>
                <a:lnTo>
                  <a:pt x="4003806" y="4462"/>
                </a:lnTo>
                <a:lnTo>
                  <a:pt x="4061218" y="6955"/>
                </a:lnTo>
                <a:lnTo>
                  <a:pt x="4118392" y="9992"/>
                </a:lnTo>
                <a:lnTo>
                  <a:pt x="4175321" y="13567"/>
                </a:lnTo>
                <a:lnTo>
                  <a:pt x="4231999" y="17678"/>
                </a:lnTo>
                <a:lnTo>
                  <a:pt x="4288420" y="22319"/>
                </a:lnTo>
                <a:lnTo>
                  <a:pt x="4344576" y="27487"/>
                </a:lnTo>
                <a:lnTo>
                  <a:pt x="4400463" y="33178"/>
                </a:lnTo>
                <a:lnTo>
                  <a:pt x="4456073" y="39388"/>
                </a:lnTo>
                <a:lnTo>
                  <a:pt x="4511401" y="46112"/>
                </a:lnTo>
                <a:lnTo>
                  <a:pt x="4566439" y="53348"/>
                </a:lnTo>
                <a:lnTo>
                  <a:pt x="4621182" y="61090"/>
                </a:lnTo>
                <a:lnTo>
                  <a:pt x="4675623" y="69335"/>
                </a:lnTo>
                <a:lnTo>
                  <a:pt x="4729755" y="78078"/>
                </a:lnTo>
                <a:lnTo>
                  <a:pt x="4783574" y="87316"/>
                </a:lnTo>
                <a:lnTo>
                  <a:pt x="4837071" y="97045"/>
                </a:lnTo>
                <a:lnTo>
                  <a:pt x="4890242" y="107260"/>
                </a:lnTo>
                <a:lnTo>
                  <a:pt x="4943079" y="117957"/>
                </a:lnTo>
                <a:lnTo>
                  <a:pt x="4995576" y="129133"/>
                </a:lnTo>
                <a:lnTo>
                  <a:pt x="5047727" y="140784"/>
                </a:lnTo>
                <a:lnTo>
                  <a:pt x="5099525" y="152905"/>
                </a:lnTo>
                <a:lnTo>
                  <a:pt x="5150964" y="165492"/>
                </a:lnTo>
                <a:lnTo>
                  <a:pt x="5202039" y="178542"/>
                </a:lnTo>
                <a:lnTo>
                  <a:pt x="5252741" y="192050"/>
                </a:lnTo>
                <a:lnTo>
                  <a:pt x="5303066" y="206012"/>
                </a:lnTo>
                <a:lnTo>
                  <a:pt x="5353007" y="220425"/>
                </a:lnTo>
                <a:lnTo>
                  <a:pt x="5402557" y="235283"/>
                </a:lnTo>
                <a:lnTo>
                  <a:pt x="5451710" y="250584"/>
                </a:lnTo>
                <a:lnTo>
                  <a:pt x="5500460" y="266323"/>
                </a:lnTo>
                <a:lnTo>
                  <a:pt x="5548801" y="282496"/>
                </a:lnTo>
                <a:lnTo>
                  <a:pt x="5596725" y="299099"/>
                </a:lnTo>
                <a:lnTo>
                  <a:pt x="5644227" y="316128"/>
                </a:lnTo>
                <a:lnTo>
                  <a:pt x="5691301" y="333580"/>
                </a:lnTo>
                <a:lnTo>
                  <a:pt x="5737940" y="351449"/>
                </a:lnTo>
                <a:lnTo>
                  <a:pt x="5784137" y="369732"/>
                </a:lnTo>
                <a:lnTo>
                  <a:pt x="5829887" y="388425"/>
                </a:lnTo>
                <a:lnTo>
                  <a:pt x="5875183" y="407523"/>
                </a:lnTo>
                <a:lnTo>
                  <a:pt x="5920019" y="427024"/>
                </a:lnTo>
                <a:lnTo>
                  <a:pt x="5964388" y="446922"/>
                </a:lnTo>
                <a:lnTo>
                  <a:pt x="6008284" y="467215"/>
                </a:lnTo>
                <a:lnTo>
                  <a:pt x="6051700" y="487896"/>
                </a:lnTo>
                <a:lnTo>
                  <a:pt x="6094631" y="508964"/>
                </a:lnTo>
                <a:lnTo>
                  <a:pt x="6137071" y="530413"/>
                </a:lnTo>
                <a:lnTo>
                  <a:pt x="6179011" y="552240"/>
                </a:lnTo>
                <a:lnTo>
                  <a:pt x="6220448" y="574440"/>
                </a:lnTo>
                <a:lnTo>
                  <a:pt x="6261373" y="597010"/>
                </a:lnTo>
                <a:lnTo>
                  <a:pt x="6301781" y="619946"/>
                </a:lnTo>
                <a:lnTo>
                  <a:pt x="6341665" y="643243"/>
                </a:lnTo>
                <a:lnTo>
                  <a:pt x="6381019" y="666897"/>
                </a:lnTo>
                <a:lnTo>
                  <a:pt x="6419837" y="690905"/>
                </a:lnTo>
                <a:lnTo>
                  <a:pt x="6458112" y="715262"/>
                </a:lnTo>
                <a:lnTo>
                  <a:pt x="6495838" y="739964"/>
                </a:lnTo>
                <a:lnTo>
                  <a:pt x="6533008" y="765008"/>
                </a:lnTo>
                <a:lnTo>
                  <a:pt x="6569617" y="790389"/>
                </a:lnTo>
                <a:lnTo>
                  <a:pt x="6605658" y="816103"/>
                </a:lnTo>
                <a:lnTo>
                  <a:pt x="6641125" y="842147"/>
                </a:lnTo>
                <a:lnTo>
                  <a:pt x="6676011" y="868515"/>
                </a:lnTo>
                <a:lnTo>
                  <a:pt x="6710310" y="895205"/>
                </a:lnTo>
                <a:lnTo>
                  <a:pt x="6744015" y="922212"/>
                </a:lnTo>
                <a:lnTo>
                  <a:pt x="6777121" y="949532"/>
                </a:lnTo>
                <a:lnTo>
                  <a:pt x="6809620" y="977161"/>
                </a:lnTo>
                <a:lnTo>
                  <a:pt x="6841507" y="1005095"/>
                </a:lnTo>
                <a:lnTo>
                  <a:pt x="6872776" y="1033330"/>
                </a:lnTo>
                <a:lnTo>
                  <a:pt x="6903419" y="1061862"/>
                </a:lnTo>
                <a:lnTo>
                  <a:pt x="6933431" y="1090686"/>
                </a:lnTo>
                <a:lnTo>
                  <a:pt x="6962805" y="1119800"/>
                </a:lnTo>
                <a:lnTo>
                  <a:pt x="6991535" y="1149198"/>
                </a:lnTo>
                <a:lnTo>
                  <a:pt x="7019614" y="1178878"/>
                </a:lnTo>
                <a:lnTo>
                  <a:pt x="7047037" y="1208834"/>
                </a:lnTo>
                <a:lnTo>
                  <a:pt x="7073797" y="1239062"/>
                </a:lnTo>
                <a:lnTo>
                  <a:pt x="7099887" y="1269560"/>
                </a:lnTo>
                <a:lnTo>
                  <a:pt x="7125301" y="1300322"/>
                </a:lnTo>
                <a:lnTo>
                  <a:pt x="7150033" y="1331344"/>
                </a:lnTo>
                <a:lnTo>
                  <a:pt x="7174077" y="1362623"/>
                </a:lnTo>
                <a:lnTo>
                  <a:pt x="7197426" y="1394155"/>
                </a:lnTo>
                <a:lnTo>
                  <a:pt x="7220074" y="1425935"/>
                </a:lnTo>
                <a:lnTo>
                  <a:pt x="7242014" y="1457960"/>
                </a:lnTo>
                <a:lnTo>
                  <a:pt x="7263240" y="1490225"/>
                </a:lnTo>
                <a:lnTo>
                  <a:pt x="7283746" y="1522727"/>
                </a:lnTo>
                <a:lnTo>
                  <a:pt x="7303526" y="1555461"/>
                </a:lnTo>
                <a:lnTo>
                  <a:pt x="7340880" y="1621610"/>
                </a:lnTo>
                <a:lnTo>
                  <a:pt x="7375252" y="1688640"/>
                </a:lnTo>
                <a:lnTo>
                  <a:pt x="7406592" y="1756519"/>
                </a:lnTo>
                <a:lnTo>
                  <a:pt x="7434847" y="1825214"/>
                </a:lnTo>
                <a:lnTo>
                  <a:pt x="7459969" y="1894694"/>
                </a:lnTo>
                <a:lnTo>
                  <a:pt x="7481905" y="1964925"/>
                </a:lnTo>
                <a:lnTo>
                  <a:pt x="7500606" y="2035877"/>
                </a:lnTo>
                <a:lnTo>
                  <a:pt x="7516021" y="2107516"/>
                </a:lnTo>
                <a:lnTo>
                  <a:pt x="7528098" y="2179809"/>
                </a:lnTo>
                <a:lnTo>
                  <a:pt x="7536787" y="2252726"/>
                </a:lnTo>
                <a:lnTo>
                  <a:pt x="7542038" y="2326234"/>
                </a:lnTo>
                <a:lnTo>
                  <a:pt x="7543800" y="2400300"/>
                </a:lnTo>
                <a:lnTo>
                  <a:pt x="7543358" y="2437400"/>
                </a:lnTo>
                <a:lnTo>
                  <a:pt x="7542038" y="2474365"/>
                </a:lnTo>
                <a:lnTo>
                  <a:pt x="7536787" y="2547873"/>
                </a:lnTo>
                <a:lnTo>
                  <a:pt x="7528098" y="2620790"/>
                </a:lnTo>
                <a:lnTo>
                  <a:pt x="7516021" y="2693084"/>
                </a:lnTo>
                <a:lnTo>
                  <a:pt x="7500606" y="2764723"/>
                </a:lnTo>
                <a:lnTo>
                  <a:pt x="7481905" y="2835674"/>
                </a:lnTo>
                <a:lnTo>
                  <a:pt x="7459969" y="2905906"/>
                </a:lnTo>
                <a:lnTo>
                  <a:pt x="7434847" y="2975386"/>
                </a:lnTo>
                <a:lnTo>
                  <a:pt x="7406592" y="3044081"/>
                </a:lnTo>
                <a:lnTo>
                  <a:pt x="7375252" y="3111960"/>
                </a:lnTo>
                <a:lnTo>
                  <a:pt x="7340880" y="3178990"/>
                </a:lnTo>
                <a:lnTo>
                  <a:pt x="7303526" y="3245140"/>
                </a:lnTo>
                <a:lnTo>
                  <a:pt x="7283746" y="3277874"/>
                </a:lnTo>
                <a:lnTo>
                  <a:pt x="7263240" y="3310375"/>
                </a:lnTo>
                <a:lnTo>
                  <a:pt x="7242014" y="3342641"/>
                </a:lnTo>
                <a:lnTo>
                  <a:pt x="7220074" y="3374666"/>
                </a:lnTo>
                <a:lnTo>
                  <a:pt x="7197426" y="3406446"/>
                </a:lnTo>
                <a:lnTo>
                  <a:pt x="7174077" y="3437978"/>
                </a:lnTo>
                <a:lnTo>
                  <a:pt x="7150033" y="3469257"/>
                </a:lnTo>
                <a:lnTo>
                  <a:pt x="7125301" y="3500280"/>
                </a:lnTo>
                <a:lnTo>
                  <a:pt x="7099887" y="3531042"/>
                </a:lnTo>
                <a:lnTo>
                  <a:pt x="7073797" y="3561540"/>
                </a:lnTo>
                <a:lnTo>
                  <a:pt x="7047037" y="3591769"/>
                </a:lnTo>
                <a:lnTo>
                  <a:pt x="7019614" y="3621725"/>
                </a:lnTo>
                <a:lnTo>
                  <a:pt x="6991535" y="3651404"/>
                </a:lnTo>
                <a:lnTo>
                  <a:pt x="6962805" y="3680803"/>
                </a:lnTo>
                <a:lnTo>
                  <a:pt x="6933431" y="3709916"/>
                </a:lnTo>
                <a:lnTo>
                  <a:pt x="6903419" y="3738741"/>
                </a:lnTo>
                <a:lnTo>
                  <a:pt x="6872776" y="3767273"/>
                </a:lnTo>
                <a:lnTo>
                  <a:pt x="6841507" y="3795508"/>
                </a:lnTo>
                <a:lnTo>
                  <a:pt x="6809620" y="3823443"/>
                </a:lnTo>
                <a:lnTo>
                  <a:pt x="6777121" y="3851072"/>
                </a:lnTo>
                <a:lnTo>
                  <a:pt x="6744015" y="3878392"/>
                </a:lnTo>
                <a:lnTo>
                  <a:pt x="6710310" y="3905399"/>
                </a:lnTo>
                <a:lnTo>
                  <a:pt x="6676011" y="3932089"/>
                </a:lnTo>
                <a:lnTo>
                  <a:pt x="6641125" y="3958458"/>
                </a:lnTo>
                <a:lnTo>
                  <a:pt x="6605658" y="3984501"/>
                </a:lnTo>
                <a:lnTo>
                  <a:pt x="6569617" y="4010216"/>
                </a:lnTo>
                <a:lnTo>
                  <a:pt x="6533008" y="4035597"/>
                </a:lnTo>
                <a:lnTo>
                  <a:pt x="6495838" y="4060641"/>
                </a:lnTo>
                <a:lnTo>
                  <a:pt x="6458112" y="4085344"/>
                </a:lnTo>
                <a:lnTo>
                  <a:pt x="6419837" y="4109701"/>
                </a:lnTo>
                <a:lnTo>
                  <a:pt x="6381019" y="4133709"/>
                </a:lnTo>
                <a:lnTo>
                  <a:pt x="6341665" y="4157363"/>
                </a:lnTo>
                <a:lnTo>
                  <a:pt x="6301781" y="4180660"/>
                </a:lnTo>
                <a:lnTo>
                  <a:pt x="6261373" y="4203596"/>
                </a:lnTo>
                <a:lnTo>
                  <a:pt x="6220448" y="4226166"/>
                </a:lnTo>
                <a:lnTo>
                  <a:pt x="6179011" y="4248367"/>
                </a:lnTo>
                <a:lnTo>
                  <a:pt x="6137071" y="4270194"/>
                </a:lnTo>
                <a:lnTo>
                  <a:pt x="6094631" y="4291643"/>
                </a:lnTo>
                <a:lnTo>
                  <a:pt x="6051700" y="4312711"/>
                </a:lnTo>
                <a:lnTo>
                  <a:pt x="6008284" y="4333393"/>
                </a:lnTo>
                <a:lnTo>
                  <a:pt x="5964388" y="4353685"/>
                </a:lnTo>
                <a:lnTo>
                  <a:pt x="5920019" y="4373583"/>
                </a:lnTo>
                <a:lnTo>
                  <a:pt x="5875183" y="4393084"/>
                </a:lnTo>
                <a:lnTo>
                  <a:pt x="5829887" y="4412183"/>
                </a:lnTo>
                <a:lnTo>
                  <a:pt x="5784137" y="4430876"/>
                </a:lnTo>
                <a:lnTo>
                  <a:pt x="5737940" y="4449159"/>
                </a:lnTo>
                <a:lnTo>
                  <a:pt x="5691301" y="4467029"/>
                </a:lnTo>
                <a:lnTo>
                  <a:pt x="5644227" y="4484480"/>
                </a:lnTo>
                <a:lnTo>
                  <a:pt x="5596725" y="4501509"/>
                </a:lnTo>
                <a:lnTo>
                  <a:pt x="5548801" y="4518113"/>
                </a:lnTo>
                <a:lnTo>
                  <a:pt x="5500460" y="4534286"/>
                </a:lnTo>
                <a:lnTo>
                  <a:pt x="5451710" y="4550025"/>
                </a:lnTo>
                <a:lnTo>
                  <a:pt x="5402557" y="4565326"/>
                </a:lnTo>
                <a:lnTo>
                  <a:pt x="5353007" y="4580185"/>
                </a:lnTo>
                <a:lnTo>
                  <a:pt x="5303066" y="4594597"/>
                </a:lnTo>
                <a:lnTo>
                  <a:pt x="5252741" y="4608560"/>
                </a:lnTo>
                <a:lnTo>
                  <a:pt x="5202039" y="4622068"/>
                </a:lnTo>
                <a:lnTo>
                  <a:pt x="5150964" y="4635118"/>
                </a:lnTo>
                <a:lnTo>
                  <a:pt x="5099525" y="4647705"/>
                </a:lnTo>
                <a:lnTo>
                  <a:pt x="5047727" y="4659826"/>
                </a:lnTo>
                <a:lnTo>
                  <a:pt x="4995576" y="4671477"/>
                </a:lnTo>
                <a:lnTo>
                  <a:pt x="4943079" y="4682653"/>
                </a:lnTo>
                <a:lnTo>
                  <a:pt x="4890242" y="4693351"/>
                </a:lnTo>
                <a:lnTo>
                  <a:pt x="4837071" y="4703566"/>
                </a:lnTo>
                <a:lnTo>
                  <a:pt x="4783574" y="4713295"/>
                </a:lnTo>
                <a:lnTo>
                  <a:pt x="4729755" y="4722533"/>
                </a:lnTo>
                <a:lnTo>
                  <a:pt x="4675623" y="4731276"/>
                </a:lnTo>
                <a:lnTo>
                  <a:pt x="4621182" y="4739521"/>
                </a:lnTo>
                <a:lnTo>
                  <a:pt x="4566439" y="4747263"/>
                </a:lnTo>
                <a:lnTo>
                  <a:pt x="4511401" y="4754499"/>
                </a:lnTo>
                <a:lnTo>
                  <a:pt x="4456073" y="4761223"/>
                </a:lnTo>
                <a:lnTo>
                  <a:pt x="4400463" y="4767433"/>
                </a:lnTo>
                <a:lnTo>
                  <a:pt x="4344576" y="4773124"/>
                </a:lnTo>
                <a:lnTo>
                  <a:pt x="4288420" y="4778293"/>
                </a:lnTo>
                <a:lnTo>
                  <a:pt x="4231999" y="4782934"/>
                </a:lnTo>
                <a:lnTo>
                  <a:pt x="4175321" y="4787044"/>
                </a:lnTo>
                <a:lnTo>
                  <a:pt x="4118392" y="4790620"/>
                </a:lnTo>
                <a:lnTo>
                  <a:pt x="4061218" y="4793656"/>
                </a:lnTo>
                <a:lnTo>
                  <a:pt x="4003806" y="4796150"/>
                </a:lnTo>
                <a:lnTo>
                  <a:pt x="3946162" y="4798096"/>
                </a:lnTo>
                <a:lnTo>
                  <a:pt x="3888291" y="4799491"/>
                </a:lnTo>
                <a:lnTo>
                  <a:pt x="3830202" y="4800331"/>
                </a:lnTo>
                <a:lnTo>
                  <a:pt x="3771900" y="4800612"/>
                </a:lnTo>
                <a:lnTo>
                  <a:pt x="3713597" y="4800331"/>
                </a:lnTo>
                <a:lnTo>
                  <a:pt x="3655508" y="4799491"/>
                </a:lnTo>
                <a:lnTo>
                  <a:pt x="3597637" y="4798096"/>
                </a:lnTo>
                <a:lnTo>
                  <a:pt x="3539993" y="4796150"/>
                </a:lnTo>
                <a:lnTo>
                  <a:pt x="3482581" y="4793656"/>
                </a:lnTo>
                <a:lnTo>
                  <a:pt x="3425407" y="4790620"/>
                </a:lnTo>
                <a:lnTo>
                  <a:pt x="3368478" y="4787044"/>
                </a:lnTo>
                <a:lnTo>
                  <a:pt x="3311800" y="4782934"/>
                </a:lnTo>
                <a:lnTo>
                  <a:pt x="3255379" y="4778293"/>
                </a:lnTo>
                <a:lnTo>
                  <a:pt x="3199223" y="4773124"/>
                </a:lnTo>
                <a:lnTo>
                  <a:pt x="3143336" y="4767433"/>
                </a:lnTo>
                <a:lnTo>
                  <a:pt x="3087726" y="4761223"/>
                </a:lnTo>
                <a:lnTo>
                  <a:pt x="3032398" y="4754499"/>
                </a:lnTo>
                <a:lnTo>
                  <a:pt x="2977360" y="4747263"/>
                </a:lnTo>
                <a:lnTo>
                  <a:pt x="2922617" y="4739521"/>
                </a:lnTo>
                <a:lnTo>
                  <a:pt x="2868176" y="4731276"/>
                </a:lnTo>
                <a:lnTo>
                  <a:pt x="2814044" y="4722533"/>
                </a:lnTo>
                <a:lnTo>
                  <a:pt x="2760225" y="4713295"/>
                </a:lnTo>
                <a:lnTo>
                  <a:pt x="2706728" y="4703566"/>
                </a:lnTo>
                <a:lnTo>
                  <a:pt x="2653557" y="4693351"/>
                </a:lnTo>
                <a:lnTo>
                  <a:pt x="2600720" y="4682653"/>
                </a:lnTo>
                <a:lnTo>
                  <a:pt x="2548223" y="4671477"/>
                </a:lnTo>
                <a:lnTo>
                  <a:pt x="2496072" y="4659826"/>
                </a:lnTo>
                <a:lnTo>
                  <a:pt x="2444274" y="4647705"/>
                </a:lnTo>
                <a:lnTo>
                  <a:pt x="2392835" y="4635118"/>
                </a:lnTo>
                <a:lnTo>
                  <a:pt x="2341760" y="4622068"/>
                </a:lnTo>
                <a:lnTo>
                  <a:pt x="2291058" y="4608560"/>
                </a:lnTo>
                <a:lnTo>
                  <a:pt x="2240733" y="4594597"/>
                </a:lnTo>
                <a:lnTo>
                  <a:pt x="2190792" y="4580185"/>
                </a:lnTo>
                <a:lnTo>
                  <a:pt x="2141242" y="4565326"/>
                </a:lnTo>
                <a:lnTo>
                  <a:pt x="2092089" y="4550025"/>
                </a:lnTo>
                <a:lnTo>
                  <a:pt x="2043339" y="4534286"/>
                </a:lnTo>
                <a:lnTo>
                  <a:pt x="1994998" y="4518113"/>
                </a:lnTo>
                <a:lnTo>
                  <a:pt x="1947074" y="4501509"/>
                </a:lnTo>
                <a:lnTo>
                  <a:pt x="1899572" y="4484480"/>
                </a:lnTo>
                <a:lnTo>
                  <a:pt x="1852498" y="4467029"/>
                </a:lnTo>
                <a:lnTo>
                  <a:pt x="1805859" y="4449159"/>
                </a:lnTo>
                <a:lnTo>
                  <a:pt x="1759662" y="4430876"/>
                </a:lnTo>
                <a:lnTo>
                  <a:pt x="1713912" y="4412183"/>
                </a:lnTo>
                <a:lnTo>
                  <a:pt x="1668616" y="4393084"/>
                </a:lnTo>
                <a:lnTo>
                  <a:pt x="1623780" y="4373583"/>
                </a:lnTo>
                <a:lnTo>
                  <a:pt x="1579411" y="4353685"/>
                </a:lnTo>
                <a:lnTo>
                  <a:pt x="1535515" y="4333393"/>
                </a:lnTo>
                <a:lnTo>
                  <a:pt x="1492099" y="4312711"/>
                </a:lnTo>
                <a:lnTo>
                  <a:pt x="1449168" y="4291643"/>
                </a:lnTo>
                <a:lnTo>
                  <a:pt x="1406728" y="4270194"/>
                </a:lnTo>
                <a:lnTo>
                  <a:pt x="1364788" y="4248367"/>
                </a:lnTo>
                <a:lnTo>
                  <a:pt x="1323351" y="4226166"/>
                </a:lnTo>
                <a:lnTo>
                  <a:pt x="1282426" y="4203596"/>
                </a:lnTo>
                <a:lnTo>
                  <a:pt x="1242018" y="4180660"/>
                </a:lnTo>
                <a:lnTo>
                  <a:pt x="1202134" y="4157363"/>
                </a:lnTo>
                <a:lnTo>
                  <a:pt x="1162780" y="4133709"/>
                </a:lnTo>
                <a:lnTo>
                  <a:pt x="1123962" y="4109701"/>
                </a:lnTo>
                <a:lnTo>
                  <a:pt x="1085687" y="4085344"/>
                </a:lnTo>
                <a:lnTo>
                  <a:pt x="1047961" y="4060641"/>
                </a:lnTo>
                <a:lnTo>
                  <a:pt x="1010791" y="4035597"/>
                </a:lnTo>
                <a:lnTo>
                  <a:pt x="974182" y="4010216"/>
                </a:lnTo>
                <a:lnTo>
                  <a:pt x="938141" y="3984501"/>
                </a:lnTo>
                <a:lnTo>
                  <a:pt x="902674" y="3958458"/>
                </a:lnTo>
                <a:lnTo>
                  <a:pt x="867788" y="3932089"/>
                </a:lnTo>
                <a:lnTo>
                  <a:pt x="833489" y="3905399"/>
                </a:lnTo>
                <a:lnTo>
                  <a:pt x="799784" y="3878392"/>
                </a:lnTo>
                <a:lnTo>
                  <a:pt x="766678" y="3851072"/>
                </a:lnTo>
                <a:lnTo>
                  <a:pt x="734179" y="3823443"/>
                </a:lnTo>
                <a:lnTo>
                  <a:pt x="702292" y="3795508"/>
                </a:lnTo>
                <a:lnTo>
                  <a:pt x="671023" y="3767273"/>
                </a:lnTo>
                <a:lnTo>
                  <a:pt x="640380" y="3738741"/>
                </a:lnTo>
                <a:lnTo>
                  <a:pt x="610368" y="3709916"/>
                </a:lnTo>
                <a:lnTo>
                  <a:pt x="580994" y="3680803"/>
                </a:lnTo>
                <a:lnTo>
                  <a:pt x="552264" y="3651404"/>
                </a:lnTo>
                <a:lnTo>
                  <a:pt x="524185" y="3621725"/>
                </a:lnTo>
                <a:lnTo>
                  <a:pt x="496762" y="3591769"/>
                </a:lnTo>
                <a:lnTo>
                  <a:pt x="470002" y="3561540"/>
                </a:lnTo>
                <a:lnTo>
                  <a:pt x="443912" y="3531042"/>
                </a:lnTo>
                <a:lnTo>
                  <a:pt x="418498" y="3500280"/>
                </a:lnTo>
                <a:lnTo>
                  <a:pt x="393766" y="3469257"/>
                </a:lnTo>
                <a:lnTo>
                  <a:pt x="369722" y="3437978"/>
                </a:lnTo>
                <a:lnTo>
                  <a:pt x="346373" y="3406446"/>
                </a:lnTo>
                <a:lnTo>
                  <a:pt x="323725" y="3374666"/>
                </a:lnTo>
                <a:lnTo>
                  <a:pt x="301785" y="3342641"/>
                </a:lnTo>
                <a:lnTo>
                  <a:pt x="280559" y="3310375"/>
                </a:lnTo>
                <a:lnTo>
                  <a:pt x="260053" y="3277874"/>
                </a:lnTo>
                <a:lnTo>
                  <a:pt x="240273" y="3245140"/>
                </a:lnTo>
                <a:lnTo>
                  <a:pt x="202919" y="3178990"/>
                </a:lnTo>
                <a:lnTo>
                  <a:pt x="168547" y="3111960"/>
                </a:lnTo>
                <a:lnTo>
                  <a:pt x="137207" y="3044081"/>
                </a:lnTo>
                <a:lnTo>
                  <a:pt x="108952" y="2975386"/>
                </a:lnTo>
                <a:lnTo>
                  <a:pt x="83830" y="2905906"/>
                </a:lnTo>
                <a:lnTo>
                  <a:pt x="61894" y="2835674"/>
                </a:lnTo>
                <a:lnTo>
                  <a:pt x="43193" y="2764723"/>
                </a:lnTo>
                <a:lnTo>
                  <a:pt x="27778" y="2693084"/>
                </a:lnTo>
                <a:lnTo>
                  <a:pt x="15701" y="2620790"/>
                </a:lnTo>
                <a:lnTo>
                  <a:pt x="7012" y="2547873"/>
                </a:lnTo>
                <a:lnTo>
                  <a:pt x="1761" y="2474365"/>
                </a:lnTo>
                <a:lnTo>
                  <a:pt x="0" y="24003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00300" y="3581399"/>
            <a:ext cx="3924300" cy="2144039"/>
          </a:xfrm>
          <a:custGeom>
            <a:avLst/>
            <a:gdLst/>
            <a:ahLst/>
            <a:cxnLst/>
            <a:rect l="l" t="t" r="r" b="b"/>
            <a:pathLst>
              <a:path w="4419600" h="2514600">
                <a:moveTo>
                  <a:pt x="0" y="1257300"/>
                </a:moveTo>
                <a:lnTo>
                  <a:pt x="3269" y="1188310"/>
                </a:lnTo>
                <a:lnTo>
                  <a:pt x="12966" y="1120294"/>
                </a:lnTo>
                <a:lnTo>
                  <a:pt x="28921" y="1053347"/>
                </a:lnTo>
                <a:lnTo>
                  <a:pt x="50967" y="987565"/>
                </a:lnTo>
                <a:lnTo>
                  <a:pt x="78934" y="923043"/>
                </a:lnTo>
                <a:lnTo>
                  <a:pt x="112654" y="859877"/>
                </a:lnTo>
                <a:lnTo>
                  <a:pt x="151958" y="798163"/>
                </a:lnTo>
                <a:lnTo>
                  <a:pt x="196679" y="737998"/>
                </a:lnTo>
                <a:lnTo>
                  <a:pt x="221018" y="708526"/>
                </a:lnTo>
                <a:lnTo>
                  <a:pt x="246647" y="679476"/>
                </a:lnTo>
                <a:lnTo>
                  <a:pt x="273547" y="650862"/>
                </a:lnTo>
                <a:lnTo>
                  <a:pt x="301695" y="622695"/>
                </a:lnTo>
                <a:lnTo>
                  <a:pt x="331071" y="594986"/>
                </a:lnTo>
                <a:lnTo>
                  <a:pt x="361653" y="567748"/>
                </a:lnTo>
                <a:lnTo>
                  <a:pt x="393421" y="540994"/>
                </a:lnTo>
                <a:lnTo>
                  <a:pt x="426354" y="514734"/>
                </a:lnTo>
                <a:lnTo>
                  <a:pt x="460430" y="488980"/>
                </a:lnTo>
                <a:lnTo>
                  <a:pt x="495628" y="463746"/>
                </a:lnTo>
                <a:lnTo>
                  <a:pt x="531927" y="439042"/>
                </a:lnTo>
                <a:lnTo>
                  <a:pt x="569307" y="414882"/>
                </a:lnTo>
                <a:lnTo>
                  <a:pt x="607746" y="391275"/>
                </a:lnTo>
                <a:lnTo>
                  <a:pt x="647223" y="368236"/>
                </a:lnTo>
                <a:lnTo>
                  <a:pt x="687717" y="345775"/>
                </a:lnTo>
                <a:lnTo>
                  <a:pt x="729208" y="323905"/>
                </a:lnTo>
                <a:lnTo>
                  <a:pt x="771673" y="302638"/>
                </a:lnTo>
                <a:lnTo>
                  <a:pt x="815092" y="281985"/>
                </a:lnTo>
                <a:lnTo>
                  <a:pt x="859443" y="261959"/>
                </a:lnTo>
                <a:lnTo>
                  <a:pt x="904707" y="242572"/>
                </a:lnTo>
                <a:lnTo>
                  <a:pt x="950861" y="223835"/>
                </a:lnTo>
                <a:lnTo>
                  <a:pt x="997885" y="205760"/>
                </a:lnTo>
                <a:lnTo>
                  <a:pt x="1045757" y="188360"/>
                </a:lnTo>
                <a:lnTo>
                  <a:pt x="1094457" y="171647"/>
                </a:lnTo>
                <a:lnTo>
                  <a:pt x="1143964" y="155632"/>
                </a:lnTo>
                <a:lnTo>
                  <a:pt x="1194255" y="140328"/>
                </a:lnTo>
                <a:lnTo>
                  <a:pt x="1245312" y="125746"/>
                </a:lnTo>
                <a:lnTo>
                  <a:pt x="1297111" y="111899"/>
                </a:lnTo>
                <a:lnTo>
                  <a:pt x="1349632" y="98798"/>
                </a:lnTo>
                <a:lnTo>
                  <a:pt x="1402855" y="86455"/>
                </a:lnTo>
                <a:lnTo>
                  <a:pt x="1456758" y="74883"/>
                </a:lnTo>
                <a:lnTo>
                  <a:pt x="1511320" y="64093"/>
                </a:lnTo>
                <a:lnTo>
                  <a:pt x="1566520" y="54097"/>
                </a:lnTo>
                <a:lnTo>
                  <a:pt x="1622336" y="44908"/>
                </a:lnTo>
                <a:lnTo>
                  <a:pt x="1678749" y="36537"/>
                </a:lnTo>
                <a:lnTo>
                  <a:pt x="1735736" y="28997"/>
                </a:lnTo>
                <a:lnTo>
                  <a:pt x="1793277" y="22298"/>
                </a:lnTo>
                <a:lnTo>
                  <a:pt x="1851351" y="16454"/>
                </a:lnTo>
                <a:lnTo>
                  <a:pt x="1909936" y="11476"/>
                </a:lnTo>
                <a:lnTo>
                  <a:pt x="1969012" y="7377"/>
                </a:lnTo>
                <a:lnTo>
                  <a:pt x="2028557" y="4167"/>
                </a:lnTo>
                <a:lnTo>
                  <a:pt x="2088551" y="1860"/>
                </a:lnTo>
                <a:lnTo>
                  <a:pt x="2148972" y="467"/>
                </a:lnTo>
                <a:lnTo>
                  <a:pt x="2209800" y="0"/>
                </a:lnTo>
                <a:lnTo>
                  <a:pt x="2270627" y="467"/>
                </a:lnTo>
                <a:lnTo>
                  <a:pt x="2331048" y="1860"/>
                </a:lnTo>
                <a:lnTo>
                  <a:pt x="2391042" y="4167"/>
                </a:lnTo>
                <a:lnTo>
                  <a:pt x="2450587" y="7377"/>
                </a:lnTo>
                <a:lnTo>
                  <a:pt x="2509663" y="11476"/>
                </a:lnTo>
                <a:lnTo>
                  <a:pt x="2568248" y="16454"/>
                </a:lnTo>
                <a:lnTo>
                  <a:pt x="2626322" y="22298"/>
                </a:lnTo>
                <a:lnTo>
                  <a:pt x="2683863" y="28997"/>
                </a:lnTo>
                <a:lnTo>
                  <a:pt x="2740850" y="36537"/>
                </a:lnTo>
                <a:lnTo>
                  <a:pt x="2797263" y="44908"/>
                </a:lnTo>
                <a:lnTo>
                  <a:pt x="2853079" y="54097"/>
                </a:lnTo>
                <a:lnTo>
                  <a:pt x="2908279" y="64093"/>
                </a:lnTo>
                <a:lnTo>
                  <a:pt x="2962841" y="74883"/>
                </a:lnTo>
                <a:lnTo>
                  <a:pt x="3016744" y="86455"/>
                </a:lnTo>
                <a:lnTo>
                  <a:pt x="3069967" y="98798"/>
                </a:lnTo>
                <a:lnTo>
                  <a:pt x="3122488" y="111899"/>
                </a:lnTo>
                <a:lnTo>
                  <a:pt x="3174287" y="125746"/>
                </a:lnTo>
                <a:lnTo>
                  <a:pt x="3225344" y="140328"/>
                </a:lnTo>
                <a:lnTo>
                  <a:pt x="3275635" y="155632"/>
                </a:lnTo>
                <a:lnTo>
                  <a:pt x="3325142" y="171647"/>
                </a:lnTo>
                <a:lnTo>
                  <a:pt x="3373842" y="188360"/>
                </a:lnTo>
                <a:lnTo>
                  <a:pt x="3421714" y="205760"/>
                </a:lnTo>
                <a:lnTo>
                  <a:pt x="3468738" y="223835"/>
                </a:lnTo>
                <a:lnTo>
                  <a:pt x="3514892" y="242572"/>
                </a:lnTo>
                <a:lnTo>
                  <a:pt x="3560156" y="261959"/>
                </a:lnTo>
                <a:lnTo>
                  <a:pt x="3604507" y="281985"/>
                </a:lnTo>
                <a:lnTo>
                  <a:pt x="3647926" y="302638"/>
                </a:lnTo>
                <a:lnTo>
                  <a:pt x="3690391" y="323905"/>
                </a:lnTo>
                <a:lnTo>
                  <a:pt x="3731882" y="345775"/>
                </a:lnTo>
                <a:lnTo>
                  <a:pt x="3772376" y="368236"/>
                </a:lnTo>
                <a:lnTo>
                  <a:pt x="3811853" y="391275"/>
                </a:lnTo>
                <a:lnTo>
                  <a:pt x="3850292" y="414882"/>
                </a:lnTo>
                <a:lnTo>
                  <a:pt x="3887672" y="439042"/>
                </a:lnTo>
                <a:lnTo>
                  <a:pt x="3923971" y="463746"/>
                </a:lnTo>
                <a:lnTo>
                  <a:pt x="3959169" y="488980"/>
                </a:lnTo>
                <a:lnTo>
                  <a:pt x="3993245" y="514734"/>
                </a:lnTo>
                <a:lnTo>
                  <a:pt x="4026178" y="540994"/>
                </a:lnTo>
                <a:lnTo>
                  <a:pt x="4057946" y="567748"/>
                </a:lnTo>
                <a:lnTo>
                  <a:pt x="4088528" y="594986"/>
                </a:lnTo>
                <a:lnTo>
                  <a:pt x="4117904" y="622695"/>
                </a:lnTo>
                <a:lnTo>
                  <a:pt x="4146052" y="650862"/>
                </a:lnTo>
                <a:lnTo>
                  <a:pt x="4172952" y="679476"/>
                </a:lnTo>
                <a:lnTo>
                  <a:pt x="4198581" y="708526"/>
                </a:lnTo>
                <a:lnTo>
                  <a:pt x="4222920" y="737998"/>
                </a:lnTo>
                <a:lnTo>
                  <a:pt x="4267641" y="798163"/>
                </a:lnTo>
                <a:lnTo>
                  <a:pt x="4306945" y="859877"/>
                </a:lnTo>
                <a:lnTo>
                  <a:pt x="4340665" y="923043"/>
                </a:lnTo>
                <a:lnTo>
                  <a:pt x="4368632" y="987565"/>
                </a:lnTo>
                <a:lnTo>
                  <a:pt x="4390678" y="1053347"/>
                </a:lnTo>
                <a:lnTo>
                  <a:pt x="4406633" y="1120294"/>
                </a:lnTo>
                <a:lnTo>
                  <a:pt x="4416330" y="1188310"/>
                </a:lnTo>
                <a:lnTo>
                  <a:pt x="4419600" y="1257300"/>
                </a:lnTo>
                <a:lnTo>
                  <a:pt x="4418779" y="1291910"/>
                </a:lnTo>
                <a:lnTo>
                  <a:pt x="4416330" y="1326289"/>
                </a:lnTo>
                <a:lnTo>
                  <a:pt x="4406633" y="1394305"/>
                </a:lnTo>
                <a:lnTo>
                  <a:pt x="4390678" y="1461252"/>
                </a:lnTo>
                <a:lnTo>
                  <a:pt x="4368632" y="1527034"/>
                </a:lnTo>
                <a:lnTo>
                  <a:pt x="4340665" y="1591556"/>
                </a:lnTo>
                <a:lnTo>
                  <a:pt x="4306945" y="1654722"/>
                </a:lnTo>
                <a:lnTo>
                  <a:pt x="4267641" y="1716436"/>
                </a:lnTo>
                <a:lnTo>
                  <a:pt x="4222920" y="1776601"/>
                </a:lnTo>
                <a:lnTo>
                  <a:pt x="4198581" y="1806073"/>
                </a:lnTo>
                <a:lnTo>
                  <a:pt x="4172952" y="1835123"/>
                </a:lnTo>
                <a:lnTo>
                  <a:pt x="4146052" y="1863737"/>
                </a:lnTo>
                <a:lnTo>
                  <a:pt x="4117904" y="1891904"/>
                </a:lnTo>
                <a:lnTo>
                  <a:pt x="4088528" y="1919613"/>
                </a:lnTo>
                <a:lnTo>
                  <a:pt x="4057946" y="1946851"/>
                </a:lnTo>
                <a:lnTo>
                  <a:pt x="4026178" y="1973605"/>
                </a:lnTo>
                <a:lnTo>
                  <a:pt x="3993245" y="1999865"/>
                </a:lnTo>
                <a:lnTo>
                  <a:pt x="3959169" y="2025619"/>
                </a:lnTo>
                <a:lnTo>
                  <a:pt x="3923971" y="2050853"/>
                </a:lnTo>
                <a:lnTo>
                  <a:pt x="3887672" y="2075557"/>
                </a:lnTo>
                <a:lnTo>
                  <a:pt x="3850292" y="2099717"/>
                </a:lnTo>
                <a:lnTo>
                  <a:pt x="3811853" y="2123324"/>
                </a:lnTo>
                <a:lnTo>
                  <a:pt x="3772376" y="2146363"/>
                </a:lnTo>
                <a:lnTo>
                  <a:pt x="3731882" y="2168824"/>
                </a:lnTo>
                <a:lnTo>
                  <a:pt x="3690391" y="2190694"/>
                </a:lnTo>
                <a:lnTo>
                  <a:pt x="3647926" y="2211961"/>
                </a:lnTo>
                <a:lnTo>
                  <a:pt x="3604507" y="2232614"/>
                </a:lnTo>
                <a:lnTo>
                  <a:pt x="3560156" y="2252640"/>
                </a:lnTo>
                <a:lnTo>
                  <a:pt x="3514892" y="2272027"/>
                </a:lnTo>
                <a:lnTo>
                  <a:pt x="3468738" y="2290764"/>
                </a:lnTo>
                <a:lnTo>
                  <a:pt x="3421714" y="2308839"/>
                </a:lnTo>
                <a:lnTo>
                  <a:pt x="3373842" y="2326239"/>
                </a:lnTo>
                <a:lnTo>
                  <a:pt x="3325142" y="2342952"/>
                </a:lnTo>
                <a:lnTo>
                  <a:pt x="3275635" y="2358967"/>
                </a:lnTo>
                <a:lnTo>
                  <a:pt x="3225344" y="2374271"/>
                </a:lnTo>
                <a:lnTo>
                  <a:pt x="3174287" y="2388853"/>
                </a:lnTo>
                <a:lnTo>
                  <a:pt x="3122488" y="2402700"/>
                </a:lnTo>
                <a:lnTo>
                  <a:pt x="3069967" y="2415801"/>
                </a:lnTo>
                <a:lnTo>
                  <a:pt x="3016744" y="2428144"/>
                </a:lnTo>
                <a:lnTo>
                  <a:pt x="2962841" y="2439716"/>
                </a:lnTo>
                <a:lnTo>
                  <a:pt x="2908279" y="2450506"/>
                </a:lnTo>
                <a:lnTo>
                  <a:pt x="2853079" y="2460502"/>
                </a:lnTo>
                <a:lnTo>
                  <a:pt x="2797263" y="2469691"/>
                </a:lnTo>
                <a:lnTo>
                  <a:pt x="2740850" y="2478062"/>
                </a:lnTo>
                <a:lnTo>
                  <a:pt x="2683863" y="2485602"/>
                </a:lnTo>
                <a:lnTo>
                  <a:pt x="2626322" y="2492301"/>
                </a:lnTo>
                <a:lnTo>
                  <a:pt x="2568248" y="2498145"/>
                </a:lnTo>
                <a:lnTo>
                  <a:pt x="2509663" y="2503123"/>
                </a:lnTo>
                <a:lnTo>
                  <a:pt x="2450587" y="2507222"/>
                </a:lnTo>
                <a:lnTo>
                  <a:pt x="2391042" y="2510432"/>
                </a:lnTo>
                <a:lnTo>
                  <a:pt x="2331048" y="2512739"/>
                </a:lnTo>
                <a:lnTo>
                  <a:pt x="2270627" y="2514132"/>
                </a:lnTo>
                <a:lnTo>
                  <a:pt x="2209800" y="2514600"/>
                </a:lnTo>
                <a:lnTo>
                  <a:pt x="2148972" y="2514132"/>
                </a:lnTo>
                <a:lnTo>
                  <a:pt x="2088551" y="2512739"/>
                </a:lnTo>
                <a:lnTo>
                  <a:pt x="2028557" y="2510432"/>
                </a:lnTo>
                <a:lnTo>
                  <a:pt x="1969012" y="2507222"/>
                </a:lnTo>
                <a:lnTo>
                  <a:pt x="1909936" y="2503123"/>
                </a:lnTo>
                <a:lnTo>
                  <a:pt x="1851351" y="2498145"/>
                </a:lnTo>
                <a:lnTo>
                  <a:pt x="1793277" y="2492301"/>
                </a:lnTo>
                <a:lnTo>
                  <a:pt x="1735736" y="2485602"/>
                </a:lnTo>
                <a:lnTo>
                  <a:pt x="1678749" y="2478062"/>
                </a:lnTo>
                <a:lnTo>
                  <a:pt x="1622336" y="2469691"/>
                </a:lnTo>
                <a:lnTo>
                  <a:pt x="1566520" y="2460502"/>
                </a:lnTo>
                <a:lnTo>
                  <a:pt x="1511320" y="2450506"/>
                </a:lnTo>
                <a:lnTo>
                  <a:pt x="1456758" y="2439716"/>
                </a:lnTo>
                <a:lnTo>
                  <a:pt x="1402855" y="2428144"/>
                </a:lnTo>
                <a:lnTo>
                  <a:pt x="1349632" y="2415801"/>
                </a:lnTo>
                <a:lnTo>
                  <a:pt x="1297111" y="2402700"/>
                </a:lnTo>
                <a:lnTo>
                  <a:pt x="1245312" y="2388853"/>
                </a:lnTo>
                <a:lnTo>
                  <a:pt x="1194255" y="2374271"/>
                </a:lnTo>
                <a:lnTo>
                  <a:pt x="1143964" y="2358967"/>
                </a:lnTo>
                <a:lnTo>
                  <a:pt x="1094457" y="2342952"/>
                </a:lnTo>
                <a:lnTo>
                  <a:pt x="1045757" y="2326239"/>
                </a:lnTo>
                <a:lnTo>
                  <a:pt x="997885" y="2308839"/>
                </a:lnTo>
                <a:lnTo>
                  <a:pt x="950861" y="2290764"/>
                </a:lnTo>
                <a:lnTo>
                  <a:pt x="904707" y="2272027"/>
                </a:lnTo>
                <a:lnTo>
                  <a:pt x="859443" y="2252640"/>
                </a:lnTo>
                <a:lnTo>
                  <a:pt x="815092" y="2232614"/>
                </a:lnTo>
                <a:lnTo>
                  <a:pt x="771673" y="2211961"/>
                </a:lnTo>
                <a:lnTo>
                  <a:pt x="729208" y="2190694"/>
                </a:lnTo>
                <a:lnTo>
                  <a:pt x="687717" y="2168824"/>
                </a:lnTo>
                <a:lnTo>
                  <a:pt x="647223" y="2146363"/>
                </a:lnTo>
                <a:lnTo>
                  <a:pt x="607746" y="2123324"/>
                </a:lnTo>
                <a:lnTo>
                  <a:pt x="569307" y="2099717"/>
                </a:lnTo>
                <a:lnTo>
                  <a:pt x="531927" y="2075557"/>
                </a:lnTo>
                <a:lnTo>
                  <a:pt x="495628" y="2050853"/>
                </a:lnTo>
                <a:lnTo>
                  <a:pt x="460430" y="2025619"/>
                </a:lnTo>
                <a:lnTo>
                  <a:pt x="426354" y="1999865"/>
                </a:lnTo>
                <a:lnTo>
                  <a:pt x="393421" y="1973605"/>
                </a:lnTo>
                <a:lnTo>
                  <a:pt x="361653" y="1946851"/>
                </a:lnTo>
                <a:lnTo>
                  <a:pt x="331071" y="1919613"/>
                </a:lnTo>
                <a:lnTo>
                  <a:pt x="301695" y="1891904"/>
                </a:lnTo>
                <a:lnTo>
                  <a:pt x="273547" y="1863737"/>
                </a:lnTo>
                <a:lnTo>
                  <a:pt x="246647" y="1835123"/>
                </a:lnTo>
                <a:lnTo>
                  <a:pt x="221018" y="1806073"/>
                </a:lnTo>
                <a:lnTo>
                  <a:pt x="196679" y="1776601"/>
                </a:lnTo>
                <a:lnTo>
                  <a:pt x="151958" y="1716436"/>
                </a:lnTo>
                <a:lnTo>
                  <a:pt x="112654" y="1654722"/>
                </a:lnTo>
                <a:lnTo>
                  <a:pt x="78934" y="1591556"/>
                </a:lnTo>
                <a:lnTo>
                  <a:pt x="50967" y="1527034"/>
                </a:lnTo>
                <a:lnTo>
                  <a:pt x="28921" y="1461252"/>
                </a:lnTo>
                <a:lnTo>
                  <a:pt x="12966" y="1394305"/>
                </a:lnTo>
                <a:lnTo>
                  <a:pt x="3269" y="1326289"/>
                </a:lnTo>
                <a:lnTo>
                  <a:pt x="0" y="12573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36975" y="4051172"/>
            <a:ext cx="18516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Recursive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5857" y="2729057"/>
            <a:ext cx="44938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333399"/>
                </a:solidFill>
                <a:latin typeface="Comic Sans MS"/>
                <a:cs typeface="Comic Sans MS"/>
              </a:rPr>
              <a:t>Recursively</a:t>
            </a:r>
            <a:r>
              <a:rPr sz="3200" spc="-65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3399"/>
                </a:solidFill>
                <a:latin typeface="Comic Sans MS"/>
                <a:cs typeface="Comic Sans MS"/>
              </a:rPr>
              <a:t>Enumerable</a:t>
            </a:r>
            <a:endParaRPr sz="3200" dirty="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33600" y="1386068"/>
            <a:ext cx="53663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0" dirty="0">
                <a:solidFill>
                  <a:srgbClr val="333399"/>
                </a:solidFill>
                <a:latin typeface="Comic Sans MS"/>
                <a:cs typeface="Comic Sans MS"/>
              </a:rPr>
              <a:t>Non </a:t>
            </a:r>
            <a:r>
              <a:rPr sz="3200" i="0" spc="-5" dirty="0">
                <a:solidFill>
                  <a:srgbClr val="333399"/>
                </a:solidFill>
                <a:latin typeface="Comic Sans MS"/>
                <a:cs typeface="Comic Sans MS"/>
              </a:rPr>
              <a:t>Recursively</a:t>
            </a:r>
            <a:r>
              <a:rPr sz="3200" i="0" spc="-25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3200" i="0" spc="-5" dirty="0">
                <a:solidFill>
                  <a:srgbClr val="333399"/>
                </a:solidFill>
                <a:latin typeface="Comic Sans MS"/>
                <a:cs typeface="Comic Sans MS"/>
              </a:rPr>
              <a:t>Enumerable</a:t>
            </a:r>
            <a:endParaRPr sz="3200" dirty="0">
              <a:latin typeface="Comic Sans MS"/>
              <a:cs typeface="Comic Sans MS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5"/>
            <a:ext cx="1143000" cy="7824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600200" y="146359"/>
            <a:ext cx="7315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Recursively</a:t>
            </a:r>
            <a:r>
              <a:rPr lang="en-US" sz="2800" spc="-5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Enumerable  and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</a:t>
            </a:r>
          </a:p>
          <a:p>
            <a:pPr>
              <a:lnSpc>
                <a:spcPct val="100000"/>
              </a:lnSpc>
            </a:pPr>
            <a:r>
              <a:rPr lang="en-US" sz="2800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7343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13374" y="1354478"/>
            <a:ext cx="80454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70C0"/>
                </a:solidFill>
                <a:latin typeface="+mj-lt"/>
              </a:rPr>
              <a:t>A TM </a:t>
            </a:r>
            <a:r>
              <a:rPr lang="en-US" altLang="en-US" sz="2800" i="1" dirty="0">
                <a:solidFill>
                  <a:srgbClr val="0070C0"/>
                </a:solidFill>
                <a:latin typeface="+mj-lt"/>
              </a:rPr>
              <a:t>recognizes </a:t>
            </a:r>
            <a:r>
              <a:rPr lang="en-US" altLang="en-US" sz="2800" dirty="0">
                <a:solidFill>
                  <a:srgbClr val="0070C0"/>
                </a:solidFill>
                <a:latin typeface="+mj-lt"/>
              </a:rPr>
              <a:t>a language </a:t>
            </a:r>
            <a:r>
              <a:rPr lang="en-US" altLang="en-US" sz="2800" u="sng" dirty="0" err="1">
                <a:solidFill>
                  <a:srgbClr val="0070C0"/>
                </a:solidFill>
                <a:latin typeface="+mj-lt"/>
              </a:rPr>
              <a:t>iff</a:t>
            </a:r>
            <a:r>
              <a:rPr lang="en-US" altLang="en-US" sz="2800" dirty="0">
                <a:solidFill>
                  <a:srgbClr val="0070C0"/>
                </a:solidFill>
                <a:latin typeface="+mj-lt"/>
              </a:rPr>
              <a:t> it accepts all and only those strings in the language.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13374" y="4372001"/>
            <a:ext cx="80454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70C0"/>
                </a:solidFill>
                <a:latin typeface="+mj-lt"/>
              </a:rPr>
              <a:t>A TM </a:t>
            </a:r>
            <a:r>
              <a:rPr lang="en-US" altLang="en-US" sz="2800" i="1" dirty="0">
                <a:solidFill>
                  <a:srgbClr val="0070C0"/>
                </a:solidFill>
                <a:latin typeface="+mj-lt"/>
              </a:rPr>
              <a:t>decides</a:t>
            </a:r>
            <a:r>
              <a:rPr lang="en-US" altLang="en-US" sz="2800" dirty="0">
                <a:solidFill>
                  <a:srgbClr val="0070C0"/>
                </a:solidFill>
                <a:latin typeface="+mj-lt"/>
              </a:rPr>
              <a:t> a language L </a:t>
            </a:r>
            <a:r>
              <a:rPr lang="en-US" altLang="en-US" sz="2800" dirty="0" err="1">
                <a:solidFill>
                  <a:srgbClr val="0070C0"/>
                </a:solidFill>
                <a:latin typeface="+mj-lt"/>
              </a:rPr>
              <a:t>iff</a:t>
            </a:r>
            <a:r>
              <a:rPr lang="en-US" altLang="en-US" sz="2800" dirty="0">
                <a:solidFill>
                  <a:srgbClr val="0070C0"/>
                </a:solidFill>
                <a:latin typeface="+mj-lt"/>
              </a:rPr>
              <a:t> it accepts all strings in L </a:t>
            </a:r>
            <a:r>
              <a:rPr lang="en-US" altLang="en-US" sz="2800" u="sng" dirty="0">
                <a:solidFill>
                  <a:srgbClr val="0070C0"/>
                </a:solidFill>
                <a:latin typeface="+mj-lt"/>
              </a:rPr>
              <a:t>and</a:t>
            </a:r>
            <a:r>
              <a:rPr lang="en-US" altLang="en-US" sz="2800" dirty="0">
                <a:solidFill>
                  <a:srgbClr val="0070C0"/>
                </a:solidFill>
                <a:latin typeface="+mj-lt"/>
              </a:rPr>
              <a:t> rejects all strings not in L.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67324" y="2530963"/>
            <a:ext cx="83375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A language L is called Turing-recognizable or recursively enumerable </a:t>
            </a:r>
            <a:r>
              <a:rPr lang="en-US" altLang="en-US" sz="2800" u="sng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iff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some TM </a:t>
            </a:r>
            <a:r>
              <a:rPr lang="en-US" altLang="en-US" sz="2800" u="sng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recognizes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L.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77850" y="5410200"/>
            <a:ext cx="7975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A language L is called </a:t>
            </a:r>
            <a:r>
              <a:rPr lang="en-US" altLang="en-US" sz="2800" u="sng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decidable or recursive </a:t>
            </a:r>
            <a:r>
              <a:rPr lang="en-US" altLang="en-US" sz="2800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iff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some TM </a:t>
            </a:r>
            <a:r>
              <a:rPr lang="en-US" altLang="en-US" sz="2800" u="sng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decides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L.</a:t>
            </a: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0" y="4010025"/>
            <a:ext cx="9144000" cy="28575"/>
          </a:xfrm>
          <a:prstGeom prst="line">
            <a:avLst/>
          </a:prstGeom>
          <a:noFill/>
          <a:ln w="28575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 sz="2800">
              <a:latin typeface="+mj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5"/>
            <a:ext cx="1143000" cy="78241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600200" y="146359"/>
            <a:ext cx="731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Recursively</a:t>
            </a:r>
            <a:r>
              <a:rPr lang="en-US" sz="3200" spc="-5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Enumerable  and </a:t>
            </a: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</a:t>
            </a:r>
          </a:p>
          <a:p>
            <a:pPr>
              <a:lnSpc>
                <a:spcPct val="100000"/>
              </a:lnSpc>
            </a:pPr>
            <a:r>
              <a:rPr lang="en-US" sz="3200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60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454622"/>
            <a:ext cx="8991600" cy="184409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3200" spc="-5" dirty="0">
                <a:solidFill>
                  <a:srgbClr val="009900"/>
                </a:solidFill>
                <a:latin typeface="Comic Sans MS"/>
                <a:cs typeface="Comic Sans MS"/>
              </a:rPr>
              <a:t>Definition:</a:t>
            </a:r>
            <a:endParaRPr sz="3200" dirty="0">
              <a:latin typeface="Comic Sans MS"/>
              <a:cs typeface="Comic Sans MS"/>
            </a:endParaRPr>
          </a:p>
          <a:p>
            <a:pPr marL="638175">
              <a:lnSpc>
                <a:spcPct val="100000"/>
              </a:lnSpc>
              <a:spcBef>
                <a:spcPts val="1360"/>
              </a:spcBef>
            </a:pPr>
            <a:r>
              <a:rPr sz="320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language </a:t>
            </a:r>
            <a:r>
              <a:rPr sz="3200" spc="-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3200" spc="-3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</a:t>
            </a:r>
            <a:r>
              <a:rPr lang="en-US" sz="32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some </a:t>
            </a:r>
            <a:r>
              <a:rPr sz="320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Turing machine accepts </a:t>
            </a:r>
            <a:r>
              <a:rPr sz="3200" spc="-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 </a:t>
            </a:r>
            <a:r>
              <a:rPr sz="320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halts on </a:t>
            </a:r>
            <a:r>
              <a:rPr sz="3200" spc="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r>
              <a:rPr sz="3200" spc="-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3200" spc="-5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6700" y="3810000"/>
            <a:ext cx="8610600" cy="178181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spc="-5" dirty="0">
                <a:solidFill>
                  <a:srgbClr val="009900"/>
                </a:solidFill>
                <a:latin typeface="Comic Sans MS"/>
                <a:cs typeface="Comic Sans MS"/>
              </a:rPr>
              <a:t>In other</a:t>
            </a:r>
            <a:r>
              <a:rPr sz="3200" dirty="0">
                <a:solidFill>
                  <a:srgbClr val="009900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009900"/>
                </a:solidFill>
                <a:latin typeface="Comic Sans MS"/>
                <a:cs typeface="Comic Sans MS"/>
              </a:rPr>
              <a:t>words:</a:t>
            </a:r>
            <a:endParaRPr sz="3200" dirty="0">
              <a:latin typeface="Comic Sans MS"/>
              <a:cs typeface="Comic Sans MS"/>
            </a:endParaRPr>
          </a:p>
          <a:p>
            <a:pPr marL="744220" marR="5080" indent="-121920">
              <a:lnSpc>
                <a:spcPct val="120000"/>
              </a:lnSpc>
              <a:spcBef>
                <a:spcPts val="5"/>
              </a:spcBef>
            </a:pPr>
            <a:r>
              <a:rPr sz="320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language is </a:t>
            </a:r>
            <a:r>
              <a:rPr sz="3200" spc="-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 </a:t>
            </a:r>
            <a:r>
              <a:rPr sz="320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3200" spc="-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 </a:t>
            </a:r>
            <a:r>
              <a:rPr sz="320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membership </a:t>
            </a:r>
            <a:r>
              <a:rPr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sz="3200" spc="-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200" spc="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5"/>
            <a:ext cx="1143000" cy="7824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00200" y="146359"/>
            <a:ext cx="7315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Recursively</a:t>
            </a:r>
            <a:r>
              <a:rPr lang="en-US" sz="2800" spc="-5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Enumerable  and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</a:t>
            </a:r>
          </a:p>
          <a:p>
            <a:pPr>
              <a:lnSpc>
                <a:spcPct val="100000"/>
              </a:lnSpc>
            </a:pPr>
            <a:r>
              <a:rPr lang="en-US" sz="2800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6651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Recursive and Recursively Enumerable Languages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447800"/>
            <a:ext cx="9144000" cy="54102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dirty="0">
              <a:solidFill>
                <a:srgbClr val="006600"/>
              </a:solidFill>
            </a:endParaRP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5"/>
            <a:ext cx="1143000" cy="782411"/>
          </a:xfrm>
          <a:prstGeom prst="rect">
            <a:avLst/>
          </a:prstGeom>
        </p:spPr>
      </p:pic>
      <p:sp>
        <p:nvSpPr>
          <p:cNvPr id="8" name="object 5"/>
          <p:cNvSpPr txBox="1"/>
          <p:nvPr/>
        </p:nvSpPr>
        <p:spPr>
          <a:xfrm>
            <a:off x="457200" y="1648983"/>
            <a:ext cx="7558405" cy="495584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00" dirty="0">
                <a:solidFill>
                  <a:srgbClr val="D24717"/>
                </a:solidFill>
                <a:latin typeface="Wingdings"/>
                <a:cs typeface="Wingdings"/>
              </a:rPr>
              <a:t></a:t>
            </a:r>
            <a:r>
              <a:rPr sz="18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252525"/>
                </a:solidFill>
                <a:latin typeface="Book Antiqua"/>
                <a:cs typeface="Book Antiqua"/>
              </a:rPr>
              <a:t>Recursively </a:t>
            </a:r>
            <a:r>
              <a:rPr sz="2000" b="1" dirty="0">
                <a:solidFill>
                  <a:srgbClr val="252525"/>
                </a:solidFill>
                <a:latin typeface="Book Antiqua"/>
                <a:cs typeface="Book Antiqua"/>
              </a:rPr>
              <a:t>Enumerable</a:t>
            </a:r>
            <a:r>
              <a:rPr sz="2000" b="1" spc="-100" dirty="0">
                <a:solidFill>
                  <a:srgbClr val="252525"/>
                </a:solidFill>
                <a:latin typeface="Book Antiqua"/>
                <a:cs typeface="Book Antiqua"/>
              </a:rPr>
              <a:t> </a:t>
            </a:r>
            <a:r>
              <a:rPr sz="2000" b="1" dirty="0">
                <a:solidFill>
                  <a:srgbClr val="252525"/>
                </a:solidFill>
                <a:latin typeface="Book Antiqua"/>
                <a:cs typeface="Book Antiqua"/>
              </a:rPr>
              <a:t>Set</a:t>
            </a:r>
            <a:endParaRPr sz="2000" dirty="0">
              <a:latin typeface="Book Antiqua"/>
              <a:cs typeface="Book Antiqua"/>
            </a:endParaRPr>
          </a:p>
          <a:p>
            <a:pPr marL="596265" marR="5080" indent="-274320">
              <a:lnSpc>
                <a:spcPct val="100200"/>
              </a:lnSpc>
              <a:spcBef>
                <a:spcPts val="405"/>
              </a:spcBef>
            </a:pPr>
            <a:r>
              <a:rPr sz="2000" dirty="0">
                <a:solidFill>
                  <a:srgbClr val="D24717"/>
                </a:solidFill>
                <a:latin typeface="Wingdings"/>
                <a:cs typeface="Wingdings"/>
              </a:rPr>
              <a:t></a:t>
            </a:r>
            <a:r>
              <a:rPr sz="20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A set </a:t>
            </a:r>
            <a:r>
              <a:rPr sz="2000" i="1" dirty="0">
                <a:solidFill>
                  <a:srgbClr val="252525"/>
                </a:solidFill>
                <a:latin typeface="Book Antiqua"/>
                <a:cs typeface="Book Antiqua"/>
              </a:rPr>
              <a:t>S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of words over Σ is said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to be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recursively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enumerable, if</a:t>
            </a:r>
            <a:r>
              <a:rPr sz="2000" spc="-140" dirty="0">
                <a:solidFill>
                  <a:srgbClr val="252525"/>
                </a:solidFill>
                <a:latin typeface="Book Antiqua"/>
                <a:cs typeface="Book Antiqu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there 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is a TM over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Σ,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which accepts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every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word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in </a:t>
            </a:r>
            <a:r>
              <a:rPr sz="2000" i="1" dirty="0">
                <a:solidFill>
                  <a:srgbClr val="252525"/>
                </a:solidFill>
                <a:latin typeface="Book Antiqua"/>
                <a:cs typeface="Book Antiqua"/>
              </a:rPr>
              <a:t>S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and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either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rejects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or  loops for every word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in </a:t>
            </a:r>
            <a:r>
              <a:rPr sz="2000" spc="5" dirty="0">
                <a:solidFill>
                  <a:srgbClr val="252525"/>
                </a:solidFill>
                <a:latin typeface="Book Antiqua"/>
                <a:cs typeface="Book Antiqua"/>
              </a:rPr>
              <a:t>~</a:t>
            </a:r>
            <a:r>
              <a:rPr sz="2000" i="1" spc="5" dirty="0">
                <a:solidFill>
                  <a:srgbClr val="252525"/>
                </a:solidFill>
                <a:latin typeface="Book Antiqua"/>
                <a:cs typeface="Book Antiqua"/>
              </a:rPr>
              <a:t>S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(~</a:t>
            </a:r>
            <a:r>
              <a:rPr sz="2000" i="1" dirty="0">
                <a:solidFill>
                  <a:srgbClr val="252525"/>
                </a:solidFill>
                <a:latin typeface="Book Antiqua"/>
                <a:cs typeface="Book Antiqua"/>
              </a:rPr>
              <a:t>S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=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Σ* </a:t>
            </a:r>
            <a:r>
              <a:rPr sz="2000" dirty="0">
                <a:solidFill>
                  <a:srgbClr val="252525"/>
                </a:solidFill>
                <a:latin typeface="Symbol"/>
                <a:cs typeface="Symbol"/>
              </a:rPr>
              <a:t>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252525"/>
                </a:solidFill>
                <a:latin typeface="Book Antiqua"/>
                <a:cs typeface="Book Antiqua"/>
              </a:rPr>
              <a:t>S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). This can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be represented 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as:</a:t>
            </a:r>
            <a:endParaRPr sz="2000" dirty="0">
              <a:latin typeface="Book Antiqua"/>
              <a:cs typeface="Book Antiqua"/>
            </a:endParaRPr>
          </a:p>
          <a:p>
            <a:pPr marL="596265">
              <a:lnSpc>
                <a:spcPct val="100000"/>
              </a:lnSpc>
              <a:spcBef>
                <a:spcPts val="390"/>
              </a:spcBef>
            </a:pPr>
            <a:r>
              <a:rPr spc="-5" dirty="0">
                <a:solidFill>
                  <a:srgbClr val="0000CC"/>
                </a:solidFill>
                <a:latin typeface="Wingdings"/>
                <a:cs typeface="Wingdings"/>
              </a:rPr>
              <a:t></a:t>
            </a:r>
            <a:r>
              <a:rPr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CC"/>
                </a:solidFill>
                <a:latin typeface="Book Antiqua"/>
                <a:cs typeface="Book Antiqua"/>
              </a:rPr>
              <a:t>Accept TM =</a:t>
            </a:r>
            <a:r>
              <a:rPr spc="-200" dirty="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i="1" spc="-5" dirty="0">
                <a:solidFill>
                  <a:srgbClr val="0000CC"/>
                </a:solidFill>
                <a:latin typeface="Book Antiqua"/>
                <a:cs typeface="Book Antiqua"/>
              </a:rPr>
              <a:t>S</a:t>
            </a:r>
            <a:endParaRPr dirty="0">
              <a:solidFill>
                <a:srgbClr val="0000CC"/>
              </a:solidFill>
              <a:latin typeface="Book Antiqua"/>
              <a:cs typeface="Book Antiqua"/>
            </a:endParaRPr>
          </a:p>
          <a:p>
            <a:pPr marL="596265">
              <a:lnSpc>
                <a:spcPct val="100000"/>
              </a:lnSpc>
              <a:spcBef>
                <a:spcPts val="425"/>
              </a:spcBef>
            </a:pPr>
            <a:r>
              <a:rPr spc="-5" dirty="0">
                <a:solidFill>
                  <a:srgbClr val="0000CC"/>
                </a:solidFill>
                <a:latin typeface="Wingdings"/>
                <a:cs typeface="Wingdings"/>
              </a:rPr>
              <a:t></a:t>
            </a:r>
            <a:r>
              <a:rPr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CC"/>
                </a:solidFill>
                <a:latin typeface="Book Antiqua"/>
                <a:cs typeface="Book Antiqua"/>
              </a:rPr>
              <a:t>Reject (TM) </a:t>
            </a:r>
            <a:r>
              <a:rPr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CC"/>
                </a:solidFill>
                <a:latin typeface="Book Antiqua"/>
                <a:cs typeface="Book Antiqua"/>
              </a:rPr>
              <a:t>loop (TM) = </a:t>
            </a:r>
            <a:r>
              <a:rPr sz="2000" spc="-5" dirty="0">
                <a:solidFill>
                  <a:srgbClr val="0000CC"/>
                </a:solidFill>
                <a:latin typeface="Book Antiqua"/>
                <a:cs typeface="Book Antiqua"/>
              </a:rPr>
              <a:t>Σ* </a:t>
            </a:r>
            <a:r>
              <a:rPr spc="-5" dirty="0">
                <a:solidFill>
                  <a:srgbClr val="0000CC"/>
                </a:solidFill>
                <a:latin typeface="Symbol"/>
                <a:cs typeface="Symbol"/>
              </a:rPr>
              <a:t></a:t>
            </a:r>
            <a:r>
              <a:rPr spc="-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0000CC"/>
                </a:solidFill>
                <a:latin typeface="Book Antiqua"/>
                <a:cs typeface="Book Antiqua"/>
              </a:rPr>
              <a:t>S</a:t>
            </a:r>
            <a:endParaRPr dirty="0">
              <a:solidFill>
                <a:srgbClr val="0000CC"/>
              </a:solidFill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000" dirty="0">
                <a:solidFill>
                  <a:srgbClr val="D24717"/>
                </a:solidFill>
                <a:latin typeface="Wingdings"/>
                <a:cs typeface="Wingdings"/>
              </a:rPr>
              <a:t></a:t>
            </a:r>
            <a:r>
              <a:rPr sz="20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252525"/>
                </a:solidFill>
                <a:latin typeface="Book Antiqua"/>
                <a:cs typeface="Book Antiqua"/>
              </a:rPr>
              <a:t>Recursive</a:t>
            </a:r>
            <a:r>
              <a:rPr sz="2000" b="1" spc="-110" dirty="0">
                <a:solidFill>
                  <a:srgbClr val="252525"/>
                </a:solidFill>
                <a:latin typeface="Book Antiqua"/>
                <a:cs typeface="Book Antiqua"/>
              </a:rPr>
              <a:t> </a:t>
            </a:r>
            <a:r>
              <a:rPr sz="2000" b="1" dirty="0">
                <a:solidFill>
                  <a:srgbClr val="252525"/>
                </a:solidFill>
                <a:latin typeface="Book Antiqua"/>
                <a:cs typeface="Book Antiqua"/>
              </a:rPr>
              <a:t>Set</a:t>
            </a:r>
            <a:endParaRPr sz="2000" dirty="0">
              <a:latin typeface="Book Antiqua"/>
              <a:cs typeface="Book Antiqua"/>
            </a:endParaRPr>
          </a:p>
          <a:p>
            <a:pPr marL="596265" marR="147320" indent="-274320">
              <a:lnSpc>
                <a:spcPct val="100000"/>
              </a:lnSpc>
              <a:spcBef>
                <a:spcPts val="420"/>
              </a:spcBef>
            </a:pPr>
            <a:r>
              <a:rPr sz="2000" dirty="0">
                <a:solidFill>
                  <a:srgbClr val="D24717"/>
                </a:solidFill>
                <a:latin typeface="Wingdings"/>
                <a:cs typeface="Wingdings"/>
              </a:rPr>
              <a:t></a:t>
            </a:r>
            <a:r>
              <a:rPr sz="20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A set </a:t>
            </a:r>
            <a:r>
              <a:rPr sz="2000" i="1" dirty="0">
                <a:solidFill>
                  <a:srgbClr val="252525"/>
                </a:solidFill>
                <a:latin typeface="Book Antiqua"/>
                <a:cs typeface="Book Antiqua"/>
              </a:rPr>
              <a:t>S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of words over Σ is said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to be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recursive,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if there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is a TM over 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Σ,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which accepts every word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in </a:t>
            </a:r>
            <a:r>
              <a:rPr sz="2000" i="1" dirty="0">
                <a:solidFill>
                  <a:srgbClr val="252525"/>
                </a:solidFill>
                <a:latin typeface="Book Antiqua"/>
                <a:cs typeface="Book Antiqua"/>
              </a:rPr>
              <a:t>S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and rejects every word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in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~ </a:t>
            </a:r>
            <a:r>
              <a:rPr sz="2000" i="1" dirty="0">
                <a:solidFill>
                  <a:srgbClr val="252525"/>
                </a:solidFill>
                <a:latin typeface="Book Antiqua"/>
                <a:cs typeface="Book Antiqua"/>
              </a:rPr>
              <a:t>S</a:t>
            </a:r>
            <a:r>
              <a:rPr sz="2000" i="1" spc="385" dirty="0">
                <a:solidFill>
                  <a:srgbClr val="252525"/>
                </a:solidFill>
                <a:latin typeface="Book Antiqua"/>
                <a:cs typeface="Book Antiqua"/>
              </a:rPr>
              <a:t>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(~</a:t>
            </a:r>
            <a:r>
              <a:rPr sz="2000" i="1" dirty="0">
                <a:solidFill>
                  <a:srgbClr val="252525"/>
                </a:solidFill>
                <a:latin typeface="Book Antiqua"/>
                <a:cs typeface="Book Antiqua"/>
              </a:rPr>
              <a:t>S</a:t>
            </a:r>
            <a:endParaRPr sz="2000" dirty="0">
              <a:latin typeface="Book Antiqua"/>
              <a:cs typeface="Book Antiqua"/>
            </a:endParaRPr>
          </a:p>
          <a:p>
            <a:pPr marL="596265">
              <a:lnSpc>
                <a:spcPct val="100000"/>
              </a:lnSpc>
              <a:spcBef>
                <a:spcPts val="25"/>
              </a:spcBef>
            </a:pP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=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Σ* </a:t>
            </a:r>
            <a:r>
              <a:rPr sz="2000" dirty="0">
                <a:solidFill>
                  <a:srgbClr val="252525"/>
                </a:solidFill>
                <a:latin typeface="Symbol"/>
                <a:cs typeface="Symbol"/>
              </a:rPr>
              <a:t>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252525"/>
                </a:solidFill>
                <a:latin typeface="Book Antiqua"/>
                <a:cs typeface="Book Antiqua"/>
              </a:rPr>
              <a:t>S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). This 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can </a:t>
            </a:r>
            <a:r>
              <a:rPr sz="2000" spc="-5" dirty="0">
                <a:solidFill>
                  <a:srgbClr val="252525"/>
                </a:solidFill>
                <a:latin typeface="Book Antiqua"/>
                <a:cs typeface="Book Antiqua"/>
              </a:rPr>
              <a:t>be represented</a:t>
            </a:r>
            <a:r>
              <a:rPr sz="2000" dirty="0">
                <a:solidFill>
                  <a:srgbClr val="252525"/>
                </a:solidFill>
                <a:latin typeface="Book Antiqua"/>
                <a:cs typeface="Book Antiqua"/>
              </a:rPr>
              <a:t> as:</a:t>
            </a:r>
            <a:endParaRPr sz="2000" dirty="0">
              <a:latin typeface="Book Antiqua"/>
              <a:cs typeface="Book Antiqua"/>
            </a:endParaRPr>
          </a:p>
          <a:p>
            <a:pPr marL="596265">
              <a:lnSpc>
                <a:spcPct val="100000"/>
              </a:lnSpc>
              <a:spcBef>
                <a:spcPts val="380"/>
              </a:spcBef>
            </a:pPr>
            <a:r>
              <a:rPr spc="-5" dirty="0">
                <a:solidFill>
                  <a:srgbClr val="0000CC"/>
                </a:solidFill>
                <a:latin typeface="Wingdings"/>
                <a:cs typeface="Wingdings"/>
              </a:rPr>
              <a:t></a:t>
            </a:r>
            <a:r>
              <a:rPr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CC"/>
                </a:solidFill>
                <a:latin typeface="Book Antiqua"/>
                <a:cs typeface="Book Antiqua"/>
              </a:rPr>
              <a:t>Accept (TM) =</a:t>
            </a:r>
            <a:r>
              <a:rPr spc="-180" dirty="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i="1" spc="-5" dirty="0">
                <a:solidFill>
                  <a:srgbClr val="0000CC"/>
                </a:solidFill>
                <a:latin typeface="Book Antiqua"/>
                <a:cs typeface="Book Antiqua"/>
              </a:rPr>
              <a:t>S</a:t>
            </a:r>
            <a:endParaRPr dirty="0">
              <a:solidFill>
                <a:srgbClr val="0000CC"/>
              </a:solidFill>
              <a:latin typeface="Book Antiqua"/>
              <a:cs typeface="Book Antiqua"/>
            </a:endParaRPr>
          </a:p>
          <a:p>
            <a:pPr marL="596265">
              <a:lnSpc>
                <a:spcPct val="100000"/>
              </a:lnSpc>
              <a:spcBef>
                <a:spcPts val="409"/>
              </a:spcBef>
            </a:pPr>
            <a:r>
              <a:rPr spc="-5" dirty="0">
                <a:solidFill>
                  <a:srgbClr val="0000CC"/>
                </a:solidFill>
                <a:latin typeface="Wingdings"/>
                <a:cs typeface="Wingdings"/>
              </a:rPr>
              <a:t></a:t>
            </a:r>
            <a:r>
              <a:rPr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CC"/>
                </a:solidFill>
                <a:latin typeface="Book Antiqua"/>
                <a:cs typeface="Book Antiqua"/>
              </a:rPr>
              <a:t>Reject (TM) = Σ *</a:t>
            </a:r>
            <a:r>
              <a:rPr spc="-5" dirty="0">
                <a:solidFill>
                  <a:srgbClr val="0000CC"/>
                </a:solidFill>
                <a:latin typeface="Symbol"/>
                <a:cs typeface="Symbol"/>
              </a:rPr>
              <a:t></a:t>
            </a:r>
            <a:r>
              <a:rPr spc="-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0000CC"/>
                </a:solidFill>
                <a:latin typeface="Book Antiqua"/>
                <a:cs typeface="Book Antiqua"/>
              </a:rPr>
              <a:t>S</a:t>
            </a:r>
            <a:endParaRPr dirty="0">
              <a:solidFill>
                <a:srgbClr val="0000CC"/>
              </a:solidFill>
              <a:latin typeface="Book Antiqua"/>
              <a:cs typeface="Book Antiqua"/>
            </a:endParaRPr>
          </a:p>
          <a:p>
            <a:pPr marL="596265">
              <a:lnSpc>
                <a:spcPct val="100000"/>
              </a:lnSpc>
              <a:spcBef>
                <a:spcPts val="335"/>
              </a:spcBef>
            </a:pPr>
            <a:r>
              <a:rPr spc="-5" dirty="0">
                <a:solidFill>
                  <a:srgbClr val="0000CC"/>
                </a:solidFill>
                <a:latin typeface="Wingdings"/>
                <a:cs typeface="Wingdings"/>
              </a:rPr>
              <a:t></a:t>
            </a:r>
            <a:r>
              <a:rPr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CC"/>
                </a:solidFill>
                <a:latin typeface="Book Antiqua"/>
                <a:cs typeface="Book Antiqua"/>
              </a:rPr>
              <a:t>Loop (TM) =</a:t>
            </a:r>
            <a:r>
              <a:rPr spc="-210" dirty="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i="1" spc="-30" dirty="0">
                <a:solidFill>
                  <a:srgbClr val="0000CC"/>
                </a:solidFill>
                <a:latin typeface="Symbol"/>
                <a:cs typeface="Symbol"/>
              </a:rPr>
              <a:t></a:t>
            </a:r>
            <a:endParaRPr dirty="0">
              <a:solidFill>
                <a:srgbClr val="0000CC"/>
              </a:solidFill>
              <a:latin typeface="Symbol"/>
              <a:cs typeface="Symbo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4800" y="1034584"/>
            <a:ext cx="6743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summarize we can say that,</a:t>
            </a:r>
          </a:p>
        </p:txBody>
      </p:sp>
    </p:spTree>
    <p:extLst>
      <p:ext uri="{BB962C8B-B14F-4D97-AF65-F5344CB8AC3E}">
        <p14:creationId xmlns:p14="http://schemas.microsoft.com/office/powerpoint/2010/main" val="36244752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557863" y="1299340"/>
            <a:ext cx="81851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+mj-lt"/>
              </a:rPr>
              <a:t>A language is called </a:t>
            </a:r>
            <a:r>
              <a:rPr lang="en-US" altLang="en-US" sz="2800" b="1" dirty="0">
                <a:solidFill>
                  <a:srgbClr val="0000CC"/>
                </a:solidFill>
                <a:latin typeface="+mj-lt"/>
              </a:rPr>
              <a:t>Turing-recognizable</a:t>
            </a:r>
            <a:r>
              <a:rPr lang="en-US" altLang="en-US" sz="2800" b="1" dirty="0">
                <a:latin typeface="+mj-lt"/>
              </a:rPr>
              <a:t> or </a:t>
            </a:r>
            <a:r>
              <a:rPr lang="en-US" altLang="en-US" sz="2800" b="1" dirty="0">
                <a:solidFill>
                  <a:srgbClr val="0000CC"/>
                </a:solidFill>
                <a:latin typeface="+mj-lt"/>
              </a:rPr>
              <a:t>recursively enumerable</a:t>
            </a:r>
            <a:r>
              <a:rPr lang="en-US" altLang="en-US" sz="2800" b="1" dirty="0">
                <a:latin typeface="+mj-lt"/>
              </a:rPr>
              <a:t> (</a:t>
            </a:r>
            <a:r>
              <a:rPr lang="en-US" altLang="en-US" sz="2800" b="1" dirty="0" err="1">
                <a:latin typeface="+mj-lt"/>
              </a:rPr>
              <a:t>r.e</a:t>
            </a:r>
            <a:r>
              <a:rPr lang="en-US" altLang="en-US" sz="2800" b="1" dirty="0">
                <a:latin typeface="+mj-lt"/>
              </a:rPr>
              <a:t>.) if some TM </a:t>
            </a:r>
            <a:r>
              <a:rPr lang="en-US" altLang="en-US" sz="2800" b="1" u="sng" dirty="0">
                <a:latin typeface="+mj-lt"/>
              </a:rPr>
              <a:t>recognizes</a:t>
            </a:r>
            <a:r>
              <a:rPr lang="en-US" altLang="en-US" sz="2800" b="1" dirty="0">
                <a:latin typeface="+mj-lt"/>
              </a:rPr>
              <a:t> it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577850" y="2257425"/>
            <a:ext cx="77136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+mj-lt"/>
              </a:rPr>
              <a:t>A language is called </a:t>
            </a:r>
            <a:r>
              <a:rPr lang="en-US" altLang="en-US" sz="2800" b="1" dirty="0">
                <a:solidFill>
                  <a:srgbClr val="0000CC"/>
                </a:solidFill>
                <a:latin typeface="+mj-lt"/>
              </a:rPr>
              <a:t>decidable</a:t>
            </a:r>
            <a:r>
              <a:rPr lang="en-US" altLang="en-US" sz="2800" b="1" dirty="0">
                <a:latin typeface="+mj-lt"/>
              </a:rPr>
              <a:t> or </a:t>
            </a:r>
            <a:r>
              <a:rPr lang="en-US" altLang="en-US" sz="2800" b="1" dirty="0">
                <a:solidFill>
                  <a:srgbClr val="0000CC"/>
                </a:solidFill>
                <a:latin typeface="+mj-lt"/>
              </a:rPr>
              <a:t>recursive</a:t>
            </a:r>
            <a:r>
              <a:rPr lang="en-US" altLang="en-US" sz="2800" b="1" dirty="0">
                <a:latin typeface="+mj-lt"/>
              </a:rPr>
              <a:t> if some TM </a:t>
            </a:r>
            <a:r>
              <a:rPr lang="en-US" altLang="en-US" sz="2800" b="1" u="sng" dirty="0">
                <a:latin typeface="+mj-lt"/>
              </a:rPr>
              <a:t>decides</a:t>
            </a:r>
            <a:r>
              <a:rPr lang="en-US" altLang="en-US" sz="2800" b="1" dirty="0">
                <a:latin typeface="+mj-lt"/>
              </a:rPr>
              <a:t> it</a:t>
            </a:r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013" y="3203575"/>
            <a:ext cx="5881687" cy="326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55"/>
            <a:ext cx="1143000" cy="78241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00200" y="146359"/>
            <a:ext cx="7315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0070C0"/>
                </a:solidFill>
                <a:latin typeface="Arial"/>
                <a:cs typeface="Arial"/>
              </a:rPr>
              <a:t>Recursively</a:t>
            </a:r>
            <a:r>
              <a:rPr lang="en-US" sz="2800" spc="-5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0070C0"/>
                </a:solidFill>
                <a:latin typeface="Arial"/>
                <a:cs typeface="Arial"/>
              </a:rPr>
              <a:t>Enumerable  and </a:t>
            </a:r>
            <a:r>
              <a:rPr lang="en-US" sz="2800" dirty="0">
                <a:solidFill>
                  <a:srgbClr val="0070C0"/>
                </a:solidFill>
                <a:latin typeface="Arial"/>
                <a:cs typeface="Arial"/>
              </a:rPr>
              <a:t>Recursive</a:t>
            </a:r>
          </a:p>
          <a:p>
            <a:pPr>
              <a:lnSpc>
                <a:spcPct val="100000"/>
              </a:lnSpc>
            </a:pPr>
            <a:r>
              <a:rPr lang="en-US" sz="2800" spc="-5" dirty="0">
                <a:solidFill>
                  <a:srgbClr val="0070C0"/>
                </a:solidFill>
                <a:latin typeface="Arial"/>
                <a:cs typeface="Arial"/>
              </a:rPr>
              <a:t>Languages</a:t>
            </a:r>
            <a:endParaRPr lang="en-US" sz="2800" dirty="0">
              <a:solidFill>
                <a:srgbClr val="0070C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51832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36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Multi Tape Turing Machine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447800"/>
            <a:ext cx="9144000" cy="54102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dirty="0">
              <a:solidFill>
                <a:srgbClr val="006600"/>
              </a:solidFill>
            </a:endParaRP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5"/>
            <a:ext cx="1143000" cy="782411"/>
          </a:xfrm>
          <a:prstGeom prst="rect">
            <a:avLst/>
          </a:prstGeom>
        </p:spPr>
      </p:pic>
      <p:sp>
        <p:nvSpPr>
          <p:cNvPr id="10" name="object 5"/>
          <p:cNvSpPr txBox="1"/>
          <p:nvPr/>
        </p:nvSpPr>
        <p:spPr>
          <a:xfrm>
            <a:off x="381000" y="1505002"/>
            <a:ext cx="3808729" cy="3922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D24717"/>
                </a:solidFill>
                <a:latin typeface="Wingdings"/>
                <a:cs typeface="Wingdings"/>
              </a:rPr>
              <a:t></a:t>
            </a:r>
            <a:r>
              <a:rPr sz="18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Multi-tape Turing </a:t>
            </a:r>
            <a:r>
              <a:rPr sz="1800" dirty="0">
                <a:solidFill>
                  <a:srgbClr val="252525"/>
                </a:solidFill>
                <a:latin typeface="Book Antiqua"/>
                <a:cs typeface="Book Antiqua"/>
              </a:rPr>
              <a:t>machines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have  </a:t>
            </a:r>
            <a:r>
              <a:rPr sz="1800" i="1" dirty="0">
                <a:solidFill>
                  <a:srgbClr val="252525"/>
                </a:solidFill>
                <a:latin typeface="Book Antiqua"/>
                <a:cs typeface="Book Antiqua"/>
              </a:rPr>
              <a:t>k </a:t>
            </a:r>
            <a:r>
              <a:rPr sz="1800" spc="-10" dirty="0">
                <a:solidFill>
                  <a:srgbClr val="252525"/>
                </a:solidFill>
                <a:latin typeface="Book Antiqua"/>
                <a:cs typeface="Book Antiqua"/>
              </a:rPr>
              <a:t>number </a:t>
            </a:r>
            <a:r>
              <a:rPr sz="1800" dirty="0">
                <a:solidFill>
                  <a:srgbClr val="252525"/>
                </a:solidFill>
                <a:latin typeface="Book Antiqua"/>
                <a:cs typeface="Book Antiqua"/>
              </a:rPr>
              <a:t>of independent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tapes,  having their </a:t>
            </a:r>
            <a:r>
              <a:rPr sz="1800" dirty="0">
                <a:solidFill>
                  <a:srgbClr val="252525"/>
                </a:solidFill>
                <a:latin typeface="Book Antiqua"/>
                <a:cs typeface="Book Antiqua"/>
              </a:rPr>
              <a:t>own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read/write  heads. </a:t>
            </a:r>
            <a:r>
              <a:rPr sz="1800" dirty="0">
                <a:solidFill>
                  <a:srgbClr val="252525"/>
                </a:solidFill>
                <a:latin typeface="Book Antiqua"/>
                <a:cs typeface="Book Antiqua"/>
              </a:rPr>
              <a:t>These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machines have  independent control </a:t>
            </a:r>
            <a:r>
              <a:rPr sz="1800" dirty="0">
                <a:solidFill>
                  <a:srgbClr val="252525"/>
                </a:solidFill>
                <a:latin typeface="Book Antiqua"/>
                <a:cs typeface="Book Antiqua"/>
              </a:rPr>
              <a:t>over all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the  heads—any </a:t>
            </a:r>
            <a:r>
              <a:rPr sz="1800" spc="5" dirty="0">
                <a:solidFill>
                  <a:srgbClr val="252525"/>
                </a:solidFill>
                <a:latin typeface="Book Antiqua"/>
                <a:cs typeface="Book Antiqua"/>
              </a:rPr>
              <a:t>of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these </a:t>
            </a:r>
            <a:r>
              <a:rPr sz="1800" dirty="0">
                <a:solidFill>
                  <a:srgbClr val="252525"/>
                </a:solidFill>
                <a:latin typeface="Book Antiqua"/>
                <a:cs typeface="Book Antiqua"/>
              </a:rPr>
              <a:t>can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move  </a:t>
            </a:r>
            <a:r>
              <a:rPr sz="1800" dirty="0">
                <a:solidFill>
                  <a:srgbClr val="252525"/>
                </a:solidFill>
                <a:latin typeface="Book Antiqua"/>
                <a:cs typeface="Book Antiqua"/>
              </a:rPr>
              <a:t>and read/write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their </a:t>
            </a:r>
            <a:r>
              <a:rPr sz="1800" dirty="0">
                <a:solidFill>
                  <a:srgbClr val="252525"/>
                </a:solidFill>
                <a:latin typeface="Book Antiqua"/>
                <a:cs typeface="Book Antiqua"/>
              </a:rPr>
              <a:t>own tapes.  All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these tapes </a:t>
            </a:r>
            <a:r>
              <a:rPr sz="1800" dirty="0">
                <a:solidFill>
                  <a:srgbClr val="252525"/>
                </a:solidFill>
                <a:latin typeface="Book Antiqua"/>
                <a:cs typeface="Book Antiqua"/>
              </a:rPr>
              <a:t>are unbounded at  both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the </a:t>
            </a:r>
            <a:r>
              <a:rPr sz="1800" dirty="0">
                <a:solidFill>
                  <a:srgbClr val="252525"/>
                </a:solidFill>
                <a:latin typeface="Book Antiqua"/>
                <a:cs typeface="Book Antiqua"/>
              </a:rPr>
              <a:t>ends just as in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the single-  tape TM.</a:t>
            </a:r>
            <a:endParaRPr sz="1800" dirty="0">
              <a:latin typeface="Book Antiqua"/>
              <a:cs typeface="Book Antiq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D24717"/>
                </a:solidFill>
                <a:latin typeface="Wingdings"/>
                <a:cs typeface="Wingdings"/>
              </a:rPr>
              <a:t></a:t>
            </a:r>
            <a:r>
              <a:rPr sz="18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Multi-tape </a:t>
            </a:r>
            <a:r>
              <a:rPr sz="1800" dirty="0">
                <a:solidFill>
                  <a:srgbClr val="252525"/>
                </a:solidFill>
                <a:latin typeface="Book Antiqua"/>
                <a:cs typeface="Book Antiqua"/>
              </a:rPr>
              <a:t>TM and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single-tape  </a:t>
            </a:r>
            <a:r>
              <a:rPr sz="1800" dirty="0">
                <a:solidFill>
                  <a:srgbClr val="252525"/>
                </a:solidFill>
                <a:latin typeface="Book Antiqua"/>
                <a:cs typeface="Book Antiqua"/>
              </a:rPr>
              <a:t>TM are equivalent in</a:t>
            </a:r>
            <a:r>
              <a:rPr sz="1800" spc="355" dirty="0">
                <a:solidFill>
                  <a:srgbClr val="252525"/>
                </a:solidFill>
                <a:latin typeface="Book Antiqua"/>
                <a:cs typeface="Book Antiqua"/>
              </a:rPr>
              <a:t>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power  </a:t>
            </a:r>
            <a:r>
              <a:rPr sz="1800" dirty="0">
                <a:solidFill>
                  <a:srgbClr val="252525"/>
                </a:solidFill>
                <a:latin typeface="Book Antiqua"/>
                <a:cs typeface="Book Antiqua"/>
              </a:rPr>
              <a:t>(except for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some </a:t>
            </a:r>
            <a:r>
              <a:rPr sz="1800" dirty="0">
                <a:solidFill>
                  <a:srgbClr val="252525"/>
                </a:solidFill>
                <a:latin typeface="Book Antiqua"/>
                <a:cs typeface="Book Antiqua"/>
              </a:rPr>
              <a:t>difference in  execution </a:t>
            </a:r>
            <a:r>
              <a:rPr sz="1800" spc="-5" dirty="0">
                <a:solidFill>
                  <a:srgbClr val="252525"/>
                </a:solidFill>
                <a:latin typeface="Book Antiqua"/>
                <a:cs typeface="Book Antiqua"/>
              </a:rPr>
              <a:t>time</a:t>
            </a:r>
            <a:endParaRPr sz="1800" dirty="0">
              <a:latin typeface="Book Antiqua"/>
              <a:cs typeface="Book Antiqua"/>
            </a:endParaRPr>
          </a:p>
        </p:txBody>
      </p:sp>
      <p:sp>
        <p:nvSpPr>
          <p:cNvPr id="11" name="object 7"/>
          <p:cNvSpPr/>
          <p:nvPr/>
        </p:nvSpPr>
        <p:spPr>
          <a:xfrm>
            <a:off x="4465829" y="1628369"/>
            <a:ext cx="3881627" cy="29733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59487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36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Universal Turing Machine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447800"/>
            <a:ext cx="9144000" cy="54102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dirty="0">
              <a:solidFill>
                <a:srgbClr val="006600"/>
              </a:solidFill>
            </a:endParaRP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5"/>
            <a:ext cx="1143000" cy="782411"/>
          </a:xfrm>
          <a:prstGeom prst="rect">
            <a:avLst/>
          </a:prstGeom>
        </p:spPr>
      </p:pic>
      <p:sp>
        <p:nvSpPr>
          <p:cNvPr id="10" name="object 5"/>
          <p:cNvSpPr txBox="1">
            <a:spLocks/>
          </p:cNvSpPr>
          <p:nvPr/>
        </p:nvSpPr>
        <p:spPr>
          <a:xfrm>
            <a:off x="304800" y="1295400"/>
            <a:ext cx="8458200" cy="4590359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>
            <a:lvl1pPr marL="0">
              <a:defRPr sz="2000" b="1" i="0">
                <a:solidFill>
                  <a:srgbClr val="252525"/>
                </a:solidFill>
                <a:latin typeface="Book Antiqua"/>
                <a:ea typeface="+mn-ea"/>
                <a:cs typeface="Book Antiqu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15" normalizeH="0" baseline="0" noProof="0" dirty="0">
                <a:ln>
                  <a:noFill/>
                </a:ln>
                <a:solidFill>
                  <a:srgbClr val="D24717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</a:t>
            </a:r>
            <a:r>
              <a:rPr kumimoji="0" lang="en-US" sz="2400" b="1" i="0" u="none" strike="noStrike" kern="0" cap="none" spc="1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Book Antiqua"/>
                <a:ea typeface="+mn-ea"/>
              </a:rPr>
              <a:t>Universal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Book Antiqua"/>
                <a:ea typeface="+mn-ea"/>
              </a:rPr>
              <a:t>Turing Machine</a:t>
            </a:r>
            <a:r>
              <a:rPr kumimoji="0" lang="en-US" sz="2400" b="1" i="0" u="none" strike="noStrike" kern="0" cap="none" spc="-10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Book Antiqua"/>
                <a:ea typeface="+mn-ea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Book Antiqua"/>
                <a:ea typeface="+mn-ea"/>
              </a:rPr>
              <a:t>(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Book Antiqua"/>
                <a:ea typeface="+mn-ea"/>
              </a:rPr>
              <a:t>UTM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Book Antiqua"/>
                <a:ea typeface="+mn-ea"/>
              </a:rPr>
              <a:t>)</a:t>
            </a:r>
          </a:p>
          <a:p>
            <a:pPr marL="321945" marR="0" lvl="0" indent="0" defTabSz="914400" eaLnBrk="1" fontAlgn="auto" latinLnBrk="0" hangingPunct="1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D24717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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D2471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Turing machine that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can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simulate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any other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Turing</a:t>
            </a:r>
            <a:r>
              <a:rPr kumimoji="0" lang="en-US" b="0" i="0" u="none" strike="noStrike" kern="0" cap="none" spc="-3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Machine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252525"/>
              </a:solidFill>
              <a:effectLst/>
              <a:uLnTx/>
              <a:uFillTx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252525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2194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D24717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</a:t>
            </a:r>
            <a:r>
              <a:rPr kumimoji="0" lang="en-US" b="0" i="0" u="none" strike="noStrike" kern="0" cap="none" spc="-95" normalizeH="0" baseline="0" noProof="0" dirty="0">
                <a:ln>
                  <a:noFill/>
                </a:ln>
                <a:solidFill>
                  <a:srgbClr val="D2471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It</a:t>
            </a:r>
            <a:r>
              <a:rPr kumimoji="0" lang="en-US" b="0" i="0" u="none" strike="noStrike" kern="0" cap="none" spc="7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accepts</a:t>
            </a:r>
            <a:r>
              <a:rPr kumimoji="0" lang="en-US" b="0" i="0" u="none" strike="noStrike" kern="0" cap="none" spc="6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the</a:t>
            </a:r>
            <a:r>
              <a:rPr kumimoji="0" lang="en-US" b="0" i="0" u="none" strike="noStrike" kern="0" cap="none" spc="7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</a:t>
            </a:r>
            <a:r>
              <a:rPr kumimoji="0" lang="en-US" b="0" i="1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encoded</a:t>
            </a:r>
            <a:r>
              <a:rPr kumimoji="0" lang="en-US" b="0" i="1" u="none" strike="noStrike" kern="0" cap="none" spc="7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Functional</a:t>
            </a:r>
            <a:r>
              <a:rPr kumimoji="0" lang="en-US" b="0" i="0" u="none" strike="noStrike" kern="0" cap="none" spc="8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Matrix</a:t>
            </a:r>
            <a:r>
              <a:rPr kumimoji="0" lang="en-US" b="0" i="0" u="none" strike="noStrike" kern="0" cap="none" spc="6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of</a:t>
            </a:r>
            <a:r>
              <a:rPr kumimoji="0" lang="en-US" b="0" i="0" u="none" strike="noStrike" kern="0" cap="none" spc="7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</a:t>
            </a:r>
            <a:r>
              <a:rPr kumimoji="0" lang="en-US" b="0" i="0" u="none" strike="noStrike" kern="0" cap="none" spc="-1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any</a:t>
            </a:r>
            <a:r>
              <a:rPr kumimoji="0" lang="en-US" b="0" i="0" u="none" strike="noStrike" kern="0" cap="none" spc="6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other</a:t>
            </a:r>
            <a:r>
              <a:rPr kumimoji="0" lang="en-US" b="0" i="0" u="none" strike="noStrike" kern="0" cap="none" spc="7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TM</a:t>
            </a:r>
            <a:r>
              <a:rPr kumimoji="0" lang="en-US" b="0" i="0" u="none" strike="noStrike" kern="0" cap="none" spc="7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as</a:t>
            </a:r>
            <a:r>
              <a:rPr kumimoji="0" lang="en-US" b="0" i="0" u="none" strike="noStrike" kern="0" cap="none" spc="6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input</a:t>
            </a:r>
            <a:r>
              <a:rPr kumimoji="0" lang="en-US" b="0" i="0" u="none" strike="noStrike" kern="0" cap="none" spc="7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on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252525"/>
              </a:solidFill>
              <a:effectLst/>
              <a:uLnTx/>
              <a:uFillTx/>
              <a:ea typeface="+mn-ea"/>
            </a:endParaRPr>
          </a:p>
          <a:p>
            <a:pPr marL="596265" marR="0" lvl="0" indent="0" defTabSz="91440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its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tape (</a:t>
            </a:r>
            <a:r>
              <a:rPr kumimoji="0" lang="en-US" b="1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Program</a:t>
            </a:r>
            <a:r>
              <a:rPr kumimoji="0" lang="en-US" b="1" i="0" u="none" strike="noStrike" kern="0" cap="none" spc="1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</a:t>
            </a:r>
            <a:r>
              <a:rPr kumimoji="0" lang="en-US" b="1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area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)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252525"/>
              </a:solidFill>
              <a:effectLst/>
              <a:uLnTx/>
              <a:uFillTx/>
              <a:ea typeface="+mn-ea"/>
            </a:endParaRPr>
          </a:p>
          <a:p>
            <a:pPr marL="596265" marR="5080" lvl="0" indent="-274320" defTabSz="914400" eaLnBrk="1" fontAlgn="auto" latinLnBrk="0" hangingPunct="1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D24717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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D2471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It also accepts </a:t>
            </a:r>
            <a:r>
              <a:rPr kumimoji="0" lang="en-US" b="0" i="0" u="none" strike="noStrike" kern="0" cap="none" spc="-1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the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data on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which the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other TM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needs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to be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simulated 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(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Data area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of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the tape)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252525"/>
              </a:solidFill>
              <a:effectLst/>
              <a:uLnTx/>
              <a:uFillTx/>
              <a:ea typeface="+mn-ea"/>
            </a:endParaRPr>
          </a:p>
          <a:p>
            <a:pPr marL="321945" marR="0" lvl="0" indent="0" defTabSz="914400" eaLnBrk="1" fontAlgn="auto" latinLnBrk="0" hangingPunct="1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D24717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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D2471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UTM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needs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an </a:t>
            </a:r>
            <a:r>
              <a:rPr kumimoji="0" lang="en-US" b="1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imitation algorithm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that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can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simulate the</a:t>
            </a:r>
            <a:r>
              <a:rPr kumimoji="0" lang="en-US" b="0" i="0" u="none" strike="noStrike" kern="0" cap="none" spc="19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functional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252525"/>
              </a:solidFill>
              <a:effectLst/>
              <a:uLnTx/>
              <a:uFillTx/>
              <a:ea typeface="+mn-ea"/>
            </a:endParaRPr>
          </a:p>
          <a:p>
            <a:pPr marL="59626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matrix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of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any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other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TM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(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System</a:t>
            </a:r>
            <a:r>
              <a:rPr kumimoji="0" lang="en-US" b="1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area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)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252525"/>
              </a:solidFill>
              <a:effectLst/>
              <a:uLnTx/>
              <a:uFillTx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252525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596265" marR="5080" lvl="0" indent="-27432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D24717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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D2471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Functional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Matrix of such a UTM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is analogous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to an </a:t>
            </a:r>
            <a:r>
              <a:rPr kumimoji="0" lang="en-US" b="0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Operating 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System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252525"/>
              </a:solidFill>
              <a:effectLst/>
              <a:uLnTx/>
              <a:uFillTx/>
              <a:ea typeface="+mn-ea"/>
            </a:endParaRPr>
          </a:p>
          <a:p>
            <a:pPr marL="321945" marR="0" lvl="0" indent="0" defTabSz="914400" eaLnBrk="1" fontAlgn="auto" latinLnBrk="0" hangingPunct="1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D24717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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D24717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UTM </a:t>
            </a:r>
            <a:r>
              <a:rPr kumimoji="0" lang="en-US" b="1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is analogous to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a </a:t>
            </a:r>
            <a:r>
              <a:rPr kumimoji="0" lang="en-US" b="1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modern</a:t>
            </a:r>
            <a:r>
              <a:rPr kumimoji="0" lang="en-US" b="1" i="0" u="none" strike="noStrike" kern="0" cap="none" spc="-10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 </a:t>
            </a:r>
            <a:r>
              <a:rPr kumimoji="0" lang="en-US" b="1" i="0" u="none" strike="noStrike" kern="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ea typeface="+mn-ea"/>
              </a:rPr>
              <a:t>Computer!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252525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34749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676400"/>
            <a:ext cx="4800600" cy="470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 bwMode="auto">
          <a:xfrm>
            <a:off x="0" y="0"/>
            <a:ext cx="91440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Universal Turing Machine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55"/>
            <a:ext cx="1143000" cy="7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2367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7086600" y="6553200"/>
            <a:ext cx="1905000" cy="30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71C002-A8CC-40ED-8BAE-D1A6F85F2C0C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04800" y="2057400"/>
            <a:ext cx="2819400" cy="243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None/>
            </a:pPr>
            <a:endParaRPr lang="en-US" altLang="en-US">
              <a:solidFill>
                <a:srgbClr val="3333CC"/>
              </a:solidFill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85800" y="2438400"/>
            <a:ext cx="1846263" cy="155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en-US" altLang="en-US" sz="2800" dirty="0">
                <a:solidFill>
                  <a:srgbClr val="3333CC"/>
                </a:solidFill>
              </a:rPr>
              <a:t>Universal </a:t>
            </a:r>
          </a:p>
          <a:p>
            <a:pPr>
              <a:buFontTx/>
              <a:buNone/>
            </a:pPr>
            <a:r>
              <a:rPr lang="en-US" altLang="en-US" sz="2800" dirty="0">
                <a:solidFill>
                  <a:srgbClr val="3333CC"/>
                </a:solidFill>
              </a:rPr>
              <a:t>Turing </a:t>
            </a:r>
          </a:p>
          <a:p>
            <a:pPr>
              <a:buFontTx/>
              <a:buNone/>
            </a:pPr>
            <a:r>
              <a:rPr lang="en-US" altLang="en-US" sz="2800" dirty="0">
                <a:solidFill>
                  <a:srgbClr val="3333CC"/>
                </a:solidFill>
              </a:rPr>
              <a:t>Machine</a:t>
            </a: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8599488" y="3960813"/>
          <a:ext cx="5445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3" imgW="545863" imgH="393529" progId="Equation.3">
                  <p:embed/>
                </p:oleObj>
              </mc:Choice>
              <mc:Fallback>
                <p:oleObj name="Equation" r:id="rId3" imgW="545863" imgH="393529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9488" y="3960813"/>
                        <a:ext cx="544512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5867400" y="6858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5867400" y="12954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>
            <a:off x="6172200" y="68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6705600" y="68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7239000" y="68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7772400" y="68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>
            <a:off x="5962650" y="32004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5962650" y="38100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>
            <a:off x="6267450" y="3200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" name="Line 16"/>
          <p:cNvSpPr>
            <a:spLocks noChangeShapeType="1"/>
          </p:cNvSpPr>
          <p:nvPr/>
        </p:nvSpPr>
        <p:spPr bwMode="auto">
          <a:xfrm>
            <a:off x="6800850" y="3200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" name="Line 17"/>
          <p:cNvSpPr>
            <a:spLocks noChangeShapeType="1"/>
          </p:cNvSpPr>
          <p:nvPr/>
        </p:nvSpPr>
        <p:spPr bwMode="auto">
          <a:xfrm>
            <a:off x="7334250" y="3200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>
            <a:off x="7867650" y="3200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>
            <a:off x="5943600" y="5567363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>
            <a:off x="5943600" y="6176963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" name="Line 21"/>
          <p:cNvSpPr>
            <a:spLocks noChangeShapeType="1"/>
          </p:cNvSpPr>
          <p:nvPr/>
        </p:nvSpPr>
        <p:spPr bwMode="auto">
          <a:xfrm>
            <a:off x="6248400" y="55673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" name="Line 22"/>
          <p:cNvSpPr>
            <a:spLocks noChangeShapeType="1"/>
          </p:cNvSpPr>
          <p:nvPr/>
        </p:nvSpPr>
        <p:spPr bwMode="auto">
          <a:xfrm>
            <a:off x="6781800" y="55673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>
            <a:off x="7315200" y="55673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" name="Line 24"/>
          <p:cNvSpPr>
            <a:spLocks noChangeShapeType="1"/>
          </p:cNvSpPr>
          <p:nvPr/>
        </p:nvSpPr>
        <p:spPr bwMode="auto">
          <a:xfrm>
            <a:off x="7848600" y="55673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5334000" y="1371600"/>
            <a:ext cx="2701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Description of </a:t>
            </a: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4999038" y="3886200"/>
            <a:ext cx="3189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Tape Contents of</a:t>
            </a:r>
            <a:r>
              <a:rPr lang="en-US" altLang="en-US" sz="2800">
                <a:solidFill>
                  <a:srgbClr val="FF00FF"/>
                </a:solidFill>
              </a:rPr>
              <a:t> </a:t>
            </a:r>
          </a:p>
        </p:txBody>
      </p:sp>
      <p:graphicFrame>
        <p:nvGraphicFramePr>
          <p:cNvPr id="26" name="Object 3"/>
          <p:cNvGraphicFramePr>
            <a:graphicFrameLocks noChangeAspect="1"/>
          </p:cNvGraphicFramePr>
          <p:nvPr/>
        </p:nvGraphicFramePr>
        <p:xfrm>
          <a:off x="8324850" y="1446213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5" imgW="545863" imgH="393529" progId="Equation.3">
                  <p:embed/>
                </p:oleObj>
              </mc:Choice>
              <mc:Fallback>
                <p:oleObj name="Equation" r:id="rId5" imgW="545863" imgH="393529" progId="Equation.3">
                  <p:embed/>
                  <p:pic>
                    <p:nvPicPr>
                      <p:cNvPr id="2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4850" y="1446213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5927725" y="6278563"/>
            <a:ext cx="17414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State of </a:t>
            </a: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/>
        </p:nvGraphicFramePr>
        <p:xfrm>
          <a:off x="7867650" y="6327775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6" imgW="545863" imgH="393529" progId="Equation.3">
                  <p:embed/>
                </p:oleObj>
              </mc:Choice>
              <mc:Fallback>
                <p:oleObj name="Equation" r:id="rId6" imgW="545863" imgH="393529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7650" y="6327775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Freeform 30"/>
          <p:cNvSpPr>
            <a:spLocks/>
          </p:cNvSpPr>
          <p:nvPr/>
        </p:nvSpPr>
        <p:spPr bwMode="auto">
          <a:xfrm>
            <a:off x="3124200" y="990600"/>
            <a:ext cx="2590800" cy="1447800"/>
          </a:xfrm>
          <a:custGeom>
            <a:avLst/>
            <a:gdLst>
              <a:gd name="T0" fmla="*/ 2147483646 w 1632"/>
              <a:gd name="T1" fmla="*/ 0 h 816"/>
              <a:gd name="T2" fmla="*/ 2147483646 w 1632"/>
              <a:gd name="T3" fmla="*/ 2147483646 h 816"/>
              <a:gd name="T4" fmla="*/ 0 w 1632"/>
              <a:gd name="T5" fmla="*/ 2147483646 h 816"/>
              <a:gd name="T6" fmla="*/ 0 60000 65536"/>
              <a:gd name="T7" fmla="*/ 0 60000 65536"/>
              <a:gd name="T8" fmla="*/ 0 60000 65536"/>
              <a:gd name="T9" fmla="*/ 0 w 1632"/>
              <a:gd name="T10" fmla="*/ 0 h 816"/>
              <a:gd name="T11" fmla="*/ 1632 w 1632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32" h="816">
                <a:moveTo>
                  <a:pt x="1632" y="0"/>
                </a:moveTo>
                <a:cubicBezTo>
                  <a:pt x="1336" y="28"/>
                  <a:pt x="1040" y="56"/>
                  <a:pt x="768" y="192"/>
                </a:cubicBezTo>
                <a:cubicBezTo>
                  <a:pt x="496" y="328"/>
                  <a:pt x="248" y="572"/>
                  <a:pt x="0" y="81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 flipH="1" flipV="1">
            <a:off x="3124200" y="3276600"/>
            <a:ext cx="2743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1" name="Freeform 33"/>
          <p:cNvSpPr>
            <a:spLocks/>
          </p:cNvSpPr>
          <p:nvPr/>
        </p:nvSpPr>
        <p:spPr bwMode="auto">
          <a:xfrm>
            <a:off x="3124200" y="4114800"/>
            <a:ext cx="2743200" cy="1828800"/>
          </a:xfrm>
          <a:custGeom>
            <a:avLst/>
            <a:gdLst>
              <a:gd name="T0" fmla="*/ 2147483646 w 1728"/>
              <a:gd name="T1" fmla="*/ 2147483646 h 816"/>
              <a:gd name="T2" fmla="*/ 2147483646 w 1728"/>
              <a:gd name="T3" fmla="*/ 2147483646 h 816"/>
              <a:gd name="T4" fmla="*/ 0 w 1728"/>
              <a:gd name="T5" fmla="*/ 0 h 816"/>
              <a:gd name="T6" fmla="*/ 0 60000 65536"/>
              <a:gd name="T7" fmla="*/ 0 60000 65536"/>
              <a:gd name="T8" fmla="*/ 0 60000 65536"/>
              <a:gd name="T9" fmla="*/ 0 w 1728"/>
              <a:gd name="T10" fmla="*/ 0 h 816"/>
              <a:gd name="T11" fmla="*/ 1728 w 1728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28" h="816">
                <a:moveTo>
                  <a:pt x="1728" y="816"/>
                </a:moveTo>
                <a:cubicBezTo>
                  <a:pt x="1440" y="788"/>
                  <a:pt x="1152" y="760"/>
                  <a:pt x="864" y="624"/>
                </a:cubicBezTo>
                <a:cubicBezTo>
                  <a:pt x="576" y="488"/>
                  <a:pt x="288" y="24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" name="Text Box 34"/>
          <p:cNvSpPr txBox="1">
            <a:spLocks noChangeArrowheads="1"/>
          </p:cNvSpPr>
          <p:nvPr/>
        </p:nvSpPr>
        <p:spPr bwMode="auto">
          <a:xfrm>
            <a:off x="746125" y="406400"/>
            <a:ext cx="2228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en-US" altLang="en-US" sz="2800">
                <a:solidFill>
                  <a:srgbClr val="FF0000"/>
                </a:solidFill>
              </a:rPr>
              <a:t>Three tapes</a:t>
            </a:r>
          </a:p>
        </p:txBody>
      </p:sp>
      <p:sp>
        <p:nvSpPr>
          <p:cNvPr id="33" name="Text Box 35"/>
          <p:cNvSpPr txBox="1">
            <a:spLocks noChangeArrowheads="1"/>
          </p:cNvSpPr>
          <p:nvPr/>
        </p:nvSpPr>
        <p:spPr bwMode="auto">
          <a:xfrm>
            <a:off x="6327775" y="2789238"/>
            <a:ext cx="1154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en-US" altLang="en-US" sz="2400">
                <a:solidFill>
                  <a:srgbClr val="009900"/>
                </a:solidFill>
              </a:rPr>
              <a:t>Tape 2</a:t>
            </a: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6400800" y="5110163"/>
            <a:ext cx="1154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en-US" altLang="en-US" sz="2400">
                <a:solidFill>
                  <a:srgbClr val="009900"/>
                </a:solidFill>
              </a:rPr>
              <a:t>Tape 3</a:t>
            </a:r>
          </a:p>
        </p:txBody>
      </p:sp>
      <p:sp>
        <p:nvSpPr>
          <p:cNvPr id="35" name="Text Box 37"/>
          <p:cNvSpPr txBox="1">
            <a:spLocks noChangeArrowheads="1"/>
          </p:cNvSpPr>
          <p:nvPr/>
        </p:nvSpPr>
        <p:spPr bwMode="auto">
          <a:xfrm>
            <a:off x="6324600" y="228600"/>
            <a:ext cx="110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en-US" altLang="en-US" sz="2400">
                <a:solidFill>
                  <a:srgbClr val="009900"/>
                </a:solidFill>
              </a:rPr>
              <a:t>Tape 1</a:t>
            </a:r>
          </a:p>
        </p:txBody>
      </p:sp>
    </p:spTree>
    <p:extLst>
      <p:ext uri="{BB962C8B-B14F-4D97-AF65-F5344CB8AC3E}">
        <p14:creationId xmlns:p14="http://schemas.microsoft.com/office/powerpoint/2010/main" val="41745143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Non-Deterministic Turing Machine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447800"/>
            <a:ext cx="9144000" cy="54102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dirty="0">
              <a:solidFill>
                <a:srgbClr val="006600"/>
              </a:solidFill>
            </a:endParaRP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5"/>
            <a:ext cx="1143000" cy="782411"/>
          </a:xfrm>
          <a:prstGeom prst="rect">
            <a:avLst/>
          </a:prstGeom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571500" y="1366373"/>
            <a:ext cx="7962900" cy="544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u="sng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nondeterministic Turing Machine </a:t>
            </a:r>
            <a:r>
              <a:rPr lang="en-US" alt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(NTM) differs from the deterministic variety by having a transition function </a:t>
            </a:r>
            <a:r>
              <a:rPr lang="el-GR" alt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such that </a:t>
            </a:r>
            <a:r>
              <a:rPr lang="en-US" altLang="en-US" sz="2800" u="sng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state q and tape symbol X, </a:t>
            </a:r>
            <a:r>
              <a:rPr lang="el-GR" altLang="en-US" sz="2800" u="sng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2800" u="sng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(q, X) is a set of triples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{(q</a:t>
            </a:r>
            <a:r>
              <a:rPr lang="en-US" altLang="en-US" sz="2800" b="1" baseline="-25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en-US" sz="2800" b="1" baseline="-25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,D</a:t>
            </a:r>
            <a:r>
              <a:rPr lang="en-US" altLang="en-US" sz="2800" b="1" baseline="-25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(q</a:t>
            </a:r>
            <a:r>
              <a:rPr lang="en-US" altLang="en-US" sz="2800" b="1" baseline="-25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en-US" sz="2800" b="1" baseline="-25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,D</a:t>
            </a:r>
            <a:r>
              <a:rPr lang="en-US" altLang="en-US" sz="2800" b="1" baseline="-25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……….. (</a:t>
            </a:r>
            <a:r>
              <a:rPr lang="en-US" altLang="en-US" sz="2800" b="1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800" b="1" baseline="-250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 b="1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en-US" sz="2800" b="1" baseline="-250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 b="1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,D</a:t>
            </a:r>
            <a:r>
              <a:rPr lang="en-US" altLang="en-US" sz="2800" b="1" baseline="-250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k is any finite integer. The NTM can choose, at each step, any of the triples to be the next move. It cannot, however, pick a state from one, a tape symbol from another, a the direction from yet another.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sz="2800" dirty="0">
              <a:solidFill>
                <a:srgbClr val="022007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sz="2000" dirty="0">
              <a:solidFill>
                <a:srgbClr val="022007"/>
              </a:solidFill>
              <a:latin typeface="Arial" panose="020B0604020202020204" pitchFamily="34" charset="0"/>
            </a:endParaRPr>
          </a:p>
          <a:p>
            <a:pPr marL="342900" indent="-342900" eaLnBrk="1" hangingPunct="1">
              <a:spcBef>
                <a:spcPct val="0"/>
              </a:spcBef>
              <a:defRPr/>
            </a:pPr>
            <a:endParaRPr lang="en-US" sz="2000" dirty="0">
              <a:solidFill>
                <a:srgbClr val="02200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2641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0" y="1027894"/>
            <a:ext cx="9144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US" altLang="zh-CN" sz="2800" b="1" dirty="0">
                <a:solidFill>
                  <a:srgbClr val="C00000"/>
                </a:solidFill>
              </a:rPr>
              <a:t>Theorem: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0000CC"/>
                </a:solidFill>
              </a:rPr>
              <a:t>Every NTM has an equivalent (deterministic) TM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800" b="1" dirty="0">
                <a:solidFill>
                  <a:srgbClr val="C00000"/>
                </a:solidFill>
              </a:rPr>
              <a:t>Proof: </a:t>
            </a:r>
            <a:r>
              <a:rPr lang="en-US" altLang="zh-CN" sz="2800" dirty="0">
                <a:solidFill>
                  <a:srgbClr val="0000CC"/>
                </a:solidFill>
              </a:rPr>
              <a:t>Simulate NTM with a deterministic TM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082800" y="18288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C</a:t>
            </a:r>
            <a:r>
              <a:rPr lang="en-US" altLang="zh-CN" sz="1800" baseline="-25000">
                <a:latin typeface="Arial" panose="020B0604020202020204" pitchFamily="34" charset="0"/>
              </a:rPr>
              <a:t>start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4" name="Oval 5"/>
          <p:cNvSpPr>
            <a:spLocks noChangeArrowheads="1"/>
          </p:cNvSpPr>
          <p:nvPr/>
        </p:nvSpPr>
        <p:spPr bwMode="auto">
          <a:xfrm>
            <a:off x="1930400" y="2057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" name="Oval 6"/>
          <p:cNvSpPr>
            <a:spLocks noChangeArrowheads="1"/>
          </p:cNvSpPr>
          <p:nvPr/>
        </p:nvSpPr>
        <p:spPr bwMode="auto">
          <a:xfrm>
            <a:off x="1397000" y="2743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1930400" y="2743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2463800" y="2743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" name="Oval 9"/>
          <p:cNvSpPr>
            <a:spLocks noChangeArrowheads="1"/>
          </p:cNvSpPr>
          <p:nvPr/>
        </p:nvSpPr>
        <p:spPr bwMode="auto">
          <a:xfrm>
            <a:off x="1016000" y="3352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" name="Oval 10"/>
          <p:cNvSpPr>
            <a:spLocks noChangeArrowheads="1"/>
          </p:cNvSpPr>
          <p:nvPr/>
        </p:nvSpPr>
        <p:spPr bwMode="auto">
          <a:xfrm>
            <a:off x="1473200" y="3352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" name="Oval 11"/>
          <p:cNvSpPr>
            <a:spLocks noChangeArrowheads="1"/>
          </p:cNvSpPr>
          <p:nvPr/>
        </p:nvSpPr>
        <p:spPr bwMode="auto">
          <a:xfrm>
            <a:off x="2540000" y="3352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" name="Oval 12"/>
          <p:cNvSpPr>
            <a:spLocks noChangeArrowheads="1"/>
          </p:cNvSpPr>
          <p:nvPr/>
        </p:nvSpPr>
        <p:spPr bwMode="auto">
          <a:xfrm>
            <a:off x="2311400" y="4038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" name="Oval 13"/>
          <p:cNvSpPr>
            <a:spLocks noChangeArrowheads="1"/>
          </p:cNvSpPr>
          <p:nvPr/>
        </p:nvSpPr>
        <p:spPr bwMode="auto">
          <a:xfrm>
            <a:off x="2844800" y="4038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" name="Oval 14"/>
          <p:cNvSpPr>
            <a:spLocks noChangeArrowheads="1"/>
          </p:cNvSpPr>
          <p:nvPr/>
        </p:nvSpPr>
        <p:spPr bwMode="auto">
          <a:xfrm>
            <a:off x="254000" y="4038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" name="Oval 15"/>
          <p:cNvSpPr>
            <a:spLocks noChangeArrowheads="1"/>
          </p:cNvSpPr>
          <p:nvPr/>
        </p:nvSpPr>
        <p:spPr bwMode="auto">
          <a:xfrm>
            <a:off x="1320800" y="4038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" name="Oval 16"/>
          <p:cNvSpPr>
            <a:spLocks noChangeArrowheads="1"/>
          </p:cNvSpPr>
          <p:nvPr/>
        </p:nvSpPr>
        <p:spPr bwMode="auto">
          <a:xfrm>
            <a:off x="787400" y="4038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16" name="AutoShape 17"/>
          <p:cNvCxnSpPr>
            <a:cxnSpLocks noChangeShapeType="1"/>
            <a:stCxn id="4" idx="3"/>
            <a:endCxn id="5" idx="7"/>
          </p:cNvCxnSpPr>
          <p:nvPr/>
        </p:nvCxnSpPr>
        <p:spPr bwMode="auto">
          <a:xfrm flipH="1">
            <a:off x="1527175" y="2187575"/>
            <a:ext cx="425450" cy="577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18"/>
          <p:cNvCxnSpPr>
            <a:cxnSpLocks noChangeShapeType="1"/>
            <a:stCxn id="4" idx="4"/>
            <a:endCxn id="6" idx="0"/>
          </p:cNvCxnSpPr>
          <p:nvPr/>
        </p:nvCxnSpPr>
        <p:spPr bwMode="auto">
          <a:xfrm>
            <a:off x="2006600" y="2209800"/>
            <a:ext cx="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19"/>
          <p:cNvCxnSpPr>
            <a:cxnSpLocks noChangeShapeType="1"/>
            <a:stCxn id="4" idx="4"/>
            <a:endCxn id="7" idx="0"/>
          </p:cNvCxnSpPr>
          <p:nvPr/>
        </p:nvCxnSpPr>
        <p:spPr bwMode="auto">
          <a:xfrm>
            <a:off x="2006600" y="2209800"/>
            <a:ext cx="5334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20"/>
          <p:cNvCxnSpPr>
            <a:cxnSpLocks noChangeShapeType="1"/>
            <a:stCxn id="5" idx="3"/>
            <a:endCxn id="8" idx="0"/>
          </p:cNvCxnSpPr>
          <p:nvPr/>
        </p:nvCxnSpPr>
        <p:spPr bwMode="auto">
          <a:xfrm flipH="1">
            <a:off x="1092200" y="2873375"/>
            <a:ext cx="327025" cy="479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AutoShape 21"/>
          <p:cNvCxnSpPr>
            <a:cxnSpLocks noChangeShapeType="1"/>
            <a:stCxn id="5" idx="4"/>
            <a:endCxn id="9" idx="0"/>
          </p:cNvCxnSpPr>
          <p:nvPr/>
        </p:nvCxnSpPr>
        <p:spPr bwMode="auto">
          <a:xfrm>
            <a:off x="1473200" y="2895600"/>
            <a:ext cx="76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AutoShape 22"/>
          <p:cNvCxnSpPr>
            <a:cxnSpLocks noChangeShapeType="1"/>
            <a:stCxn id="7" idx="4"/>
            <a:endCxn id="10" idx="0"/>
          </p:cNvCxnSpPr>
          <p:nvPr/>
        </p:nvCxnSpPr>
        <p:spPr bwMode="auto">
          <a:xfrm>
            <a:off x="2540000" y="2895600"/>
            <a:ext cx="76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AutoShape 23"/>
          <p:cNvCxnSpPr>
            <a:cxnSpLocks noChangeShapeType="1"/>
            <a:stCxn id="10" idx="4"/>
            <a:endCxn id="11" idx="0"/>
          </p:cNvCxnSpPr>
          <p:nvPr/>
        </p:nvCxnSpPr>
        <p:spPr bwMode="auto">
          <a:xfrm flipH="1">
            <a:off x="2387600" y="3505200"/>
            <a:ext cx="2286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AutoShape 24"/>
          <p:cNvCxnSpPr>
            <a:cxnSpLocks noChangeShapeType="1"/>
            <a:stCxn id="10" idx="4"/>
            <a:endCxn id="12" idx="0"/>
          </p:cNvCxnSpPr>
          <p:nvPr/>
        </p:nvCxnSpPr>
        <p:spPr bwMode="auto">
          <a:xfrm>
            <a:off x="2616200" y="3505200"/>
            <a:ext cx="3048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AutoShape 25"/>
          <p:cNvCxnSpPr>
            <a:cxnSpLocks noChangeShapeType="1"/>
            <a:stCxn id="8" idx="4"/>
            <a:endCxn id="14" idx="0"/>
          </p:cNvCxnSpPr>
          <p:nvPr/>
        </p:nvCxnSpPr>
        <p:spPr bwMode="auto">
          <a:xfrm>
            <a:off x="1092200" y="3505200"/>
            <a:ext cx="3048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26"/>
          <p:cNvCxnSpPr>
            <a:cxnSpLocks noChangeShapeType="1"/>
            <a:stCxn id="8" idx="4"/>
            <a:endCxn id="15" idx="0"/>
          </p:cNvCxnSpPr>
          <p:nvPr/>
        </p:nvCxnSpPr>
        <p:spPr bwMode="auto">
          <a:xfrm flipH="1">
            <a:off x="863600" y="3505200"/>
            <a:ext cx="2286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AutoShape 27"/>
          <p:cNvCxnSpPr>
            <a:cxnSpLocks noChangeShapeType="1"/>
            <a:stCxn id="8" idx="4"/>
            <a:endCxn id="13" idx="0"/>
          </p:cNvCxnSpPr>
          <p:nvPr/>
        </p:nvCxnSpPr>
        <p:spPr bwMode="auto">
          <a:xfrm flipH="1">
            <a:off x="330200" y="3505200"/>
            <a:ext cx="7620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3717977" y="3429000"/>
            <a:ext cx="52578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zh-CN" altLang="en-US" sz="2800" dirty="0">
                <a:cs typeface="Arial" charset="0"/>
              </a:rPr>
              <a:t> </a:t>
            </a:r>
            <a:r>
              <a:rPr lang="en-US" altLang="zh-CN" sz="2800" dirty="0">
                <a:latin typeface="+mn-lt"/>
                <a:cs typeface="+mn-cs"/>
              </a:rPr>
              <a:t>computations of M are a tree</a:t>
            </a:r>
          </a:p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en-US" altLang="zh-CN" sz="2800" dirty="0">
                <a:latin typeface="+mn-lt"/>
                <a:cs typeface="+mn-cs"/>
              </a:rPr>
              <a:t> nodes are configurations</a:t>
            </a:r>
          </a:p>
          <a:p>
            <a:pPr eaLnBrk="1" hangingPunct="1">
              <a:spcBef>
                <a:spcPct val="50000"/>
              </a:spcBef>
              <a:buFontTx/>
              <a:buChar char="•"/>
              <a:tabLst>
                <a:tab pos="225425" algn="l"/>
                <a:tab pos="461963" algn="l"/>
                <a:tab pos="688975" algn="l"/>
                <a:tab pos="914400" algn="l"/>
              </a:tabLst>
              <a:defRPr/>
            </a:pPr>
            <a:r>
              <a:rPr lang="en-US" altLang="zh-CN" sz="2800" dirty="0">
                <a:latin typeface="+mn-lt"/>
                <a:cs typeface="+mn-cs"/>
              </a:rPr>
              <a:t> </a:t>
            </a:r>
            <a:r>
              <a:rPr lang="en-US" altLang="zh-CN" sz="2800" dirty="0" err="1">
                <a:latin typeface="+mn-lt"/>
                <a:cs typeface="+mn-cs"/>
              </a:rPr>
              <a:t>fanout</a:t>
            </a:r>
            <a:r>
              <a:rPr lang="en-US" altLang="zh-CN" sz="2800" dirty="0">
                <a:latin typeface="+mn-lt"/>
                <a:cs typeface="+mn-cs"/>
              </a:rPr>
              <a:t> is b = maximum number of    	choices in transition function</a:t>
            </a:r>
          </a:p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en-US" altLang="zh-CN" sz="2800" dirty="0">
                <a:latin typeface="+mn-lt"/>
                <a:cs typeface="+mn-cs"/>
              </a:rPr>
              <a:t> leaves are accept/reject configurations</a:t>
            </a:r>
            <a:r>
              <a:rPr lang="en-US" altLang="zh-CN" sz="2400" dirty="0">
                <a:latin typeface="+mn-lt"/>
                <a:cs typeface="+mn-cs"/>
              </a:rPr>
              <a:t>.</a:t>
            </a:r>
          </a:p>
        </p:txBody>
      </p:sp>
      <p:sp>
        <p:nvSpPr>
          <p:cNvPr id="28" name="Oval 29"/>
          <p:cNvSpPr>
            <a:spLocks noChangeArrowheads="1"/>
          </p:cNvSpPr>
          <p:nvPr/>
        </p:nvSpPr>
        <p:spPr bwMode="auto">
          <a:xfrm>
            <a:off x="558800" y="4724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9" name="Oval 30"/>
          <p:cNvSpPr>
            <a:spLocks noChangeArrowheads="1"/>
          </p:cNvSpPr>
          <p:nvPr/>
        </p:nvSpPr>
        <p:spPr bwMode="auto">
          <a:xfrm>
            <a:off x="1092200" y="4724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30" name="AutoShape 31"/>
          <p:cNvCxnSpPr>
            <a:cxnSpLocks noChangeShapeType="1"/>
            <a:stCxn id="15" idx="4"/>
            <a:endCxn id="28" idx="0"/>
          </p:cNvCxnSpPr>
          <p:nvPr/>
        </p:nvCxnSpPr>
        <p:spPr bwMode="auto">
          <a:xfrm flipH="1">
            <a:off x="635000" y="4191000"/>
            <a:ext cx="2286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AutoShape 32"/>
          <p:cNvCxnSpPr>
            <a:cxnSpLocks noChangeShapeType="1"/>
            <a:stCxn id="15" idx="4"/>
            <a:endCxn id="29" idx="0"/>
          </p:cNvCxnSpPr>
          <p:nvPr/>
        </p:nvCxnSpPr>
        <p:spPr bwMode="auto">
          <a:xfrm>
            <a:off x="863600" y="4191000"/>
            <a:ext cx="3048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Oval 33"/>
          <p:cNvSpPr>
            <a:spLocks noChangeArrowheads="1"/>
          </p:cNvSpPr>
          <p:nvPr/>
        </p:nvSpPr>
        <p:spPr bwMode="auto">
          <a:xfrm>
            <a:off x="863600" y="5410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3" name="Oval 34"/>
          <p:cNvSpPr>
            <a:spLocks noChangeArrowheads="1"/>
          </p:cNvSpPr>
          <p:nvPr/>
        </p:nvSpPr>
        <p:spPr bwMode="auto">
          <a:xfrm>
            <a:off x="1397000" y="5410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34" name="AutoShape 35"/>
          <p:cNvCxnSpPr>
            <a:cxnSpLocks noChangeShapeType="1"/>
            <a:stCxn id="29" idx="4"/>
            <a:endCxn id="32" idx="0"/>
          </p:cNvCxnSpPr>
          <p:nvPr/>
        </p:nvCxnSpPr>
        <p:spPr bwMode="auto">
          <a:xfrm flipH="1">
            <a:off x="939800" y="4876800"/>
            <a:ext cx="2286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AutoShape 36"/>
          <p:cNvCxnSpPr>
            <a:cxnSpLocks noChangeShapeType="1"/>
            <a:stCxn id="29" idx="4"/>
            <a:endCxn id="33" idx="0"/>
          </p:cNvCxnSpPr>
          <p:nvPr/>
        </p:nvCxnSpPr>
        <p:spPr bwMode="auto">
          <a:xfrm>
            <a:off x="1168400" y="4876800"/>
            <a:ext cx="3048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Text Box 37"/>
          <p:cNvSpPr txBox="1">
            <a:spLocks noChangeArrowheads="1"/>
          </p:cNvSpPr>
          <p:nvPr/>
        </p:nvSpPr>
        <p:spPr bwMode="auto">
          <a:xfrm>
            <a:off x="2006600" y="41148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acc</a:t>
            </a:r>
          </a:p>
        </p:txBody>
      </p:sp>
      <p:sp>
        <p:nvSpPr>
          <p:cNvPr id="37" name="Text Box 38"/>
          <p:cNvSpPr txBox="1">
            <a:spLocks noChangeArrowheads="1"/>
          </p:cNvSpPr>
          <p:nvPr/>
        </p:nvSpPr>
        <p:spPr bwMode="auto">
          <a:xfrm>
            <a:off x="1168400" y="41148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rej</a:t>
            </a:r>
          </a:p>
        </p:txBody>
      </p:sp>
      <p:sp>
        <p:nvSpPr>
          <p:cNvPr id="38" name="Title 1"/>
          <p:cNvSpPr txBox="1">
            <a:spLocks/>
          </p:cNvSpPr>
          <p:nvPr/>
        </p:nvSpPr>
        <p:spPr bwMode="auto">
          <a:xfrm>
            <a:off x="0" y="0"/>
            <a:ext cx="9144000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NTM and DTM</a:t>
            </a:r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-12700" y="815975"/>
            <a:ext cx="9156700" cy="3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55"/>
            <a:ext cx="1143000" cy="51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38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381000" y="152400"/>
            <a:ext cx="81788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 2" pitchFamily="18" charset="2"/>
              <a:buNone/>
              <a:defRPr/>
            </a:pPr>
            <a:r>
              <a:rPr lang="en-US" altLang="zh-CN" sz="2200" b="1" dirty="0">
                <a:solidFill>
                  <a:srgbClr val="0814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Simulating NTM M with a deterministic TM:</a:t>
            </a:r>
          </a:p>
          <a:p>
            <a:pPr marL="0" indent="0">
              <a:lnSpc>
                <a:spcPct val="90000"/>
              </a:lnSpc>
              <a:buFont typeface="Arial" charset="0"/>
              <a:buNone/>
              <a:defRPr/>
            </a:pPr>
            <a:r>
              <a:rPr lang="en-US" altLang="zh-CN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Breadth-first search of tree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accepts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 will encounter accepting leaf and accept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rejects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 will encounter all rejecting leaves, finish traversal of tree, and reject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halt on some branch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 will not halt as that branch is infinite…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90993" y="2686050"/>
            <a:ext cx="81788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US" altLang="zh-CN" sz="2400" b="1" dirty="0">
                <a:solidFill>
                  <a:srgbClr val="0814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Simulating NTM M with a deterministic TM: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zh-CN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a 3 tape TM:</a:t>
            </a:r>
          </a:p>
          <a:p>
            <a:pPr lvl="2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 1: input tape (read-only)</a:t>
            </a:r>
          </a:p>
          <a:p>
            <a:pPr lvl="2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 2: simulation tape (copy of M’s tape at point corresponding to some node in the tree)</a:t>
            </a:r>
          </a:p>
          <a:p>
            <a:pPr lvl="2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 3: which node of the tree we are exploring (string in {1,2,…b}*)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zh-CN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Initially, tape 1 has input, others blank</a:t>
            </a:r>
          </a:p>
        </p:txBody>
      </p:sp>
    </p:spTree>
    <p:extLst>
      <p:ext uri="{BB962C8B-B14F-4D97-AF65-F5344CB8AC3E}">
        <p14:creationId xmlns:p14="http://schemas.microsoft.com/office/powerpoint/2010/main" val="42755379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90600"/>
            <a:ext cx="80010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 bwMode="auto">
          <a:xfrm>
            <a:off x="0" y="0"/>
            <a:ext cx="9144000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NTM and DTM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-12700" y="815975"/>
            <a:ext cx="9156700" cy="3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55"/>
            <a:ext cx="1143000" cy="51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8112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460750" y="2662238"/>
            <a:ext cx="21209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200" dirty="0">
                <a:solidFill>
                  <a:srgbClr val="FF0000"/>
                </a:solidFill>
                <a:latin typeface="Forte" panose="03060902040502070203" pitchFamily="66" charset="0"/>
                <a:ea typeface="Adobe Gothic Std B" pitchFamily="34" charset="-128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415057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8840</TotalTime>
  <Words>3326</Words>
  <Application>Microsoft Office PowerPoint</Application>
  <PresentationFormat>On-screen Show (4:3)</PresentationFormat>
  <Paragraphs>890</Paragraphs>
  <Slides>69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69</vt:i4>
      </vt:variant>
    </vt:vector>
  </HeadingPairs>
  <TitlesOfParts>
    <vt:vector size="88" baseType="lpstr">
      <vt:lpstr>ＭＳ Ｐゴシック</vt:lpstr>
      <vt:lpstr>宋体</vt:lpstr>
      <vt:lpstr>Adobe Gothic Std B</vt:lpstr>
      <vt:lpstr>Arial</vt:lpstr>
      <vt:lpstr>Arial Rounded MT Bold</vt:lpstr>
      <vt:lpstr>Book Antiqua</vt:lpstr>
      <vt:lpstr>Calibri</vt:lpstr>
      <vt:lpstr>Comic Sans MS</vt:lpstr>
      <vt:lpstr>Courier New</vt:lpstr>
      <vt:lpstr>Droid Sans Fallback</vt:lpstr>
      <vt:lpstr>Forte</vt:lpstr>
      <vt:lpstr>Monotype Sorts</vt:lpstr>
      <vt:lpstr>Symbol</vt:lpstr>
      <vt:lpstr>Times New Roman</vt:lpstr>
      <vt:lpstr>Wingdings</vt:lpstr>
      <vt:lpstr>Wingdings 2</vt:lpstr>
      <vt:lpstr>Office Theme</vt:lpstr>
      <vt:lpstr>Equation.3</vt:lpstr>
      <vt:lpstr>Equation</vt:lpstr>
      <vt:lpstr>  Theory of Computation CSE ( CET2008B)  TY BTech  Unit IV Turing Machine</vt:lpstr>
      <vt:lpstr>PowerPoint Presentation</vt:lpstr>
      <vt:lpstr>Course Objective &amp; Course Outcomes</vt:lpstr>
      <vt:lpstr>Text Books &amp; Reference Books</vt:lpstr>
      <vt:lpstr> Church-Turing’s Thesis </vt:lpstr>
      <vt:lpstr> Turing Machine</vt:lpstr>
      <vt:lpstr> The Language Hierarchy</vt:lpstr>
      <vt:lpstr> Language Accepted by TM</vt:lpstr>
      <vt:lpstr>PowerPoint Presentation</vt:lpstr>
      <vt:lpstr>PowerPoint Presentation</vt:lpstr>
      <vt:lpstr> Turing Machine</vt:lpstr>
      <vt:lpstr>PowerPoint Presentation</vt:lpstr>
      <vt:lpstr>The Tape</vt:lpstr>
      <vt:lpstr>The Tape</vt:lpstr>
      <vt:lpstr>Transition Function</vt:lpstr>
      <vt:lpstr>PowerPoint Presentation</vt:lpstr>
      <vt:lpstr>PowerPoint Presentation</vt:lpstr>
      <vt:lpstr>The Input String</vt:lpstr>
      <vt:lpstr>States &amp; Transitions</vt:lpstr>
      <vt:lpstr>PowerPoint Presentation</vt:lpstr>
      <vt:lpstr>PowerPoint Presentation</vt:lpstr>
      <vt:lpstr>PowerPoint Presentation</vt:lpstr>
      <vt:lpstr>PowerPoint Presentation</vt:lpstr>
      <vt:lpstr>    Instantaneous Descriptions(ID) of a Turing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Acceptance of Input</vt:lpstr>
      <vt:lpstr>Example 1 :aa*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Infinite Loop Example</vt:lpstr>
      <vt:lpstr>PowerPoint Presentation</vt:lpstr>
      <vt:lpstr>PowerPoint Presentation</vt:lpstr>
      <vt:lpstr>PowerPoint Presentation</vt:lpstr>
      <vt:lpstr>Time 2</vt:lpstr>
      <vt:lpstr>PowerPoint Presentation</vt:lpstr>
      <vt:lpstr>Design of TM steps</vt:lpstr>
      <vt:lpstr>       Turing Machine Examples</vt:lpstr>
      <vt:lpstr>Turing Machine Examples</vt:lpstr>
      <vt:lpstr>       Turing Machine Examples</vt:lpstr>
      <vt:lpstr>PowerPoint Presentation</vt:lpstr>
      <vt:lpstr>PowerPoint Presentation</vt:lpstr>
      <vt:lpstr>      Turing Machine Examples</vt:lpstr>
      <vt:lpstr>       Turing Machine Examples</vt:lpstr>
      <vt:lpstr>PowerPoint Presentation</vt:lpstr>
      <vt:lpstr>       Complexity of Turing Machine</vt:lpstr>
      <vt:lpstr>PowerPoint Presentation</vt:lpstr>
      <vt:lpstr>Non Recursively Enumerable</vt:lpstr>
      <vt:lpstr>PowerPoint Presentation</vt:lpstr>
      <vt:lpstr>PowerPoint Presentation</vt:lpstr>
      <vt:lpstr>       Recursive and Recursively Enumerable Languages </vt:lpstr>
      <vt:lpstr>PowerPoint Presentation</vt:lpstr>
      <vt:lpstr>       Multi Tape Turing Machine</vt:lpstr>
      <vt:lpstr>       Universal Turing Machine</vt:lpstr>
      <vt:lpstr>PowerPoint Presentation</vt:lpstr>
      <vt:lpstr>PowerPoint Presentation</vt:lpstr>
      <vt:lpstr>       Non-Deterministic Turing Machine</vt:lpstr>
      <vt:lpstr>PowerPoint Presentation</vt:lpstr>
      <vt:lpstr>PowerPoint Presentation</vt:lpstr>
      <vt:lpstr>PowerPoint Presentation</vt:lpstr>
      <vt:lpstr>PowerPoint Presentation</vt:lpstr>
    </vt:vector>
  </TitlesOfParts>
  <Company>MIT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Computation</dc:title>
  <dc:creator>spg</dc:creator>
  <cp:lastModifiedBy>Sheetal Girase</cp:lastModifiedBy>
  <cp:revision>247</cp:revision>
  <dcterms:created xsi:type="dcterms:W3CDTF">2011-07-07T10:27:05Z</dcterms:created>
  <dcterms:modified xsi:type="dcterms:W3CDTF">2024-12-06T05:21:45Z</dcterms:modified>
</cp:coreProperties>
</file>