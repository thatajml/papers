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1" r:id="rId5"/>
    <p:sldMasterId id="2147483673" r:id="rId6"/>
    <p:sldMasterId id="214748368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Lst>
  <p:sldSz cy="6858000" cx="12192000"/>
  <p:notesSz cx="6858000" cy="9144000"/>
  <p:embeddedFontLst>
    <p:embeddedFont>
      <p:font typeface="Merriweather Sans"/>
      <p:regular r:id="rId103"/>
      <p:bold r:id="rId104"/>
      <p:italic r:id="rId105"/>
      <p:boldItalic r:id="rId106"/>
    </p:embeddedFont>
    <p:embeddedFont>
      <p:font typeface="Arial Narrow"/>
      <p:regular r:id="rId107"/>
      <p:bold r:id="rId108"/>
      <p:italic r:id="rId109"/>
      <p:boldItalic r:id="rId110"/>
    </p:embeddedFont>
    <p:embeddedFont>
      <p:font typeface="Tahoma"/>
      <p:regular r:id="rId111"/>
      <p:bold r:id="rId112"/>
    </p:embeddedFont>
    <p:embeddedFont>
      <p:font typeface="Noto Sans Symbols"/>
      <p:regular r:id="rId113"/>
      <p:bold r:id="rId1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5" roundtripDataSignature="AMtx7mjDa5fjyx12N/qRYuLxNlo9asUr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B8B119-D355-4895-95EC-22BF6B5B4762}">
  <a:tblStyle styleId="{43B8B119-D355-4895-95EC-22BF6B5B476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font" Target="fonts/ArialNarrow-regular.fntdata"/><Relationship Id="rId106" Type="http://schemas.openxmlformats.org/officeDocument/2006/relationships/font" Target="fonts/MerriweatherSans-boldItalic.fntdata"/><Relationship Id="rId105" Type="http://schemas.openxmlformats.org/officeDocument/2006/relationships/font" Target="fonts/MerriweatherSans-italic.fntdata"/><Relationship Id="rId104" Type="http://schemas.openxmlformats.org/officeDocument/2006/relationships/font" Target="fonts/MerriweatherSans-bold.fntdata"/><Relationship Id="rId109" Type="http://schemas.openxmlformats.org/officeDocument/2006/relationships/font" Target="fonts/ArialNarrow-italic.fntdata"/><Relationship Id="rId108" Type="http://schemas.openxmlformats.org/officeDocument/2006/relationships/font" Target="fonts/ArialNarrow-bold.fnt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font" Target="fonts/MerriweatherSans-regular.fntdata"/><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5" Type="http://customschemas.google.com/relationships/presentationmetadata" Target="metadata"/><Relationship Id="rId15" Type="http://schemas.openxmlformats.org/officeDocument/2006/relationships/slide" Target="slides/slide7.xml"/><Relationship Id="rId110" Type="http://schemas.openxmlformats.org/officeDocument/2006/relationships/font" Target="fonts/ArialNarrow-boldItalic.fntdata"/><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font" Target="fonts/NotoSansSymbols-bold.fntdata"/><Relationship Id="rId18" Type="http://schemas.openxmlformats.org/officeDocument/2006/relationships/slide" Target="slides/slide10.xml"/><Relationship Id="rId113" Type="http://schemas.openxmlformats.org/officeDocument/2006/relationships/font" Target="fonts/NotoSansSymbols-regular.fntdata"/><Relationship Id="rId112" Type="http://schemas.openxmlformats.org/officeDocument/2006/relationships/font" Target="fonts/Tahoma-bold.fntdata"/><Relationship Id="rId111" Type="http://schemas.openxmlformats.org/officeDocument/2006/relationships/font" Target="fonts/Tahoma-regular.fntdata"/><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1:notes"/>
          <p:cNvSpPr txBox="1"/>
          <p:nvPr>
            <p:ph idx="3"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 : Thomas H Cormen </a:t>
            </a:r>
            <a:endParaRPr/>
          </a:p>
        </p:txBody>
      </p:sp>
      <p:sp>
        <p:nvSpPr>
          <p:cNvPr id="344" name="Google Shape;3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a4cc99e90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a4cc99e90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g2a4cc99e90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sahani</a:t>
            </a:r>
            <a:endParaRPr/>
          </a:p>
        </p:txBody>
      </p:sp>
      <p:sp>
        <p:nvSpPr>
          <p:cNvPr id="373" name="Google Shape;373;p4:notes"/>
          <p:cNvSpPr txBox="1"/>
          <p:nvPr>
            <p:ph idx="3"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 : Thomas H Cormen </a:t>
            </a:r>
            <a:endParaRPr/>
          </a:p>
        </p:txBody>
      </p:sp>
      <p:sp>
        <p:nvSpPr>
          <p:cNvPr id="374" name="Google Shape;3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
        <p:nvSpPr>
          <p:cNvPr id="384" name="Google Shape;3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 levitin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07" name="Google Shape;40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
        <p:nvSpPr>
          <p:cNvPr id="416" name="Google Shape;4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7" name="Google Shape;4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A levitin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432" name="Google Shape;432;p9: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443" name="Google Shape;443;p10: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454" name="Google Shape;454;p11: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465" name="Google Shape;465;p12: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6" name="Google Shape;466;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476" name="Google Shape;476;p13: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487" name="Google Shape;487;p14: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8" name="Google Shape;488;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498" name="Google Shape;498;p15: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09" name="Google Shape;509;p16: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20" name="Google Shape;520;p17: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31" name="Google Shape;531;p18: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42" name="Google Shape;542;p19: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3" name="Google Shape;543;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53" name="Google Shape;553;p20: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64" name="Google Shape;564;p21: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75" name="Google Shape;575;p22: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86" name="Google Shape;586;p23: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597" name="Google Shape;597;p24: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608" name="Google Shape;608;p25: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9" name="Google Shape;609;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619" name="Google Shape;619;p26: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0" name="Google Shape;620;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630" name="Google Shape;630;p27: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641" name="Google Shape;641;p28: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652" name="Google Shape;652;p29: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US"/>
              <a:t>‹#›</a:t>
            </a:fld>
            <a:endParaRPr/>
          </a:p>
        </p:txBody>
      </p:sp>
      <p:sp>
        <p:nvSpPr>
          <p:cNvPr id="663" name="Google Shape;663;p30: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4" name="Google Shape;664;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686" name="Google Shape;68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694" name="Google Shape;69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5" name="Google Shape;69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even if not analyzing in detail, show the recurrence for mergesort in worst case:</a:t>
            </a:r>
            <a:endParaRPr/>
          </a:p>
          <a:p>
            <a:pPr indent="0" lvl="0" marL="0" rtl="0" algn="l">
              <a:lnSpc>
                <a:spcPct val="100000"/>
              </a:lnSpc>
              <a:spcBef>
                <a:spcPts val="0"/>
              </a:spcBef>
              <a:spcAft>
                <a:spcPts val="0"/>
              </a:spcAft>
              <a:buSzPts val="1400"/>
              <a:buNone/>
            </a:pPr>
            <a:r>
              <a:rPr lang="en-US"/>
              <a:t>T(n) = 2 T(n/2) + (n-1)</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                         worst case comparisons for merge</a:t>
            </a:r>
            <a:endParaRPr/>
          </a:p>
        </p:txBody>
      </p:sp>
      <p:cxnSp>
        <p:nvCxnSpPr>
          <p:cNvPr id="696" name="Google Shape;696;p35:notes"/>
          <p:cNvCxnSpPr/>
          <p:nvPr/>
        </p:nvCxnSpPr>
        <p:spPr>
          <a:xfrm rot="10800000">
            <a:off x="2286000" y="6705600"/>
            <a:ext cx="0" cy="228600"/>
          </a:xfrm>
          <a:prstGeom prst="straightConnector1">
            <a:avLst/>
          </a:prstGeom>
          <a:noFill/>
          <a:ln cap="flat" cmpd="sng" w="12700">
            <a:solidFill>
              <a:srgbClr val="FF0000"/>
            </a:solidFill>
            <a:prstDash val="solid"/>
            <a:round/>
            <a:headEnd len="sm" w="sm" type="none"/>
            <a:tailEnd len="sm" w="sm" type="triangle"/>
          </a:ln>
        </p:spPr>
      </p:cxn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703" name="Google Shape;70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4" name="Google Shape;70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 name="Google Shape;73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2" name="Google Shape;74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6" name="Google Shape;75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34" name="Google Shape;83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5" name="Google Shape;835;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42" name="Google Shape;84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3" name="Google Shape;843;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51" name="Google Shape;85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60" name="Google Shape;860;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1" name="Google Shape;861;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869" name="Google Shape;86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0" name="Google Shape;87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
        <p:nvSpPr>
          <p:cNvPr id="877" name="Google Shape;87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
        <p:nvSpPr>
          <p:cNvPr id="886" name="Google Shape;886;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7" name="Google Shape;887;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
        <p:nvSpPr>
          <p:cNvPr id="893" name="Google Shape;893;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4" name="Google Shape;894;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
        <p:nvSpPr>
          <p:cNvPr id="901" name="Google Shape;901;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2" name="Google Shape;902;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1" name="Google Shape;911;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912" name="Google Shape;912;p55:notes"/>
          <p:cNvSpPr txBox="1"/>
          <p:nvPr>
            <p:ph idx="3"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Ref : Thomas H Cormen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2a4cc99e909_1_8: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9" name="Google Shape;919;g2a4cc99e909_1_8: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2a4cc99e909_1_14:notes"/>
          <p:cNvSpPr txBox="1"/>
          <p:nvPr/>
        </p:nvSpPr>
        <p:spPr>
          <a:xfrm>
            <a:off x="4164012" y="0"/>
            <a:ext cx="3184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Times"/>
              <a:ea typeface="Times"/>
              <a:cs typeface="Times"/>
              <a:sym typeface="Times"/>
            </a:endParaRPr>
          </a:p>
        </p:txBody>
      </p:sp>
      <p:sp>
        <p:nvSpPr>
          <p:cNvPr id="926" name="Google Shape;926;g2a4cc99e909_1_14:notes"/>
          <p:cNvSpPr txBox="1"/>
          <p:nvPr/>
        </p:nvSpPr>
        <p:spPr>
          <a:xfrm>
            <a:off x="4164012" y="8686800"/>
            <a:ext cx="3184500" cy="457200"/>
          </a:xfrm>
          <a:prstGeom prst="rect">
            <a:avLst/>
          </a:prstGeom>
          <a:noFill/>
          <a:ln>
            <a:noFill/>
          </a:ln>
        </p:spPr>
        <p:txBody>
          <a:bodyPr anchorCtr="0" anchor="b" bIns="44450" lIns="90475" spcFirstLastPara="1" rIns="90475" wrap="square" tIns="44450">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2</a:t>
            </a:r>
            <a:endParaRPr/>
          </a:p>
        </p:txBody>
      </p:sp>
      <p:sp>
        <p:nvSpPr>
          <p:cNvPr id="927" name="Google Shape;927;g2a4cc99e909_1_14:notes"/>
          <p:cNvSpPr txBox="1"/>
          <p:nvPr/>
        </p:nvSpPr>
        <p:spPr>
          <a:xfrm>
            <a:off x="0" y="8686800"/>
            <a:ext cx="3184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Times"/>
              <a:ea typeface="Times"/>
              <a:cs typeface="Times"/>
              <a:sym typeface="Times"/>
            </a:endParaRPr>
          </a:p>
        </p:txBody>
      </p:sp>
      <p:sp>
        <p:nvSpPr>
          <p:cNvPr id="928" name="Google Shape;928;g2a4cc99e909_1_14:notes"/>
          <p:cNvSpPr txBox="1"/>
          <p:nvPr/>
        </p:nvSpPr>
        <p:spPr>
          <a:xfrm>
            <a:off x="0" y="0"/>
            <a:ext cx="3184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Times"/>
              <a:ea typeface="Times"/>
              <a:cs typeface="Times"/>
              <a:sym typeface="Times"/>
            </a:endParaRPr>
          </a:p>
        </p:txBody>
      </p:sp>
      <p:sp>
        <p:nvSpPr>
          <p:cNvPr id="929" name="Google Shape;929;g2a4cc99e909_1_14: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0" name="Google Shape;930;g2a4cc99e909_1_14: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a4cc99e909_1_26: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 name="Google Shape;939;g2a4cc99e909_1_26: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a4cc99e909_1_32: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g2a4cc99e909_1_32: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2a4cc99e909_1_38: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g2a4cc99e909_1_38: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2a4cc99e909_1_44: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0" name="Google Shape;960;g2a4cc99e909_1_44: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a4cc99e909_1_96: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9" name="Google Shape;969;g2a4cc99e909_1_96: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g2a4cc99e909_1_103: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 name="Google Shape;977;g2a4cc99e909_1_103: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2a4cc99e909_1_109: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4" name="Google Shape;984;g2a4cc99e909_1_109: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2a4cc99e909_1_116: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g2a4cc99e909_1_116: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a4cc99e909_1_126: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3" name="Google Shape;1003;g2a4cc99e909_1_126: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a4cc99e909_1_133: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1" name="Google Shape;1011;g2a4cc99e909_1_133: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2a4cc99e909_1_139: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g2a4cc99e909_1_139: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2a4cc99e909_1_144: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4" name="Google Shape;1024;g2a4cc99e909_1_144: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2a4cc99e909_1_153: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4" name="Google Shape;1034;g2a4cc99e909_1_153: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035" name="Google Shape;1035;g2a4cc99e909_1_153: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2a4cc99e909_1_160: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2" name="Google Shape;1042;g2a4cc99e909_1_160: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043" name="Google Shape;1043;g2a4cc99e909_1_160: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2a4cc99e909_1_177: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0" name="Google Shape;1060;g2a4cc99e909_1_177: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061" name="Google Shape;1061;g2a4cc99e909_1_177: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a4cc99e909_1_184: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8" name="Google Shape;1068;g2a4cc99e909_1_184: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069" name="Google Shape;1069;g2a4cc99e909_1_184: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2a4cc99e909_1_200: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5" name="Google Shape;1085;g2a4cc99e909_1_200: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086" name="Google Shape;1086;g2a4cc99e909_1_200: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a4cc99e909_1_219: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5" name="Google Shape;1105;g2a4cc99e909_1_219: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106" name="Google Shape;1106;g2a4cc99e909_1_219: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2a4cc99e909_1_241: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8" name="Google Shape;1128;g2a4cc99e909_1_241: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129" name="Google Shape;1129;g2a4cc99e909_1_241: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2a4cc99e909_1_270: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8" name="Google Shape;1158;g2a4cc99e909_1_270: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159" name="Google Shape;1159;g2a4cc99e909_1_270: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2a4cc99e909_1_302: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1" name="Google Shape;1191;g2a4cc99e909_1_302: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192" name="Google Shape;1192;g2a4cc99e909_1_302: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2a4cc99e909_1_336: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6" name="Google Shape;1226;g2a4cc99e909_1_336: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227" name="Google Shape;1227;g2a4cc99e909_1_336: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2a4cc99e909_1_372: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3" name="Google Shape;1263;g2a4cc99e909_1_372: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264" name="Google Shape;1264;g2a4cc99e909_1_372: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1" name="Shape 1301"/>
        <p:cNvGrpSpPr/>
        <p:nvPr/>
      </p:nvGrpSpPr>
      <p:grpSpPr>
        <a:xfrm>
          <a:off x="0" y="0"/>
          <a:ext cx="0" cy="0"/>
          <a:chOff x="0" y="0"/>
          <a:chExt cx="0" cy="0"/>
        </a:xfrm>
      </p:grpSpPr>
      <p:sp>
        <p:nvSpPr>
          <p:cNvPr id="1302" name="Google Shape;1302;g2a4cc99e909_1_411: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3" name="Google Shape;1303;g2a4cc99e909_1_411: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304" name="Google Shape;1304;g2a4cc99e909_1_411: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2a4cc99e909_1_453: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6" name="Google Shape;1346;g2a4cc99e909_1_453: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347" name="Google Shape;1347;g2a4cc99e909_1_453: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2a4cc99e909_1_498: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2" name="Google Shape;1392;g2a4cc99e909_1_498: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393" name="Google Shape;1393;g2a4cc99e909_1_498: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2a4cc99e909_1_505: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0" name="Google Shape;1400;g2a4cc99e909_1_505: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401" name="Google Shape;1401;g2a4cc99e909_1_505: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g2a4cc99e909_1_570: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g2a4cc99e909_1_570: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2a4cc99e909_1_576: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3" name="Google Shape;1473;g2a4cc99e909_1_576: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2a4cc99e909_1_582: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0" name="Google Shape;1480;g2a4cc99e909_1_582: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
        <p:nvSpPr>
          <p:cNvPr id="1481" name="Google Shape;1481;g2a4cc99e909_1_582: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a:buNone/>
            </a:pPr>
            <a:fld id="{00000000-1234-1234-1234-123412341234}" type="slidenum">
              <a:rPr b="0" i="0" lang="en-US" sz="2400" u="none">
                <a:solidFill>
                  <a:srgbClr val="000000"/>
                </a:solidFill>
                <a:latin typeface="Times"/>
                <a:ea typeface="Times"/>
                <a:cs typeface="Times"/>
                <a:sym typeface="Times"/>
              </a:rPr>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g2a4cc99e909_1_589: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8" name="Google Shape;1488;g2a4cc99e909_1_589: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2a4cc99e909_1_598: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8" name="Google Shape;1498;g2a4cc99e909_1_598: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2a4cc99e909_1_604: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505" name="Google Shape;1505;g2a4cc99e909_1_6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06" name="Google Shape;1506;g2a4cc99e909_1_604:notes"/>
          <p:cNvSpPr txBox="1"/>
          <p:nvPr>
            <p:ph idx="1" type="body"/>
          </p:nvPr>
        </p:nvSpPr>
        <p:spPr>
          <a:xfrm>
            <a:off x="685800" y="4343400"/>
            <a:ext cx="5486400" cy="4114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2a4cc99e909_1_612: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514" name="Google Shape;1514;g2a4cc99e909_1_6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15" name="Google Shape;1515;g2a4cc99e909_1_612:notes"/>
          <p:cNvSpPr txBox="1"/>
          <p:nvPr>
            <p:ph idx="1" type="body"/>
          </p:nvPr>
        </p:nvSpPr>
        <p:spPr>
          <a:xfrm>
            <a:off x="685800" y="4343400"/>
            <a:ext cx="5486400" cy="4114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2a4cc99e909_1_620: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523" name="Google Shape;1523;g2a4cc99e909_1_6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24" name="Google Shape;1524;g2a4cc99e909_1_620:notes"/>
          <p:cNvSpPr txBox="1"/>
          <p:nvPr>
            <p:ph idx="1" type="body"/>
          </p:nvPr>
        </p:nvSpPr>
        <p:spPr>
          <a:xfrm>
            <a:off x="685800" y="4343400"/>
            <a:ext cx="5486400" cy="4114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2a4cc99e909_1_631: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535" name="Google Shape;1535;g2a4cc99e909_1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36" name="Google Shape;1536;g2a4cc99e909_1_631:notes"/>
          <p:cNvSpPr txBox="1"/>
          <p:nvPr>
            <p:ph idx="1" type="body"/>
          </p:nvPr>
        </p:nvSpPr>
        <p:spPr>
          <a:xfrm>
            <a:off x="685800" y="4343400"/>
            <a:ext cx="5486400" cy="4114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2a4cc99e909_1_639: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544" name="Google Shape;1544;g2a4cc99e909_1_6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45" name="Google Shape;1545;g2a4cc99e909_1_639:notes"/>
          <p:cNvSpPr txBox="1"/>
          <p:nvPr>
            <p:ph idx="1" type="body"/>
          </p:nvPr>
        </p:nvSpPr>
        <p:spPr>
          <a:xfrm>
            <a:off x="685800" y="4343400"/>
            <a:ext cx="5486400" cy="4114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2a4cc99e909_1_647: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553" name="Google Shape;1553;g2a4cc99e909_1_6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54" name="Google Shape;1554;g2a4cc99e909_1_647:notes"/>
          <p:cNvSpPr txBox="1"/>
          <p:nvPr>
            <p:ph idx="1" type="body"/>
          </p:nvPr>
        </p:nvSpPr>
        <p:spPr>
          <a:xfrm>
            <a:off x="685800" y="4343400"/>
            <a:ext cx="5486400" cy="4114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0" name="Shape 1560"/>
        <p:cNvGrpSpPr/>
        <p:nvPr/>
      </p:nvGrpSpPr>
      <p:grpSpPr>
        <a:xfrm>
          <a:off x="0" y="0"/>
          <a:ext cx="0" cy="0"/>
          <a:chOff x="0" y="0"/>
          <a:chExt cx="0" cy="0"/>
        </a:xfrm>
      </p:grpSpPr>
      <p:sp>
        <p:nvSpPr>
          <p:cNvPr id="1561" name="Google Shape;1561;g2a4cc99e909_1_655: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2" name="Google Shape;1562;g2a4cc99e909_1_655: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7" name="Shape 1567"/>
        <p:cNvGrpSpPr/>
        <p:nvPr/>
      </p:nvGrpSpPr>
      <p:grpSpPr>
        <a:xfrm>
          <a:off x="0" y="0"/>
          <a:ext cx="0" cy="0"/>
          <a:chOff x="0" y="0"/>
          <a:chExt cx="0" cy="0"/>
        </a:xfrm>
      </p:grpSpPr>
      <p:sp>
        <p:nvSpPr>
          <p:cNvPr id="1568" name="Google Shape;1568;g2a4cc99e909_1_661:notes"/>
          <p:cNvSpPr txBox="1"/>
          <p:nvPr/>
        </p:nvSpPr>
        <p:spPr>
          <a:xfrm>
            <a:off x="3884612" y="8685212"/>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Times New Roman"/>
              <a:buNone/>
            </a:pPr>
            <a:fld id="{00000000-1234-1234-1234-123412341234}" type="slidenum">
              <a:rPr b="0" i="0" lang="en-US" sz="2400" u="none">
                <a:solidFill>
                  <a:srgbClr val="000000"/>
                </a:solidFill>
                <a:latin typeface="Times New Roman"/>
                <a:ea typeface="Times New Roman"/>
                <a:cs typeface="Times New Roman"/>
                <a:sym typeface="Times New Roman"/>
              </a:rPr>
              <a:t>‹#›</a:t>
            </a:fld>
            <a:endParaRPr/>
          </a:p>
        </p:txBody>
      </p:sp>
      <p:sp>
        <p:nvSpPr>
          <p:cNvPr id="1569" name="Google Shape;1569;g2a4cc99e909_1_6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70" name="Google Shape;1570;g2a4cc99e909_1_661:notes"/>
          <p:cNvSpPr txBox="1"/>
          <p:nvPr>
            <p:ph idx="1" type="body"/>
          </p:nvPr>
        </p:nvSpPr>
        <p:spPr>
          <a:xfrm>
            <a:off x="685800" y="4343400"/>
            <a:ext cx="5486400" cy="4114800"/>
          </a:xfrm>
          <a:prstGeom prst="rect">
            <a:avLst/>
          </a:prstGeom>
          <a:noFill/>
          <a:ln>
            <a:noFill/>
          </a:ln>
        </p:spPr>
        <p:txBody>
          <a:bodyPr anchorCtr="0" anchor="ctr"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g2a4cc99e909_1_669:notes"/>
          <p:cNvSpPr txBox="1"/>
          <p:nvPr>
            <p:ph idx="1" type="body"/>
          </p:nvPr>
        </p:nvSpPr>
        <p:spPr>
          <a:xfrm>
            <a:off x="985837"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8" name="Google Shape;1578;g2a4cc99e909_1_669:notes"/>
          <p:cNvSpPr/>
          <p:nvPr>
            <p:ph idx="2" type="sldImg"/>
          </p:nvPr>
        </p:nvSpPr>
        <p:spPr>
          <a:xfrm>
            <a:off x="389450" y="692150"/>
            <a:ext cx="6079200" cy="3416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2a4cc99e909_1_675:notes"/>
          <p:cNvSpPr txBox="1"/>
          <p:nvPr/>
        </p:nvSpPr>
        <p:spPr>
          <a:xfrm>
            <a:off x="4164012" y="0"/>
            <a:ext cx="3184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Times"/>
              <a:ea typeface="Times"/>
              <a:cs typeface="Times"/>
              <a:sym typeface="Times"/>
            </a:endParaRPr>
          </a:p>
        </p:txBody>
      </p:sp>
      <p:sp>
        <p:nvSpPr>
          <p:cNvPr id="1585" name="Google Shape;1585;g2a4cc99e909_1_675:notes"/>
          <p:cNvSpPr txBox="1"/>
          <p:nvPr/>
        </p:nvSpPr>
        <p:spPr>
          <a:xfrm>
            <a:off x="4164012" y="8686800"/>
            <a:ext cx="3184500" cy="457200"/>
          </a:xfrm>
          <a:prstGeom prst="rect">
            <a:avLst/>
          </a:prstGeom>
          <a:noFill/>
          <a:ln>
            <a:noFill/>
          </a:ln>
        </p:spPr>
        <p:txBody>
          <a:bodyPr anchorCtr="0" anchor="b" bIns="44450" lIns="90475" spcFirstLastPara="1" rIns="90475" wrap="square" tIns="44450">
            <a:noAutofit/>
          </a:bodyPr>
          <a:lstStyle/>
          <a:p>
            <a:pPr indent="0" lvl="0" marL="0" marR="0" rtl="0" algn="r">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12</a:t>
            </a:r>
            <a:endParaRPr/>
          </a:p>
        </p:txBody>
      </p:sp>
      <p:sp>
        <p:nvSpPr>
          <p:cNvPr id="1586" name="Google Shape;1586;g2a4cc99e909_1_675:notes"/>
          <p:cNvSpPr txBox="1"/>
          <p:nvPr/>
        </p:nvSpPr>
        <p:spPr>
          <a:xfrm>
            <a:off x="0" y="8686800"/>
            <a:ext cx="3184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Times"/>
              <a:ea typeface="Times"/>
              <a:cs typeface="Times"/>
              <a:sym typeface="Times"/>
            </a:endParaRPr>
          </a:p>
        </p:txBody>
      </p:sp>
      <p:sp>
        <p:nvSpPr>
          <p:cNvPr id="1587" name="Google Shape;1587;g2a4cc99e909_1_675:notes"/>
          <p:cNvSpPr txBox="1"/>
          <p:nvPr/>
        </p:nvSpPr>
        <p:spPr>
          <a:xfrm>
            <a:off x="0" y="0"/>
            <a:ext cx="31845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rgbClr val="000000"/>
              </a:solidFill>
              <a:latin typeface="Times"/>
              <a:ea typeface="Times"/>
              <a:cs typeface="Times"/>
              <a:sym typeface="Times"/>
            </a:endParaRPr>
          </a:p>
        </p:txBody>
      </p:sp>
      <p:sp>
        <p:nvSpPr>
          <p:cNvPr id="1588" name="Google Shape;1588;g2a4cc99e909_1_675:notes"/>
          <p:cNvSpPr/>
          <p:nvPr>
            <p:ph idx="2" type="sldImg"/>
          </p:nvPr>
        </p:nvSpPr>
        <p:spPr>
          <a:xfrm>
            <a:off x="391587" y="692150"/>
            <a:ext cx="6074700" cy="3416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9" name="Google Shape;1589;g2a4cc99e909_1_675:notes"/>
          <p:cNvSpPr txBox="1"/>
          <p:nvPr>
            <p:ph idx="1" type="body"/>
          </p:nvPr>
        </p:nvSpPr>
        <p:spPr>
          <a:xfrm>
            <a:off x="985837" y="4343400"/>
            <a:ext cx="5029200" cy="4114800"/>
          </a:xfrm>
          <a:prstGeom prst="rect">
            <a:avLst/>
          </a:prstGeom>
          <a:noFill/>
          <a:ln>
            <a:noFill/>
          </a:ln>
        </p:spPr>
        <p:txBody>
          <a:bodyPr anchorCtr="0" anchor="t" bIns="44450" lIns="90475" spcFirstLastPara="1" rIns="90475" wrap="square" tIns="4445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57"/>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57"/>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57"/>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7"/>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5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57"/>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5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5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8"/>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100">
                <a:solidFill>
                  <a:srgbClr val="C00000"/>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3" name="Shape 33"/>
        <p:cNvGrpSpPr/>
        <p:nvPr/>
      </p:nvGrpSpPr>
      <p:grpSpPr>
        <a:xfrm>
          <a:off x="0" y="0"/>
          <a:ext cx="0" cy="0"/>
          <a:chOff x="0" y="0"/>
          <a:chExt cx="0" cy="0"/>
        </a:xfrm>
      </p:grpSpPr>
      <p:sp>
        <p:nvSpPr>
          <p:cNvPr id="34" name="Google Shape;34;p59"/>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5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5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4" name="Shape 44"/>
        <p:cNvGrpSpPr/>
        <p:nvPr/>
      </p:nvGrpSpPr>
      <p:grpSpPr>
        <a:xfrm>
          <a:off x="0" y="0"/>
          <a:ext cx="0" cy="0"/>
          <a:chOff x="0" y="0"/>
          <a:chExt cx="0" cy="0"/>
        </a:xfrm>
      </p:grpSpPr>
      <p:sp>
        <p:nvSpPr>
          <p:cNvPr id="45" name="Google Shape;45;p6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49" name="Shape 49"/>
        <p:cNvGrpSpPr/>
        <p:nvPr/>
      </p:nvGrpSpPr>
      <p:grpSpPr>
        <a:xfrm>
          <a:off x="0" y="0"/>
          <a:ext cx="0" cy="0"/>
          <a:chOff x="0" y="0"/>
          <a:chExt cx="0" cy="0"/>
        </a:xfrm>
      </p:grpSpPr>
      <p:sp>
        <p:nvSpPr>
          <p:cNvPr id="50" name="Google Shape;50;p7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70"/>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0"/>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4" name="Google Shape;54;p7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57" name="Google Shape;57;p70"/>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8" name="Shape 58"/>
        <p:cNvGrpSpPr/>
        <p:nvPr/>
      </p:nvGrpSpPr>
      <p:grpSpPr>
        <a:xfrm>
          <a:off x="0" y="0"/>
          <a:ext cx="0" cy="0"/>
          <a:chOff x="0" y="0"/>
          <a:chExt cx="0" cy="0"/>
        </a:xfrm>
      </p:grpSpPr>
      <p:sp>
        <p:nvSpPr>
          <p:cNvPr id="59" name="Google Shape;59;p7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1"/>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71"/>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2" name="Google Shape;62;p7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5" name="Shape 65"/>
        <p:cNvGrpSpPr/>
        <p:nvPr/>
      </p:nvGrpSpPr>
      <p:grpSpPr>
        <a:xfrm>
          <a:off x="0" y="0"/>
          <a:ext cx="0" cy="0"/>
          <a:chOff x="0" y="0"/>
          <a:chExt cx="0" cy="0"/>
        </a:xfrm>
      </p:grpSpPr>
      <p:sp>
        <p:nvSpPr>
          <p:cNvPr id="66" name="Google Shape;66;p7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2"/>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72"/>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72"/>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70" name="Google Shape;70;p72"/>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1" name="Google Shape;71;p7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7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4" name="Shape 74"/>
        <p:cNvGrpSpPr/>
        <p:nvPr/>
      </p:nvGrpSpPr>
      <p:grpSpPr>
        <a:xfrm>
          <a:off x="0" y="0"/>
          <a:ext cx="0" cy="0"/>
          <a:chOff x="0" y="0"/>
          <a:chExt cx="0" cy="0"/>
        </a:xfrm>
      </p:grpSpPr>
      <p:sp>
        <p:nvSpPr>
          <p:cNvPr id="75" name="Google Shape;75;p73"/>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73"/>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73"/>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3"/>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9" name="Google Shape;79;p73"/>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73"/>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73"/>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7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3" name="Shape 83"/>
        <p:cNvGrpSpPr/>
        <p:nvPr/>
      </p:nvGrpSpPr>
      <p:grpSpPr>
        <a:xfrm>
          <a:off x="0" y="0"/>
          <a:ext cx="0" cy="0"/>
          <a:chOff x="0" y="0"/>
          <a:chExt cx="0" cy="0"/>
        </a:xfrm>
      </p:grpSpPr>
      <p:sp>
        <p:nvSpPr>
          <p:cNvPr id="84" name="Google Shape;84;p74"/>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74"/>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74"/>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74"/>
          <p:cNvSpPr/>
          <p:nvPr>
            <p:ph idx="2" type="pic"/>
          </p:nvPr>
        </p:nvSpPr>
        <p:spPr>
          <a:xfrm>
            <a:off x="15" y="0"/>
            <a:ext cx="12191985" cy="4915076"/>
          </a:xfrm>
          <a:prstGeom prst="rect">
            <a:avLst/>
          </a:prstGeom>
          <a:noFill/>
          <a:ln>
            <a:noFill/>
          </a:ln>
        </p:spPr>
      </p:sp>
      <p:sp>
        <p:nvSpPr>
          <p:cNvPr id="88" name="Google Shape;88;p74"/>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9" name="Google Shape;89;p7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7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7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7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75"/>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5" name="Google Shape;95;p7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7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7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8" name="Shape 98"/>
        <p:cNvGrpSpPr/>
        <p:nvPr/>
      </p:nvGrpSpPr>
      <p:grpSpPr>
        <a:xfrm>
          <a:off x="0" y="0"/>
          <a:ext cx="0" cy="0"/>
          <a:chOff x="0" y="0"/>
          <a:chExt cx="0" cy="0"/>
        </a:xfrm>
      </p:grpSpPr>
      <p:sp>
        <p:nvSpPr>
          <p:cNvPr id="99" name="Google Shape;99;p76"/>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76"/>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76"/>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76"/>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7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7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7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3" name="Shape 113"/>
        <p:cNvGrpSpPr/>
        <p:nvPr/>
      </p:nvGrpSpPr>
      <p:grpSpPr>
        <a:xfrm>
          <a:off x="0" y="0"/>
          <a:ext cx="0" cy="0"/>
          <a:chOff x="0" y="0"/>
          <a:chExt cx="0" cy="0"/>
        </a:xfrm>
      </p:grpSpPr>
      <p:sp>
        <p:nvSpPr>
          <p:cNvPr id="114" name="Google Shape;114;p62"/>
          <p:cNvSpPr txBox="1"/>
          <p:nvPr>
            <p:ph type="title"/>
          </p:nvPr>
        </p:nvSpPr>
        <p:spPr>
          <a:xfrm>
            <a:off x="1" y="0"/>
            <a:ext cx="12189884" cy="9144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5" name="Google Shape;115;p62"/>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2"/>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7" name="Shape 117"/>
        <p:cNvGrpSpPr/>
        <p:nvPr/>
      </p:nvGrpSpPr>
      <p:grpSpPr>
        <a:xfrm>
          <a:off x="0" y="0"/>
          <a:ext cx="0" cy="0"/>
          <a:chOff x="0" y="0"/>
          <a:chExt cx="0" cy="0"/>
        </a:xfrm>
      </p:grpSpPr>
      <p:sp>
        <p:nvSpPr>
          <p:cNvPr id="118" name="Google Shape;118;p63"/>
          <p:cNvSpPr txBox="1"/>
          <p:nvPr>
            <p:ph type="title"/>
          </p:nvPr>
        </p:nvSpPr>
        <p:spPr>
          <a:xfrm>
            <a:off x="1" y="0"/>
            <a:ext cx="12189884" cy="9144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9" name="Google Shape;119;p63"/>
          <p:cNvSpPr txBox="1"/>
          <p:nvPr>
            <p:ph idx="1" type="body"/>
          </p:nvPr>
        </p:nvSpPr>
        <p:spPr>
          <a:xfrm>
            <a:off x="406400" y="1219200"/>
            <a:ext cx="11277600" cy="4876800"/>
          </a:xfrm>
          <a:prstGeom prst="rect">
            <a:avLst/>
          </a:prstGeom>
          <a:noFill/>
          <a:ln>
            <a:noFill/>
          </a:ln>
        </p:spPr>
        <p:txBody>
          <a:bodyPr anchorCtr="0" anchor="t" bIns="46025" lIns="92075" spcFirstLastPara="1" rIns="92075" wrap="square" tIns="46025">
            <a:noAutofit/>
          </a:bodyPr>
          <a:lstStyle>
            <a:lvl1pPr indent="-342900" lvl="0" marL="457200" algn="l">
              <a:lnSpc>
                <a:spcPct val="100000"/>
              </a:lnSpc>
              <a:spcBef>
                <a:spcPts val="360"/>
              </a:spcBef>
              <a:spcAft>
                <a:spcPts val="0"/>
              </a:spcAft>
              <a:buClr>
                <a:srgbClr val="010000"/>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63"/>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63"/>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22" name="Shape 122"/>
        <p:cNvGrpSpPr/>
        <p:nvPr/>
      </p:nvGrpSpPr>
      <p:grpSpPr>
        <a:xfrm>
          <a:off x="0" y="0"/>
          <a:ext cx="0" cy="0"/>
          <a:chOff x="0" y="0"/>
          <a:chExt cx="0" cy="0"/>
        </a:xfrm>
      </p:grpSpPr>
      <p:sp>
        <p:nvSpPr>
          <p:cNvPr id="123" name="Google Shape;123;p77"/>
          <p:cNvSpPr txBox="1"/>
          <p:nvPr>
            <p:ph type="ctrTitle"/>
          </p:nvPr>
        </p:nvSpPr>
        <p:spPr>
          <a:xfrm>
            <a:off x="914400" y="2286000"/>
            <a:ext cx="10363200" cy="1143000"/>
          </a:xfrm>
          <a:prstGeom prst="rect">
            <a:avLst/>
          </a:prstGeom>
          <a:solidFill>
            <a:srgbClr val="66CCFF"/>
          </a:solidFill>
          <a:ln cap="flat" cmpd="sng" w="9525">
            <a:solidFill>
              <a:schemeClr val="dk1"/>
            </a:solidFill>
            <a:prstDash val="solid"/>
            <a:miter lim="800000"/>
            <a:headEnd len="sm" w="sm" type="none"/>
            <a:tailEnd len="sm" w="sm" type="none"/>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u="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4" name="Google Shape;124;p77"/>
          <p:cNvSpPr txBox="1"/>
          <p:nvPr>
            <p:ph idx="1" type="subTitle"/>
          </p:nvPr>
        </p:nvSpPr>
        <p:spPr>
          <a:xfrm>
            <a:off x="1828800" y="3886200"/>
            <a:ext cx="8534400" cy="1752600"/>
          </a:xfrm>
          <a:prstGeom prst="rect">
            <a:avLst/>
          </a:prstGeom>
          <a:noFill/>
          <a:ln>
            <a:noFill/>
          </a:ln>
        </p:spPr>
        <p:txBody>
          <a:bodyPr anchorCtr="0" anchor="t" bIns="46025" lIns="92075" spcFirstLastPara="1" rIns="92075" wrap="square" tIns="46025">
            <a:noAutofit/>
          </a:bodyPr>
          <a:lstStyle>
            <a:lvl1pPr lvl="0" algn="ctr">
              <a:lnSpc>
                <a:spcPct val="100000"/>
              </a:lnSpc>
              <a:spcBef>
                <a:spcPts val="640"/>
              </a:spcBef>
              <a:spcAft>
                <a:spcPts val="0"/>
              </a:spcAft>
              <a:buClr>
                <a:srgbClr val="010000"/>
              </a:buClr>
              <a:buSzPts val="3200"/>
              <a:buFont typeface="Noto Sans Symbols"/>
              <a:buNone/>
              <a:defRPr/>
            </a:lvl1pPr>
            <a:lvl2pPr lvl="1" algn="l">
              <a:lnSpc>
                <a:spcPct val="100000"/>
              </a:lnSpc>
              <a:spcBef>
                <a:spcPts val="360"/>
              </a:spcBef>
              <a:spcAft>
                <a:spcPts val="0"/>
              </a:spcAft>
              <a:buClr>
                <a:schemeClr val="dk1"/>
              </a:buClr>
              <a:buSzPts val="180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25" name="Google Shape;125;p77"/>
          <p:cNvSpPr txBox="1"/>
          <p:nvPr>
            <p:ph idx="10" type="dt"/>
          </p:nvPr>
        </p:nvSpPr>
        <p:spPr>
          <a:xfrm>
            <a:off x="177800" y="6257925"/>
            <a:ext cx="2540000" cy="457200"/>
          </a:xfrm>
          <a:prstGeom prst="rect">
            <a:avLst/>
          </a:prstGeom>
          <a:noFill/>
          <a:ln>
            <a:noFill/>
          </a:ln>
        </p:spPr>
        <p:txBody>
          <a:bodyPr anchorCtr="0" anchor="ctr" bIns="46025" lIns="92075" spcFirstLastPara="1" rIns="92075" wrap="square" tIns="4602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CC"/>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9pPr>
          </a:lstStyle>
          <a:p/>
        </p:txBody>
      </p:sp>
      <p:sp>
        <p:nvSpPr>
          <p:cNvPr id="126" name="Google Shape;126;p77"/>
          <p:cNvSpPr txBox="1"/>
          <p:nvPr/>
        </p:nvSpPr>
        <p:spPr>
          <a:xfrm>
            <a:off x="10621434" y="6257925"/>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33CC"/>
              </a:solidFill>
              <a:latin typeface="Times New Roman"/>
              <a:ea typeface="Times New Roman"/>
              <a:cs typeface="Times New Roman"/>
              <a:sym typeface="Times New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78"/>
          <p:cNvSpPr txBox="1"/>
          <p:nvPr>
            <p:ph type="title"/>
          </p:nvPr>
        </p:nvSpPr>
        <p:spPr>
          <a:xfrm>
            <a:off x="831851" y="1709739"/>
            <a:ext cx="10515600" cy="2852737"/>
          </a:xfrm>
          <a:prstGeom prst="rect">
            <a:avLst/>
          </a:prstGeom>
          <a:noFill/>
          <a:ln>
            <a:noFill/>
          </a:ln>
        </p:spPr>
        <p:txBody>
          <a:bodyPr anchorCtr="0" anchor="b" bIns="46025" lIns="92075" spcFirstLastPara="1" rIns="92075" wrap="square" tIns="46025">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9" name="Google Shape;129;p78"/>
          <p:cNvSpPr txBox="1"/>
          <p:nvPr>
            <p:ph idx="1" type="body"/>
          </p:nvPr>
        </p:nvSpPr>
        <p:spPr>
          <a:xfrm>
            <a:off x="831851" y="4589464"/>
            <a:ext cx="10515600" cy="1500187"/>
          </a:xfrm>
          <a:prstGeom prst="rect">
            <a:avLst/>
          </a:prstGeom>
          <a:noFill/>
          <a:ln>
            <a:noFill/>
          </a:ln>
        </p:spPr>
        <p:txBody>
          <a:bodyPr anchorCtr="0" anchor="t" bIns="46025" lIns="92075" spcFirstLastPara="1" rIns="92075" wrap="square" tIns="46025">
            <a:noAutofit/>
          </a:bodyPr>
          <a:lstStyle>
            <a:lvl1pPr indent="-228600" lvl="0" marL="457200" algn="l">
              <a:lnSpc>
                <a:spcPct val="100000"/>
              </a:lnSpc>
              <a:spcBef>
                <a:spcPts val="480"/>
              </a:spcBef>
              <a:spcAft>
                <a:spcPts val="0"/>
              </a:spcAft>
              <a:buClr>
                <a:srgbClr val="010000"/>
              </a:buClr>
              <a:buSzPts val="2400"/>
              <a:buNone/>
              <a:defRPr sz="2400"/>
            </a:lvl1pPr>
            <a:lvl2pPr indent="-228600" lvl="1" marL="914400" algn="l">
              <a:lnSpc>
                <a:spcPct val="100000"/>
              </a:lnSpc>
              <a:spcBef>
                <a:spcPts val="400"/>
              </a:spcBef>
              <a:spcAft>
                <a:spcPts val="0"/>
              </a:spcAft>
              <a:buClr>
                <a:schemeClr val="dk1"/>
              </a:buClr>
              <a:buSzPts val="2000"/>
              <a:buNone/>
              <a:defRPr sz="2000"/>
            </a:lvl2pPr>
            <a:lvl3pPr indent="-228600" lvl="2" marL="1371600" algn="l">
              <a:lnSpc>
                <a:spcPct val="100000"/>
              </a:lnSpc>
              <a:spcBef>
                <a:spcPts val="360"/>
              </a:spcBef>
              <a:spcAft>
                <a:spcPts val="0"/>
              </a:spcAft>
              <a:buClr>
                <a:schemeClr val="dk1"/>
              </a:buClr>
              <a:buSzPts val="1800"/>
              <a:buFont typeface="Times New Roman"/>
              <a:buNone/>
              <a:defRPr sz="1800"/>
            </a:lvl3pPr>
            <a:lvl4pPr indent="-228600" lvl="3" marL="1828800" algn="l">
              <a:lnSpc>
                <a:spcPct val="100000"/>
              </a:lnSpc>
              <a:spcBef>
                <a:spcPts val="320"/>
              </a:spcBef>
              <a:spcAft>
                <a:spcPts val="0"/>
              </a:spcAft>
              <a:buClr>
                <a:schemeClr val="dk1"/>
              </a:buClr>
              <a:buSzPts val="1600"/>
              <a:buFont typeface="Times New Roman"/>
              <a:buNone/>
              <a:defRPr sz="1600"/>
            </a:lvl4pPr>
            <a:lvl5pPr indent="-228600" lvl="4" marL="2286000" algn="l">
              <a:lnSpc>
                <a:spcPct val="100000"/>
              </a:lnSpc>
              <a:spcBef>
                <a:spcPts val="320"/>
              </a:spcBef>
              <a:spcAft>
                <a:spcPts val="0"/>
              </a:spcAft>
              <a:buClr>
                <a:schemeClr val="dk1"/>
              </a:buClr>
              <a:buSzPts val="1600"/>
              <a:buFont typeface="Times New Roman"/>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30" name="Google Shape;130;p78"/>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78"/>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2" name="Shape 132"/>
        <p:cNvGrpSpPr/>
        <p:nvPr/>
      </p:nvGrpSpPr>
      <p:grpSpPr>
        <a:xfrm>
          <a:off x="0" y="0"/>
          <a:ext cx="0" cy="0"/>
          <a:chOff x="0" y="0"/>
          <a:chExt cx="0" cy="0"/>
        </a:xfrm>
      </p:grpSpPr>
      <p:sp>
        <p:nvSpPr>
          <p:cNvPr id="133" name="Google Shape;133;p79"/>
          <p:cNvSpPr txBox="1"/>
          <p:nvPr>
            <p:ph type="title"/>
          </p:nvPr>
        </p:nvSpPr>
        <p:spPr>
          <a:xfrm>
            <a:off x="1" y="0"/>
            <a:ext cx="12189884" cy="9144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4" name="Google Shape;134;p79"/>
          <p:cNvSpPr txBox="1"/>
          <p:nvPr>
            <p:ph idx="1" type="body"/>
          </p:nvPr>
        </p:nvSpPr>
        <p:spPr>
          <a:xfrm>
            <a:off x="406400" y="1219200"/>
            <a:ext cx="5537200" cy="4876800"/>
          </a:xfrm>
          <a:prstGeom prst="rect">
            <a:avLst/>
          </a:prstGeom>
          <a:noFill/>
          <a:ln>
            <a:noFill/>
          </a:ln>
        </p:spPr>
        <p:txBody>
          <a:bodyPr anchorCtr="0" anchor="t" bIns="46025" lIns="92075" spcFirstLastPara="1" rIns="92075" wrap="square" tIns="46025">
            <a:noAutofit/>
          </a:bodyPr>
          <a:lstStyle>
            <a:lvl1pPr indent="-342900" lvl="0" marL="457200" algn="l">
              <a:lnSpc>
                <a:spcPct val="100000"/>
              </a:lnSpc>
              <a:spcBef>
                <a:spcPts val="360"/>
              </a:spcBef>
              <a:spcAft>
                <a:spcPts val="0"/>
              </a:spcAft>
              <a:buClr>
                <a:srgbClr val="010000"/>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79"/>
          <p:cNvSpPr txBox="1"/>
          <p:nvPr>
            <p:ph idx="2" type="body"/>
          </p:nvPr>
        </p:nvSpPr>
        <p:spPr>
          <a:xfrm>
            <a:off x="6146800" y="1219200"/>
            <a:ext cx="5537200" cy="4876800"/>
          </a:xfrm>
          <a:prstGeom prst="rect">
            <a:avLst/>
          </a:prstGeom>
          <a:noFill/>
          <a:ln>
            <a:noFill/>
          </a:ln>
        </p:spPr>
        <p:txBody>
          <a:bodyPr anchorCtr="0" anchor="t" bIns="46025" lIns="92075" spcFirstLastPara="1" rIns="92075" wrap="square" tIns="46025">
            <a:noAutofit/>
          </a:bodyPr>
          <a:lstStyle>
            <a:lvl1pPr indent="-342900" lvl="0" marL="457200" algn="l">
              <a:lnSpc>
                <a:spcPct val="100000"/>
              </a:lnSpc>
              <a:spcBef>
                <a:spcPts val="360"/>
              </a:spcBef>
              <a:spcAft>
                <a:spcPts val="0"/>
              </a:spcAft>
              <a:buClr>
                <a:srgbClr val="010000"/>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79"/>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79"/>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8" name="Shape 138"/>
        <p:cNvGrpSpPr/>
        <p:nvPr/>
      </p:nvGrpSpPr>
      <p:grpSpPr>
        <a:xfrm>
          <a:off x="0" y="0"/>
          <a:ext cx="0" cy="0"/>
          <a:chOff x="0" y="0"/>
          <a:chExt cx="0" cy="0"/>
        </a:xfrm>
      </p:grpSpPr>
      <p:sp>
        <p:nvSpPr>
          <p:cNvPr id="139" name="Google Shape;139;p80"/>
          <p:cNvSpPr txBox="1"/>
          <p:nvPr>
            <p:ph type="title"/>
          </p:nvPr>
        </p:nvSpPr>
        <p:spPr>
          <a:xfrm>
            <a:off x="840317" y="365126"/>
            <a:ext cx="10515600" cy="1325563"/>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0" name="Google Shape;140;p80"/>
          <p:cNvSpPr txBox="1"/>
          <p:nvPr>
            <p:ph idx="1" type="body"/>
          </p:nvPr>
        </p:nvSpPr>
        <p:spPr>
          <a:xfrm>
            <a:off x="840318" y="1681163"/>
            <a:ext cx="5158316" cy="823912"/>
          </a:xfrm>
          <a:prstGeom prst="rect">
            <a:avLst/>
          </a:prstGeom>
          <a:noFill/>
          <a:ln>
            <a:noFill/>
          </a:ln>
        </p:spPr>
        <p:txBody>
          <a:bodyPr anchorCtr="0" anchor="b" bIns="46025" lIns="92075" spcFirstLastPara="1" rIns="92075" wrap="square" tIns="46025">
            <a:noAutofit/>
          </a:bodyPr>
          <a:lstStyle>
            <a:lvl1pPr indent="-228600" lvl="0" marL="457200" algn="l">
              <a:lnSpc>
                <a:spcPct val="100000"/>
              </a:lnSpc>
              <a:spcBef>
                <a:spcPts val="480"/>
              </a:spcBef>
              <a:spcAft>
                <a:spcPts val="0"/>
              </a:spcAft>
              <a:buClr>
                <a:srgbClr val="010000"/>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1" name="Google Shape;141;p80"/>
          <p:cNvSpPr txBox="1"/>
          <p:nvPr>
            <p:ph idx="2" type="body"/>
          </p:nvPr>
        </p:nvSpPr>
        <p:spPr>
          <a:xfrm>
            <a:off x="840318" y="2505075"/>
            <a:ext cx="5158316" cy="3684588"/>
          </a:xfrm>
          <a:prstGeom prst="rect">
            <a:avLst/>
          </a:prstGeom>
          <a:noFill/>
          <a:ln>
            <a:noFill/>
          </a:ln>
        </p:spPr>
        <p:txBody>
          <a:bodyPr anchorCtr="0" anchor="t" bIns="46025" lIns="92075" spcFirstLastPara="1" rIns="92075" wrap="square" tIns="46025">
            <a:noAutofit/>
          </a:bodyPr>
          <a:lstStyle>
            <a:lvl1pPr indent="-342900" lvl="0" marL="457200" algn="l">
              <a:lnSpc>
                <a:spcPct val="100000"/>
              </a:lnSpc>
              <a:spcBef>
                <a:spcPts val="360"/>
              </a:spcBef>
              <a:spcAft>
                <a:spcPts val="0"/>
              </a:spcAft>
              <a:buClr>
                <a:srgbClr val="010000"/>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80"/>
          <p:cNvSpPr txBox="1"/>
          <p:nvPr>
            <p:ph idx="3" type="body"/>
          </p:nvPr>
        </p:nvSpPr>
        <p:spPr>
          <a:xfrm>
            <a:off x="6172200" y="1681163"/>
            <a:ext cx="5183717" cy="823912"/>
          </a:xfrm>
          <a:prstGeom prst="rect">
            <a:avLst/>
          </a:prstGeom>
          <a:noFill/>
          <a:ln>
            <a:noFill/>
          </a:ln>
        </p:spPr>
        <p:txBody>
          <a:bodyPr anchorCtr="0" anchor="b" bIns="46025" lIns="92075" spcFirstLastPara="1" rIns="92075" wrap="square" tIns="46025">
            <a:noAutofit/>
          </a:bodyPr>
          <a:lstStyle>
            <a:lvl1pPr indent="-228600" lvl="0" marL="457200" algn="l">
              <a:lnSpc>
                <a:spcPct val="100000"/>
              </a:lnSpc>
              <a:spcBef>
                <a:spcPts val="480"/>
              </a:spcBef>
              <a:spcAft>
                <a:spcPts val="0"/>
              </a:spcAft>
              <a:buClr>
                <a:srgbClr val="010000"/>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Font typeface="Times New Roman"/>
              <a:buNone/>
              <a:defRPr b="1" sz="1800"/>
            </a:lvl3pPr>
            <a:lvl4pPr indent="-228600" lvl="3" marL="1828800" algn="l">
              <a:lnSpc>
                <a:spcPct val="100000"/>
              </a:lnSpc>
              <a:spcBef>
                <a:spcPts val="320"/>
              </a:spcBef>
              <a:spcAft>
                <a:spcPts val="0"/>
              </a:spcAft>
              <a:buClr>
                <a:schemeClr val="dk1"/>
              </a:buClr>
              <a:buSzPts val="1600"/>
              <a:buFont typeface="Times New Roman"/>
              <a:buNone/>
              <a:defRPr b="1" sz="1600"/>
            </a:lvl4pPr>
            <a:lvl5pPr indent="-228600" lvl="4" marL="2286000" algn="l">
              <a:lnSpc>
                <a:spcPct val="100000"/>
              </a:lnSpc>
              <a:spcBef>
                <a:spcPts val="320"/>
              </a:spcBef>
              <a:spcAft>
                <a:spcPts val="0"/>
              </a:spcAft>
              <a:buClr>
                <a:schemeClr val="dk1"/>
              </a:buClr>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3" name="Google Shape;143;p80"/>
          <p:cNvSpPr txBox="1"/>
          <p:nvPr>
            <p:ph idx="4" type="body"/>
          </p:nvPr>
        </p:nvSpPr>
        <p:spPr>
          <a:xfrm>
            <a:off x="6172200" y="2505075"/>
            <a:ext cx="5183717" cy="3684588"/>
          </a:xfrm>
          <a:prstGeom prst="rect">
            <a:avLst/>
          </a:prstGeom>
          <a:noFill/>
          <a:ln>
            <a:noFill/>
          </a:ln>
        </p:spPr>
        <p:txBody>
          <a:bodyPr anchorCtr="0" anchor="t" bIns="46025" lIns="92075" spcFirstLastPara="1" rIns="92075" wrap="square" tIns="46025">
            <a:noAutofit/>
          </a:bodyPr>
          <a:lstStyle>
            <a:lvl1pPr indent="-342900" lvl="0" marL="457200" algn="l">
              <a:lnSpc>
                <a:spcPct val="100000"/>
              </a:lnSpc>
              <a:spcBef>
                <a:spcPts val="360"/>
              </a:spcBef>
              <a:spcAft>
                <a:spcPts val="0"/>
              </a:spcAft>
              <a:buClr>
                <a:srgbClr val="010000"/>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80"/>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80"/>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6" name="Shape 146"/>
        <p:cNvGrpSpPr/>
        <p:nvPr/>
      </p:nvGrpSpPr>
      <p:grpSpPr>
        <a:xfrm>
          <a:off x="0" y="0"/>
          <a:ext cx="0" cy="0"/>
          <a:chOff x="0" y="0"/>
          <a:chExt cx="0" cy="0"/>
        </a:xfrm>
      </p:grpSpPr>
      <p:sp>
        <p:nvSpPr>
          <p:cNvPr id="147" name="Google Shape;147;p81"/>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81"/>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9" name="Shape 149"/>
        <p:cNvGrpSpPr/>
        <p:nvPr/>
      </p:nvGrpSpPr>
      <p:grpSpPr>
        <a:xfrm>
          <a:off x="0" y="0"/>
          <a:ext cx="0" cy="0"/>
          <a:chOff x="0" y="0"/>
          <a:chExt cx="0" cy="0"/>
        </a:xfrm>
      </p:grpSpPr>
      <p:sp>
        <p:nvSpPr>
          <p:cNvPr id="150" name="Google Shape;150;p82"/>
          <p:cNvSpPr txBox="1"/>
          <p:nvPr>
            <p:ph type="title"/>
          </p:nvPr>
        </p:nvSpPr>
        <p:spPr>
          <a:xfrm>
            <a:off x="840318" y="457200"/>
            <a:ext cx="3932767" cy="1600200"/>
          </a:xfrm>
          <a:prstGeom prst="rect">
            <a:avLst/>
          </a:prstGeom>
          <a:noFill/>
          <a:ln>
            <a:noFill/>
          </a:ln>
        </p:spPr>
        <p:txBody>
          <a:bodyPr anchorCtr="0" anchor="b" bIns="46025" lIns="92075" spcFirstLastPara="1" rIns="92075" wrap="square" tIns="46025">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1" name="Google Shape;151;p82"/>
          <p:cNvSpPr txBox="1"/>
          <p:nvPr>
            <p:ph idx="1" type="body"/>
          </p:nvPr>
        </p:nvSpPr>
        <p:spPr>
          <a:xfrm>
            <a:off x="5183717" y="987426"/>
            <a:ext cx="6172200" cy="4873625"/>
          </a:xfrm>
          <a:prstGeom prst="rect">
            <a:avLst/>
          </a:prstGeom>
          <a:noFill/>
          <a:ln>
            <a:noFill/>
          </a:ln>
        </p:spPr>
        <p:txBody>
          <a:bodyPr anchorCtr="0" anchor="t" bIns="46025" lIns="92075" spcFirstLastPara="1" rIns="92075" wrap="square" tIns="46025">
            <a:noAutofit/>
          </a:bodyPr>
          <a:lstStyle>
            <a:lvl1pPr indent="-431800" lvl="0" marL="457200" algn="l">
              <a:lnSpc>
                <a:spcPct val="100000"/>
              </a:lnSpc>
              <a:spcBef>
                <a:spcPts val="640"/>
              </a:spcBef>
              <a:spcAft>
                <a:spcPts val="0"/>
              </a:spcAft>
              <a:buClr>
                <a:srgbClr val="010000"/>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Font typeface="Times New Roman"/>
              <a:buChar char="•"/>
              <a:defRPr sz="2400"/>
            </a:lvl3pPr>
            <a:lvl4pPr indent="-355600" lvl="3" marL="1828800" algn="l">
              <a:lnSpc>
                <a:spcPct val="100000"/>
              </a:lnSpc>
              <a:spcBef>
                <a:spcPts val="400"/>
              </a:spcBef>
              <a:spcAft>
                <a:spcPts val="0"/>
              </a:spcAft>
              <a:buClr>
                <a:schemeClr val="dk1"/>
              </a:buClr>
              <a:buSzPts val="2000"/>
              <a:buFont typeface="Times New Roman"/>
              <a:buChar char="–"/>
              <a:defRPr sz="2000"/>
            </a:lvl4pPr>
            <a:lvl5pPr indent="-355600" lvl="4" marL="2286000" algn="l">
              <a:lnSpc>
                <a:spcPct val="100000"/>
              </a:lnSpc>
              <a:spcBef>
                <a:spcPts val="400"/>
              </a:spcBef>
              <a:spcAft>
                <a:spcPts val="0"/>
              </a:spcAft>
              <a:buClr>
                <a:schemeClr val="dk1"/>
              </a:buClr>
              <a:buSzPts val="2000"/>
              <a:buFont typeface="Times New Roman"/>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2" name="Google Shape;152;p82"/>
          <p:cNvSpPr txBox="1"/>
          <p:nvPr>
            <p:ph idx="2" type="body"/>
          </p:nvPr>
        </p:nvSpPr>
        <p:spPr>
          <a:xfrm>
            <a:off x="840318" y="2057400"/>
            <a:ext cx="3932767" cy="3811588"/>
          </a:xfrm>
          <a:prstGeom prst="rect">
            <a:avLst/>
          </a:prstGeom>
          <a:noFill/>
          <a:ln>
            <a:noFill/>
          </a:ln>
        </p:spPr>
        <p:txBody>
          <a:bodyPr anchorCtr="0" anchor="t" bIns="46025" lIns="92075" spcFirstLastPara="1" rIns="92075" wrap="square" tIns="46025">
            <a:noAutofit/>
          </a:bodyPr>
          <a:lstStyle>
            <a:lvl1pPr indent="-228600" lvl="0" marL="457200" algn="l">
              <a:lnSpc>
                <a:spcPct val="100000"/>
              </a:lnSpc>
              <a:spcBef>
                <a:spcPts val="320"/>
              </a:spcBef>
              <a:spcAft>
                <a:spcPts val="0"/>
              </a:spcAft>
              <a:buClr>
                <a:srgbClr val="010000"/>
              </a:buClr>
              <a:buSzPts val="1600"/>
              <a:buNone/>
              <a:defRPr sz="16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40"/>
              </a:spcBef>
              <a:spcAft>
                <a:spcPts val="0"/>
              </a:spcAft>
              <a:buClr>
                <a:schemeClr val="dk1"/>
              </a:buClr>
              <a:buSzPts val="1200"/>
              <a:buFont typeface="Times New Roman"/>
              <a:buNone/>
              <a:defRPr sz="1200"/>
            </a:lvl3pPr>
            <a:lvl4pPr indent="-228600" lvl="3" marL="1828800" algn="l">
              <a:lnSpc>
                <a:spcPct val="100000"/>
              </a:lnSpc>
              <a:spcBef>
                <a:spcPts val="200"/>
              </a:spcBef>
              <a:spcAft>
                <a:spcPts val="0"/>
              </a:spcAft>
              <a:buClr>
                <a:schemeClr val="dk1"/>
              </a:buClr>
              <a:buSzPts val="1000"/>
              <a:buFont typeface="Times New Roman"/>
              <a:buNone/>
              <a:defRPr sz="1000"/>
            </a:lvl4pPr>
            <a:lvl5pPr indent="-228600" lvl="4" marL="2286000" algn="l">
              <a:lnSpc>
                <a:spcPct val="100000"/>
              </a:lnSpc>
              <a:spcBef>
                <a:spcPts val="200"/>
              </a:spcBef>
              <a:spcAft>
                <a:spcPts val="0"/>
              </a:spcAft>
              <a:buClr>
                <a:schemeClr val="dk1"/>
              </a:buClr>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3" name="Google Shape;153;p82"/>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82"/>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5" name="Shape 155"/>
        <p:cNvGrpSpPr/>
        <p:nvPr/>
      </p:nvGrpSpPr>
      <p:grpSpPr>
        <a:xfrm>
          <a:off x="0" y="0"/>
          <a:ext cx="0" cy="0"/>
          <a:chOff x="0" y="0"/>
          <a:chExt cx="0" cy="0"/>
        </a:xfrm>
      </p:grpSpPr>
      <p:sp>
        <p:nvSpPr>
          <p:cNvPr id="156" name="Google Shape;156;p83"/>
          <p:cNvSpPr txBox="1"/>
          <p:nvPr>
            <p:ph type="title"/>
          </p:nvPr>
        </p:nvSpPr>
        <p:spPr>
          <a:xfrm>
            <a:off x="840318" y="457200"/>
            <a:ext cx="3932767" cy="1600200"/>
          </a:xfrm>
          <a:prstGeom prst="rect">
            <a:avLst/>
          </a:prstGeom>
          <a:noFill/>
          <a:ln>
            <a:noFill/>
          </a:ln>
        </p:spPr>
        <p:txBody>
          <a:bodyPr anchorCtr="0" anchor="b" bIns="46025" lIns="92075" spcFirstLastPara="1" rIns="92075" wrap="square" tIns="46025">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7" name="Google Shape;157;p83"/>
          <p:cNvSpPr/>
          <p:nvPr>
            <p:ph idx="2" type="pic"/>
          </p:nvPr>
        </p:nvSpPr>
        <p:spPr>
          <a:xfrm>
            <a:off x="5183717" y="987426"/>
            <a:ext cx="6172200" cy="4873625"/>
          </a:xfrm>
          <a:prstGeom prst="rect">
            <a:avLst/>
          </a:prstGeom>
          <a:noFill/>
          <a:ln>
            <a:noFill/>
          </a:ln>
        </p:spPr>
      </p:sp>
      <p:sp>
        <p:nvSpPr>
          <p:cNvPr id="158" name="Google Shape;158;p83"/>
          <p:cNvSpPr txBox="1"/>
          <p:nvPr>
            <p:ph idx="1" type="body"/>
          </p:nvPr>
        </p:nvSpPr>
        <p:spPr>
          <a:xfrm>
            <a:off x="840318" y="2057400"/>
            <a:ext cx="3932767" cy="3811588"/>
          </a:xfrm>
          <a:prstGeom prst="rect">
            <a:avLst/>
          </a:prstGeom>
          <a:noFill/>
          <a:ln>
            <a:noFill/>
          </a:ln>
        </p:spPr>
        <p:txBody>
          <a:bodyPr anchorCtr="0" anchor="t" bIns="46025" lIns="92075" spcFirstLastPara="1" rIns="92075" wrap="square" tIns="46025">
            <a:noAutofit/>
          </a:bodyPr>
          <a:lstStyle>
            <a:lvl1pPr indent="-228600" lvl="0" marL="457200" algn="l">
              <a:lnSpc>
                <a:spcPct val="100000"/>
              </a:lnSpc>
              <a:spcBef>
                <a:spcPts val="320"/>
              </a:spcBef>
              <a:spcAft>
                <a:spcPts val="0"/>
              </a:spcAft>
              <a:buClr>
                <a:srgbClr val="010000"/>
              </a:buClr>
              <a:buSzPts val="1600"/>
              <a:buNone/>
              <a:defRPr sz="1600"/>
            </a:lvl1pPr>
            <a:lvl2pPr indent="-228600" lvl="1" marL="914400" algn="l">
              <a:lnSpc>
                <a:spcPct val="100000"/>
              </a:lnSpc>
              <a:spcBef>
                <a:spcPts val="280"/>
              </a:spcBef>
              <a:spcAft>
                <a:spcPts val="0"/>
              </a:spcAft>
              <a:buClr>
                <a:schemeClr val="dk1"/>
              </a:buClr>
              <a:buSzPts val="1400"/>
              <a:buNone/>
              <a:defRPr sz="1400"/>
            </a:lvl2pPr>
            <a:lvl3pPr indent="-228600" lvl="2" marL="1371600" algn="l">
              <a:lnSpc>
                <a:spcPct val="100000"/>
              </a:lnSpc>
              <a:spcBef>
                <a:spcPts val="240"/>
              </a:spcBef>
              <a:spcAft>
                <a:spcPts val="0"/>
              </a:spcAft>
              <a:buClr>
                <a:schemeClr val="dk1"/>
              </a:buClr>
              <a:buSzPts val="1200"/>
              <a:buFont typeface="Times New Roman"/>
              <a:buNone/>
              <a:defRPr sz="1200"/>
            </a:lvl3pPr>
            <a:lvl4pPr indent="-228600" lvl="3" marL="1828800" algn="l">
              <a:lnSpc>
                <a:spcPct val="100000"/>
              </a:lnSpc>
              <a:spcBef>
                <a:spcPts val="200"/>
              </a:spcBef>
              <a:spcAft>
                <a:spcPts val="0"/>
              </a:spcAft>
              <a:buClr>
                <a:schemeClr val="dk1"/>
              </a:buClr>
              <a:buSzPts val="1000"/>
              <a:buFont typeface="Times New Roman"/>
              <a:buNone/>
              <a:defRPr sz="1000"/>
            </a:lvl4pPr>
            <a:lvl5pPr indent="-228600" lvl="4" marL="2286000" algn="l">
              <a:lnSpc>
                <a:spcPct val="100000"/>
              </a:lnSpc>
              <a:spcBef>
                <a:spcPts val="200"/>
              </a:spcBef>
              <a:spcAft>
                <a:spcPts val="0"/>
              </a:spcAft>
              <a:buClr>
                <a:schemeClr val="dk1"/>
              </a:buClr>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9" name="Google Shape;159;p83"/>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83"/>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1" name="Shape 161"/>
        <p:cNvGrpSpPr/>
        <p:nvPr/>
      </p:nvGrpSpPr>
      <p:grpSpPr>
        <a:xfrm>
          <a:off x="0" y="0"/>
          <a:ext cx="0" cy="0"/>
          <a:chOff x="0" y="0"/>
          <a:chExt cx="0" cy="0"/>
        </a:xfrm>
      </p:grpSpPr>
      <p:sp>
        <p:nvSpPr>
          <p:cNvPr id="162" name="Google Shape;162;p84"/>
          <p:cNvSpPr txBox="1"/>
          <p:nvPr>
            <p:ph type="title"/>
          </p:nvPr>
        </p:nvSpPr>
        <p:spPr>
          <a:xfrm>
            <a:off x="1" y="0"/>
            <a:ext cx="12189884" cy="9144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 name="Google Shape;163;p84"/>
          <p:cNvSpPr txBox="1"/>
          <p:nvPr>
            <p:ph idx="1" type="body"/>
          </p:nvPr>
        </p:nvSpPr>
        <p:spPr>
          <a:xfrm rot="5400000">
            <a:off x="3606800" y="-1981200"/>
            <a:ext cx="4876800" cy="11277600"/>
          </a:xfrm>
          <a:prstGeom prst="rect">
            <a:avLst/>
          </a:prstGeom>
          <a:noFill/>
          <a:ln>
            <a:noFill/>
          </a:ln>
        </p:spPr>
        <p:txBody>
          <a:bodyPr anchorCtr="0" anchor="t" bIns="46025" lIns="92075" spcFirstLastPara="1" rIns="92075" wrap="square" tIns="46025">
            <a:noAutofit/>
          </a:bodyPr>
          <a:lstStyle>
            <a:lvl1pPr indent="-342900" lvl="0" marL="457200" algn="l">
              <a:lnSpc>
                <a:spcPct val="100000"/>
              </a:lnSpc>
              <a:spcBef>
                <a:spcPts val="360"/>
              </a:spcBef>
              <a:spcAft>
                <a:spcPts val="0"/>
              </a:spcAft>
              <a:buClr>
                <a:srgbClr val="010000"/>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84"/>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84"/>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6" name="Shape 166"/>
        <p:cNvGrpSpPr/>
        <p:nvPr/>
      </p:nvGrpSpPr>
      <p:grpSpPr>
        <a:xfrm>
          <a:off x="0" y="0"/>
          <a:ext cx="0" cy="0"/>
          <a:chOff x="0" y="0"/>
          <a:chExt cx="0" cy="0"/>
        </a:xfrm>
      </p:grpSpPr>
      <p:sp>
        <p:nvSpPr>
          <p:cNvPr id="167" name="Google Shape;167;p85"/>
          <p:cNvSpPr txBox="1"/>
          <p:nvPr>
            <p:ph type="title"/>
          </p:nvPr>
        </p:nvSpPr>
        <p:spPr>
          <a:xfrm rot="5400000">
            <a:off x="7618943" y="1525058"/>
            <a:ext cx="6096000" cy="3045884"/>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 name="Google Shape;168;p85"/>
          <p:cNvSpPr txBox="1"/>
          <p:nvPr>
            <p:ph idx="1" type="body"/>
          </p:nvPr>
        </p:nvSpPr>
        <p:spPr>
          <a:xfrm rot="5400000">
            <a:off x="1422400" y="-1422400"/>
            <a:ext cx="6096000" cy="8940800"/>
          </a:xfrm>
          <a:prstGeom prst="rect">
            <a:avLst/>
          </a:prstGeom>
          <a:noFill/>
          <a:ln>
            <a:noFill/>
          </a:ln>
        </p:spPr>
        <p:txBody>
          <a:bodyPr anchorCtr="0" anchor="t" bIns="46025" lIns="92075" spcFirstLastPara="1" rIns="92075" wrap="square" tIns="46025">
            <a:noAutofit/>
          </a:bodyPr>
          <a:lstStyle>
            <a:lvl1pPr indent="-342900" lvl="0" marL="457200" algn="l">
              <a:lnSpc>
                <a:spcPct val="100000"/>
              </a:lnSpc>
              <a:spcBef>
                <a:spcPts val="360"/>
              </a:spcBef>
              <a:spcAft>
                <a:spcPts val="0"/>
              </a:spcAft>
              <a:buClr>
                <a:srgbClr val="010000"/>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85"/>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85"/>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79" name="Shape 179"/>
        <p:cNvGrpSpPr/>
        <p:nvPr/>
      </p:nvGrpSpPr>
      <p:grpSpPr>
        <a:xfrm>
          <a:off x="0" y="0"/>
          <a:ext cx="0" cy="0"/>
          <a:chOff x="0" y="0"/>
          <a:chExt cx="0" cy="0"/>
        </a:xfrm>
      </p:grpSpPr>
      <p:sp>
        <p:nvSpPr>
          <p:cNvPr id="180" name="Google Shape;180;p65"/>
          <p:cNvSpPr txBox="1"/>
          <p:nvPr>
            <p:ph type="title"/>
          </p:nvPr>
        </p:nvSpPr>
        <p:spPr>
          <a:xfrm>
            <a:off x="1625600" y="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65"/>
          <p:cNvSpPr txBox="1"/>
          <p:nvPr>
            <p:ph idx="1" type="body"/>
          </p:nvPr>
        </p:nvSpPr>
        <p:spPr>
          <a:xfrm>
            <a:off x="914400" y="1371600"/>
            <a:ext cx="5080000" cy="48910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65"/>
          <p:cNvSpPr txBox="1"/>
          <p:nvPr>
            <p:ph idx="2" type="body"/>
          </p:nvPr>
        </p:nvSpPr>
        <p:spPr>
          <a:xfrm>
            <a:off x="6197600" y="1371600"/>
            <a:ext cx="5080000" cy="48910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65"/>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65"/>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65"/>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6" name="Shape 186"/>
        <p:cNvGrpSpPr/>
        <p:nvPr/>
      </p:nvGrpSpPr>
      <p:grpSpPr>
        <a:xfrm>
          <a:off x="0" y="0"/>
          <a:ext cx="0" cy="0"/>
          <a:chOff x="0" y="0"/>
          <a:chExt cx="0" cy="0"/>
        </a:xfrm>
      </p:grpSpPr>
      <p:sp>
        <p:nvSpPr>
          <p:cNvPr id="187" name="Google Shape;187;p66"/>
          <p:cNvSpPr txBox="1"/>
          <p:nvPr>
            <p:ph type="title"/>
          </p:nvPr>
        </p:nvSpPr>
        <p:spPr>
          <a:xfrm>
            <a:off x="1625600" y="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66"/>
          <p:cNvSpPr txBox="1"/>
          <p:nvPr>
            <p:ph idx="1" type="body"/>
          </p:nvPr>
        </p:nvSpPr>
        <p:spPr>
          <a:xfrm>
            <a:off x="914400" y="1371600"/>
            <a:ext cx="10363200" cy="48910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66"/>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66"/>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66"/>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92" name="Shape 192"/>
        <p:cNvGrpSpPr/>
        <p:nvPr/>
      </p:nvGrpSpPr>
      <p:grpSpPr>
        <a:xfrm>
          <a:off x="0" y="0"/>
          <a:ext cx="0" cy="0"/>
          <a:chOff x="0" y="0"/>
          <a:chExt cx="0" cy="0"/>
        </a:xfrm>
      </p:grpSpPr>
      <p:sp>
        <p:nvSpPr>
          <p:cNvPr id="193" name="Google Shape;193;p86"/>
          <p:cNvSpPr/>
          <p:nvPr/>
        </p:nvSpPr>
        <p:spPr>
          <a:xfrm>
            <a:off x="2336800" y="1600200"/>
            <a:ext cx="9855200" cy="5257800"/>
          </a:xfrm>
          <a:prstGeom prst="rect">
            <a:avLst/>
          </a:prstGeom>
          <a:gradFill>
            <a:gsLst>
              <a:gs pos="0">
                <a:schemeClr val="lt2"/>
              </a:gs>
              <a:gs pos="50000">
                <a:schemeClr val="lt1"/>
              </a:gs>
              <a:gs pos="100000">
                <a:schemeClr val="lt2"/>
              </a:gs>
            </a:gsLst>
            <a:lin ang="27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194" name="Google Shape;194;p86"/>
          <p:cNvSpPr txBox="1"/>
          <p:nvPr>
            <p:ph type="ctrTitle"/>
          </p:nvPr>
        </p:nvSpPr>
        <p:spPr>
          <a:xfrm>
            <a:off x="2641600" y="1676400"/>
            <a:ext cx="9245600" cy="2362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86"/>
          <p:cNvSpPr txBox="1"/>
          <p:nvPr>
            <p:ph idx="1" type="subTitle"/>
          </p:nvPr>
        </p:nvSpPr>
        <p:spPr>
          <a:xfrm>
            <a:off x="2438400" y="4343400"/>
            <a:ext cx="9245600" cy="1295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480"/>
              </a:spcBef>
              <a:spcAft>
                <a:spcPts val="0"/>
              </a:spcAft>
              <a:buClr>
                <a:schemeClr val="dk1"/>
              </a:buClr>
              <a:buSzPts val="2400"/>
              <a:buFont typeface="Georgia"/>
              <a:buNone/>
              <a:defRPr sz="2400"/>
            </a:lvl1pPr>
            <a:lvl2pPr lvl="1" algn="l">
              <a:lnSpc>
                <a:spcPct val="100000"/>
              </a:lnSpc>
              <a:spcBef>
                <a:spcPts val="360"/>
              </a:spcBef>
              <a:spcAft>
                <a:spcPts val="0"/>
              </a:spcAft>
              <a:buClr>
                <a:schemeClr val="dk1"/>
              </a:buClr>
              <a:buSzPts val="1350"/>
              <a:buChar char="•"/>
              <a:defRPr/>
            </a:lvl2pPr>
            <a:lvl3pPr lvl="2" algn="l">
              <a:lnSpc>
                <a:spcPct val="100000"/>
              </a:lnSpc>
              <a:spcBef>
                <a:spcPts val="360"/>
              </a:spcBef>
              <a:spcAft>
                <a:spcPts val="0"/>
              </a:spcAft>
              <a:buClr>
                <a:schemeClr val="dk1"/>
              </a:buClr>
              <a:buSzPts val="1800"/>
              <a:buChar char="•"/>
              <a:defRPr/>
            </a:lvl3pPr>
            <a:lvl4pPr lvl="3" algn="l">
              <a:lnSpc>
                <a:spcPct val="100000"/>
              </a:lnSpc>
              <a:spcBef>
                <a:spcPts val="360"/>
              </a:spcBef>
              <a:spcAft>
                <a:spcPts val="0"/>
              </a:spcAft>
              <a:buClr>
                <a:schemeClr val="dk1"/>
              </a:buClr>
              <a:buSzPts val="1800"/>
              <a:buChar char="–"/>
              <a:defRPr/>
            </a:lvl4pPr>
            <a:lvl5pPr lvl="4" algn="l">
              <a:lnSpc>
                <a:spcPct val="100000"/>
              </a:lnSpc>
              <a:spcBef>
                <a:spcPts val="36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96" name="Google Shape;196;p86"/>
          <p:cNvSpPr txBox="1"/>
          <p:nvPr>
            <p:ph idx="10" type="dt"/>
          </p:nvPr>
        </p:nvSpPr>
        <p:spPr>
          <a:xfrm>
            <a:off x="7112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86"/>
          <p:cNvSpPr txBox="1"/>
          <p:nvPr>
            <p:ph idx="11" type="ftr"/>
          </p:nvPr>
        </p:nvSpPr>
        <p:spPr>
          <a:xfrm>
            <a:off x="42672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86"/>
          <p:cNvSpPr txBox="1"/>
          <p:nvPr>
            <p:ph idx="12" type="sldNum"/>
          </p:nvPr>
        </p:nvSpPr>
        <p:spPr>
          <a:xfrm>
            <a:off x="91440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cxnSp>
        <p:nvCxnSpPr>
          <p:cNvPr id="199" name="Google Shape;199;p86"/>
          <p:cNvCxnSpPr/>
          <p:nvPr/>
        </p:nvCxnSpPr>
        <p:spPr>
          <a:xfrm>
            <a:off x="1117600" y="4267200"/>
            <a:ext cx="10769600" cy="0"/>
          </a:xfrm>
          <a:prstGeom prst="straightConnector1">
            <a:avLst/>
          </a:prstGeom>
          <a:noFill/>
          <a:ln cap="flat" cmpd="sng" w="53975">
            <a:solidFill>
              <a:srgbClr val="008000"/>
            </a:solidFill>
            <a:prstDash val="solid"/>
            <a:round/>
            <a:headEnd len="sm" w="sm" type="none"/>
            <a:tailEnd len="sm" w="sm" type="none"/>
          </a:ln>
        </p:spPr>
      </p:cxnSp>
      <p:pic>
        <p:nvPicPr>
          <p:cNvPr descr="D:\aka\eagle.jpg" id="200" name="Google Shape;200;p86"/>
          <p:cNvPicPr preferRelativeResize="0"/>
          <p:nvPr/>
        </p:nvPicPr>
        <p:blipFill rotWithShape="1">
          <a:blip r:embed="rId2">
            <a:alphaModFix/>
          </a:blip>
          <a:srcRect b="0" l="0" r="0" t="0"/>
          <a:stretch/>
        </p:blipFill>
        <p:spPr>
          <a:xfrm>
            <a:off x="406400" y="990600"/>
            <a:ext cx="5486400" cy="123348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1" name="Shape 201"/>
        <p:cNvGrpSpPr/>
        <p:nvPr/>
      </p:nvGrpSpPr>
      <p:grpSpPr>
        <a:xfrm>
          <a:off x="0" y="0"/>
          <a:ext cx="0" cy="0"/>
          <a:chOff x="0" y="0"/>
          <a:chExt cx="0" cy="0"/>
        </a:xfrm>
      </p:grpSpPr>
      <p:sp>
        <p:nvSpPr>
          <p:cNvPr id="202" name="Google Shape;202;p87"/>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87"/>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Georgia"/>
              <a:buNone/>
              <a:defRPr sz="2400"/>
            </a:lvl1pPr>
            <a:lvl2pPr indent="-228600" lvl="1" marL="914400" algn="l">
              <a:lnSpc>
                <a:spcPct val="100000"/>
              </a:lnSpc>
              <a:spcBef>
                <a:spcPts val="400"/>
              </a:spcBef>
              <a:spcAft>
                <a:spcPts val="0"/>
              </a:spcAft>
              <a:buClr>
                <a:schemeClr val="dk1"/>
              </a:buClr>
              <a:buSzPts val="1500"/>
              <a:buFont typeface="Georgia"/>
              <a:buNone/>
              <a:defRPr sz="2000"/>
            </a:lvl2pPr>
            <a:lvl3pPr indent="-228600" lvl="2" marL="1371600" algn="l">
              <a:lnSpc>
                <a:spcPct val="100000"/>
              </a:lnSpc>
              <a:spcBef>
                <a:spcPts val="360"/>
              </a:spcBef>
              <a:spcAft>
                <a:spcPts val="0"/>
              </a:spcAft>
              <a:buClr>
                <a:schemeClr val="dk1"/>
              </a:buClr>
              <a:buSzPts val="1800"/>
              <a:buFont typeface="Georgia"/>
              <a:buNone/>
              <a:defRPr sz="1800"/>
            </a:lvl3pPr>
            <a:lvl4pPr indent="-228600" lvl="3" marL="1828800" algn="l">
              <a:lnSpc>
                <a:spcPct val="100000"/>
              </a:lnSpc>
              <a:spcBef>
                <a:spcPts val="320"/>
              </a:spcBef>
              <a:spcAft>
                <a:spcPts val="0"/>
              </a:spcAft>
              <a:buClr>
                <a:schemeClr val="dk1"/>
              </a:buClr>
              <a:buSzPts val="1600"/>
              <a:buFont typeface="Georgia"/>
              <a:buNone/>
              <a:defRPr sz="1600"/>
            </a:lvl4pPr>
            <a:lvl5pPr indent="-228600" lvl="4" marL="2286000" algn="l">
              <a:lnSpc>
                <a:spcPct val="100000"/>
              </a:lnSpc>
              <a:spcBef>
                <a:spcPts val="320"/>
              </a:spcBef>
              <a:spcAft>
                <a:spcPts val="0"/>
              </a:spcAft>
              <a:buSzPts val="1600"/>
              <a:buFont typeface="Georgia"/>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204" name="Google Shape;204;p87"/>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87"/>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87"/>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7" name="Shape 207"/>
        <p:cNvGrpSpPr/>
        <p:nvPr/>
      </p:nvGrpSpPr>
      <p:grpSpPr>
        <a:xfrm>
          <a:off x="0" y="0"/>
          <a:ext cx="0" cy="0"/>
          <a:chOff x="0" y="0"/>
          <a:chExt cx="0" cy="0"/>
        </a:xfrm>
      </p:grpSpPr>
      <p:sp>
        <p:nvSpPr>
          <p:cNvPr id="208" name="Google Shape;208;p88"/>
          <p:cNvSpPr txBox="1"/>
          <p:nvPr>
            <p:ph type="title"/>
          </p:nvPr>
        </p:nvSpPr>
        <p:spPr>
          <a:xfrm>
            <a:off x="1625600" y="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p88"/>
          <p:cNvSpPr txBox="1"/>
          <p:nvPr>
            <p:ph idx="1" type="body"/>
          </p:nvPr>
        </p:nvSpPr>
        <p:spPr>
          <a:xfrm>
            <a:off x="914400" y="1371600"/>
            <a:ext cx="5080000" cy="48910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0" name="Google Shape;210;p88"/>
          <p:cNvSpPr txBox="1"/>
          <p:nvPr>
            <p:ph idx="2" type="body"/>
          </p:nvPr>
        </p:nvSpPr>
        <p:spPr>
          <a:xfrm>
            <a:off x="6197600" y="1371600"/>
            <a:ext cx="5080000" cy="48910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88"/>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88"/>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88"/>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4" name="Shape 214"/>
        <p:cNvGrpSpPr/>
        <p:nvPr/>
      </p:nvGrpSpPr>
      <p:grpSpPr>
        <a:xfrm>
          <a:off x="0" y="0"/>
          <a:ext cx="0" cy="0"/>
          <a:chOff x="0" y="0"/>
          <a:chExt cx="0" cy="0"/>
        </a:xfrm>
      </p:grpSpPr>
      <p:sp>
        <p:nvSpPr>
          <p:cNvPr id="215" name="Google Shape;215;p89"/>
          <p:cNvSpPr txBox="1"/>
          <p:nvPr>
            <p:ph type="title"/>
          </p:nvPr>
        </p:nvSpPr>
        <p:spPr>
          <a:xfrm>
            <a:off x="840317" y="365126"/>
            <a:ext cx="10515600" cy="1325563"/>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89"/>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Georgia"/>
              <a:buNone/>
              <a:defRPr b="1" sz="2400"/>
            </a:lvl1pPr>
            <a:lvl2pPr indent="-228600" lvl="1" marL="914400" algn="l">
              <a:lnSpc>
                <a:spcPct val="100000"/>
              </a:lnSpc>
              <a:spcBef>
                <a:spcPts val="400"/>
              </a:spcBef>
              <a:spcAft>
                <a:spcPts val="0"/>
              </a:spcAft>
              <a:buClr>
                <a:schemeClr val="dk1"/>
              </a:buClr>
              <a:buSzPts val="1500"/>
              <a:buFont typeface="Georgia"/>
              <a:buNone/>
              <a:defRPr b="1" sz="2000"/>
            </a:lvl2pPr>
            <a:lvl3pPr indent="-228600" lvl="2" marL="1371600" algn="l">
              <a:lnSpc>
                <a:spcPct val="100000"/>
              </a:lnSpc>
              <a:spcBef>
                <a:spcPts val="360"/>
              </a:spcBef>
              <a:spcAft>
                <a:spcPts val="0"/>
              </a:spcAft>
              <a:buClr>
                <a:schemeClr val="dk1"/>
              </a:buClr>
              <a:buSzPts val="1800"/>
              <a:buFont typeface="Georgia"/>
              <a:buNone/>
              <a:defRPr b="1" sz="1800"/>
            </a:lvl3pPr>
            <a:lvl4pPr indent="-228600" lvl="3" marL="1828800" algn="l">
              <a:lnSpc>
                <a:spcPct val="100000"/>
              </a:lnSpc>
              <a:spcBef>
                <a:spcPts val="320"/>
              </a:spcBef>
              <a:spcAft>
                <a:spcPts val="0"/>
              </a:spcAft>
              <a:buClr>
                <a:schemeClr val="dk1"/>
              </a:buClr>
              <a:buSzPts val="1600"/>
              <a:buFont typeface="Georgia"/>
              <a:buNone/>
              <a:defRPr b="1" sz="1600"/>
            </a:lvl4pPr>
            <a:lvl5pPr indent="-228600" lvl="4" marL="2286000" algn="l">
              <a:lnSpc>
                <a:spcPct val="100000"/>
              </a:lnSpc>
              <a:spcBef>
                <a:spcPts val="320"/>
              </a:spcBef>
              <a:spcAft>
                <a:spcPts val="0"/>
              </a:spcAft>
              <a:buSzPts val="1600"/>
              <a:buFont typeface="Georgi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7" name="Google Shape;217;p89"/>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89"/>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Font typeface="Georgia"/>
              <a:buNone/>
              <a:defRPr b="1" sz="2400"/>
            </a:lvl1pPr>
            <a:lvl2pPr indent="-228600" lvl="1" marL="914400" algn="l">
              <a:lnSpc>
                <a:spcPct val="100000"/>
              </a:lnSpc>
              <a:spcBef>
                <a:spcPts val="400"/>
              </a:spcBef>
              <a:spcAft>
                <a:spcPts val="0"/>
              </a:spcAft>
              <a:buClr>
                <a:schemeClr val="dk1"/>
              </a:buClr>
              <a:buSzPts val="1500"/>
              <a:buFont typeface="Georgia"/>
              <a:buNone/>
              <a:defRPr b="1" sz="2000"/>
            </a:lvl2pPr>
            <a:lvl3pPr indent="-228600" lvl="2" marL="1371600" algn="l">
              <a:lnSpc>
                <a:spcPct val="100000"/>
              </a:lnSpc>
              <a:spcBef>
                <a:spcPts val="360"/>
              </a:spcBef>
              <a:spcAft>
                <a:spcPts val="0"/>
              </a:spcAft>
              <a:buClr>
                <a:schemeClr val="dk1"/>
              </a:buClr>
              <a:buSzPts val="1800"/>
              <a:buFont typeface="Georgia"/>
              <a:buNone/>
              <a:defRPr b="1" sz="1800"/>
            </a:lvl3pPr>
            <a:lvl4pPr indent="-228600" lvl="3" marL="1828800" algn="l">
              <a:lnSpc>
                <a:spcPct val="100000"/>
              </a:lnSpc>
              <a:spcBef>
                <a:spcPts val="320"/>
              </a:spcBef>
              <a:spcAft>
                <a:spcPts val="0"/>
              </a:spcAft>
              <a:buClr>
                <a:schemeClr val="dk1"/>
              </a:buClr>
              <a:buSzPts val="1600"/>
              <a:buFont typeface="Georgia"/>
              <a:buNone/>
              <a:defRPr b="1" sz="1600"/>
            </a:lvl4pPr>
            <a:lvl5pPr indent="-228600" lvl="4" marL="2286000" algn="l">
              <a:lnSpc>
                <a:spcPct val="100000"/>
              </a:lnSpc>
              <a:spcBef>
                <a:spcPts val="320"/>
              </a:spcBef>
              <a:spcAft>
                <a:spcPts val="0"/>
              </a:spcAft>
              <a:buSzPts val="1600"/>
              <a:buFont typeface="Georgia"/>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9" name="Google Shape;219;p89"/>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89"/>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89"/>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89"/>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3" name="Shape 223"/>
        <p:cNvGrpSpPr/>
        <p:nvPr/>
      </p:nvGrpSpPr>
      <p:grpSpPr>
        <a:xfrm>
          <a:off x="0" y="0"/>
          <a:ext cx="0" cy="0"/>
          <a:chOff x="0" y="0"/>
          <a:chExt cx="0" cy="0"/>
        </a:xfrm>
      </p:grpSpPr>
      <p:sp>
        <p:nvSpPr>
          <p:cNvPr id="224" name="Google Shape;224;p90"/>
          <p:cNvSpPr txBox="1"/>
          <p:nvPr>
            <p:ph type="title"/>
          </p:nvPr>
        </p:nvSpPr>
        <p:spPr>
          <a:xfrm>
            <a:off x="1625600" y="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p90"/>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90"/>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90"/>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8" name="Shape 228"/>
        <p:cNvGrpSpPr/>
        <p:nvPr/>
      </p:nvGrpSpPr>
      <p:grpSpPr>
        <a:xfrm>
          <a:off x="0" y="0"/>
          <a:ext cx="0" cy="0"/>
          <a:chOff x="0" y="0"/>
          <a:chExt cx="0" cy="0"/>
        </a:xfrm>
      </p:grpSpPr>
      <p:sp>
        <p:nvSpPr>
          <p:cNvPr id="229" name="Google Shape;229;p91"/>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91"/>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1" name="Google Shape;231;p91"/>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2" name="Shape 232"/>
        <p:cNvGrpSpPr/>
        <p:nvPr/>
      </p:nvGrpSpPr>
      <p:grpSpPr>
        <a:xfrm>
          <a:off x="0" y="0"/>
          <a:ext cx="0" cy="0"/>
          <a:chOff x="0" y="0"/>
          <a:chExt cx="0" cy="0"/>
        </a:xfrm>
      </p:grpSpPr>
      <p:sp>
        <p:nvSpPr>
          <p:cNvPr id="233" name="Google Shape;233;p92"/>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92"/>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Font typeface="Georgia"/>
              <a:buChar char="•"/>
              <a:defRPr sz="3200"/>
            </a:lvl1pPr>
            <a:lvl2pPr indent="-361950" lvl="1" marL="914400" algn="l">
              <a:lnSpc>
                <a:spcPct val="100000"/>
              </a:lnSpc>
              <a:spcBef>
                <a:spcPts val="560"/>
              </a:spcBef>
              <a:spcAft>
                <a:spcPts val="0"/>
              </a:spcAft>
              <a:buClr>
                <a:schemeClr val="dk1"/>
              </a:buClr>
              <a:buSzPts val="2100"/>
              <a:buFont typeface="Georgia"/>
              <a:buChar char="•"/>
              <a:defRPr sz="2800"/>
            </a:lvl2pPr>
            <a:lvl3pPr indent="-381000" lvl="2" marL="1371600" algn="l">
              <a:lnSpc>
                <a:spcPct val="100000"/>
              </a:lnSpc>
              <a:spcBef>
                <a:spcPts val="480"/>
              </a:spcBef>
              <a:spcAft>
                <a:spcPts val="0"/>
              </a:spcAft>
              <a:buClr>
                <a:schemeClr val="dk1"/>
              </a:buClr>
              <a:buSzPts val="2400"/>
              <a:buFont typeface="Georgia"/>
              <a:buChar char="•"/>
              <a:defRPr sz="2400"/>
            </a:lvl3pPr>
            <a:lvl4pPr indent="-355600" lvl="3" marL="1828800" algn="l">
              <a:lnSpc>
                <a:spcPct val="100000"/>
              </a:lnSpc>
              <a:spcBef>
                <a:spcPts val="400"/>
              </a:spcBef>
              <a:spcAft>
                <a:spcPts val="0"/>
              </a:spcAft>
              <a:buClr>
                <a:schemeClr val="dk1"/>
              </a:buClr>
              <a:buSzPts val="2000"/>
              <a:buFont typeface="Georgia"/>
              <a:buChar char="–"/>
              <a:defRPr sz="2000"/>
            </a:lvl4pPr>
            <a:lvl5pPr indent="-355600" lvl="4" marL="2286000" algn="l">
              <a:lnSpc>
                <a:spcPct val="100000"/>
              </a:lnSpc>
              <a:spcBef>
                <a:spcPts val="400"/>
              </a:spcBef>
              <a:spcAft>
                <a:spcPts val="0"/>
              </a:spcAft>
              <a:buSzPts val="2000"/>
              <a:buFont typeface="Georgia"/>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35" name="Google Shape;235;p92"/>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20"/>
              </a:spcBef>
              <a:spcAft>
                <a:spcPts val="0"/>
              </a:spcAft>
              <a:buClr>
                <a:schemeClr val="dk1"/>
              </a:buClr>
              <a:buSzPts val="1600"/>
              <a:buFont typeface="Georgia"/>
              <a:buNone/>
              <a:defRPr sz="1600"/>
            </a:lvl1pPr>
            <a:lvl2pPr indent="-228600" lvl="1" marL="914400" algn="l">
              <a:lnSpc>
                <a:spcPct val="100000"/>
              </a:lnSpc>
              <a:spcBef>
                <a:spcPts val="280"/>
              </a:spcBef>
              <a:spcAft>
                <a:spcPts val="0"/>
              </a:spcAft>
              <a:buClr>
                <a:schemeClr val="dk1"/>
              </a:buClr>
              <a:buSzPts val="1050"/>
              <a:buFont typeface="Georgia"/>
              <a:buNone/>
              <a:defRPr sz="1400"/>
            </a:lvl2pPr>
            <a:lvl3pPr indent="-228600" lvl="2" marL="1371600" algn="l">
              <a:lnSpc>
                <a:spcPct val="100000"/>
              </a:lnSpc>
              <a:spcBef>
                <a:spcPts val="240"/>
              </a:spcBef>
              <a:spcAft>
                <a:spcPts val="0"/>
              </a:spcAft>
              <a:buClr>
                <a:schemeClr val="dk1"/>
              </a:buClr>
              <a:buSzPts val="1200"/>
              <a:buFont typeface="Georgia"/>
              <a:buNone/>
              <a:defRPr sz="1200"/>
            </a:lvl3pPr>
            <a:lvl4pPr indent="-228600" lvl="3" marL="1828800" algn="l">
              <a:lnSpc>
                <a:spcPct val="100000"/>
              </a:lnSpc>
              <a:spcBef>
                <a:spcPts val="200"/>
              </a:spcBef>
              <a:spcAft>
                <a:spcPts val="0"/>
              </a:spcAft>
              <a:buClr>
                <a:schemeClr val="dk1"/>
              </a:buClr>
              <a:buSzPts val="1000"/>
              <a:buFont typeface="Georgia"/>
              <a:buNone/>
              <a:defRPr sz="1000"/>
            </a:lvl4pPr>
            <a:lvl5pPr indent="-228600" lvl="4" marL="2286000" algn="l">
              <a:lnSpc>
                <a:spcPct val="100000"/>
              </a:lnSpc>
              <a:spcBef>
                <a:spcPts val="200"/>
              </a:spcBef>
              <a:spcAft>
                <a:spcPts val="0"/>
              </a:spcAft>
              <a:buSzPts val="1000"/>
              <a:buFont typeface="Georgi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6" name="Google Shape;236;p92"/>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p92"/>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p92"/>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9" name="Shape 239"/>
        <p:cNvGrpSpPr/>
        <p:nvPr/>
      </p:nvGrpSpPr>
      <p:grpSpPr>
        <a:xfrm>
          <a:off x="0" y="0"/>
          <a:ext cx="0" cy="0"/>
          <a:chOff x="0" y="0"/>
          <a:chExt cx="0" cy="0"/>
        </a:xfrm>
      </p:grpSpPr>
      <p:sp>
        <p:nvSpPr>
          <p:cNvPr id="240" name="Google Shape;240;p93"/>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93"/>
          <p:cNvSpPr/>
          <p:nvPr>
            <p:ph idx="2" type="pic"/>
          </p:nvPr>
        </p:nvSpPr>
        <p:spPr>
          <a:xfrm>
            <a:off x="5183717" y="987426"/>
            <a:ext cx="6172200" cy="4873625"/>
          </a:xfrm>
          <a:prstGeom prst="rect">
            <a:avLst/>
          </a:prstGeom>
          <a:noFill/>
          <a:ln>
            <a:noFill/>
          </a:ln>
        </p:spPr>
      </p:sp>
      <p:sp>
        <p:nvSpPr>
          <p:cNvPr id="242" name="Google Shape;242;p93"/>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20"/>
              </a:spcBef>
              <a:spcAft>
                <a:spcPts val="0"/>
              </a:spcAft>
              <a:buClr>
                <a:schemeClr val="dk1"/>
              </a:buClr>
              <a:buSzPts val="1600"/>
              <a:buFont typeface="Georgia"/>
              <a:buNone/>
              <a:defRPr sz="1600"/>
            </a:lvl1pPr>
            <a:lvl2pPr indent="-228600" lvl="1" marL="914400" algn="l">
              <a:lnSpc>
                <a:spcPct val="100000"/>
              </a:lnSpc>
              <a:spcBef>
                <a:spcPts val="280"/>
              </a:spcBef>
              <a:spcAft>
                <a:spcPts val="0"/>
              </a:spcAft>
              <a:buClr>
                <a:schemeClr val="dk1"/>
              </a:buClr>
              <a:buSzPts val="1050"/>
              <a:buFont typeface="Georgia"/>
              <a:buNone/>
              <a:defRPr sz="1400"/>
            </a:lvl2pPr>
            <a:lvl3pPr indent="-228600" lvl="2" marL="1371600" algn="l">
              <a:lnSpc>
                <a:spcPct val="100000"/>
              </a:lnSpc>
              <a:spcBef>
                <a:spcPts val="240"/>
              </a:spcBef>
              <a:spcAft>
                <a:spcPts val="0"/>
              </a:spcAft>
              <a:buClr>
                <a:schemeClr val="dk1"/>
              </a:buClr>
              <a:buSzPts val="1200"/>
              <a:buFont typeface="Georgia"/>
              <a:buNone/>
              <a:defRPr sz="1200"/>
            </a:lvl3pPr>
            <a:lvl4pPr indent="-228600" lvl="3" marL="1828800" algn="l">
              <a:lnSpc>
                <a:spcPct val="100000"/>
              </a:lnSpc>
              <a:spcBef>
                <a:spcPts val="200"/>
              </a:spcBef>
              <a:spcAft>
                <a:spcPts val="0"/>
              </a:spcAft>
              <a:buClr>
                <a:schemeClr val="dk1"/>
              </a:buClr>
              <a:buSzPts val="1000"/>
              <a:buFont typeface="Georgia"/>
              <a:buNone/>
              <a:defRPr sz="1000"/>
            </a:lvl4pPr>
            <a:lvl5pPr indent="-228600" lvl="4" marL="2286000" algn="l">
              <a:lnSpc>
                <a:spcPct val="100000"/>
              </a:lnSpc>
              <a:spcBef>
                <a:spcPts val="200"/>
              </a:spcBef>
              <a:spcAft>
                <a:spcPts val="0"/>
              </a:spcAft>
              <a:buSzPts val="1000"/>
              <a:buFont typeface="Georgia"/>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43" name="Google Shape;243;p93"/>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93"/>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93"/>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6" name="Shape 246"/>
        <p:cNvGrpSpPr/>
        <p:nvPr/>
      </p:nvGrpSpPr>
      <p:grpSpPr>
        <a:xfrm>
          <a:off x="0" y="0"/>
          <a:ext cx="0" cy="0"/>
          <a:chOff x="0" y="0"/>
          <a:chExt cx="0" cy="0"/>
        </a:xfrm>
      </p:grpSpPr>
      <p:sp>
        <p:nvSpPr>
          <p:cNvPr id="247" name="Google Shape;247;p94"/>
          <p:cNvSpPr txBox="1"/>
          <p:nvPr>
            <p:ph type="title"/>
          </p:nvPr>
        </p:nvSpPr>
        <p:spPr>
          <a:xfrm>
            <a:off x="1625600" y="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94"/>
          <p:cNvSpPr txBox="1"/>
          <p:nvPr>
            <p:ph idx="1" type="body"/>
          </p:nvPr>
        </p:nvSpPr>
        <p:spPr>
          <a:xfrm rot="5400000">
            <a:off x="3650456" y="-1364456"/>
            <a:ext cx="4891088" cy="10363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94"/>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94"/>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94"/>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52" name="Shape 252"/>
        <p:cNvGrpSpPr/>
        <p:nvPr/>
      </p:nvGrpSpPr>
      <p:grpSpPr>
        <a:xfrm>
          <a:off x="0" y="0"/>
          <a:ext cx="0" cy="0"/>
          <a:chOff x="0" y="0"/>
          <a:chExt cx="0" cy="0"/>
        </a:xfrm>
      </p:grpSpPr>
      <p:sp>
        <p:nvSpPr>
          <p:cNvPr id="253" name="Google Shape;253;p95"/>
          <p:cNvSpPr txBox="1"/>
          <p:nvPr>
            <p:ph type="title"/>
          </p:nvPr>
        </p:nvSpPr>
        <p:spPr>
          <a:xfrm rot="5400000">
            <a:off x="7473156" y="1747044"/>
            <a:ext cx="6262688" cy="27686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95"/>
          <p:cNvSpPr txBox="1"/>
          <p:nvPr>
            <p:ph idx="1" type="body"/>
          </p:nvPr>
        </p:nvSpPr>
        <p:spPr>
          <a:xfrm rot="5400000">
            <a:off x="1834356" y="-919956"/>
            <a:ext cx="6262688" cy="8102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14325" lvl="1" marL="914400" algn="l">
              <a:lnSpc>
                <a:spcPct val="100000"/>
              </a:lnSpc>
              <a:spcBef>
                <a:spcPts val="360"/>
              </a:spcBef>
              <a:spcAft>
                <a:spcPts val="0"/>
              </a:spcAft>
              <a:buClr>
                <a:schemeClr val="dk1"/>
              </a:buClr>
              <a:buSzPts val="135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 name="Google Shape;255;p95"/>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 name="Google Shape;256;p95"/>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95"/>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4" name="Shape 284"/>
        <p:cNvGrpSpPr/>
        <p:nvPr/>
      </p:nvGrpSpPr>
      <p:grpSpPr>
        <a:xfrm>
          <a:off x="0" y="0"/>
          <a:ext cx="0" cy="0"/>
          <a:chOff x="0" y="0"/>
          <a:chExt cx="0" cy="0"/>
        </a:xfrm>
      </p:grpSpPr>
      <p:sp>
        <p:nvSpPr>
          <p:cNvPr id="285" name="Google Shape;285;p69"/>
          <p:cNvSpPr txBox="1"/>
          <p:nvPr>
            <p:ph type="title"/>
          </p:nvPr>
        </p:nvSpPr>
        <p:spPr>
          <a:xfrm>
            <a:off x="812800" y="152400"/>
            <a:ext cx="10117667" cy="685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6" name="Google Shape;286;p69"/>
          <p:cNvSpPr txBox="1"/>
          <p:nvPr>
            <p:ph idx="1" type="body"/>
          </p:nvPr>
        </p:nvSpPr>
        <p:spPr>
          <a:xfrm>
            <a:off x="812800" y="1266825"/>
            <a:ext cx="11074400" cy="4905375"/>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87" name="Google Shape;287;p69"/>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88" name="Shape 288"/>
        <p:cNvGrpSpPr/>
        <p:nvPr/>
      </p:nvGrpSpPr>
      <p:grpSpPr>
        <a:xfrm>
          <a:off x="0" y="0"/>
          <a:ext cx="0" cy="0"/>
          <a:chOff x="0" y="0"/>
          <a:chExt cx="0" cy="0"/>
        </a:xfrm>
      </p:grpSpPr>
      <p:grpSp>
        <p:nvGrpSpPr>
          <p:cNvPr id="289" name="Google Shape;289;p96"/>
          <p:cNvGrpSpPr/>
          <p:nvPr/>
        </p:nvGrpSpPr>
        <p:grpSpPr>
          <a:xfrm>
            <a:off x="0" y="0"/>
            <a:ext cx="12192000" cy="6858000"/>
            <a:chOff x="0" y="0"/>
            <a:chExt cx="5760" cy="4320"/>
          </a:xfrm>
        </p:grpSpPr>
        <p:sp>
          <p:nvSpPr>
            <p:cNvPr id="290" name="Google Shape;290;p96"/>
            <p:cNvSpPr/>
            <p:nvPr/>
          </p:nvSpPr>
          <p:spPr>
            <a:xfrm>
              <a:off x="0" y="0"/>
              <a:ext cx="5760" cy="535"/>
            </a:xfrm>
            <a:prstGeom prst="rect">
              <a:avLst/>
            </a:prstGeom>
            <a:gradFill>
              <a:gsLst>
                <a:gs pos="0">
                  <a:schemeClr val="folHlink"/>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91" name="Google Shape;291;p96"/>
            <p:cNvSpPr/>
            <p:nvPr/>
          </p:nvSpPr>
          <p:spPr>
            <a:xfrm>
              <a:off x="0" y="3147"/>
              <a:ext cx="5760" cy="1173"/>
            </a:xfrm>
            <a:prstGeom prst="rect">
              <a:avLst/>
            </a:prstGeom>
            <a:gradFill>
              <a:gsLst>
                <a:gs pos="0">
                  <a:schemeClr val="dk2"/>
                </a:gs>
                <a:gs pos="100000">
                  <a:schemeClr val="folHlink"/>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grpSp>
      <p:sp>
        <p:nvSpPr>
          <p:cNvPr id="292" name="Google Shape;292;p96"/>
          <p:cNvSpPr txBox="1"/>
          <p:nvPr>
            <p:ph idx="10" type="dt"/>
          </p:nvPr>
        </p:nvSpPr>
        <p:spPr>
          <a:xfrm>
            <a:off x="1727200"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3" name="Google Shape;293;p96"/>
          <p:cNvSpPr txBox="1"/>
          <p:nvPr>
            <p:ph idx="11" type="ftr"/>
          </p:nvPr>
        </p:nvSpPr>
        <p:spPr>
          <a:xfrm>
            <a:off x="4978400" y="6248400"/>
            <a:ext cx="3860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70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9pPr>
          </a:lstStyle>
          <a:p/>
        </p:txBody>
      </p:sp>
      <p:sp>
        <p:nvSpPr>
          <p:cNvPr id="294" name="Google Shape;294;p96"/>
          <p:cNvSpPr txBox="1"/>
          <p:nvPr>
            <p:ph idx="12" type="sldNum"/>
          </p:nvPr>
        </p:nvSpPr>
        <p:spPr>
          <a:xfrm>
            <a:off x="9550400" y="6248400"/>
            <a:ext cx="2540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FFFFFF"/>
                </a:solidFill>
                <a:latin typeface="Arial Narrow"/>
                <a:ea typeface="Arial Narrow"/>
                <a:cs typeface="Arial Narrow"/>
                <a:sym typeface="Arial Narrow"/>
              </a:defRPr>
            </a:lvl9pPr>
          </a:lstStyle>
          <a:p>
            <a:pPr indent="0" lvl="0" marL="0" rtl="0" algn="r">
              <a:spcBef>
                <a:spcPts val="0"/>
              </a:spcBef>
              <a:spcAft>
                <a:spcPts val="0"/>
              </a:spcAft>
              <a:buNone/>
            </a:pPr>
            <a:fld id="{00000000-1234-1234-1234-123412341234}" type="slidenum">
              <a:rPr lang="en-US"/>
              <a:t>‹#›</a:t>
            </a:fld>
            <a:endParaRPr/>
          </a:p>
        </p:txBody>
      </p:sp>
      <p:sp>
        <p:nvSpPr>
          <p:cNvPr id="295" name="Google Shape;295;p96"/>
          <p:cNvSpPr/>
          <p:nvPr/>
        </p:nvSpPr>
        <p:spPr>
          <a:xfrm>
            <a:off x="618067" y="2700338"/>
            <a:ext cx="215900" cy="41576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6" name="Shape 296"/>
        <p:cNvGrpSpPr/>
        <p:nvPr/>
      </p:nvGrpSpPr>
      <p:grpSpPr>
        <a:xfrm>
          <a:off x="0" y="0"/>
          <a:ext cx="0" cy="0"/>
          <a:chOff x="0" y="0"/>
          <a:chExt cx="0" cy="0"/>
        </a:xfrm>
      </p:grpSpPr>
      <p:sp>
        <p:nvSpPr>
          <p:cNvPr id="297" name="Google Shape;297;p97"/>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p97"/>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480"/>
              </a:spcBef>
              <a:spcAft>
                <a:spcPts val="0"/>
              </a:spcAft>
              <a:buSzPts val="1800"/>
              <a:buNone/>
              <a:defRPr sz="2400"/>
            </a:lvl1pPr>
            <a:lvl2pPr indent="-228600" lvl="1" marL="914400" algn="l">
              <a:lnSpc>
                <a:spcPct val="100000"/>
              </a:lnSpc>
              <a:spcBef>
                <a:spcPts val="400"/>
              </a:spcBef>
              <a:spcAft>
                <a:spcPts val="0"/>
              </a:spcAft>
              <a:buSzPts val="2000"/>
              <a:buFont typeface="Times New Roman"/>
              <a:buNone/>
              <a:defRPr sz="2000"/>
            </a:lvl2pPr>
            <a:lvl3pPr indent="-228600" lvl="2" marL="1371600" algn="l">
              <a:lnSpc>
                <a:spcPct val="100000"/>
              </a:lnSpc>
              <a:spcBef>
                <a:spcPts val="360"/>
              </a:spcBef>
              <a:spcAft>
                <a:spcPts val="0"/>
              </a:spcAft>
              <a:buSzPts val="1800"/>
              <a:buFont typeface="Times New Roman"/>
              <a:buNone/>
              <a:defRPr sz="1800"/>
            </a:lvl3pPr>
            <a:lvl4pPr indent="-228600" lvl="3" marL="1828800" algn="l">
              <a:lnSpc>
                <a:spcPct val="100000"/>
              </a:lnSpc>
              <a:spcBef>
                <a:spcPts val="320"/>
              </a:spcBef>
              <a:spcAft>
                <a:spcPts val="0"/>
              </a:spcAft>
              <a:buSzPts val="1600"/>
              <a:buFont typeface="Times New Roman"/>
              <a:buNone/>
              <a:defRPr sz="1600"/>
            </a:lvl4pPr>
            <a:lvl5pPr indent="-228600" lvl="4" marL="2286000" algn="l">
              <a:lnSpc>
                <a:spcPct val="100000"/>
              </a:lnSpc>
              <a:spcBef>
                <a:spcPts val="320"/>
              </a:spcBef>
              <a:spcAft>
                <a:spcPts val="0"/>
              </a:spcAft>
              <a:buSzPts val="1600"/>
              <a:buFont typeface="Times New Roman"/>
              <a:buNone/>
              <a:defRPr sz="1600"/>
            </a:lvl5pPr>
            <a:lvl6pPr indent="-228600" lvl="5" marL="2743200" algn="l">
              <a:lnSpc>
                <a:spcPct val="90000"/>
              </a:lnSpc>
              <a:spcBef>
                <a:spcPts val="500"/>
              </a:spcBef>
              <a:spcAft>
                <a:spcPts val="0"/>
              </a:spcAft>
              <a:buClr>
                <a:schemeClr val="lt1"/>
              </a:buClr>
              <a:buSzPts val="1600"/>
              <a:buNone/>
              <a:defRPr sz="1600"/>
            </a:lvl6pPr>
            <a:lvl7pPr indent="-228600" lvl="6" marL="3200400" algn="l">
              <a:lnSpc>
                <a:spcPct val="90000"/>
              </a:lnSpc>
              <a:spcBef>
                <a:spcPts val="500"/>
              </a:spcBef>
              <a:spcAft>
                <a:spcPts val="0"/>
              </a:spcAft>
              <a:buClr>
                <a:schemeClr val="lt1"/>
              </a:buClr>
              <a:buSzPts val="1600"/>
              <a:buNone/>
              <a:defRPr sz="1600"/>
            </a:lvl7pPr>
            <a:lvl8pPr indent="-228600" lvl="7" marL="3657600" algn="l">
              <a:lnSpc>
                <a:spcPct val="90000"/>
              </a:lnSpc>
              <a:spcBef>
                <a:spcPts val="500"/>
              </a:spcBef>
              <a:spcAft>
                <a:spcPts val="0"/>
              </a:spcAft>
              <a:buClr>
                <a:schemeClr val="lt1"/>
              </a:buClr>
              <a:buSzPts val="1600"/>
              <a:buNone/>
              <a:defRPr sz="1600"/>
            </a:lvl8pPr>
            <a:lvl9pPr indent="-228600" lvl="8" marL="4114800" algn="l">
              <a:lnSpc>
                <a:spcPct val="90000"/>
              </a:lnSpc>
              <a:spcBef>
                <a:spcPts val="500"/>
              </a:spcBef>
              <a:spcAft>
                <a:spcPts val="0"/>
              </a:spcAft>
              <a:buClr>
                <a:schemeClr val="lt1"/>
              </a:buClr>
              <a:buSzPts val="1600"/>
              <a:buNone/>
              <a:defRPr sz="1600"/>
            </a:lvl9pPr>
          </a:lstStyle>
          <a:p/>
        </p:txBody>
      </p:sp>
      <p:sp>
        <p:nvSpPr>
          <p:cNvPr id="299" name="Google Shape;299;p97"/>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0" name="Shape 300"/>
        <p:cNvGrpSpPr/>
        <p:nvPr/>
      </p:nvGrpSpPr>
      <p:grpSpPr>
        <a:xfrm>
          <a:off x="0" y="0"/>
          <a:ext cx="0" cy="0"/>
          <a:chOff x="0" y="0"/>
          <a:chExt cx="0" cy="0"/>
        </a:xfrm>
      </p:grpSpPr>
      <p:sp>
        <p:nvSpPr>
          <p:cNvPr id="301" name="Google Shape;301;p98"/>
          <p:cNvSpPr txBox="1"/>
          <p:nvPr>
            <p:ph type="title"/>
          </p:nvPr>
        </p:nvSpPr>
        <p:spPr>
          <a:xfrm>
            <a:off x="812800" y="152400"/>
            <a:ext cx="10117667" cy="685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2" name="Google Shape;302;p98"/>
          <p:cNvSpPr txBox="1"/>
          <p:nvPr>
            <p:ph idx="1" type="body"/>
          </p:nvPr>
        </p:nvSpPr>
        <p:spPr>
          <a:xfrm>
            <a:off x="812800" y="1266825"/>
            <a:ext cx="5435600" cy="4905375"/>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03" name="Google Shape;303;p98"/>
          <p:cNvSpPr txBox="1"/>
          <p:nvPr>
            <p:ph idx="2" type="body"/>
          </p:nvPr>
        </p:nvSpPr>
        <p:spPr>
          <a:xfrm>
            <a:off x="6451600" y="1266825"/>
            <a:ext cx="5435600" cy="4905375"/>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04" name="Google Shape;304;p98"/>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05" name="Shape 305"/>
        <p:cNvGrpSpPr/>
        <p:nvPr/>
      </p:nvGrpSpPr>
      <p:grpSpPr>
        <a:xfrm>
          <a:off x="0" y="0"/>
          <a:ext cx="0" cy="0"/>
          <a:chOff x="0" y="0"/>
          <a:chExt cx="0" cy="0"/>
        </a:xfrm>
      </p:grpSpPr>
      <p:sp>
        <p:nvSpPr>
          <p:cNvPr id="306" name="Google Shape;306;p99"/>
          <p:cNvSpPr txBox="1"/>
          <p:nvPr>
            <p:ph type="title"/>
          </p:nvPr>
        </p:nvSpPr>
        <p:spPr>
          <a:xfrm>
            <a:off x="840317" y="365126"/>
            <a:ext cx="10515600" cy="1325563"/>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7" name="Google Shape;307;p99"/>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800"/>
              <a:buNone/>
              <a:defRPr b="1" sz="2400"/>
            </a:lvl1pPr>
            <a:lvl2pPr indent="-228600" lvl="1" marL="914400" algn="l">
              <a:lnSpc>
                <a:spcPct val="100000"/>
              </a:lnSpc>
              <a:spcBef>
                <a:spcPts val="400"/>
              </a:spcBef>
              <a:spcAft>
                <a:spcPts val="0"/>
              </a:spcAft>
              <a:buSzPts val="2000"/>
              <a:buFont typeface="Times New Roman"/>
              <a:buNone/>
              <a:defRPr b="1" sz="2000"/>
            </a:lvl2pPr>
            <a:lvl3pPr indent="-228600" lvl="2" marL="1371600" algn="l">
              <a:lnSpc>
                <a:spcPct val="100000"/>
              </a:lnSpc>
              <a:spcBef>
                <a:spcPts val="360"/>
              </a:spcBef>
              <a:spcAft>
                <a:spcPts val="0"/>
              </a:spcAft>
              <a:buSzPts val="1800"/>
              <a:buFont typeface="Times New Roman"/>
              <a:buNone/>
              <a:defRPr b="1" sz="1800"/>
            </a:lvl3pPr>
            <a:lvl4pPr indent="-228600" lvl="3" marL="1828800" algn="l">
              <a:lnSpc>
                <a:spcPct val="100000"/>
              </a:lnSpc>
              <a:spcBef>
                <a:spcPts val="320"/>
              </a:spcBef>
              <a:spcAft>
                <a:spcPts val="0"/>
              </a:spcAft>
              <a:buSzPts val="1600"/>
              <a:buFont typeface="Times New Roman"/>
              <a:buNone/>
              <a:defRPr b="1" sz="1600"/>
            </a:lvl4pPr>
            <a:lvl5pPr indent="-228600" lvl="4" marL="2286000" algn="l">
              <a:lnSpc>
                <a:spcPct val="100000"/>
              </a:lnSpc>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08" name="Google Shape;308;p99"/>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09" name="Google Shape;309;p99"/>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SzPts val="1800"/>
              <a:buNone/>
              <a:defRPr b="1" sz="2400"/>
            </a:lvl1pPr>
            <a:lvl2pPr indent="-228600" lvl="1" marL="914400" algn="l">
              <a:lnSpc>
                <a:spcPct val="100000"/>
              </a:lnSpc>
              <a:spcBef>
                <a:spcPts val="400"/>
              </a:spcBef>
              <a:spcAft>
                <a:spcPts val="0"/>
              </a:spcAft>
              <a:buSzPts val="2000"/>
              <a:buFont typeface="Times New Roman"/>
              <a:buNone/>
              <a:defRPr b="1" sz="2000"/>
            </a:lvl2pPr>
            <a:lvl3pPr indent="-228600" lvl="2" marL="1371600" algn="l">
              <a:lnSpc>
                <a:spcPct val="100000"/>
              </a:lnSpc>
              <a:spcBef>
                <a:spcPts val="360"/>
              </a:spcBef>
              <a:spcAft>
                <a:spcPts val="0"/>
              </a:spcAft>
              <a:buSzPts val="1800"/>
              <a:buFont typeface="Times New Roman"/>
              <a:buNone/>
              <a:defRPr b="1" sz="1800"/>
            </a:lvl3pPr>
            <a:lvl4pPr indent="-228600" lvl="3" marL="1828800" algn="l">
              <a:lnSpc>
                <a:spcPct val="100000"/>
              </a:lnSpc>
              <a:spcBef>
                <a:spcPts val="320"/>
              </a:spcBef>
              <a:spcAft>
                <a:spcPts val="0"/>
              </a:spcAft>
              <a:buSzPts val="1600"/>
              <a:buFont typeface="Times New Roman"/>
              <a:buNone/>
              <a:defRPr b="1" sz="1600"/>
            </a:lvl4pPr>
            <a:lvl5pPr indent="-228600" lvl="4" marL="2286000" algn="l">
              <a:lnSpc>
                <a:spcPct val="100000"/>
              </a:lnSpc>
              <a:spcBef>
                <a:spcPts val="320"/>
              </a:spcBef>
              <a:spcAft>
                <a:spcPts val="0"/>
              </a:spcAft>
              <a:buSzPts val="1600"/>
              <a:buFont typeface="Times New Roman"/>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10" name="Google Shape;310;p99"/>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1" name="Google Shape;311;p99"/>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2" name="Shape 312"/>
        <p:cNvGrpSpPr/>
        <p:nvPr/>
      </p:nvGrpSpPr>
      <p:grpSpPr>
        <a:xfrm>
          <a:off x="0" y="0"/>
          <a:ext cx="0" cy="0"/>
          <a:chOff x="0" y="0"/>
          <a:chExt cx="0" cy="0"/>
        </a:xfrm>
      </p:grpSpPr>
      <p:sp>
        <p:nvSpPr>
          <p:cNvPr id="313" name="Google Shape;313;p100"/>
          <p:cNvSpPr txBox="1"/>
          <p:nvPr>
            <p:ph type="title"/>
          </p:nvPr>
        </p:nvSpPr>
        <p:spPr>
          <a:xfrm>
            <a:off x="812800" y="152400"/>
            <a:ext cx="10117667" cy="685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 name="Google Shape;314;p100"/>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5" name="Shape 315"/>
        <p:cNvGrpSpPr/>
        <p:nvPr/>
      </p:nvGrpSpPr>
      <p:grpSpPr>
        <a:xfrm>
          <a:off x="0" y="0"/>
          <a:ext cx="0" cy="0"/>
          <a:chOff x="0" y="0"/>
          <a:chExt cx="0" cy="0"/>
        </a:xfrm>
      </p:grpSpPr>
      <p:sp>
        <p:nvSpPr>
          <p:cNvPr id="316" name="Google Shape;316;p101"/>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17" name="Shape 317"/>
        <p:cNvGrpSpPr/>
        <p:nvPr/>
      </p:nvGrpSpPr>
      <p:grpSpPr>
        <a:xfrm>
          <a:off x="0" y="0"/>
          <a:ext cx="0" cy="0"/>
          <a:chOff x="0" y="0"/>
          <a:chExt cx="0" cy="0"/>
        </a:xfrm>
      </p:grpSpPr>
      <p:sp>
        <p:nvSpPr>
          <p:cNvPr id="318" name="Google Shape;318;p102"/>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9" name="Google Shape;319;p102"/>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640"/>
              </a:spcBef>
              <a:spcAft>
                <a:spcPts val="0"/>
              </a:spcAft>
              <a:buSzPts val="2400"/>
              <a:buChar char="●"/>
              <a:defRPr sz="3200"/>
            </a:lvl1pPr>
            <a:lvl2pPr indent="-406400" lvl="1" marL="914400" algn="l">
              <a:lnSpc>
                <a:spcPct val="100000"/>
              </a:lnSpc>
              <a:spcBef>
                <a:spcPts val="560"/>
              </a:spcBef>
              <a:spcAft>
                <a:spcPts val="0"/>
              </a:spcAft>
              <a:buSzPts val="2800"/>
              <a:buFont typeface="Times New Roman"/>
              <a:buChar char="•"/>
              <a:defRPr sz="2800"/>
            </a:lvl2pPr>
            <a:lvl3pPr indent="-381000" lvl="2" marL="1371600" algn="l">
              <a:lnSpc>
                <a:spcPct val="100000"/>
              </a:lnSpc>
              <a:spcBef>
                <a:spcPts val="480"/>
              </a:spcBef>
              <a:spcAft>
                <a:spcPts val="0"/>
              </a:spcAft>
              <a:buSzPts val="2400"/>
              <a:buFont typeface="Times New Roman"/>
              <a:buChar char="–"/>
              <a:defRPr sz="2400"/>
            </a:lvl3pPr>
            <a:lvl4pPr indent="-355600" lvl="3" marL="1828800" algn="l">
              <a:lnSpc>
                <a:spcPct val="100000"/>
              </a:lnSpc>
              <a:spcBef>
                <a:spcPts val="400"/>
              </a:spcBef>
              <a:spcAft>
                <a:spcPts val="0"/>
              </a:spcAft>
              <a:buSzPts val="2000"/>
              <a:buFont typeface="Times New Roman"/>
              <a:buChar char="–"/>
              <a:defRPr sz="2000"/>
            </a:lvl4pPr>
            <a:lvl5pPr indent="-355600" lvl="4" marL="2286000" algn="l">
              <a:lnSpc>
                <a:spcPct val="100000"/>
              </a:lnSpc>
              <a:spcBef>
                <a:spcPts val="400"/>
              </a:spcBef>
              <a:spcAft>
                <a:spcPts val="0"/>
              </a:spcAft>
              <a:buSzPts val="2000"/>
              <a:buFont typeface="Times New Roman"/>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320" name="Google Shape;320;p102"/>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20"/>
              </a:spcBef>
              <a:spcAft>
                <a:spcPts val="0"/>
              </a:spcAft>
              <a:buSzPts val="1200"/>
              <a:buNone/>
              <a:defRPr sz="1600"/>
            </a:lvl1pPr>
            <a:lvl2pPr indent="-228600" lvl="1" marL="914400" algn="l">
              <a:lnSpc>
                <a:spcPct val="100000"/>
              </a:lnSpc>
              <a:spcBef>
                <a:spcPts val="280"/>
              </a:spcBef>
              <a:spcAft>
                <a:spcPts val="0"/>
              </a:spcAft>
              <a:buSzPts val="1400"/>
              <a:buFont typeface="Times New Roman"/>
              <a:buNone/>
              <a:defRPr sz="1400"/>
            </a:lvl2pPr>
            <a:lvl3pPr indent="-228600" lvl="2" marL="1371600" algn="l">
              <a:lnSpc>
                <a:spcPct val="100000"/>
              </a:lnSpc>
              <a:spcBef>
                <a:spcPts val="240"/>
              </a:spcBef>
              <a:spcAft>
                <a:spcPts val="0"/>
              </a:spcAft>
              <a:buSzPts val="1200"/>
              <a:buFont typeface="Times New Roman"/>
              <a:buNone/>
              <a:defRPr sz="1200"/>
            </a:lvl3pPr>
            <a:lvl4pPr indent="-228600" lvl="3" marL="1828800" algn="l">
              <a:lnSpc>
                <a:spcPct val="100000"/>
              </a:lnSpc>
              <a:spcBef>
                <a:spcPts val="200"/>
              </a:spcBef>
              <a:spcAft>
                <a:spcPts val="0"/>
              </a:spcAft>
              <a:buSzPts val="1000"/>
              <a:buFont typeface="Times New Roman"/>
              <a:buNone/>
              <a:defRPr sz="1000"/>
            </a:lvl4pPr>
            <a:lvl5pPr indent="-228600" lvl="4" marL="2286000" algn="l">
              <a:lnSpc>
                <a:spcPct val="100000"/>
              </a:lnSpc>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321" name="Google Shape;321;p102"/>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22" name="Shape 322"/>
        <p:cNvGrpSpPr/>
        <p:nvPr/>
      </p:nvGrpSpPr>
      <p:grpSpPr>
        <a:xfrm>
          <a:off x="0" y="0"/>
          <a:ext cx="0" cy="0"/>
          <a:chOff x="0" y="0"/>
          <a:chExt cx="0" cy="0"/>
        </a:xfrm>
      </p:grpSpPr>
      <p:sp>
        <p:nvSpPr>
          <p:cNvPr id="323" name="Google Shape;323;p103"/>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4" name="Google Shape;324;p103"/>
          <p:cNvSpPr/>
          <p:nvPr>
            <p:ph idx="2" type="pic"/>
          </p:nvPr>
        </p:nvSpPr>
        <p:spPr>
          <a:xfrm>
            <a:off x="5183717" y="987426"/>
            <a:ext cx="6172200" cy="4873625"/>
          </a:xfrm>
          <a:prstGeom prst="rect">
            <a:avLst/>
          </a:prstGeom>
          <a:noFill/>
          <a:ln>
            <a:noFill/>
          </a:ln>
        </p:spPr>
      </p:sp>
      <p:sp>
        <p:nvSpPr>
          <p:cNvPr id="325" name="Google Shape;325;p103"/>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320"/>
              </a:spcBef>
              <a:spcAft>
                <a:spcPts val="0"/>
              </a:spcAft>
              <a:buSzPts val="1200"/>
              <a:buNone/>
              <a:defRPr sz="1600"/>
            </a:lvl1pPr>
            <a:lvl2pPr indent="-228600" lvl="1" marL="914400" algn="l">
              <a:lnSpc>
                <a:spcPct val="100000"/>
              </a:lnSpc>
              <a:spcBef>
                <a:spcPts val="280"/>
              </a:spcBef>
              <a:spcAft>
                <a:spcPts val="0"/>
              </a:spcAft>
              <a:buSzPts val="1400"/>
              <a:buFont typeface="Times New Roman"/>
              <a:buNone/>
              <a:defRPr sz="1400"/>
            </a:lvl2pPr>
            <a:lvl3pPr indent="-228600" lvl="2" marL="1371600" algn="l">
              <a:lnSpc>
                <a:spcPct val="100000"/>
              </a:lnSpc>
              <a:spcBef>
                <a:spcPts val="240"/>
              </a:spcBef>
              <a:spcAft>
                <a:spcPts val="0"/>
              </a:spcAft>
              <a:buSzPts val="1200"/>
              <a:buFont typeface="Times New Roman"/>
              <a:buNone/>
              <a:defRPr sz="1200"/>
            </a:lvl3pPr>
            <a:lvl4pPr indent="-228600" lvl="3" marL="1828800" algn="l">
              <a:lnSpc>
                <a:spcPct val="100000"/>
              </a:lnSpc>
              <a:spcBef>
                <a:spcPts val="200"/>
              </a:spcBef>
              <a:spcAft>
                <a:spcPts val="0"/>
              </a:spcAft>
              <a:buSzPts val="1000"/>
              <a:buFont typeface="Times New Roman"/>
              <a:buNone/>
              <a:defRPr sz="1000"/>
            </a:lvl4pPr>
            <a:lvl5pPr indent="-228600" lvl="4" marL="2286000" algn="l">
              <a:lnSpc>
                <a:spcPct val="100000"/>
              </a:lnSpc>
              <a:spcBef>
                <a:spcPts val="200"/>
              </a:spcBef>
              <a:spcAft>
                <a:spcPts val="0"/>
              </a:spcAft>
              <a:buSzPts val="1000"/>
              <a:buFont typeface="Times New Roman"/>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326" name="Google Shape;326;p103"/>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27" name="Shape 327"/>
        <p:cNvGrpSpPr/>
        <p:nvPr/>
      </p:nvGrpSpPr>
      <p:grpSpPr>
        <a:xfrm>
          <a:off x="0" y="0"/>
          <a:ext cx="0" cy="0"/>
          <a:chOff x="0" y="0"/>
          <a:chExt cx="0" cy="0"/>
        </a:xfrm>
      </p:grpSpPr>
      <p:sp>
        <p:nvSpPr>
          <p:cNvPr id="328" name="Google Shape;328;p104"/>
          <p:cNvSpPr txBox="1"/>
          <p:nvPr>
            <p:ph type="title"/>
          </p:nvPr>
        </p:nvSpPr>
        <p:spPr>
          <a:xfrm>
            <a:off x="812800" y="152400"/>
            <a:ext cx="10117667" cy="685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9" name="Google Shape;329;p104"/>
          <p:cNvSpPr txBox="1"/>
          <p:nvPr>
            <p:ph idx="1" type="body"/>
          </p:nvPr>
        </p:nvSpPr>
        <p:spPr>
          <a:xfrm rot="5400000">
            <a:off x="3897313" y="-1817687"/>
            <a:ext cx="4905375" cy="11074400"/>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0" name="Google Shape;330;p104"/>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31" name="Shape 331"/>
        <p:cNvGrpSpPr/>
        <p:nvPr/>
      </p:nvGrpSpPr>
      <p:grpSpPr>
        <a:xfrm>
          <a:off x="0" y="0"/>
          <a:ext cx="0" cy="0"/>
          <a:chOff x="0" y="0"/>
          <a:chExt cx="0" cy="0"/>
        </a:xfrm>
      </p:grpSpPr>
      <p:sp>
        <p:nvSpPr>
          <p:cNvPr id="332" name="Google Shape;332;p105"/>
          <p:cNvSpPr txBox="1"/>
          <p:nvPr>
            <p:ph type="title"/>
          </p:nvPr>
        </p:nvSpPr>
        <p:spPr>
          <a:xfrm rot="5400000">
            <a:off x="7493000" y="1778000"/>
            <a:ext cx="6019800" cy="276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3" name="Google Shape;333;p105"/>
          <p:cNvSpPr txBox="1"/>
          <p:nvPr>
            <p:ph idx="1" type="body"/>
          </p:nvPr>
        </p:nvSpPr>
        <p:spPr>
          <a:xfrm rot="5400000">
            <a:off x="1854200" y="-889000"/>
            <a:ext cx="6019800" cy="8102600"/>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4" name="Google Shape;334;p105"/>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335" name="Shape 335"/>
        <p:cNvGrpSpPr/>
        <p:nvPr/>
      </p:nvGrpSpPr>
      <p:grpSpPr>
        <a:xfrm>
          <a:off x="0" y="0"/>
          <a:ext cx="0" cy="0"/>
          <a:chOff x="0" y="0"/>
          <a:chExt cx="0" cy="0"/>
        </a:xfrm>
      </p:grpSpPr>
      <p:sp>
        <p:nvSpPr>
          <p:cNvPr id="336" name="Google Shape;336;p106"/>
          <p:cNvSpPr txBox="1"/>
          <p:nvPr>
            <p:ph type="title"/>
          </p:nvPr>
        </p:nvSpPr>
        <p:spPr>
          <a:xfrm>
            <a:off x="812800" y="152400"/>
            <a:ext cx="10117667" cy="6858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7" name="Google Shape;337;p106"/>
          <p:cNvSpPr txBox="1"/>
          <p:nvPr>
            <p:ph idx="1" type="body"/>
          </p:nvPr>
        </p:nvSpPr>
        <p:spPr>
          <a:xfrm>
            <a:off x="812800" y="1266825"/>
            <a:ext cx="5435600" cy="4905375"/>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8" name="Google Shape;338;p106"/>
          <p:cNvSpPr txBox="1"/>
          <p:nvPr>
            <p:ph idx="2" type="body"/>
          </p:nvPr>
        </p:nvSpPr>
        <p:spPr>
          <a:xfrm>
            <a:off x="6451600" y="1266825"/>
            <a:ext cx="5435600" cy="4905375"/>
          </a:xfrm>
          <a:prstGeom prst="rect">
            <a:avLst/>
          </a:prstGeom>
          <a:noFill/>
          <a:ln>
            <a:noFill/>
          </a:ln>
        </p:spPr>
        <p:txBody>
          <a:bodyPr anchorCtr="0" anchor="t" bIns="45700" lIns="91425" spcFirstLastPara="1" rIns="91425" wrap="square" tIns="45700">
            <a:noAutofit/>
          </a:bodyPr>
          <a:lstStyle>
            <a:lvl1pPr indent="-314325" lvl="0" marL="457200" algn="l">
              <a:lnSpc>
                <a:spcPct val="100000"/>
              </a:lnSpc>
              <a:spcBef>
                <a:spcPts val="360"/>
              </a:spcBef>
              <a:spcAft>
                <a:spcPts val="0"/>
              </a:spcAft>
              <a:buSzPts val="1350"/>
              <a:buChar char="●"/>
              <a:defRPr/>
            </a:lvl1pPr>
            <a:lvl2pPr indent="-342900" lvl="1" marL="914400" algn="l">
              <a:lnSpc>
                <a:spcPct val="100000"/>
              </a:lnSpc>
              <a:spcBef>
                <a:spcPts val="360"/>
              </a:spcBef>
              <a:spcAft>
                <a:spcPts val="0"/>
              </a:spcAft>
              <a:buSzPts val="1800"/>
              <a:buChar char="•"/>
              <a:defRPr/>
            </a:lvl2pPr>
            <a:lvl3pPr indent="-342900" lvl="2" marL="1371600" algn="l">
              <a:lnSpc>
                <a:spcPct val="100000"/>
              </a:lnSpc>
              <a:spcBef>
                <a:spcPts val="360"/>
              </a:spcBef>
              <a:spcAft>
                <a:spcPts val="0"/>
              </a:spcAft>
              <a:buSzPts val="1800"/>
              <a:buChar char="–"/>
              <a:defRPr/>
            </a:lvl3pPr>
            <a:lvl4pPr indent="-342900" lvl="3" marL="1828800" algn="l">
              <a:lnSpc>
                <a:spcPct val="100000"/>
              </a:lnSpc>
              <a:spcBef>
                <a:spcPts val="360"/>
              </a:spcBef>
              <a:spcAft>
                <a:spcPts val="0"/>
              </a:spcAft>
              <a:buSzPts val="1800"/>
              <a:buChar char="–"/>
              <a:defRPr/>
            </a:lvl4pPr>
            <a:lvl5pPr indent="-342900" lvl="4" marL="2286000" algn="l">
              <a:lnSpc>
                <a:spcPct val="100000"/>
              </a:lnSpc>
              <a:spcBef>
                <a:spcPts val="360"/>
              </a:spcBef>
              <a:spcAft>
                <a:spcPts val="0"/>
              </a:spcAft>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9" name="Google Shape;339;p106"/>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70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5.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 Type="http://schemas.openxmlformats.org/officeDocument/2006/relationships/image" Target="../media/image1.png"/><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theme" Target="../theme/theme4.xml"/><Relationship Id="rId12" Type="http://schemas.openxmlformats.org/officeDocument/2006/relationships/slideLayout" Target="../slideLayouts/slideLayout47.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6"/>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56"/>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5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5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5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5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 name="Google Shape;16;p5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56"/>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61"/>
          <p:cNvSpPr txBox="1"/>
          <p:nvPr>
            <p:ph type="title"/>
          </p:nvPr>
        </p:nvSpPr>
        <p:spPr>
          <a:xfrm>
            <a:off x="1" y="0"/>
            <a:ext cx="12189884" cy="914400"/>
          </a:xfrm>
          <a:prstGeom prst="rect">
            <a:avLst/>
          </a:prstGeom>
          <a:noFill/>
          <a:ln>
            <a:noFill/>
          </a:ln>
        </p:spPr>
        <p:txBody>
          <a:bodyPr anchorCtr="0" anchor="ctr" bIns="46025" lIns="92075" spcFirstLastPara="1" rIns="92075" wrap="square" tIns="46025">
            <a:noAutofit/>
          </a:bodyPr>
          <a:lstStyle>
            <a:lvl1pPr lvl="0"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400"/>
              <a:buFont typeface="Arial"/>
              <a:buNone/>
              <a:defRPr b="0" i="0" sz="4400" u="sng" cap="none" strike="noStrike">
                <a:solidFill>
                  <a:schemeClr val="hlink"/>
                </a:solidFill>
                <a:latin typeface="Times New Roman"/>
                <a:ea typeface="Times New Roman"/>
                <a:cs typeface="Times New Roman"/>
                <a:sym typeface="Times New Roman"/>
              </a:defRPr>
            </a:lvl9pPr>
          </a:lstStyle>
          <a:p/>
        </p:txBody>
      </p:sp>
      <p:sp>
        <p:nvSpPr>
          <p:cNvPr id="108" name="Google Shape;108;p61"/>
          <p:cNvSpPr txBox="1"/>
          <p:nvPr>
            <p:ph idx="1" type="body"/>
          </p:nvPr>
        </p:nvSpPr>
        <p:spPr>
          <a:xfrm>
            <a:off x="406400" y="1219200"/>
            <a:ext cx="11277600" cy="4876800"/>
          </a:xfrm>
          <a:prstGeom prst="rect">
            <a:avLst/>
          </a:prstGeom>
          <a:noFill/>
          <a:ln>
            <a:noFill/>
          </a:ln>
        </p:spPr>
        <p:txBody>
          <a:bodyPr anchorCtr="0" anchor="t" bIns="46025" lIns="92075" spcFirstLastPara="1" rIns="92075" wrap="square" tIns="46025">
            <a:noAutofit/>
          </a:bodyPr>
          <a:lstStyle>
            <a:lvl1pPr indent="-431800" lvl="0" marL="457200" marR="0" rtl="0" algn="l">
              <a:lnSpc>
                <a:spcPct val="100000"/>
              </a:lnSpc>
              <a:spcBef>
                <a:spcPts val="640"/>
              </a:spcBef>
              <a:spcAft>
                <a:spcPts val="0"/>
              </a:spcAft>
              <a:buClr>
                <a:srgbClr val="010000"/>
              </a:buClr>
              <a:buSzPts val="3200"/>
              <a:buFont typeface="Noto Sans Symbols"/>
              <a:buChar char="⬥"/>
              <a:defRPr b="0" i="0" sz="3200" u="none" cap="none" strike="noStrike">
                <a:solidFill>
                  <a:srgbClr val="010000"/>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09" name="Google Shape;109;p61"/>
          <p:cNvSpPr txBox="1"/>
          <p:nvPr>
            <p:ph idx="11" type="ftr"/>
          </p:nvPr>
        </p:nvSpPr>
        <p:spPr>
          <a:xfrm>
            <a:off x="4876800" y="6381750"/>
            <a:ext cx="2540000" cy="457200"/>
          </a:xfrm>
          <a:prstGeom prst="rect">
            <a:avLst/>
          </a:prstGeom>
          <a:noFill/>
          <a:ln>
            <a:noFill/>
          </a:ln>
        </p:spPr>
        <p:txBody>
          <a:bodyPr anchorCtr="0" anchor="ctr" bIns="46025" lIns="92075" spcFirstLastPara="1" rIns="92075" wrap="square" tIns="460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hlink"/>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imes New Roman"/>
                <a:ea typeface="Times New Roman"/>
                <a:cs typeface="Times New Roman"/>
                <a:sym typeface="Times New Roman"/>
              </a:defRPr>
            </a:lvl9pPr>
          </a:lstStyle>
          <a:p/>
        </p:txBody>
      </p:sp>
      <p:sp>
        <p:nvSpPr>
          <p:cNvPr id="110" name="Google Shape;110;p61"/>
          <p:cNvSpPr txBox="1"/>
          <p:nvPr>
            <p:ph idx="12" type="sldNum"/>
          </p:nvPr>
        </p:nvSpPr>
        <p:spPr>
          <a:xfrm>
            <a:off x="10668000" y="6418264"/>
            <a:ext cx="1219200" cy="382587"/>
          </a:xfrm>
          <a:prstGeom prst="rect">
            <a:avLst/>
          </a:prstGeom>
          <a:noFill/>
          <a:ln>
            <a:noFill/>
          </a:ln>
        </p:spPr>
        <p:txBody>
          <a:bodyPr anchorCtr="0" anchor="ctr" bIns="46025" lIns="92075" spcFirstLastPara="1" rIns="92075" wrap="square" tIns="46025">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33CC"/>
                </a:solidFill>
                <a:latin typeface="Times New Roman"/>
                <a:ea typeface="Times New Roman"/>
                <a:cs typeface="Times New Roman"/>
                <a:sym typeface="Times New Roman"/>
              </a:defRPr>
            </a:lvl9pPr>
          </a:lstStyle>
          <a:p>
            <a:pPr indent="0" lvl="0" marL="0" rtl="0" algn="r">
              <a:spcBef>
                <a:spcPts val="0"/>
              </a:spcBef>
              <a:spcAft>
                <a:spcPts val="0"/>
              </a:spcAft>
              <a:buNone/>
            </a:pPr>
            <a:r>
              <a:rPr lang="en-US"/>
              <a:t>Intro </a:t>
            </a:r>
            <a:fld id="{00000000-1234-1234-1234-123412341234}" type="slidenum">
              <a:rPr lang="en-US"/>
              <a:t>‹#›</a:t>
            </a:fld>
            <a:endParaRPr/>
          </a:p>
        </p:txBody>
      </p:sp>
      <p:sp>
        <p:nvSpPr>
          <p:cNvPr id="111" name="Google Shape;111;p61"/>
          <p:cNvSpPr txBox="1"/>
          <p:nvPr/>
        </p:nvSpPr>
        <p:spPr>
          <a:xfrm>
            <a:off x="0" y="6456363"/>
            <a:ext cx="7120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33CC"/>
                </a:solidFill>
                <a:latin typeface="Times New Roman"/>
                <a:ea typeface="Times New Roman"/>
                <a:cs typeface="Times New Roman"/>
                <a:sym typeface="Times New Roman"/>
              </a:rPr>
              <a:t>dc - </a:t>
            </a:r>
            <a:fld id="{00000000-1234-1234-1234-123412341234}" type="slidenum">
              <a:rPr b="0" i="0" lang="en-US" sz="1400" u="none" cap="none" strike="noStrike">
                <a:solidFill>
                  <a:srgbClr val="0033CC"/>
                </a:solidFill>
                <a:latin typeface="Times New Roman"/>
                <a:ea typeface="Times New Roman"/>
                <a:cs typeface="Times New Roman"/>
                <a:sym typeface="Times New Roman"/>
              </a:rPr>
              <a:t>‹#›</a:t>
            </a:fld>
            <a:endParaRPr b="0" i="0" sz="1400" u="none" cap="none" strike="noStrike">
              <a:solidFill>
                <a:srgbClr val="0033CC"/>
              </a:solidFill>
              <a:latin typeface="Times New Roman"/>
              <a:ea typeface="Times New Roman"/>
              <a:cs typeface="Times New Roman"/>
              <a:sym typeface="Times New Roman"/>
            </a:endParaRPr>
          </a:p>
        </p:txBody>
      </p:sp>
      <p:sp>
        <p:nvSpPr>
          <p:cNvPr id="112" name="Google Shape;112;p61"/>
          <p:cNvSpPr txBox="1"/>
          <p:nvPr/>
        </p:nvSpPr>
        <p:spPr>
          <a:xfrm>
            <a:off x="10325100" y="6400800"/>
            <a:ext cx="18473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33CC"/>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2"/>
            </a:gs>
            <a:gs pos="50000">
              <a:schemeClr val="lt1"/>
            </a:gs>
            <a:gs pos="100000">
              <a:schemeClr val="lt2"/>
            </a:gs>
          </a:gsLst>
          <a:lin ang="2700000" scaled="0"/>
        </a:gradFill>
      </p:bgPr>
    </p:bg>
    <p:spTree>
      <p:nvGrpSpPr>
        <p:cNvPr id="171" name="Shape 171"/>
        <p:cNvGrpSpPr/>
        <p:nvPr/>
      </p:nvGrpSpPr>
      <p:grpSpPr>
        <a:xfrm>
          <a:off x="0" y="0"/>
          <a:ext cx="0" cy="0"/>
          <a:chOff x="0" y="0"/>
          <a:chExt cx="0" cy="0"/>
        </a:xfrm>
      </p:grpSpPr>
      <p:sp>
        <p:nvSpPr>
          <p:cNvPr id="172" name="Google Shape;172;p64"/>
          <p:cNvSpPr txBox="1"/>
          <p:nvPr>
            <p:ph type="title"/>
          </p:nvPr>
        </p:nvSpPr>
        <p:spPr>
          <a:xfrm>
            <a:off x="1625600" y="0"/>
            <a:ext cx="10363200" cy="1143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2pPr>
            <a:lvl3pPr lvl="2"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3pPr>
            <a:lvl4pPr lvl="3"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4pPr>
            <a:lvl5pPr lvl="4"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5pPr>
            <a:lvl6pPr lvl="5"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6pPr>
            <a:lvl7pPr lvl="6"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7pPr>
            <a:lvl8pPr lvl="7"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8pPr>
            <a:lvl9pPr lvl="8" marR="0" rtl="0" algn="l">
              <a:lnSpc>
                <a:spcPct val="100000"/>
              </a:lnSpc>
              <a:spcBef>
                <a:spcPts val="0"/>
              </a:spcBef>
              <a:spcAft>
                <a:spcPts val="0"/>
              </a:spcAft>
              <a:buClr>
                <a:srgbClr val="000000"/>
              </a:buClr>
              <a:buSzPts val="1400"/>
              <a:buFont typeface="Arial"/>
              <a:buNone/>
              <a:defRPr b="0" i="1" sz="4000" u="none" cap="none" strike="noStrike">
                <a:solidFill>
                  <a:schemeClr val="hlink"/>
                </a:solidFill>
                <a:latin typeface="Georgia"/>
                <a:ea typeface="Georgia"/>
                <a:cs typeface="Georgia"/>
                <a:sym typeface="Georgia"/>
              </a:defRPr>
            </a:lvl9pPr>
          </a:lstStyle>
          <a:p/>
        </p:txBody>
      </p:sp>
      <p:sp>
        <p:nvSpPr>
          <p:cNvPr id="173" name="Google Shape;173;p64"/>
          <p:cNvSpPr txBox="1"/>
          <p:nvPr>
            <p:ph idx="1" type="body"/>
          </p:nvPr>
        </p:nvSpPr>
        <p:spPr>
          <a:xfrm>
            <a:off x="914400" y="1371600"/>
            <a:ext cx="10363200" cy="48910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Georgia"/>
              <a:buChar char="•"/>
              <a:defRPr b="0" i="0" sz="2800" u="none" cap="none" strike="noStrike">
                <a:solidFill>
                  <a:schemeClr val="dk1"/>
                </a:solidFill>
                <a:latin typeface="Georgia"/>
                <a:ea typeface="Georgia"/>
                <a:cs typeface="Georgia"/>
                <a:sym typeface="Georgia"/>
              </a:defRPr>
            </a:lvl1pPr>
            <a:lvl2pPr indent="-342900" lvl="1" marL="914400" marR="0" rtl="0" algn="l">
              <a:lnSpc>
                <a:spcPct val="100000"/>
              </a:lnSpc>
              <a:spcBef>
                <a:spcPts val="480"/>
              </a:spcBef>
              <a:spcAft>
                <a:spcPts val="0"/>
              </a:spcAft>
              <a:buClr>
                <a:schemeClr val="dk1"/>
              </a:buClr>
              <a:buSzPts val="1800"/>
              <a:buFont typeface="Georgia"/>
              <a:buChar char="•"/>
              <a:defRPr b="0" i="0" sz="2400" u="none" cap="none" strike="noStrike">
                <a:solidFill>
                  <a:schemeClr val="dk1"/>
                </a:solidFill>
                <a:latin typeface="Georgia"/>
                <a:ea typeface="Georgia"/>
                <a:cs typeface="Georgia"/>
                <a:sym typeface="Georgia"/>
              </a:defRPr>
            </a:lvl2pPr>
            <a:lvl3pPr indent="-355600" lvl="2" marL="1371600" marR="0" rtl="0" algn="l">
              <a:lnSpc>
                <a:spcPct val="100000"/>
              </a:lnSpc>
              <a:spcBef>
                <a:spcPts val="400"/>
              </a:spcBef>
              <a:spcAft>
                <a:spcPts val="0"/>
              </a:spcAft>
              <a:buClr>
                <a:schemeClr val="dk1"/>
              </a:buClr>
              <a:buSzPts val="2000"/>
              <a:buFont typeface="Georgia"/>
              <a:buChar char="•"/>
              <a:defRPr b="0" i="0" sz="2000" u="none" cap="none" strike="noStrike">
                <a:solidFill>
                  <a:schemeClr val="dk1"/>
                </a:solidFill>
                <a:latin typeface="Georgia"/>
                <a:ea typeface="Georgia"/>
                <a:cs typeface="Georgia"/>
                <a:sym typeface="Georgia"/>
              </a:defRPr>
            </a:lvl3pPr>
            <a:lvl4pPr indent="-342900" lvl="3" marL="1828800" marR="0" rtl="0" algn="l">
              <a:lnSpc>
                <a:spcPct val="100000"/>
              </a:lnSpc>
              <a:spcBef>
                <a:spcPts val="360"/>
              </a:spcBef>
              <a:spcAft>
                <a:spcPts val="0"/>
              </a:spcAft>
              <a:buClr>
                <a:schemeClr val="dk1"/>
              </a:buClr>
              <a:buSzPts val="1800"/>
              <a:buFont typeface="Georgia"/>
              <a:buChar char="–"/>
              <a:defRPr b="0" i="0" sz="1800" u="none" cap="none" strike="noStrike">
                <a:solidFill>
                  <a:schemeClr val="dk1"/>
                </a:solidFill>
                <a:latin typeface="Georgia"/>
                <a:ea typeface="Georgia"/>
                <a:cs typeface="Georgia"/>
                <a:sym typeface="Georgia"/>
              </a:defRPr>
            </a:lvl4pPr>
            <a:lvl5pPr indent="-342900" lvl="4" marL="2286000" marR="0" rtl="0" algn="l">
              <a:lnSpc>
                <a:spcPct val="100000"/>
              </a:lnSpc>
              <a:spcBef>
                <a:spcPts val="360"/>
              </a:spcBef>
              <a:spcAft>
                <a:spcPts val="0"/>
              </a:spcAft>
              <a:buClr>
                <a:schemeClr val="dk2"/>
              </a:buClr>
              <a:buSzPts val="1800"/>
              <a:buFont typeface="Georgia"/>
              <a:buChar char="–"/>
              <a:defRPr b="0" i="0" sz="1800" u="none" cap="none" strike="noStrike">
                <a:solidFill>
                  <a:schemeClr val="dk1"/>
                </a:solidFill>
                <a:latin typeface="Georgia"/>
                <a:ea typeface="Georgia"/>
                <a:cs typeface="Georgia"/>
                <a:sym typeface="Georgi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Georgia"/>
                <a:ea typeface="Georgia"/>
                <a:cs typeface="Georgia"/>
                <a:sym typeface="Georgia"/>
              </a:defRPr>
            </a:lvl9pPr>
          </a:lstStyle>
          <a:p/>
        </p:txBody>
      </p:sp>
      <p:sp>
        <p:nvSpPr>
          <p:cNvPr id="174" name="Google Shape;174;p64"/>
          <p:cNvSpPr txBox="1"/>
          <p:nvPr>
            <p:ph idx="10" type="dt"/>
          </p:nvPr>
        </p:nvSpPr>
        <p:spPr>
          <a:xfrm>
            <a:off x="914400" y="6324600"/>
            <a:ext cx="2540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9pPr>
          </a:lstStyle>
          <a:p/>
        </p:txBody>
      </p:sp>
      <p:sp>
        <p:nvSpPr>
          <p:cNvPr id="175" name="Google Shape;175;p64"/>
          <p:cNvSpPr txBox="1"/>
          <p:nvPr>
            <p:ph idx="11" type="ftr"/>
          </p:nvPr>
        </p:nvSpPr>
        <p:spPr>
          <a:xfrm>
            <a:off x="4165600" y="6324600"/>
            <a:ext cx="38608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chemeClr val="dk1"/>
                </a:solidFill>
                <a:latin typeface="Georgia"/>
                <a:ea typeface="Georgia"/>
                <a:cs typeface="Georgia"/>
                <a:sym typeface="Georg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eorgia"/>
                <a:ea typeface="Georgia"/>
                <a:cs typeface="Georgia"/>
                <a:sym typeface="Georgia"/>
              </a:defRPr>
            </a:lvl9pPr>
          </a:lstStyle>
          <a:p/>
        </p:txBody>
      </p:sp>
      <p:sp>
        <p:nvSpPr>
          <p:cNvPr id="176" name="Google Shape;176;p64"/>
          <p:cNvSpPr txBox="1"/>
          <p:nvPr>
            <p:ph idx="12" type="sldNum"/>
          </p:nvPr>
        </p:nvSpPr>
        <p:spPr>
          <a:xfrm>
            <a:off x="8737600" y="6324600"/>
            <a:ext cx="2540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pic>
        <p:nvPicPr>
          <p:cNvPr descr="D:\aka\frontstar-unt.gif" id="177" name="Google Shape;177;p64"/>
          <p:cNvPicPr preferRelativeResize="0"/>
          <p:nvPr/>
        </p:nvPicPr>
        <p:blipFill rotWithShape="1">
          <a:blip r:embed="rId1">
            <a:alphaModFix/>
          </a:blip>
          <a:srcRect b="0" l="0" r="0" t="0"/>
          <a:stretch/>
        </p:blipFill>
        <p:spPr>
          <a:xfrm>
            <a:off x="203201" y="76201"/>
            <a:ext cx="1310217" cy="925513"/>
          </a:xfrm>
          <a:prstGeom prst="rect">
            <a:avLst/>
          </a:prstGeom>
          <a:noFill/>
          <a:ln>
            <a:noFill/>
          </a:ln>
        </p:spPr>
      </p:pic>
      <p:cxnSp>
        <p:nvCxnSpPr>
          <p:cNvPr id="178" name="Google Shape;178;p64"/>
          <p:cNvCxnSpPr/>
          <p:nvPr/>
        </p:nvCxnSpPr>
        <p:spPr>
          <a:xfrm>
            <a:off x="406400" y="1219200"/>
            <a:ext cx="11074400" cy="0"/>
          </a:xfrm>
          <a:prstGeom prst="straightConnector1">
            <a:avLst/>
          </a:prstGeom>
          <a:noFill/>
          <a:ln cap="flat" cmpd="sng" w="50800">
            <a:solidFill>
              <a:srgbClr val="008000"/>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58" name="Shape 258"/>
        <p:cNvGrpSpPr/>
        <p:nvPr/>
      </p:nvGrpSpPr>
      <p:grpSpPr>
        <a:xfrm>
          <a:off x="0" y="0"/>
          <a:ext cx="0" cy="0"/>
          <a:chOff x="0" y="0"/>
          <a:chExt cx="0" cy="0"/>
        </a:xfrm>
      </p:grpSpPr>
      <p:grpSp>
        <p:nvGrpSpPr>
          <p:cNvPr id="259" name="Google Shape;259;p68"/>
          <p:cNvGrpSpPr/>
          <p:nvPr/>
        </p:nvGrpSpPr>
        <p:grpSpPr>
          <a:xfrm>
            <a:off x="11106151" y="733426"/>
            <a:ext cx="960967" cy="531813"/>
            <a:chOff x="5247" y="462"/>
            <a:chExt cx="454" cy="335"/>
          </a:xfrm>
        </p:grpSpPr>
        <p:sp>
          <p:nvSpPr>
            <p:cNvPr id="260" name="Google Shape;260;p68"/>
            <p:cNvSpPr/>
            <p:nvPr/>
          </p:nvSpPr>
          <p:spPr>
            <a:xfrm flipH="1" rot="10800000">
              <a:off x="5564" y="462"/>
              <a:ext cx="137" cy="335"/>
            </a:xfrm>
            <a:prstGeom prst="parallelogram">
              <a:avLst>
                <a:gd fmla="val 52954"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61" name="Google Shape;261;p68"/>
            <p:cNvSpPr/>
            <p:nvPr/>
          </p:nvSpPr>
          <p:spPr>
            <a:xfrm flipH="1" rot="10800000">
              <a:off x="5407" y="462"/>
              <a:ext cx="138" cy="335"/>
            </a:xfrm>
            <a:prstGeom prst="parallelogram">
              <a:avLst>
                <a:gd fmla="val 52954"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62" name="Google Shape;262;p68"/>
            <p:cNvSpPr/>
            <p:nvPr/>
          </p:nvSpPr>
          <p:spPr>
            <a:xfrm flipH="1" rot="10800000">
              <a:off x="5247" y="462"/>
              <a:ext cx="138" cy="335"/>
            </a:xfrm>
            <a:prstGeom prst="parallelogram">
              <a:avLst>
                <a:gd fmla="val 52954" name="adj"/>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grpSp>
      <p:grpSp>
        <p:nvGrpSpPr>
          <p:cNvPr id="263" name="Google Shape;263;p68"/>
          <p:cNvGrpSpPr/>
          <p:nvPr/>
        </p:nvGrpSpPr>
        <p:grpSpPr>
          <a:xfrm>
            <a:off x="103717" y="6040439"/>
            <a:ext cx="709084" cy="727076"/>
            <a:chOff x="49" y="3805"/>
            <a:chExt cx="336" cy="457"/>
          </a:xfrm>
        </p:grpSpPr>
        <p:sp>
          <p:nvSpPr>
            <p:cNvPr id="264" name="Google Shape;264;p68"/>
            <p:cNvSpPr/>
            <p:nvPr/>
          </p:nvSpPr>
          <p:spPr>
            <a:xfrm flipH="1" rot="5400000">
              <a:off x="148" y="3706"/>
              <a:ext cx="137" cy="335"/>
            </a:xfrm>
            <a:prstGeom prst="parallelogram">
              <a:avLst>
                <a:gd fmla="val 52954" name="adj"/>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65" name="Google Shape;265;p68"/>
            <p:cNvSpPr/>
            <p:nvPr/>
          </p:nvSpPr>
          <p:spPr>
            <a:xfrm flipH="1" rot="5400000">
              <a:off x="148" y="3869"/>
              <a:ext cx="138" cy="335"/>
            </a:xfrm>
            <a:prstGeom prst="parallelogram">
              <a:avLst>
                <a:gd fmla="val 52954" name="adj"/>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66" name="Google Shape;266;p68"/>
            <p:cNvSpPr/>
            <p:nvPr/>
          </p:nvSpPr>
          <p:spPr>
            <a:xfrm flipH="1" rot="5400000">
              <a:off x="148" y="4026"/>
              <a:ext cx="138" cy="335"/>
            </a:xfrm>
            <a:prstGeom prst="parallelogram">
              <a:avLst>
                <a:gd fmla="val 52954" name="adj"/>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grpSp>
      <p:sp>
        <p:nvSpPr>
          <p:cNvPr id="267" name="Google Shape;267;p68"/>
          <p:cNvSpPr txBox="1"/>
          <p:nvPr>
            <p:ph idx="1" type="body"/>
          </p:nvPr>
        </p:nvSpPr>
        <p:spPr>
          <a:xfrm>
            <a:off x="812800" y="1266825"/>
            <a:ext cx="11074400" cy="4905375"/>
          </a:xfrm>
          <a:prstGeom prst="rect">
            <a:avLst/>
          </a:prstGeom>
          <a:noFill/>
          <a:ln>
            <a:noFill/>
          </a:ln>
        </p:spPr>
        <p:txBody>
          <a:bodyPr anchorCtr="0" anchor="t" bIns="45700" lIns="91425" spcFirstLastPara="1" rIns="91425" wrap="square" tIns="45700">
            <a:noAutofit/>
          </a:bodyPr>
          <a:lstStyle>
            <a:lvl1pPr indent="-342900" lvl="0" marL="457200" marR="0" rtl="0" algn="l">
              <a:lnSpc>
                <a:spcPct val="100000"/>
              </a:lnSpc>
              <a:spcBef>
                <a:spcPts val="480"/>
              </a:spcBef>
              <a:spcAft>
                <a:spcPts val="0"/>
              </a:spcAft>
              <a:buClr>
                <a:srgbClr val="A50021"/>
              </a:buClr>
              <a:buSzPts val="1800"/>
              <a:buFont typeface="Arial"/>
              <a:buChar char="●"/>
              <a:defRPr b="1" i="0" sz="2400" u="none" cap="none" strike="noStrike">
                <a:solidFill>
                  <a:srgbClr val="FFFF99"/>
                </a:solidFill>
                <a:latin typeface="Times New Roman"/>
                <a:ea typeface="Times New Roman"/>
                <a:cs typeface="Times New Roman"/>
                <a:sym typeface="Times New Roman"/>
              </a:defRPr>
            </a:lvl1pPr>
            <a:lvl2pPr indent="-355600" lvl="1" marL="914400" marR="0" rtl="0" algn="l">
              <a:lnSpc>
                <a:spcPct val="100000"/>
              </a:lnSpc>
              <a:spcBef>
                <a:spcPts val="400"/>
              </a:spcBef>
              <a:spcAft>
                <a:spcPts val="0"/>
              </a:spcAft>
              <a:buClr>
                <a:srgbClr val="A50021"/>
              </a:buClr>
              <a:buSzPts val="2000"/>
              <a:buFont typeface="Times New Roman"/>
              <a:buChar char="•"/>
              <a:defRPr b="1" i="0" sz="2000" u="none" cap="none" strike="noStrike">
                <a:solidFill>
                  <a:srgbClr val="FFFF99"/>
                </a:solidFill>
                <a:latin typeface="Times New Roman"/>
                <a:ea typeface="Times New Roman"/>
                <a:cs typeface="Times New Roman"/>
                <a:sym typeface="Times New Roman"/>
              </a:defRPr>
            </a:lvl2pPr>
            <a:lvl3pPr indent="-342900" lvl="2" marL="13716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3pPr>
            <a:lvl4pPr indent="-342900" lvl="3" marL="18288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4pPr>
            <a:lvl5pPr indent="-342900" lvl="4" marL="2286000" marR="0" rtl="0" algn="l">
              <a:lnSpc>
                <a:spcPct val="100000"/>
              </a:lnSpc>
              <a:spcBef>
                <a:spcPts val="360"/>
              </a:spcBef>
              <a:spcAft>
                <a:spcPts val="0"/>
              </a:spcAft>
              <a:buClr>
                <a:srgbClr val="A50021"/>
              </a:buClr>
              <a:buSzPts val="1800"/>
              <a:buFont typeface="Times New Roman"/>
              <a:buChar char="»"/>
              <a:defRPr b="1" i="0" sz="1800" u="none" cap="none" strike="noStrike">
                <a:solidFill>
                  <a:srgbClr val="FFFF99"/>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imes New Roman"/>
                <a:ea typeface="Times New Roman"/>
                <a:cs typeface="Times New Roman"/>
                <a:sym typeface="Times New Roman"/>
              </a:defRPr>
            </a:lvl9pPr>
          </a:lstStyle>
          <a:p/>
        </p:txBody>
      </p:sp>
      <p:sp>
        <p:nvSpPr>
          <p:cNvPr id="268" name="Google Shape;268;p68"/>
          <p:cNvSpPr txBox="1"/>
          <p:nvPr>
            <p:ph idx="10" type="dt"/>
          </p:nvPr>
        </p:nvSpPr>
        <p:spPr>
          <a:xfrm>
            <a:off x="1634067" y="6248400"/>
            <a:ext cx="2540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700"/>
              </a:spcBef>
              <a:spcAft>
                <a:spcPts val="0"/>
              </a:spcAft>
              <a:buClr>
                <a:srgbClr val="000000"/>
              </a:buClr>
              <a:buSzPts val="1400"/>
              <a:buFont typeface="Arial"/>
              <a:buNone/>
              <a:defRPr b="0" i="0" sz="1400" u="none" cap="none" strike="noStrike">
                <a:solidFill>
                  <a:schemeClr val="lt1"/>
                </a:solidFill>
                <a:latin typeface="Arial Narrow"/>
                <a:ea typeface="Arial Narrow"/>
                <a:cs typeface="Arial Narrow"/>
                <a:sym typeface="Arial Narrow"/>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Times New Roman"/>
                <a:ea typeface="Times New Roman"/>
                <a:cs typeface="Times New Roman"/>
                <a:sym typeface="Times New Roman"/>
              </a:defRPr>
            </a:lvl9pPr>
          </a:lstStyle>
          <a:p/>
        </p:txBody>
      </p:sp>
      <p:sp>
        <p:nvSpPr>
          <p:cNvPr id="269" name="Google Shape;269;p68"/>
          <p:cNvSpPr/>
          <p:nvPr/>
        </p:nvSpPr>
        <p:spPr>
          <a:xfrm>
            <a:off x="302684" y="0"/>
            <a:ext cx="304800" cy="6858000"/>
          </a:xfrm>
          <a:prstGeom prst="rect">
            <a:avLst/>
          </a:prstGeom>
          <a:gradFill>
            <a:gsLst>
              <a:gs pos="0">
                <a:schemeClr val="dk1"/>
              </a:gs>
              <a:gs pos="50000">
                <a:schemeClr val="folHlink"/>
              </a:gs>
              <a:gs pos="100000">
                <a:schemeClr val="dk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70" name="Google Shape;270;p68"/>
          <p:cNvSpPr/>
          <p:nvPr/>
        </p:nvSpPr>
        <p:spPr>
          <a:xfrm flipH="1">
            <a:off x="406400" y="914400"/>
            <a:ext cx="11785600" cy="228600"/>
          </a:xfrm>
          <a:prstGeom prst="homePlate">
            <a:avLst>
              <a:gd fmla="val 67846" name="adj"/>
            </a:avLst>
          </a:prstGeom>
          <a:gradFill>
            <a:gsLst>
              <a:gs pos="0">
                <a:schemeClr val="dk1"/>
              </a:gs>
              <a:gs pos="50000">
                <a:schemeClr val="folHlink"/>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71" name="Google Shape;271;p68"/>
          <p:cNvSpPr/>
          <p:nvPr/>
        </p:nvSpPr>
        <p:spPr>
          <a:xfrm>
            <a:off x="2641600" y="2179638"/>
            <a:ext cx="254000" cy="46783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grpSp>
        <p:nvGrpSpPr>
          <p:cNvPr id="272" name="Google Shape;272;p68"/>
          <p:cNvGrpSpPr/>
          <p:nvPr/>
        </p:nvGrpSpPr>
        <p:grpSpPr>
          <a:xfrm>
            <a:off x="103717" y="5903912"/>
            <a:ext cx="711201" cy="749301"/>
            <a:chOff x="49" y="3718"/>
            <a:chExt cx="337" cy="473"/>
          </a:xfrm>
        </p:grpSpPr>
        <p:sp>
          <p:nvSpPr>
            <p:cNvPr id="273" name="Google Shape;273;p68"/>
            <p:cNvSpPr/>
            <p:nvPr/>
          </p:nvSpPr>
          <p:spPr>
            <a:xfrm rot="-5400000">
              <a:off x="143" y="3626"/>
              <a:ext cx="150" cy="335"/>
            </a:xfrm>
            <a:prstGeom prst="parallelogram">
              <a:avLst>
                <a:gd fmla="val 52954" name="adj"/>
              </a:avLst>
            </a:prstGeom>
            <a:gradFill>
              <a:gsLst>
                <a:gs pos="0">
                  <a:schemeClr val="accent2"/>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74" name="Google Shape;274;p68"/>
            <p:cNvSpPr/>
            <p:nvPr/>
          </p:nvSpPr>
          <p:spPr>
            <a:xfrm rot="-5400000">
              <a:off x="141" y="3786"/>
              <a:ext cx="151" cy="335"/>
            </a:xfrm>
            <a:prstGeom prst="parallelogram">
              <a:avLst>
                <a:gd fmla="val 52954" name="adj"/>
              </a:avLst>
            </a:prstGeom>
            <a:gradFill>
              <a:gsLst>
                <a:gs pos="0">
                  <a:schemeClr val="accent2"/>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75" name="Google Shape;275;p68"/>
            <p:cNvSpPr/>
            <p:nvPr/>
          </p:nvSpPr>
          <p:spPr>
            <a:xfrm rot="-5400000">
              <a:off x="142" y="3948"/>
              <a:ext cx="150" cy="336"/>
            </a:xfrm>
            <a:prstGeom prst="parallelogram">
              <a:avLst>
                <a:gd fmla="val 52954" name="adj"/>
              </a:avLst>
            </a:prstGeom>
            <a:gradFill>
              <a:gsLst>
                <a:gs pos="0">
                  <a:schemeClr val="accent2"/>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grpSp>
      <p:sp>
        <p:nvSpPr>
          <p:cNvPr id="276" name="Google Shape;276;p68"/>
          <p:cNvSpPr txBox="1"/>
          <p:nvPr>
            <p:ph type="title"/>
          </p:nvPr>
        </p:nvSpPr>
        <p:spPr>
          <a:xfrm>
            <a:off x="812800" y="152400"/>
            <a:ext cx="10117667" cy="6858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3600" u="none" cap="none" strike="noStrike">
                <a:solidFill>
                  <a:schemeClr val="lt2"/>
                </a:solidFill>
                <a:latin typeface="Times New Roman"/>
                <a:ea typeface="Times New Roman"/>
                <a:cs typeface="Times New Roman"/>
                <a:sym typeface="Times New Roman"/>
              </a:defRPr>
            </a:lvl9pPr>
          </a:lstStyle>
          <a:p/>
        </p:txBody>
      </p:sp>
      <p:grpSp>
        <p:nvGrpSpPr>
          <p:cNvPr id="277" name="Google Shape;277;p68"/>
          <p:cNvGrpSpPr/>
          <p:nvPr/>
        </p:nvGrpSpPr>
        <p:grpSpPr>
          <a:xfrm>
            <a:off x="10919885" y="731838"/>
            <a:ext cx="986367" cy="533400"/>
            <a:chOff x="5159" y="461"/>
            <a:chExt cx="466" cy="336"/>
          </a:xfrm>
        </p:grpSpPr>
        <p:sp>
          <p:nvSpPr>
            <p:cNvPr id="278" name="Google Shape;278;p68"/>
            <p:cNvSpPr/>
            <p:nvPr/>
          </p:nvSpPr>
          <p:spPr>
            <a:xfrm>
              <a:off x="5475" y="462"/>
              <a:ext cx="150" cy="335"/>
            </a:xfrm>
            <a:prstGeom prst="parallelogram">
              <a:avLst>
                <a:gd fmla="val 52954"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79" name="Google Shape;279;p68"/>
            <p:cNvSpPr/>
            <p:nvPr/>
          </p:nvSpPr>
          <p:spPr>
            <a:xfrm>
              <a:off x="5318" y="462"/>
              <a:ext cx="151" cy="335"/>
            </a:xfrm>
            <a:prstGeom prst="parallelogram">
              <a:avLst>
                <a:gd fmla="val 52954"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sp>
          <p:nvSpPr>
            <p:cNvPr id="280" name="Google Shape;280;p68"/>
            <p:cNvSpPr/>
            <p:nvPr/>
          </p:nvSpPr>
          <p:spPr>
            <a:xfrm>
              <a:off x="5159" y="461"/>
              <a:ext cx="150" cy="336"/>
            </a:xfrm>
            <a:prstGeom prst="parallelogram">
              <a:avLst>
                <a:gd fmla="val 52954" name="adj"/>
              </a:avLst>
            </a:prstGeom>
            <a:gradFill>
              <a:gsLst>
                <a:gs pos="0">
                  <a:schemeClr val="accent1"/>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p:txBody>
        </p:sp>
      </p:grpSp>
      <p:sp>
        <p:nvSpPr>
          <p:cNvPr id="281" name="Google Shape;281;p68"/>
          <p:cNvSpPr/>
          <p:nvPr/>
        </p:nvSpPr>
        <p:spPr>
          <a:xfrm>
            <a:off x="9211733" y="6400800"/>
            <a:ext cx="2540000" cy="3048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Arial Narrow"/>
                <a:ea typeface="Arial Narrow"/>
                <a:cs typeface="Arial Narrow"/>
                <a:sym typeface="Arial Narrow"/>
              </a:rPr>
              <a:t>4-</a:t>
            </a:r>
            <a:fld id="{00000000-1234-1234-1234-123412341234}" type="slidenum">
              <a:rPr b="0" i="0" lang="en-US" sz="1400" u="none" cap="none" strike="noStrike">
                <a:solidFill>
                  <a:srgbClr val="FFFFFF"/>
                </a:solidFill>
                <a:latin typeface="Arial Narrow"/>
                <a:ea typeface="Arial Narrow"/>
                <a:cs typeface="Arial Narrow"/>
                <a:sym typeface="Arial Narrow"/>
              </a:rPr>
              <a:t>‹#›</a:t>
            </a:fld>
            <a:endParaRPr b="0" i="0" sz="1400" u="none" cap="none" strike="noStrike">
              <a:solidFill>
                <a:srgbClr val="FFFFFF"/>
              </a:solidFill>
              <a:latin typeface="Arial Narrow"/>
              <a:ea typeface="Arial Narrow"/>
              <a:cs typeface="Arial Narrow"/>
              <a:sym typeface="Arial Narrow"/>
            </a:endParaRPr>
          </a:p>
        </p:txBody>
      </p:sp>
      <p:sp>
        <p:nvSpPr>
          <p:cNvPr id="282" name="Google Shape;282;p68"/>
          <p:cNvSpPr/>
          <p:nvPr/>
        </p:nvSpPr>
        <p:spPr>
          <a:xfrm>
            <a:off x="812800" y="6172200"/>
            <a:ext cx="5181600" cy="5334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FFFFFF"/>
                </a:solidFill>
                <a:latin typeface="Arial"/>
                <a:ea typeface="Arial"/>
                <a:cs typeface="Arial"/>
                <a:sym typeface="Arial"/>
              </a:rPr>
              <a:t>Copyright © 2007 Pearson Addison-Wesley. All rights reserved.</a:t>
            </a:r>
            <a:endParaRPr b="0" i="0" sz="900" u="none" cap="none" strike="noStrike">
              <a:solidFill>
                <a:srgbClr val="FFFFFF"/>
              </a:solidFill>
              <a:latin typeface="Arial"/>
              <a:ea typeface="Arial"/>
              <a:cs typeface="Arial"/>
              <a:sym typeface="Arial"/>
            </a:endParaRPr>
          </a:p>
        </p:txBody>
      </p:sp>
      <p:sp>
        <p:nvSpPr>
          <p:cNvPr id="283" name="Google Shape;283;p68"/>
          <p:cNvSpPr/>
          <p:nvPr/>
        </p:nvSpPr>
        <p:spPr>
          <a:xfrm>
            <a:off x="3556000" y="6462713"/>
            <a:ext cx="8534400" cy="30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rgbClr val="FFFFFF"/>
                </a:solidFill>
                <a:latin typeface="Arial Narrow"/>
                <a:ea typeface="Arial Narrow"/>
                <a:cs typeface="Arial Narrow"/>
                <a:sym typeface="Arial Narrow"/>
              </a:rPr>
              <a:t>A. Levitin </a:t>
            </a:r>
            <a:r>
              <a:rPr b="0" i="0" lang="en-US" sz="1000" u="none" cap="none" strike="noStrike">
                <a:solidFill>
                  <a:srgbClr val="FFFFFF"/>
                </a:solidFill>
                <a:latin typeface="Arial"/>
                <a:ea typeface="Arial"/>
                <a:cs typeface="Arial"/>
                <a:sym typeface="Arial"/>
              </a:rPr>
              <a:t>“</a:t>
            </a:r>
            <a:r>
              <a:rPr b="0" i="0" lang="en-US" sz="1000" u="none" cap="none" strike="noStrike">
                <a:solidFill>
                  <a:srgbClr val="FFFFFF"/>
                </a:solidFill>
                <a:latin typeface="Arial Narrow"/>
                <a:ea typeface="Arial Narrow"/>
                <a:cs typeface="Arial Narrow"/>
                <a:sym typeface="Arial Narrow"/>
              </a:rPr>
              <a:t>Introduction to the Design &amp; Analysis of Algorithms,</a:t>
            </a:r>
            <a:r>
              <a:rPr b="0" i="0" lang="en-US" sz="1000" u="none" cap="none" strike="noStrike">
                <a:solidFill>
                  <a:srgbClr val="FFFFFF"/>
                </a:solidFill>
                <a:latin typeface="Arial"/>
                <a:ea typeface="Arial"/>
                <a:cs typeface="Arial"/>
                <a:sym typeface="Arial"/>
              </a:rPr>
              <a:t>”</a:t>
            </a:r>
            <a:r>
              <a:rPr b="0" i="0" lang="en-US" sz="1000" u="none" cap="none" strike="noStrike">
                <a:solidFill>
                  <a:srgbClr val="FFFFFF"/>
                </a:solidFill>
                <a:latin typeface="Arial Narrow"/>
                <a:ea typeface="Arial Narrow"/>
                <a:cs typeface="Arial Narrow"/>
                <a:sym typeface="Arial Narrow"/>
              </a:rPr>
              <a:t> 2</a:t>
            </a:r>
            <a:r>
              <a:rPr b="0" baseline="30000" i="0" lang="en-US" sz="1000" u="none" cap="none" strike="noStrike">
                <a:solidFill>
                  <a:srgbClr val="FFFFFF"/>
                </a:solidFill>
                <a:latin typeface="Arial Narrow"/>
                <a:ea typeface="Arial Narrow"/>
                <a:cs typeface="Arial Narrow"/>
                <a:sym typeface="Arial Narrow"/>
              </a:rPr>
              <a:t>nd</a:t>
            </a:r>
            <a:r>
              <a:rPr b="0" i="0" lang="en-US" sz="1000" u="none" cap="none" strike="noStrike">
                <a:solidFill>
                  <a:srgbClr val="FFFFFF"/>
                </a:solidFill>
                <a:latin typeface="Arial Narrow"/>
                <a:ea typeface="Arial Narrow"/>
                <a:cs typeface="Arial Narrow"/>
                <a:sym typeface="Arial Narrow"/>
              </a:rPr>
              <a:t> ed., Ch. 4</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2.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0.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2.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37.png"/><Relationship Id="rId4" Type="http://schemas.openxmlformats.org/officeDocument/2006/relationships/image" Target="../media/image30.png"/><Relationship Id="rId5"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8.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3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43.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4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
          <p:cNvSpPr txBox="1"/>
          <p:nvPr>
            <p:ph idx="1" type="subTitle"/>
          </p:nvPr>
        </p:nvSpPr>
        <p:spPr>
          <a:xfrm>
            <a:off x="1638300" y="5143500"/>
            <a:ext cx="9144000" cy="482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b="1" lang="en-US" sz="2000">
                <a:latin typeface="Times New Roman"/>
                <a:ea typeface="Times New Roman"/>
                <a:cs typeface="Times New Roman"/>
                <a:sym typeface="Times New Roman"/>
              </a:rPr>
              <a:t>DEPARTMENT OF COMPUTER SCIENCE AND ENGINEERING</a:t>
            </a:r>
            <a:endParaRPr b="1" sz="2000">
              <a:latin typeface="Times New Roman"/>
              <a:ea typeface="Times New Roman"/>
              <a:cs typeface="Times New Roman"/>
              <a:sym typeface="Times New Roman"/>
            </a:endParaRPr>
          </a:p>
        </p:txBody>
      </p:sp>
      <p:pic>
        <p:nvPicPr>
          <p:cNvPr id="347" name="Google Shape;347;p1"/>
          <p:cNvPicPr preferRelativeResize="0"/>
          <p:nvPr/>
        </p:nvPicPr>
        <p:blipFill rotWithShape="1">
          <a:blip r:embed="rId3">
            <a:alphaModFix/>
          </a:blip>
          <a:srcRect b="0" l="0" r="0" t="0"/>
          <a:stretch/>
        </p:blipFill>
        <p:spPr>
          <a:xfrm>
            <a:off x="868172" y="431800"/>
            <a:ext cx="10193528" cy="2070100"/>
          </a:xfrm>
          <a:prstGeom prst="rect">
            <a:avLst/>
          </a:prstGeom>
          <a:noFill/>
          <a:ln>
            <a:noFill/>
          </a:ln>
          <a:effectLst>
            <a:outerShdw blurRad="292100" rotWithShape="0" algn="tl" dir="2700000" dist="139700">
              <a:srgbClr val="333333">
                <a:alpha val="64313"/>
              </a:srgbClr>
            </a:outerShdw>
          </a:effectLst>
        </p:spPr>
      </p:pic>
      <p:sp>
        <p:nvSpPr>
          <p:cNvPr id="348" name="Google Shape;348;p1"/>
          <p:cNvSpPr/>
          <p:nvPr/>
        </p:nvSpPr>
        <p:spPr>
          <a:xfrm>
            <a:off x="668720" y="2886839"/>
            <a:ext cx="11083159" cy="135265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3600" u="none" cap="none" strike="noStrike">
                <a:solidFill>
                  <a:schemeClr val="dk1"/>
                </a:solidFill>
                <a:latin typeface="Calibri"/>
                <a:ea typeface="Calibri"/>
                <a:cs typeface="Calibri"/>
                <a:sym typeface="Calibri"/>
              </a:rPr>
              <a:t>	</a:t>
            </a:r>
            <a:r>
              <a:rPr b="1" i="0" lang="en-US" sz="4000" u="none" cap="none" strike="noStrike">
                <a:solidFill>
                  <a:schemeClr val="dk1"/>
                </a:solidFill>
                <a:latin typeface="Calibri"/>
                <a:ea typeface="Calibri"/>
                <a:cs typeface="Calibri"/>
                <a:sym typeface="Calibri"/>
              </a:rPr>
              <a:t>	</a:t>
            </a:r>
            <a:r>
              <a:rPr b="1" i="0" lang="en-US" sz="3600" u="none" cap="none" strike="noStrike">
                <a:solidFill>
                  <a:srgbClr val="000000"/>
                </a:solidFill>
                <a:latin typeface="Times New Roman"/>
                <a:ea typeface="Times New Roman"/>
                <a:cs typeface="Times New Roman"/>
                <a:sym typeface="Times New Roman"/>
              </a:rPr>
              <a:t>CSE2PM09A / AID2PM07A	</a:t>
            </a:r>
            <a:r>
              <a:rPr b="1" i="0" lang="en-US" sz="4000" u="none" cap="none" strike="noStrike">
                <a:solidFill>
                  <a:srgbClr val="000000"/>
                </a:solidFill>
                <a:latin typeface="Times New Roman"/>
                <a:ea typeface="Times New Roman"/>
                <a:cs typeface="Times New Roman"/>
                <a:sym typeface="Times New Roman"/>
              </a:rPr>
              <a:t>	</a:t>
            </a:r>
            <a:endParaRPr/>
          </a:p>
          <a:p>
            <a:pPr indent="0" lvl="0" marL="0" marR="0" rtl="0" algn="ctr">
              <a:lnSpc>
                <a:spcPct val="100000"/>
              </a:lnSpc>
              <a:spcBef>
                <a:spcPts val="0"/>
              </a:spcBef>
              <a:spcAft>
                <a:spcPts val="0"/>
              </a:spcAft>
              <a:buNone/>
            </a:pPr>
            <a:r>
              <a:rPr b="1" i="0" lang="en-US" sz="4000" u="none" cap="none" strike="noStrike">
                <a:solidFill>
                  <a:srgbClr val="000000"/>
                </a:solidFill>
                <a:latin typeface="Times New Roman"/>
                <a:ea typeface="Times New Roman"/>
                <a:cs typeface="Times New Roman"/>
                <a:sym typeface="Times New Roman"/>
              </a:rPr>
              <a:t>Design and Analysis of Algorithm</a:t>
            </a:r>
            <a:endParaRPr/>
          </a:p>
          <a:p>
            <a:pPr indent="0" lvl="0" marL="0" marR="0" rtl="0" algn="l">
              <a:lnSpc>
                <a:spcPct val="100000"/>
              </a:lnSpc>
              <a:spcBef>
                <a:spcPts val="0"/>
              </a:spcBef>
              <a:spcAft>
                <a:spcPts val="0"/>
              </a:spcAft>
              <a:buClr>
                <a:srgbClr val="000000"/>
              </a:buClr>
              <a:buSzPts val="4000"/>
              <a:buFont typeface="Arial"/>
              <a:buNone/>
            </a:pPr>
            <a:r>
              <a:t/>
            </a:r>
            <a:endParaRPr b="0" i="0" sz="4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2a4cc99e909_0_0"/>
          <p:cNvSpPr txBox="1"/>
          <p:nvPr>
            <p:ph type="title"/>
          </p:nvPr>
        </p:nvSpPr>
        <p:spPr>
          <a:xfrm>
            <a:off x="1097280" y="286603"/>
            <a:ext cx="10058400" cy="14508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rPr lang="en-US"/>
              <a:t>Unit 2 Syllabus</a:t>
            </a:r>
            <a:endParaRPr/>
          </a:p>
        </p:txBody>
      </p:sp>
      <p:sp>
        <p:nvSpPr>
          <p:cNvPr id="355" name="Google Shape;355;g2a4cc99e909_0_0"/>
          <p:cNvSpPr txBox="1"/>
          <p:nvPr>
            <p:ph idx="1" type="body"/>
          </p:nvPr>
        </p:nvSpPr>
        <p:spPr>
          <a:xfrm>
            <a:off x="1097280" y="1845734"/>
            <a:ext cx="10058400" cy="4023300"/>
          </a:xfrm>
          <a:prstGeom prst="rect">
            <a:avLst/>
          </a:prstGeom>
        </p:spPr>
        <p:txBody>
          <a:bodyPr anchorCtr="0" anchor="t" bIns="45700" lIns="0" spcFirstLastPara="1" rIns="0" wrap="square" tIns="45700">
            <a:normAutofit/>
          </a:bodyPr>
          <a:lstStyle/>
          <a:p>
            <a:pPr indent="0" lvl="0" marL="0" marR="63500" rtl="0" algn="just">
              <a:lnSpc>
                <a:spcPct val="115000"/>
              </a:lnSpc>
              <a:spcBef>
                <a:spcPts val="1200"/>
              </a:spcBef>
              <a:spcAft>
                <a:spcPts val="0"/>
              </a:spcAft>
              <a:buNone/>
            </a:pPr>
            <a:r>
              <a:rPr b="1" lang="en-US" sz="1400">
                <a:solidFill>
                  <a:srgbClr val="000000"/>
                </a:solidFill>
                <a:latin typeface="Times New Roman"/>
                <a:ea typeface="Times New Roman"/>
                <a:cs typeface="Times New Roman"/>
                <a:sym typeface="Times New Roman"/>
              </a:rPr>
              <a:t>Unit 2: Divide and Conquer &amp; Greedy strategy:</a:t>
            </a:r>
            <a:endParaRPr b="1" sz="1400">
              <a:solidFill>
                <a:srgbClr val="000000"/>
              </a:solidFill>
              <a:latin typeface="Times New Roman"/>
              <a:ea typeface="Times New Roman"/>
              <a:cs typeface="Times New Roman"/>
              <a:sym typeface="Times New Roman"/>
            </a:endParaRPr>
          </a:p>
          <a:p>
            <a:pPr indent="0" lvl="0" marL="0" marR="63500" rtl="0" algn="just">
              <a:lnSpc>
                <a:spcPct val="115000"/>
              </a:lnSpc>
              <a:spcBef>
                <a:spcPts val="1200"/>
              </a:spcBef>
              <a:spcAft>
                <a:spcPts val="0"/>
              </a:spcAft>
              <a:buNone/>
            </a:pPr>
            <a:r>
              <a:rPr b="1" lang="en-US" sz="1400">
                <a:solidFill>
                  <a:srgbClr val="000000"/>
                </a:solidFill>
                <a:latin typeface="Times New Roman"/>
                <a:ea typeface="Times New Roman"/>
                <a:cs typeface="Times New Roman"/>
                <a:sym typeface="Times New Roman"/>
              </a:rPr>
              <a:t>Divide and Conquer</a:t>
            </a:r>
            <a:r>
              <a:rPr lang="en-US" sz="1400">
                <a:solidFill>
                  <a:srgbClr val="000000"/>
                </a:solidFill>
                <a:latin typeface="Times New Roman"/>
                <a:ea typeface="Times New Roman"/>
                <a:cs typeface="Times New Roman"/>
                <a:sym typeface="Times New Roman"/>
              </a:rPr>
              <a:t>: introduction, Principle, control abstraction, Quick Sort, Merge sort, Large Integer multiplication/ Strassen matrix multiplication,</a:t>
            </a:r>
            <a:endParaRPr sz="1400">
              <a:solidFill>
                <a:srgbClr val="000000"/>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US" sz="1400">
                <a:solidFill>
                  <a:srgbClr val="000000"/>
                </a:solidFill>
                <a:latin typeface="Times New Roman"/>
                <a:ea typeface="Times New Roman"/>
                <a:cs typeface="Times New Roman"/>
                <a:sym typeface="Times New Roman"/>
              </a:rPr>
              <a:t> </a:t>
            </a:r>
            <a:r>
              <a:rPr b="1" lang="en-US" sz="1400">
                <a:solidFill>
                  <a:srgbClr val="000000"/>
                </a:solidFill>
                <a:latin typeface="Times New Roman"/>
                <a:ea typeface="Times New Roman"/>
                <a:cs typeface="Times New Roman"/>
                <a:sym typeface="Times New Roman"/>
              </a:rPr>
              <a:t>Greedy strategy</a:t>
            </a:r>
            <a:r>
              <a:rPr lang="en-US" sz="1400">
                <a:solidFill>
                  <a:srgbClr val="000000"/>
                </a:solidFill>
                <a:latin typeface="Times New Roman"/>
                <a:ea typeface="Times New Roman"/>
                <a:cs typeface="Times New Roman"/>
                <a:sym typeface="Times New Roman"/>
              </a:rPr>
              <a:t>:</a:t>
            </a:r>
            <a:endParaRPr sz="1400">
              <a:solidFill>
                <a:srgbClr val="000000"/>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US" sz="1400">
                <a:solidFill>
                  <a:srgbClr val="000000"/>
                </a:solidFill>
                <a:latin typeface="Times New Roman"/>
                <a:ea typeface="Times New Roman"/>
                <a:cs typeface="Times New Roman"/>
                <a:sym typeface="Times New Roman"/>
              </a:rPr>
              <a:t>Graph</a:t>
            </a:r>
            <a:r>
              <a:rPr lang="en-US" sz="1400">
                <a:solidFill>
                  <a:srgbClr val="000000"/>
                </a:solidFill>
                <a:latin typeface="Times New Roman"/>
                <a:ea typeface="Times New Roman"/>
                <a:cs typeface="Times New Roman"/>
                <a:sym typeface="Times New Roman"/>
              </a:rPr>
              <a:t>- Basic Terminology, Graphs (Directed, Undirected), Various Representations, Traversals &amp; Applications of graph- Prim’s and Kruskal’s Algorithms, Dijsktra's Single source shortest path, Analysis complexity of algorithm, topological sorting.</a:t>
            </a:r>
            <a:endParaRPr sz="1400">
              <a:solidFill>
                <a:srgbClr val="000000"/>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US" sz="1400">
                <a:solidFill>
                  <a:srgbClr val="000000"/>
                </a:solidFill>
                <a:latin typeface="Times New Roman"/>
                <a:ea typeface="Times New Roman"/>
                <a:cs typeface="Times New Roman"/>
                <a:sym typeface="Times New Roman"/>
              </a:rPr>
              <a:t>Greedy strategy</a:t>
            </a:r>
            <a:r>
              <a:rPr lang="en-US" sz="1400">
                <a:solidFill>
                  <a:srgbClr val="000000"/>
                </a:solidFill>
                <a:latin typeface="Times New Roman"/>
                <a:ea typeface="Times New Roman"/>
                <a:cs typeface="Times New Roman"/>
                <a:sym typeface="Times New Roman"/>
              </a:rPr>
              <a:t>: Principle, control abstraction, Knapsack problem, Job sequencing with Deadlines, Huffman Encoding</a:t>
            </a:r>
            <a:endParaRPr sz="14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b="1" lang="en-US"/>
              <a:t>Algorithm Design Techniques/Strategies</a:t>
            </a:r>
            <a:endParaRPr/>
          </a:p>
        </p:txBody>
      </p:sp>
      <p:sp>
        <p:nvSpPr>
          <p:cNvPr id="361" name="Google Shape;361;p2"/>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Font typeface="Noto Sans Symbols"/>
              <a:buNone/>
            </a:pPr>
            <a:r>
              <a:t/>
            </a:r>
            <a:endParaRPr>
              <a:latin typeface="Times New Roman"/>
              <a:ea typeface="Times New Roman"/>
              <a:cs typeface="Times New Roman"/>
              <a:sym typeface="Times New Roman"/>
            </a:endParaRPr>
          </a:p>
          <a:p>
            <a:pPr indent="-91440" lvl="0" marL="91440" rtl="0" algn="l">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Brute force</a:t>
            </a:r>
            <a:endParaRPr/>
          </a:p>
          <a:p>
            <a:pPr indent="-91440" lvl="0" marL="91440" rtl="0" algn="l">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Divide and conquer</a:t>
            </a:r>
            <a:endParaRPr/>
          </a:p>
          <a:p>
            <a:pPr indent="-91440" lvl="0" marL="91440" rtl="0" algn="l">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Space and time tradeoffs</a:t>
            </a:r>
            <a:endParaRPr/>
          </a:p>
          <a:p>
            <a:pPr indent="-91440" lvl="0" marL="91440" rtl="0" algn="l">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Greedy approach</a:t>
            </a:r>
            <a:endParaRPr/>
          </a:p>
          <a:p>
            <a:pPr indent="-91440" lvl="0" marL="91440" rtl="0" algn="l">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Dynamic programming</a:t>
            </a:r>
            <a:endParaRPr/>
          </a:p>
          <a:p>
            <a:pPr indent="-91440" lvl="0" marL="91440" rtl="0" algn="l">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Backtracking </a:t>
            </a:r>
            <a:endParaRPr/>
          </a:p>
          <a:p>
            <a:pPr indent="-91440" lvl="0" marL="91440" rtl="0" algn="l">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Branch and bound </a:t>
            </a:r>
            <a:endParaRPr/>
          </a:p>
          <a:p>
            <a:pPr indent="0" lvl="0" marL="91440" rtl="0" algn="l">
              <a:lnSpc>
                <a:spcPct val="90000"/>
              </a:lnSpc>
              <a:spcBef>
                <a:spcPts val="1400"/>
              </a:spcBef>
              <a:spcAft>
                <a:spcPts val="0"/>
              </a:spcAft>
              <a:buSzPts val="2000"/>
              <a:buFont typeface="Noto Sans Symbols"/>
              <a:buNone/>
            </a:pPr>
            <a:r>
              <a:t/>
            </a:r>
            <a:endParaRPr>
              <a:latin typeface="Times New Roman"/>
              <a:ea typeface="Times New Roman"/>
              <a:cs typeface="Times New Roman"/>
              <a:sym typeface="Times New Roman"/>
            </a:endParaRPr>
          </a:p>
        </p:txBody>
      </p:sp>
      <p:sp>
        <p:nvSpPr>
          <p:cNvPr id="362" name="Google Shape;362;p2"/>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
          <p:cNvSpPr txBox="1"/>
          <p:nvPr>
            <p:ph type="title"/>
          </p:nvPr>
        </p:nvSpPr>
        <p:spPr>
          <a:xfrm>
            <a:off x="1097280" y="900545"/>
            <a:ext cx="10058400" cy="83681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SzPts val="4800"/>
              <a:buNone/>
            </a:pPr>
            <a:r>
              <a:rPr b="1" lang="en-US">
                <a:latin typeface="Times New Roman"/>
                <a:ea typeface="Times New Roman"/>
                <a:cs typeface="Times New Roman"/>
                <a:sym typeface="Times New Roman"/>
              </a:rPr>
              <a:t>Unit 2: Divide and Conquer</a:t>
            </a:r>
            <a:endParaRPr b="1">
              <a:latin typeface="Times New Roman"/>
              <a:ea typeface="Times New Roman"/>
              <a:cs typeface="Times New Roman"/>
              <a:sym typeface="Times New Roman"/>
            </a:endParaRPr>
          </a:p>
        </p:txBody>
      </p:sp>
      <p:sp>
        <p:nvSpPr>
          <p:cNvPr id="368" name="Google Shape;368;p3"/>
          <p:cNvSpPr txBox="1"/>
          <p:nvPr>
            <p:ph idx="1" type="body"/>
          </p:nvPr>
        </p:nvSpPr>
        <p:spPr>
          <a:xfrm>
            <a:off x="1097280" y="1845734"/>
            <a:ext cx="10058400" cy="3751502"/>
          </a:xfrm>
          <a:prstGeom prst="rect">
            <a:avLst/>
          </a:prstGeom>
          <a:noFill/>
          <a:ln>
            <a:noFill/>
          </a:ln>
        </p:spPr>
        <p:txBody>
          <a:bodyPr anchorCtr="0" anchor="t" bIns="45700" lIns="0" spcFirstLastPara="1" rIns="0" wrap="square" tIns="45700">
            <a:noAutofit/>
          </a:bodyPr>
          <a:lstStyle/>
          <a:p>
            <a:pPr indent="-342900" lvl="0" marL="457200" rtl="0" algn="l">
              <a:lnSpc>
                <a:spcPct val="90000"/>
              </a:lnSpc>
              <a:spcBef>
                <a:spcPts val="1200"/>
              </a:spcBef>
              <a:spcAft>
                <a:spcPts val="0"/>
              </a:spcAft>
              <a:buSzPts val="1800"/>
              <a:buFont typeface="Arial"/>
              <a:buChar char="•"/>
            </a:pPr>
            <a:r>
              <a:rPr b="1" lang="en-US" sz="3200">
                <a:latin typeface="Times New Roman"/>
                <a:ea typeface="Times New Roman"/>
                <a:cs typeface="Times New Roman"/>
                <a:sym typeface="Times New Roman"/>
              </a:rPr>
              <a:t>Introduction</a:t>
            </a:r>
            <a:endParaRPr/>
          </a:p>
          <a:p>
            <a:pPr indent="-342900" lvl="0" marL="457200" rtl="0" algn="l">
              <a:lnSpc>
                <a:spcPct val="90000"/>
              </a:lnSpc>
              <a:spcBef>
                <a:spcPts val="1200"/>
              </a:spcBef>
              <a:spcAft>
                <a:spcPts val="0"/>
              </a:spcAft>
              <a:buSzPts val="1800"/>
              <a:buFont typeface="Arial"/>
              <a:buChar char="•"/>
            </a:pPr>
            <a:r>
              <a:rPr b="1" lang="en-US" sz="3200">
                <a:latin typeface="Times New Roman"/>
                <a:ea typeface="Times New Roman"/>
                <a:cs typeface="Times New Roman"/>
                <a:sym typeface="Times New Roman"/>
              </a:rPr>
              <a:t>Principle control abstraction</a:t>
            </a:r>
            <a:endParaRPr/>
          </a:p>
          <a:p>
            <a:pPr indent="-342900" lvl="0" marL="457200" rtl="0" algn="l">
              <a:lnSpc>
                <a:spcPct val="90000"/>
              </a:lnSpc>
              <a:spcBef>
                <a:spcPts val="1200"/>
              </a:spcBef>
              <a:spcAft>
                <a:spcPts val="0"/>
              </a:spcAft>
              <a:buSzPts val="1800"/>
              <a:buFont typeface="Arial"/>
              <a:buChar char="•"/>
            </a:pPr>
            <a:r>
              <a:rPr b="1" lang="en-US" sz="3200">
                <a:latin typeface="Times New Roman"/>
                <a:ea typeface="Times New Roman"/>
                <a:cs typeface="Times New Roman"/>
                <a:sym typeface="Times New Roman"/>
              </a:rPr>
              <a:t>Quick Sort</a:t>
            </a:r>
            <a:endParaRPr/>
          </a:p>
          <a:p>
            <a:pPr indent="-342900" lvl="0" marL="457200" rtl="0" algn="l">
              <a:lnSpc>
                <a:spcPct val="90000"/>
              </a:lnSpc>
              <a:spcBef>
                <a:spcPts val="1200"/>
              </a:spcBef>
              <a:spcAft>
                <a:spcPts val="0"/>
              </a:spcAft>
              <a:buSzPts val="1800"/>
              <a:buFont typeface="Arial"/>
              <a:buChar char="•"/>
            </a:pPr>
            <a:r>
              <a:rPr b="1" lang="en-US" sz="3200">
                <a:latin typeface="Times New Roman"/>
                <a:ea typeface="Times New Roman"/>
                <a:cs typeface="Times New Roman"/>
                <a:sym typeface="Times New Roman"/>
              </a:rPr>
              <a:t>Merge sort </a:t>
            </a:r>
            <a:endParaRPr/>
          </a:p>
          <a:p>
            <a:pPr indent="-342900" lvl="0" marL="457200" rtl="0" algn="l">
              <a:lnSpc>
                <a:spcPct val="90000"/>
              </a:lnSpc>
              <a:spcBef>
                <a:spcPts val="1200"/>
              </a:spcBef>
              <a:spcAft>
                <a:spcPts val="0"/>
              </a:spcAft>
              <a:buSzPts val="1800"/>
              <a:buFont typeface="Arial"/>
              <a:buChar char="•"/>
            </a:pPr>
            <a:r>
              <a:rPr b="1" lang="en-US" sz="3200">
                <a:latin typeface="Times New Roman"/>
                <a:ea typeface="Times New Roman"/>
                <a:cs typeface="Times New Roman"/>
                <a:sym typeface="Times New Roman"/>
              </a:rPr>
              <a:t>Large Integer multiplication/ Strassen matrix multiplication</a:t>
            </a:r>
            <a:endParaRPr b="1" sz="3200">
              <a:latin typeface="Times New Roman"/>
              <a:ea typeface="Times New Roman"/>
              <a:cs typeface="Times New Roman"/>
              <a:sym typeface="Times New Roman"/>
            </a:endParaRPr>
          </a:p>
        </p:txBody>
      </p:sp>
      <p:sp>
        <p:nvSpPr>
          <p:cNvPr id="369" name="Google Shape;369;p3"/>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
          <p:cNvSpPr txBox="1"/>
          <p:nvPr>
            <p:ph type="title"/>
          </p:nvPr>
        </p:nvSpPr>
        <p:spPr>
          <a:xfrm>
            <a:off x="892098" y="695391"/>
            <a:ext cx="10058400" cy="628685"/>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000"/>
              <a:buFont typeface="Times New Roman"/>
              <a:buNone/>
            </a:pPr>
            <a:r>
              <a:rPr lang="en-US" sz="4000">
                <a:solidFill>
                  <a:schemeClr val="dk1"/>
                </a:solidFill>
                <a:latin typeface="Times New Roman"/>
                <a:ea typeface="Times New Roman"/>
                <a:cs typeface="Times New Roman"/>
                <a:sym typeface="Times New Roman"/>
              </a:rPr>
              <a:t>Divide &amp; Conquer</a:t>
            </a:r>
            <a:endParaRPr/>
          </a:p>
        </p:txBody>
      </p:sp>
      <p:sp>
        <p:nvSpPr>
          <p:cNvPr id="377" name="Google Shape;377;p4"/>
          <p:cNvSpPr txBox="1"/>
          <p:nvPr>
            <p:ph idx="1" type="body"/>
          </p:nvPr>
        </p:nvSpPr>
        <p:spPr>
          <a:xfrm>
            <a:off x="1152699" y="1191042"/>
            <a:ext cx="10058400" cy="5168194"/>
          </a:xfrm>
          <a:prstGeom prst="rect">
            <a:avLst/>
          </a:prstGeom>
          <a:noFill/>
          <a:ln>
            <a:noFill/>
          </a:ln>
        </p:spPr>
        <p:txBody>
          <a:bodyPr anchorCtr="0" anchor="t" bIns="45700" lIns="0" spcFirstLastPara="1" rIns="0" wrap="square" tIns="45700">
            <a:noAutofit/>
          </a:bodyPr>
          <a:lstStyle/>
          <a:p>
            <a:pPr indent="-209550" lvl="0" marL="91440" rtl="0" algn="l">
              <a:lnSpc>
                <a:spcPct val="90000"/>
              </a:lnSpc>
              <a:spcBef>
                <a:spcPts val="0"/>
              </a:spcBef>
              <a:spcAft>
                <a:spcPts val="0"/>
              </a:spcAft>
              <a:buSzPts val="3300"/>
              <a:buChar char=" "/>
            </a:pPr>
            <a:r>
              <a:rPr b="1" lang="en-US" sz="3300">
                <a:latin typeface="Times New Roman"/>
                <a:ea typeface="Times New Roman"/>
                <a:cs typeface="Times New Roman"/>
                <a:sym typeface="Times New Roman"/>
              </a:rPr>
              <a:t>Control Abstraction</a:t>
            </a:r>
            <a:endParaRPr sz="2100">
              <a:latin typeface="Times New Roman"/>
              <a:ea typeface="Times New Roman"/>
              <a:cs typeface="Times New Roman"/>
              <a:sym typeface="Times New Roman"/>
            </a:endParaRPr>
          </a:p>
          <a:p>
            <a:pPr indent="-133350" lvl="0" marL="91440" rtl="0" algn="l">
              <a:lnSpc>
                <a:spcPct val="90000"/>
              </a:lnSpc>
              <a:spcBef>
                <a:spcPts val="1400"/>
              </a:spcBef>
              <a:spcAft>
                <a:spcPts val="0"/>
              </a:spcAft>
              <a:buSzPts val="2100"/>
              <a:buChar char=" "/>
            </a:pPr>
            <a:r>
              <a:rPr b="1" lang="en-US" sz="2100">
                <a:latin typeface="Times New Roman"/>
                <a:ea typeface="Times New Roman"/>
                <a:cs typeface="Times New Roman"/>
                <a:sym typeface="Times New Roman"/>
              </a:rPr>
              <a:t>DANDC </a:t>
            </a:r>
            <a:r>
              <a:rPr lang="en-US" sz="2100">
                <a:latin typeface="Times New Roman"/>
                <a:ea typeface="Times New Roman"/>
                <a:cs typeface="Times New Roman"/>
                <a:sym typeface="Times New Roman"/>
              </a:rPr>
              <a:t>(P) </a:t>
            </a:r>
            <a:endParaRPr sz="2100">
              <a:latin typeface="Times New Roman"/>
              <a:ea typeface="Times New Roman"/>
              <a:cs typeface="Times New Roman"/>
              <a:sym typeface="Times New Roman"/>
            </a:endParaRPr>
          </a:p>
          <a:p>
            <a:pPr indent="-133350" lvl="0" marL="91440" rtl="0" algn="l">
              <a:lnSpc>
                <a:spcPct val="90000"/>
              </a:lnSpc>
              <a:spcBef>
                <a:spcPts val="1400"/>
              </a:spcBef>
              <a:spcAft>
                <a:spcPts val="0"/>
              </a:spcAft>
              <a:buSzPts val="2100"/>
              <a:buChar char=" "/>
            </a:pPr>
            <a:r>
              <a:rPr lang="en-US"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a:p>
            <a:pPr indent="-120650" lvl="1" marL="548640" rtl="0" algn="l">
              <a:lnSpc>
                <a:spcPct val="90000"/>
              </a:lnSpc>
              <a:spcBef>
                <a:spcPts val="1400"/>
              </a:spcBef>
              <a:spcAft>
                <a:spcPts val="0"/>
              </a:spcAft>
              <a:buSzPts val="1900"/>
              <a:buChar char=" "/>
            </a:pPr>
            <a:r>
              <a:rPr lang="en-US" sz="1900">
                <a:latin typeface="Times New Roman"/>
                <a:ea typeface="Times New Roman"/>
                <a:cs typeface="Times New Roman"/>
                <a:sym typeface="Times New Roman"/>
              </a:rPr>
              <a:t>if SMALL (P) then return S (p); </a:t>
            </a:r>
            <a:endParaRPr sz="1900">
              <a:latin typeface="Times New Roman"/>
              <a:ea typeface="Times New Roman"/>
              <a:cs typeface="Times New Roman"/>
              <a:sym typeface="Times New Roman"/>
            </a:endParaRPr>
          </a:p>
          <a:p>
            <a:pPr indent="-120650" lvl="1" marL="548640" rtl="0" algn="l">
              <a:lnSpc>
                <a:spcPct val="90000"/>
              </a:lnSpc>
              <a:spcBef>
                <a:spcPts val="1400"/>
              </a:spcBef>
              <a:spcAft>
                <a:spcPts val="0"/>
              </a:spcAft>
              <a:buSzPts val="1900"/>
              <a:buChar char=" "/>
            </a:pPr>
            <a:r>
              <a:rPr lang="en-US" sz="1900">
                <a:latin typeface="Times New Roman"/>
                <a:ea typeface="Times New Roman"/>
                <a:cs typeface="Times New Roman"/>
                <a:sym typeface="Times New Roman"/>
              </a:rPr>
              <a:t>else </a:t>
            </a:r>
            <a:endParaRPr sz="1900">
              <a:latin typeface="Times New Roman"/>
              <a:ea typeface="Times New Roman"/>
              <a:cs typeface="Times New Roman"/>
              <a:sym typeface="Times New Roman"/>
            </a:endParaRPr>
          </a:p>
          <a:p>
            <a:pPr indent="-120650" lvl="1" marL="548640" rtl="0" algn="l">
              <a:lnSpc>
                <a:spcPct val="90000"/>
              </a:lnSpc>
              <a:spcBef>
                <a:spcPts val="1400"/>
              </a:spcBef>
              <a:spcAft>
                <a:spcPts val="0"/>
              </a:spcAft>
              <a:buSzPts val="1900"/>
              <a:buChar char=" "/>
            </a:pPr>
            <a:r>
              <a:rPr lang="en-US"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114300" lvl="2" marL="1005839" rtl="0" algn="l">
              <a:lnSpc>
                <a:spcPct val="90000"/>
              </a:lnSpc>
              <a:spcBef>
                <a:spcPts val="1400"/>
              </a:spcBef>
              <a:spcAft>
                <a:spcPts val="0"/>
              </a:spcAft>
              <a:buSzPts val="1800"/>
              <a:buChar char=" "/>
            </a:pPr>
            <a:r>
              <a:rPr lang="en-US" sz="1800">
                <a:latin typeface="Times New Roman"/>
                <a:ea typeface="Times New Roman"/>
                <a:cs typeface="Times New Roman"/>
                <a:sym typeface="Times New Roman"/>
              </a:rPr>
              <a:t>divide p into smaller instances p1, p2, …. Pk, k &gt;= 1; </a:t>
            </a:r>
            <a:endParaRPr sz="1800">
              <a:latin typeface="Times New Roman"/>
              <a:ea typeface="Times New Roman"/>
              <a:cs typeface="Times New Roman"/>
              <a:sym typeface="Times New Roman"/>
            </a:endParaRPr>
          </a:p>
          <a:p>
            <a:pPr indent="-114300" lvl="2" marL="1005839" rtl="0" algn="l">
              <a:lnSpc>
                <a:spcPct val="90000"/>
              </a:lnSpc>
              <a:spcBef>
                <a:spcPts val="1400"/>
              </a:spcBef>
              <a:spcAft>
                <a:spcPts val="0"/>
              </a:spcAft>
              <a:buSzPts val="1800"/>
              <a:buChar char=" "/>
            </a:pPr>
            <a:r>
              <a:rPr lang="en-US" sz="1800">
                <a:latin typeface="Times New Roman"/>
                <a:ea typeface="Times New Roman"/>
                <a:cs typeface="Times New Roman"/>
                <a:sym typeface="Times New Roman"/>
              </a:rPr>
              <a:t>apply DANDC to each of these sub problems; </a:t>
            </a:r>
            <a:endParaRPr sz="1800">
              <a:latin typeface="Times New Roman"/>
              <a:ea typeface="Times New Roman"/>
              <a:cs typeface="Times New Roman"/>
              <a:sym typeface="Times New Roman"/>
            </a:endParaRPr>
          </a:p>
          <a:p>
            <a:pPr indent="-114300" lvl="2" marL="1005839" rtl="0" algn="l">
              <a:lnSpc>
                <a:spcPct val="90000"/>
              </a:lnSpc>
              <a:spcBef>
                <a:spcPts val="1400"/>
              </a:spcBef>
              <a:spcAft>
                <a:spcPts val="0"/>
              </a:spcAft>
              <a:buSzPts val="1800"/>
              <a:buChar char=" "/>
            </a:pPr>
            <a:r>
              <a:rPr lang="en-US" sz="1800">
                <a:latin typeface="Times New Roman"/>
                <a:ea typeface="Times New Roman"/>
                <a:cs typeface="Times New Roman"/>
                <a:sym typeface="Times New Roman"/>
              </a:rPr>
              <a:t>return (COMBINE (DANDC (p1) , DANDC (p2),…., DANDC (pk)); </a:t>
            </a:r>
            <a:endParaRPr sz="1800">
              <a:latin typeface="Times New Roman"/>
              <a:ea typeface="Times New Roman"/>
              <a:cs typeface="Times New Roman"/>
              <a:sym typeface="Times New Roman"/>
            </a:endParaRPr>
          </a:p>
          <a:p>
            <a:pPr indent="-120650" lvl="1" marL="548640" rtl="0" algn="l">
              <a:lnSpc>
                <a:spcPct val="90000"/>
              </a:lnSpc>
              <a:spcBef>
                <a:spcPts val="1400"/>
              </a:spcBef>
              <a:spcAft>
                <a:spcPts val="0"/>
              </a:spcAft>
              <a:buSzPts val="1900"/>
              <a:buChar char=" "/>
            </a:pPr>
            <a:r>
              <a:rPr lang="en-US" sz="1900">
                <a:latin typeface="Times New Roman"/>
                <a:ea typeface="Times New Roman"/>
                <a:cs typeface="Times New Roman"/>
                <a:sym typeface="Times New Roman"/>
              </a:rPr>
              <a:t>} </a:t>
            </a:r>
            <a:endParaRPr sz="1900">
              <a:latin typeface="Times New Roman"/>
              <a:ea typeface="Times New Roman"/>
              <a:cs typeface="Times New Roman"/>
              <a:sym typeface="Times New Roman"/>
            </a:endParaRPr>
          </a:p>
          <a:p>
            <a:pPr indent="-133350" lvl="0" marL="91440" rtl="0" algn="l">
              <a:lnSpc>
                <a:spcPct val="90000"/>
              </a:lnSpc>
              <a:spcBef>
                <a:spcPts val="1400"/>
              </a:spcBef>
              <a:spcAft>
                <a:spcPts val="0"/>
              </a:spcAft>
              <a:buSzPts val="2100"/>
              <a:buChar char=" "/>
            </a:pPr>
            <a:r>
              <a:rPr lang="en-US" sz="2100">
                <a:latin typeface="Times New Roman"/>
                <a:ea typeface="Times New Roman"/>
                <a:cs typeface="Times New Roman"/>
                <a:sym typeface="Times New Roman"/>
              </a:rPr>
              <a:t>}</a:t>
            </a:r>
            <a:endParaRPr sz="2100">
              <a:latin typeface="Times New Roman"/>
              <a:ea typeface="Times New Roman"/>
              <a:cs typeface="Times New Roman"/>
              <a:sym typeface="Times New Roman"/>
            </a:endParaRPr>
          </a:p>
          <a:p>
            <a:pPr indent="0" lvl="0" marL="91440" rtl="0" algn="l">
              <a:lnSpc>
                <a:spcPct val="90000"/>
              </a:lnSpc>
              <a:spcBef>
                <a:spcPts val="1400"/>
              </a:spcBef>
              <a:spcAft>
                <a:spcPts val="0"/>
              </a:spcAft>
              <a:buSzPts val="2000"/>
              <a:buNone/>
            </a:pPr>
            <a:r>
              <a:t/>
            </a:r>
            <a:endParaRPr/>
          </a:p>
        </p:txBody>
      </p:sp>
      <p:grpSp>
        <p:nvGrpSpPr>
          <p:cNvPr id="378" name="Google Shape;378;p4"/>
          <p:cNvGrpSpPr/>
          <p:nvPr/>
        </p:nvGrpSpPr>
        <p:grpSpPr>
          <a:xfrm>
            <a:off x="8058042" y="1459509"/>
            <a:ext cx="3905374" cy="3331380"/>
            <a:chOff x="188" y="1908"/>
            <a:chExt cx="2160" cy="1960"/>
          </a:xfrm>
        </p:grpSpPr>
        <p:sp>
          <p:nvSpPr>
            <p:cNvPr id="379" name="Google Shape;379;p4"/>
            <p:cNvSpPr/>
            <p:nvPr/>
          </p:nvSpPr>
          <p:spPr>
            <a:xfrm>
              <a:off x="188" y="1908"/>
              <a:ext cx="2104" cy="1960"/>
            </a:xfrm>
            <a:prstGeom prst="roundRect">
              <a:avLst>
                <a:gd fmla="val 12495" name="adj"/>
              </a:avLst>
            </a:prstGeom>
            <a:solidFill>
              <a:schemeClr val="lt1"/>
            </a:solidFill>
            <a:ln cap="flat" cmpd="sng" w="12700">
              <a:solidFill>
                <a:schemeClr val="dk1"/>
              </a:solidFill>
              <a:prstDash val="solid"/>
              <a:round/>
              <a:headEnd len="sm" w="sm" type="none"/>
              <a:tailEnd len="sm" w="sm" type="none"/>
            </a:ln>
            <a:effectLst>
              <a:outerShdw rotWithShape="0" algn="ctr" dir="2700000" dist="107763">
                <a:schemeClr val="dk1"/>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4"/>
            <p:cNvSpPr/>
            <p:nvPr/>
          </p:nvSpPr>
          <p:spPr>
            <a:xfrm>
              <a:off x="327" y="1940"/>
              <a:ext cx="2021" cy="1791"/>
            </a:xfrm>
            <a:prstGeom prst="rect">
              <a:avLst/>
            </a:prstGeom>
            <a:noFill/>
            <a:ln>
              <a:noFill/>
            </a:ln>
          </p:spPr>
          <p:txBody>
            <a:bodyPr anchorCtr="0" anchor="t" bIns="44450" lIns="90475" spcFirstLastPara="1" rIns="90475" wrap="square" tIns="44450">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Divide</a:t>
              </a:r>
              <a:r>
                <a:rPr b="0" i="0" lang="en-US" sz="2400" u="none" cap="none" strike="noStrike">
                  <a:solidFill>
                    <a:schemeClr val="dk1"/>
                  </a:solidFill>
                  <a:latin typeface="Calibri"/>
                  <a:ea typeface="Calibri"/>
                  <a:cs typeface="Calibri"/>
                  <a:sym typeface="Calibri"/>
                </a:rPr>
                <a:t> the problem into smaller sub problems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Conquer</a:t>
              </a:r>
              <a:r>
                <a:rPr b="0" i="0" lang="en-US" sz="2400" u="none" cap="none" strike="noStrike">
                  <a:solidFill>
                    <a:schemeClr val="dk1"/>
                  </a:solidFill>
                  <a:latin typeface="Calibri"/>
                  <a:ea typeface="Calibri"/>
                  <a:cs typeface="Calibri"/>
                  <a:sym typeface="Calibri"/>
                </a:rPr>
                <a:t> the sub problems by solving them recursively.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Combine</a:t>
              </a:r>
              <a:r>
                <a:rPr b="0" i="0" lang="en-US" sz="2400" u="none" cap="none" strike="noStrike">
                  <a:solidFill>
                    <a:schemeClr val="dk1"/>
                  </a:solidFill>
                  <a:latin typeface="Calibri"/>
                  <a:ea typeface="Calibri"/>
                  <a:cs typeface="Calibri"/>
                  <a:sym typeface="Calibri"/>
                </a:rPr>
                <a:t> the solutions to the sub problems into the solution of the original problem.</a:t>
              </a:r>
              <a:endParaRPr b="1" i="1" sz="2400" u="none" cap="none" strike="noStrike">
                <a:solidFill>
                  <a:schemeClr val="dk1"/>
                </a:solidFill>
                <a:latin typeface="Calibri"/>
                <a:ea typeface="Calibri"/>
                <a:cs typeface="Calibri"/>
                <a:sym typeface="Calibri"/>
              </a:endParaRPr>
            </a:p>
          </p:txBody>
        </p:sp>
      </p:grpSp>
      <p:sp>
        <p:nvSpPr>
          <p:cNvPr id="381" name="Google Shape;381;p4"/>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SAHNI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
          <p:cNvSpPr txBox="1"/>
          <p:nvPr>
            <p:ph type="title"/>
          </p:nvPr>
        </p:nvSpPr>
        <p:spPr>
          <a:xfrm>
            <a:off x="1097280" y="286603"/>
            <a:ext cx="10058400" cy="873331"/>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Divide-and-Conquer Technique (cont.)</a:t>
            </a:r>
            <a:endParaRPr/>
          </a:p>
        </p:txBody>
      </p:sp>
      <p:sp>
        <p:nvSpPr>
          <p:cNvPr id="388" name="Google Shape;388;p5"/>
          <p:cNvSpPr/>
          <p:nvPr/>
        </p:nvSpPr>
        <p:spPr>
          <a:xfrm>
            <a:off x="7086600" y="2362200"/>
            <a:ext cx="2286000" cy="838200"/>
          </a:xfrm>
          <a:prstGeom prst="ellipse">
            <a:avLst/>
          </a:prstGeom>
          <a:solidFill>
            <a:srgbClr val="92D050"/>
          </a:solid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932"/>
                </a:solidFill>
                <a:latin typeface="Calibri"/>
                <a:ea typeface="Calibri"/>
                <a:cs typeface="Calibri"/>
                <a:sym typeface="Calibri"/>
              </a:rPr>
              <a:t>subproblem 2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932"/>
                </a:solidFill>
                <a:latin typeface="Calibri"/>
                <a:ea typeface="Calibri"/>
                <a:cs typeface="Calibri"/>
                <a:sym typeface="Calibri"/>
              </a:rPr>
              <a:t>of size </a:t>
            </a:r>
            <a:r>
              <a:rPr b="1" i="1" lang="en-US" sz="1800" u="none" cap="none" strike="noStrike">
                <a:solidFill>
                  <a:srgbClr val="001932"/>
                </a:solidFill>
                <a:latin typeface="Calibri"/>
                <a:ea typeface="Calibri"/>
                <a:cs typeface="Calibri"/>
                <a:sym typeface="Calibri"/>
              </a:rPr>
              <a:t>n</a:t>
            </a:r>
            <a:r>
              <a:rPr b="1" i="0" lang="en-US" sz="1800" u="none" cap="none" strike="noStrike">
                <a:solidFill>
                  <a:srgbClr val="001932"/>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389" name="Google Shape;389;p5"/>
          <p:cNvSpPr/>
          <p:nvPr/>
        </p:nvSpPr>
        <p:spPr>
          <a:xfrm>
            <a:off x="2743200" y="2362200"/>
            <a:ext cx="2286000" cy="838200"/>
          </a:xfrm>
          <a:prstGeom prst="ellipse">
            <a:avLst/>
          </a:prstGeom>
          <a:solidFill>
            <a:srgbClr val="92D050"/>
          </a:solid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932"/>
                </a:solidFill>
                <a:latin typeface="Calibri"/>
                <a:ea typeface="Calibri"/>
                <a:cs typeface="Calibri"/>
                <a:sym typeface="Calibri"/>
              </a:rPr>
              <a:t>subproblem 1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932"/>
                </a:solidFill>
                <a:latin typeface="Calibri"/>
                <a:ea typeface="Calibri"/>
                <a:cs typeface="Calibri"/>
                <a:sym typeface="Calibri"/>
              </a:rPr>
              <a:t>of size </a:t>
            </a:r>
            <a:r>
              <a:rPr b="1" i="1" lang="en-US" sz="1800" u="none" cap="none" strike="noStrike">
                <a:solidFill>
                  <a:srgbClr val="001932"/>
                </a:solidFill>
                <a:latin typeface="Calibri"/>
                <a:ea typeface="Calibri"/>
                <a:cs typeface="Calibri"/>
                <a:sym typeface="Calibri"/>
              </a:rPr>
              <a:t>n</a:t>
            </a:r>
            <a:r>
              <a:rPr b="1" i="0" lang="en-US" sz="1800" u="none" cap="none" strike="noStrike">
                <a:solidFill>
                  <a:srgbClr val="001932"/>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390" name="Google Shape;390;p5"/>
          <p:cNvSpPr/>
          <p:nvPr/>
        </p:nvSpPr>
        <p:spPr>
          <a:xfrm>
            <a:off x="2743200" y="3657600"/>
            <a:ext cx="2286000" cy="685800"/>
          </a:xfrm>
          <a:prstGeom prst="rect">
            <a:avLst/>
          </a:prstGeom>
          <a:solidFill>
            <a:srgbClr val="92D05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1932"/>
                </a:solidFill>
                <a:latin typeface="Calibri"/>
                <a:ea typeface="Calibri"/>
                <a:cs typeface="Calibri"/>
                <a:sym typeface="Calibri"/>
              </a:rPr>
              <a:t>a solution to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1932"/>
                </a:solidFill>
                <a:latin typeface="Calibri"/>
                <a:ea typeface="Calibri"/>
                <a:cs typeface="Calibri"/>
                <a:sym typeface="Calibri"/>
              </a:rPr>
              <a:t>subproblem 1</a:t>
            </a:r>
            <a:endParaRPr b="0" i="0" sz="2400" u="none" cap="none" strike="noStrike">
              <a:solidFill>
                <a:srgbClr val="FFFFFF"/>
              </a:solidFill>
              <a:latin typeface="Calibri"/>
              <a:ea typeface="Calibri"/>
              <a:cs typeface="Calibri"/>
              <a:sym typeface="Calibri"/>
            </a:endParaRPr>
          </a:p>
        </p:txBody>
      </p:sp>
      <p:sp>
        <p:nvSpPr>
          <p:cNvPr id="391" name="Google Shape;391;p5"/>
          <p:cNvSpPr/>
          <p:nvPr/>
        </p:nvSpPr>
        <p:spPr>
          <a:xfrm>
            <a:off x="4953000" y="5410200"/>
            <a:ext cx="2286000" cy="685800"/>
          </a:xfrm>
          <a:prstGeom prst="rect">
            <a:avLst/>
          </a:prstGeom>
          <a:solidFill>
            <a:srgbClr val="92D05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1932"/>
                </a:solidFill>
                <a:latin typeface="Calibri"/>
                <a:ea typeface="Calibri"/>
                <a:cs typeface="Calibri"/>
                <a:sym typeface="Calibri"/>
              </a:rPr>
              <a:t>a solution to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1932"/>
                </a:solidFill>
                <a:latin typeface="Calibri"/>
                <a:ea typeface="Calibri"/>
                <a:cs typeface="Calibri"/>
                <a:sym typeface="Calibri"/>
              </a:rPr>
              <a:t>the original problem</a:t>
            </a:r>
            <a:endParaRPr b="0" i="0" sz="2400" u="none" cap="none" strike="noStrike">
              <a:solidFill>
                <a:srgbClr val="FFFFFF"/>
              </a:solidFill>
              <a:latin typeface="Calibri"/>
              <a:ea typeface="Calibri"/>
              <a:cs typeface="Calibri"/>
              <a:sym typeface="Calibri"/>
            </a:endParaRPr>
          </a:p>
        </p:txBody>
      </p:sp>
      <p:sp>
        <p:nvSpPr>
          <p:cNvPr id="392" name="Google Shape;392;p5"/>
          <p:cNvSpPr/>
          <p:nvPr/>
        </p:nvSpPr>
        <p:spPr>
          <a:xfrm>
            <a:off x="7086600" y="3657600"/>
            <a:ext cx="2286000" cy="685800"/>
          </a:xfrm>
          <a:prstGeom prst="rect">
            <a:avLst/>
          </a:prstGeom>
          <a:solidFill>
            <a:srgbClr val="92D05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1932"/>
                </a:solidFill>
                <a:latin typeface="Calibri"/>
                <a:ea typeface="Calibri"/>
                <a:cs typeface="Calibri"/>
                <a:sym typeface="Calibri"/>
              </a:rPr>
              <a:t>a solution to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1932"/>
                </a:solidFill>
                <a:latin typeface="Calibri"/>
                <a:ea typeface="Calibri"/>
                <a:cs typeface="Calibri"/>
                <a:sym typeface="Calibri"/>
              </a:rPr>
              <a:t>subproblem 2</a:t>
            </a:r>
            <a:endParaRPr b="0" i="0" sz="2400" u="none" cap="none" strike="noStrike">
              <a:solidFill>
                <a:srgbClr val="FFFFFF"/>
              </a:solidFill>
              <a:latin typeface="Calibri"/>
              <a:ea typeface="Calibri"/>
              <a:cs typeface="Calibri"/>
              <a:sym typeface="Calibri"/>
            </a:endParaRPr>
          </a:p>
        </p:txBody>
      </p:sp>
      <p:cxnSp>
        <p:nvCxnSpPr>
          <p:cNvPr id="393" name="Google Shape;393;p5"/>
          <p:cNvCxnSpPr/>
          <p:nvPr/>
        </p:nvCxnSpPr>
        <p:spPr>
          <a:xfrm flipH="1">
            <a:off x="4191000" y="2057400"/>
            <a:ext cx="1447800" cy="304800"/>
          </a:xfrm>
          <a:prstGeom prst="straightConnector1">
            <a:avLst/>
          </a:prstGeom>
          <a:noFill/>
          <a:ln cap="flat" cmpd="sng" w="12700">
            <a:solidFill>
              <a:srgbClr val="FF0000"/>
            </a:solidFill>
            <a:prstDash val="solid"/>
            <a:round/>
            <a:headEnd len="sm" w="sm" type="none"/>
            <a:tailEnd len="sm" w="sm" type="triangle"/>
          </a:ln>
        </p:spPr>
      </p:cxnSp>
      <p:cxnSp>
        <p:nvCxnSpPr>
          <p:cNvPr id="394" name="Google Shape;394;p5"/>
          <p:cNvCxnSpPr/>
          <p:nvPr/>
        </p:nvCxnSpPr>
        <p:spPr>
          <a:xfrm>
            <a:off x="6477000" y="2057400"/>
            <a:ext cx="1524000" cy="304800"/>
          </a:xfrm>
          <a:prstGeom prst="straightConnector1">
            <a:avLst/>
          </a:prstGeom>
          <a:noFill/>
          <a:ln cap="flat" cmpd="sng" w="12700">
            <a:solidFill>
              <a:srgbClr val="FF0000"/>
            </a:solidFill>
            <a:prstDash val="solid"/>
            <a:round/>
            <a:headEnd len="sm" w="sm" type="none"/>
            <a:tailEnd len="sm" w="sm" type="triangle"/>
          </a:ln>
        </p:spPr>
      </p:cxnSp>
      <p:sp>
        <p:nvSpPr>
          <p:cNvPr id="395" name="Google Shape;395;p5"/>
          <p:cNvSpPr/>
          <p:nvPr/>
        </p:nvSpPr>
        <p:spPr>
          <a:xfrm>
            <a:off x="4953000" y="1295400"/>
            <a:ext cx="2286000" cy="838200"/>
          </a:xfrm>
          <a:prstGeom prst="ellipse">
            <a:avLst/>
          </a:prstGeom>
          <a:solidFill>
            <a:srgbClr val="92D050"/>
          </a:solid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1932"/>
                </a:solidFill>
                <a:latin typeface="Calibri"/>
                <a:ea typeface="Calibri"/>
                <a:cs typeface="Calibri"/>
                <a:sym typeface="Calibri"/>
              </a:rPr>
              <a:t>a problem of size </a:t>
            </a:r>
            <a:r>
              <a:rPr b="1" i="1" lang="en-US" sz="1800" u="none" cap="none" strike="noStrike">
                <a:solidFill>
                  <a:srgbClr val="001932"/>
                </a:solidFill>
                <a:latin typeface="Calibri"/>
                <a:ea typeface="Calibri"/>
                <a:cs typeface="Calibri"/>
                <a:sym typeface="Calibri"/>
              </a:rPr>
              <a:t>n</a:t>
            </a:r>
            <a:endParaRPr b="1" i="0" sz="1800" u="none" cap="none" strike="noStrike">
              <a:solidFill>
                <a:srgbClr val="001932"/>
              </a:solidFill>
              <a:latin typeface="Calibri"/>
              <a:ea typeface="Calibri"/>
              <a:cs typeface="Calibri"/>
              <a:sym typeface="Calibri"/>
            </a:endParaRPr>
          </a:p>
        </p:txBody>
      </p:sp>
      <p:cxnSp>
        <p:nvCxnSpPr>
          <p:cNvPr id="396" name="Google Shape;396;p5"/>
          <p:cNvCxnSpPr/>
          <p:nvPr/>
        </p:nvCxnSpPr>
        <p:spPr>
          <a:xfrm>
            <a:off x="3810000" y="3200400"/>
            <a:ext cx="0" cy="457200"/>
          </a:xfrm>
          <a:prstGeom prst="straightConnector1">
            <a:avLst/>
          </a:prstGeom>
          <a:noFill/>
          <a:ln cap="flat" cmpd="sng" w="12700">
            <a:solidFill>
              <a:srgbClr val="FF0000"/>
            </a:solidFill>
            <a:prstDash val="solid"/>
            <a:round/>
            <a:headEnd len="sm" w="sm" type="none"/>
            <a:tailEnd len="sm" w="sm" type="triangle"/>
          </a:ln>
        </p:spPr>
      </p:cxnSp>
      <p:cxnSp>
        <p:nvCxnSpPr>
          <p:cNvPr id="397" name="Google Shape;397;p5"/>
          <p:cNvCxnSpPr/>
          <p:nvPr/>
        </p:nvCxnSpPr>
        <p:spPr>
          <a:xfrm>
            <a:off x="8229600" y="3200400"/>
            <a:ext cx="0" cy="457200"/>
          </a:xfrm>
          <a:prstGeom prst="straightConnector1">
            <a:avLst/>
          </a:prstGeom>
          <a:noFill/>
          <a:ln cap="flat" cmpd="sng" w="12700">
            <a:solidFill>
              <a:srgbClr val="FF0000"/>
            </a:solidFill>
            <a:prstDash val="solid"/>
            <a:round/>
            <a:headEnd len="sm" w="sm" type="none"/>
            <a:tailEnd len="sm" w="sm" type="triangle"/>
          </a:ln>
        </p:spPr>
      </p:cxnSp>
      <p:cxnSp>
        <p:nvCxnSpPr>
          <p:cNvPr id="398" name="Google Shape;398;p5"/>
          <p:cNvCxnSpPr/>
          <p:nvPr/>
        </p:nvCxnSpPr>
        <p:spPr>
          <a:xfrm>
            <a:off x="3810000" y="4343400"/>
            <a:ext cx="0" cy="533400"/>
          </a:xfrm>
          <a:prstGeom prst="straightConnector1">
            <a:avLst/>
          </a:prstGeom>
          <a:noFill/>
          <a:ln cap="flat" cmpd="sng" w="12700">
            <a:solidFill>
              <a:srgbClr val="FF0000"/>
            </a:solidFill>
            <a:prstDash val="solid"/>
            <a:round/>
            <a:headEnd len="sm" w="sm" type="none"/>
            <a:tailEnd len="sm" w="sm" type="none"/>
          </a:ln>
        </p:spPr>
      </p:cxnSp>
      <p:cxnSp>
        <p:nvCxnSpPr>
          <p:cNvPr id="399" name="Google Shape;399;p5"/>
          <p:cNvCxnSpPr/>
          <p:nvPr/>
        </p:nvCxnSpPr>
        <p:spPr>
          <a:xfrm>
            <a:off x="8229600" y="4343400"/>
            <a:ext cx="0" cy="533400"/>
          </a:xfrm>
          <a:prstGeom prst="straightConnector1">
            <a:avLst/>
          </a:prstGeom>
          <a:noFill/>
          <a:ln cap="flat" cmpd="sng" w="12700">
            <a:solidFill>
              <a:srgbClr val="FF0000"/>
            </a:solidFill>
            <a:prstDash val="solid"/>
            <a:round/>
            <a:headEnd len="sm" w="sm" type="none"/>
            <a:tailEnd len="sm" w="sm" type="none"/>
          </a:ln>
        </p:spPr>
      </p:cxnSp>
      <p:cxnSp>
        <p:nvCxnSpPr>
          <p:cNvPr id="400" name="Google Shape;400;p5"/>
          <p:cNvCxnSpPr/>
          <p:nvPr/>
        </p:nvCxnSpPr>
        <p:spPr>
          <a:xfrm>
            <a:off x="3810000" y="4876800"/>
            <a:ext cx="4419600" cy="0"/>
          </a:xfrm>
          <a:prstGeom prst="straightConnector1">
            <a:avLst/>
          </a:prstGeom>
          <a:noFill/>
          <a:ln cap="flat" cmpd="sng" w="12700">
            <a:solidFill>
              <a:srgbClr val="FF0000"/>
            </a:solidFill>
            <a:prstDash val="solid"/>
            <a:round/>
            <a:headEnd len="sm" w="sm" type="none"/>
            <a:tailEnd len="sm" w="sm" type="none"/>
          </a:ln>
        </p:spPr>
      </p:cxnSp>
      <p:cxnSp>
        <p:nvCxnSpPr>
          <p:cNvPr id="401" name="Google Shape;401;p5"/>
          <p:cNvCxnSpPr/>
          <p:nvPr/>
        </p:nvCxnSpPr>
        <p:spPr>
          <a:xfrm>
            <a:off x="6096000" y="4876800"/>
            <a:ext cx="0" cy="533400"/>
          </a:xfrm>
          <a:prstGeom prst="straightConnector1">
            <a:avLst/>
          </a:prstGeom>
          <a:noFill/>
          <a:ln cap="flat" cmpd="sng" w="12700">
            <a:solidFill>
              <a:srgbClr val="FF0000"/>
            </a:solidFill>
            <a:prstDash val="solid"/>
            <a:round/>
            <a:headEnd len="sm" w="sm" type="none"/>
            <a:tailEnd len="sm" w="sm" type="triangle"/>
          </a:ln>
        </p:spPr>
      </p:cxnSp>
      <p:sp>
        <p:nvSpPr>
          <p:cNvPr id="402" name="Google Shape;402;p5"/>
          <p:cNvSpPr txBox="1"/>
          <p:nvPr/>
        </p:nvSpPr>
        <p:spPr>
          <a:xfrm>
            <a:off x="5334000" y="1777520"/>
            <a:ext cx="144780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9933"/>
                </a:solidFill>
                <a:latin typeface="Calibri"/>
                <a:ea typeface="Calibri"/>
                <a:cs typeface="Calibri"/>
                <a:sym typeface="Calibri"/>
              </a:rPr>
              <a:t>(instance)</a:t>
            </a:r>
            <a:endParaRPr b="0" i="0" sz="1400" u="none" cap="none" strike="noStrike">
              <a:solidFill>
                <a:srgbClr val="000000"/>
              </a:solidFill>
              <a:latin typeface="Arial"/>
              <a:ea typeface="Arial"/>
              <a:cs typeface="Arial"/>
              <a:sym typeface="Arial"/>
            </a:endParaRPr>
          </a:p>
        </p:txBody>
      </p:sp>
      <p:sp>
        <p:nvSpPr>
          <p:cNvPr id="403" name="Google Shape;403;p5"/>
          <p:cNvSpPr txBox="1"/>
          <p:nvPr/>
        </p:nvSpPr>
        <p:spPr>
          <a:xfrm>
            <a:off x="7848600" y="5426076"/>
            <a:ext cx="2743200"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6600"/>
                </a:solidFill>
                <a:latin typeface="Calibri"/>
                <a:ea typeface="Calibri"/>
                <a:cs typeface="Calibri"/>
                <a:sym typeface="Calibri"/>
              </a:rPr>
              <a:t>It general leads to a recursive algorithm!</a:t>
            </a:r>
            <a:endParaRPr b="0" i="0" sz="1400" u="none" cap="none" strike="noStrike">
              <a:solidFill>
                <a:srgbClr val="000000"/>
              </a:solidFill>
              <a:latin typeface="Arial"/>
              <a:ea typeface="Arial"/>
              <a:cs typeface="Arial"/>
              <a:sym typeface="Arial"/>
            </a:endParaRPr>
          </a:p>
        </p:txBody>
      </p:sp>
      <p:sp>
        <p:nvSpPr>
          <p:cNvPr id="404" name="Google Shape;404;p5"/>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INTERNET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03"/>
                                        </p:tgtEl>
                                        <p:attrNameLst>
                                          <p:attrName>style.visibility</p:attrName>
                                        </p:attrNameLst>
                                      </p:cBhvr>
                                      <p:to>
                                        <p:strVal val="visible"/>
                                      </p:to>
                                    </p:set>
                                    <p:anim calcmode="lin" valueType="num">
                                      <p:cBhvr additive="base">
                                        <p:cTn dur="1000"/>
                                        <p:tgtEl>
                                          <p:spTgt spid="40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
          <p:cNvSpPr txBox="1"/>
          <p:nvPr>
            <p:ph type="title"/>
          </p:nvPr>
        </p:nvSpPr>
        <p:spPr>
          <a:xfrm>
            <a:off x="2286000" y="609600"/>
            <a:ext cx="7620000" cy="769938"/>
          </a:xfrm>
          <a:prstGeom prst="rect">
            <a:avLst/>
          </a:prstGeom>
          <a:noFill/>
          <a:ln>
            <a:noFill/>
          </a:ln>
        </p:spPr>
        <p:txBody>
          <a:bodyPr anchorCtr="0" anchor="b" bIns="45700" lIns="91425" spcFirstLastPara="1" rIns="91425" wrap="square" tIns="45700">
            <a:noAutofit/>
          </a:bodyPr>
          <a:lstStyle/>
          <a:p>
            <a:pPr indent="0" lvl="0" marL="0" rtl="0" algn="ctr">
              <a:lnSpc>
                <a:spcPct val="85000"/>
              </a:lnSpc>
              <a:spcBef>
                <a:spcPts val="0"/>
              </a:spcBef>
              <a:spcAft>
                <a:spcPts val="0"/>
              </a:spcAft>
              <a:buClr>
                <a:srgbClr val="3F3F3F"/>
              </a:buClr>
              <a:buSzPts val="4000"/>
              <a:buFont typeface="Times New Roman"/>
              <a:buNone/>
            </a:pPr>
            <a:r>
              <a:rPr lang="en-US" sz="4000">
                <a:latin typeface="Times New Roman"/>
                <a:ea typeface="Times New Roman"/>
                <a:cs typeface="Times New Roman"/>
                <a:sym typeface="Times New Roman"/>
              </a:rPr>
              <a:t>Time complexity of the general algorithm</a:t>
            </a:r>
            <a:endParaRPr/>
          </a:p>
        </p:txBody>
      </p:sp>
      <p:sp>
        <p:nvSpPr>
          <p:cNvPr id="411" name="Google Shape;411;p6"/>
          <p:cNvSpPr txBox="1"/>
          <p:nvPr>
            <p:ph idx="1" type="body"/>
          </p:nvPr>
        </p:nvSpPr>
        <p:spPr>
          <a:xfrm>
            <a:off x="1097280" y="1845734"/>
            <a:ext cx="10312248" cy="4432236"/>
          </a:xfrm>
          <a:prstGeom prst="rect">
            <a:avLst/>
          </a:prstGeom>
          <a:noFill/>
          <a:ln>
            <a:noFill/>
          </a:ln>
        </p:spPr>
        <p:txBody>
          <a:bodyPr anchorCtr="0" anchor="t" bIns="45700" lIns="0" spcFirstLastPara="1" rIns="0" wrap="square" tIns="45700">
            <a:normAutofit fontScale="92500" lnSpcReduction="10000"/>
          </a:bodyPr>
          <a:lstStyle/>
          <a:p>
            <a:pPr indent="-187960" lvl="0" marL="91440" rtl="0" algn="l">
              <a:lnSpc>
                <a:spcPct val="90000"/>
              </a:lnSpc>
              <a:spcBef>
                <a:spcPts val="0"/>
              </a:spcBef>
              <a:spcAft>
                <a:spcPts val="0"/>
              </a:spcAft>
              <a:buSzPct val="100000"/>
              <a:buChar char=" "/>
            </a:pPr>
            <a:r>
              <a:rPr lang="en-US" sz="3200"/>
              <a:t>A Recurrence is an equation or inequality that describes a function in terms of its value on smaller inputs</a:t>
            </a:r>
            <a:endParaRPr/>
          </a:p>
          <a:p>
            <a:pPr indent="-187960" lvl="0" marL="91440" rtl="0" algn="l">
              <a:lnSpc>
                <a:spcPct val="90000"/>
              </a:lnSpc>
              <a:spcBef>
                <a:spcPts val="1400"/>
              </a:spcBef>
              <a:spcAft>
                <a:spcPts val="0"/>
              </a:spcAft>
              <a:buSzPct val="100000"/>
              <a:buChar char=" "/>
            </a:pPr>
            <a:r>
              <a:rPr lang="en-US" sz="3200"/>
              <a:t>Special techniques are required to analyze the space and time required </a:t>
            </a:r>
            <a:endParaRPr/>
          </a:p>
          <a:p>
            <a:pPr indent="0" lvl="0" marL="91440" rtl="0" algn="l">
              <a:lnSpc>
                <a:spcPct val="90000"/>
              </a:lnSpc>
              <a:spcBef>
                <a:spcPts val="1400"/>
              </a:spcBef>
              <a:spcAft>
                <a:spcPts val="0"/>
              </a:spcAft>
              <a:buSzPct val="100000"/>
              <a:buNone/>
            </a:pPr>
            <a:r>
              <a:t/>
            </a:r>
            <a:endParaRPr sz="3000"/>
          </a:p>
          <a:p>
            <a:pPr indent="-176212" lvl="0" marL="91440" rtl="0" algn="l">
              <a:lnSpc>
                <a:spcPct val="90000"/>
              </a:lnSpc>
              <a:spcBef>
                <a:spcPts val="1400"/>
              </a:spcBef>
              <a:spcAft>
                <a:spcPts val="0"/>
              </a:spcAft>
              <a:buSzPct val="100000"/>
              <a:buChar char=" "/>
            </a:pPr>
            <a:r>
              <a:rPr lang="en-US" sz="3000"/>
              <a:t>Time complexity (recurrence relation):</a:t>
            </a:r>
            <a:endParaRPr sz="3000"/>
          </a:p>
          <a:p>
            <a:pPr indent="-91440" lvl="0" marL="91440" rtl="0" algn="just">
              <a:lnSpc>
                <a:spcPct val="90000"/>
              </a:lnSpc>
              <a:spcBef>
                <a:spcPts val="1400"/>
              </a:spcBef>
              <a:spcAft>
                <a:spcPts val="0"/>
              </a:spcAft>
              <a:buSzPct val="100000"/>
              <a:buFont typeface="Noto Sans Symbols"/>
              <a:buNone/>
            </a:pPr>
            <a:r>
              <a:rPr lang="en-US" sz="3000"/>
              <a:t>   	where D(n) : time for splitting</a:t>
            </a:r>
            <a:endParaRPr/>
          </a:p>
          <a:p>
            <a:pPr indent="-91440" lvl="0" marL="91440" rtl="0" algn="just">
              <a:lnSpc>
                <a:spcPct val="90000"/>
              </a:lnSpc>
              <a:spcBef>
                <a:spcPts val="1400"/>
              </a:spcBef>
              <a:spcAft>
                <a:spcPts val="0"/>
              </a:spcAft>
              <a:buSzPct val="100000"/>
              <a:buFont typeface="Noto Sans Symbols"/>
              <a:buNone/>
            </a:pPr>
            <a:r>
              <a:rPr lang="en-US" sz="3000"/>
              <a:t>	          C(n) : time for conquer</a:t>
            </a:r>
            <a:endParaRPr sz="3000"/>
          </a:p>
          <a:p>
            <a:pPr indent="-91440" lvl="0" marL="91440" rtl="0" algn="just">
              <a:lnSpc>
                <a:spcPct val="90000"/>
              </a:lnSpc>
              <a:spcBef>
                <a:spcPts val="1400"/>
              </a:spcBef>
              <a:spcAft>
                <a:spcPts val="0"/>
              </a:spcAft>
              <a:buSzPct val="100000"/>
              <a:buFont typeface="Noto Sans Symbols"/>
              <a:buNone/>
            </a:pPr>
            <a:r>
              <a:rPr lang="en-US" sz="3000"/>
              <a:t>	 	 c : a constant</a:t>
            </a:r>
            <a:endParaRPr/>
          </a:p>
        </p:txBody>
      </p:sp>
      <p:pic>
        <p:nvPicPr>
          <p:cNvPr id="412" name="Google Shape;412;p6"/>
          <p:cNvPicPr preferRelativeResize="0"/>
          <p:nvPr/>
        </p:nvPicPr>
        <p:blipFill rotWithShape="1">
          <a:blip r:embed="rId3">
            <a:alphaModFix/>
          </a:blip>
          <a:srcRect b="0" l="0" r="0" t="0"/>
          <a:stretch/>
        </p:blipFill>
        <p:spPr>
          <a:xfrm>
            <a:off x="2725004" y="3219733"/>
            <a:ext cx="6577013" cy="1104900"/>
          </a:xfrm>
          <a:prstGeom prst="rect">
            <a:avLst/>
          </a:prstGeom>
          <a:noFill/>
          <a:ln>
            <a:noFill/>
          </a:ln>
        </p:spPr>
      </p:pic>
      <p:sp>
        <p:nvSpPr>
          <p:cNvPr id="413" name="Google Shape;413;p6"/>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7"/>
          <p:cNvSpPr txBox="1"/>
          <p:nvPr>
            <p:ph type="title"/>
          </p:nvPr>
        </p:nvSpPr>
        <p:spPr>
          <a:xfrm>
            <a:off x="1097280" y="286603"/>
            <a:ext cx="10058400" cy="955343"/>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Divide-and-Conquer Examples</a:t>
            </a:r>
            <a:endParaRPr/>
          </a:p>
        </p:txBody>
      </p:sp>
      <p:sp>
        <p:nvSpPr>
          <p:cNvPr id="420" name="Google Shape;420;p7"/>
          <p:cNvSpPr txBox="1"/>
          <p:nvPr>
            <p:ph idx="1" type="body"/>
          </p:nvPr>
        </p:nvSpPr>
        <p:spPr>
          <a:xfrm>
            <a:off x="1097279" y="1845734"/>
            <a:ext cx="10189419" cy="3640666"/>
          </a:xfrm>
          <a:prstGeom prst="rect">
            <a:avLst/>
          </a:prstGeom>
          <a:noFill/>
          <a:ln>
            <a:noFill/>
          </a:ln>
        </p:spPr>
        <p:txBody>
          <a:bodyPr anchorCtr="0" anchor="t" bIns="45700" lIns="0" spcFirstLastPara="1" rIns="0" wrap="square" tIns="45700">
            <a:normAutofit/>
          </a:bodyPr>
          <a:lstStyle/>
          <a:p>
            <a:pPr indent="-457200" lvl="0" marL="457200" rtl="0" algn="l">
              <a:lnSpc>
                <a:spcPct val="90000"/>
              </a:lnSpc>
              <a:spcBef>
                <a:spcPts val="0"/>
              </a:spcBef>
              <a:spcAft>
                <a:spcPts val="0"/>
              </a:spcAft>
              <a:buSzPts val="2800"/>
              <a:buChar char=" "/>
            </a:pPr>
            <a:r>
              <a:rPr lang="en-US" sz="2800">
                <a:latin typeface="Times New Roman"/>
                <a:ea typeface="Times New Roman"/>
                <a:cs typeface="Times New Roman"/>
                <a:sym typeface="Times New Roman"/>
              </a:rPr>
              <a:t>Sorting : Mergesort and Quicksort</a:t>
            </a:r>
            <a:endParaRPr sz="2800">
              <a:latin typeface="Times New Roman"/>
              <a:ea typeface="Times New Roman"/>
              <a:cs typeface="Times New Roman"/>
              <a:sym typeface="Times New Roman"/>
            </a:endParaRPr>
          </a:p>
          <a:p>
            <a:pPr indent="-457200" lvl="0" marL="457200" rtl="0" algn="l">
              <a:lnSpc>
                <a:spcPct val="90000"/>
              </a:lnSpc>
              <a:spcBef>
                <a:spcPts val="1400"/>
              </a:spcBef>
              <a:spcAft>
                <a:spcPts val="0"/>
              </a:spcAft>
              <a:buSzPts val="2800"/>
              <a:buChar char=" "/>
            </a:pPr>
            <a:r>
              <a:rPr lang="en-US" sz="2800">
                <a:latin typeface="Times New Roman"/>
                <a:ea typeface="Times New Roman"/>
                <a:cs typeface="Times New Roman"/>
                <a:sym typeface="Times New Roman"/>
              </a:rPr>
              <a:t>Binary tree traversals</a:t>
            </a:r>
            <a:endParaRPr/>
          </a:p>
          <a:p>
            <a:pPr indent="-457200" lvl="0" marL="457200" rtl="0" algn="l">
              <a:lnSpc>
                <a:spcPct val="90000"/>
              </a:lnSpc>
              <a:spcBef>
                <a:spcPts val="1400"/>
              </a:spcBef>
              <a:spcAft>
                <a:spcPts val="0"/>
              </a:spcAft>
              <a:buSzPts val="2800"/>
              <a:buChar char=" "/>
            </a:pPr>
            <a:r>
              <a:rPr lang="en-US" sz="2800">
                <a:latin typeface="Times New Roman"/>
                <a:ea typeface="Times New Roman"/>
                <a:cs typeface="Times New Roman"/>
                <a:sym typeface="Times New Roman"/>
              </a:rPr>
              <a:t>Binary search</a:t>
            </a:r>
            <a:endParaRPr sz="2800">
              <a:latin typeface="Times New Roman"/>
              <a:ea typeface="Times New Roman"/>
              <a:cs typeface="Times New Roman"/>
              <a:sym typeface="Times New Roman"/>
            </a:endParaRPr>
          </a:p>
          <a:p>
            <a:pPr indent="-457200" lvl="0" marL="457200" rtl="0" algn="l">
              <a:lnSpc>
                <a:spcPct val="90000"/>
              </a:lnSpc>
              <a:spcBef>
                <a:spcPts val="1400"/>
              </a:spcBef>
              <a:spcAft>
                <a:spcPts val="0"/>
              </a:spcAft>
              <a:buSzPts val="2800"/>
              <a:buChar char=" "/>
            </a:pPr>
            <a:r>
              <a:rPr lang="en-US" sz="2800">
                <a:latin typeface="Times New Roman"/>
                <a:ea typeface="Times New Roman"/>
                <a:cs typeface="Times New Roman"/>
                <a:sym typeface="Times New Roman"/>
              </a:rPr>
              <a:t>Multiplication of large integers</a:t>
            </a:r>
            <a:endParaRPr/>
          </a:p>
          <a:p>
            <a:pPr indent="-457200" lvl="0" marL="457200" rtl="0" algn="l">
              <a:lnSpc>
                <a:spcPct val="90000"/>
              </a:lnSpc>
              <a:spcBef>
                <a:spcPts val="1400"/>
              </a:spcBef>
              <a:spcAft>
                <a:spcPts val="0"/>
              </a:spcAft>
              <a:buSzPts val="2800"/>
              <a:buChar char=" "/>
            </a:pPr>
            <a:r>
              <a:rPr lang="en-US" sz="2800">
                <a:latin typeface="Times New Roman"/>
                <a:ea typeface="Times New Roman"/>
                <a:cs typeface="Times New Roman"/>
                <a:sym typeface="Times New Roman"/>
              </a:rPr>
              <a:t>Matrix multiplication: Strassen’s algorithm</a:t>
            </a:r>
            <a:endParaRPr/>
          </a:p>
          <a:p>
            <a:pPr indent="-457200" lvl="0" marL="457200" rtl="0" algn="l">
              <a:lnSpc>
                <a:spcPct val="90000"/>
              </a:lnSpc>
              <a:spcBef>
                <a:spcPts val="1400"/>
              </a:spcBef>
              <a:spcAft>
                <a:spcPts val="0"/>
              </a:spcAft>
              <a:buSzPts val="2800"/>
              <a:buChar char=" "/>
            </a:pPr>
            <a:r>
              <a:rPr lang="en-US" sz="2800">
                <a:latin typeface="Times New Roman"/>
                <a:ea typeface="Times New Roman"/>
                <a:cs typeface="Times New Roman"/>
                <a:sym typeface="Times New Roman"/>
              </a:rPr>
              <a:t>Closest-pair and convex-hull algorithms</a:t>
            </a:r>
            <a:endParaRPr/>
          </a:p>
        </p:txBody>
      </p:sp>
      <p:sp>
        <p:nvSpPr>
          <p:cNvPr id="421" name="Google Shape;421;p7"/>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CORMEN/SAHNI</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Mergesort</a:t>
            </a:r>
            <a:endParaRPr>
              <a:solidFill>
                <a:schemeClr val="dk1"/>
              </a:solidFill>
              <a:latin typeface="Times New Roman"/>
              <a:ea typeface="Times New Roman"/>
              <a:cs typeface="Times New Roman"/>
              <a:sym typeface="Times New Roman"/>
            </a:endParaRPr>
          </a:p>
        </p:txBody>
      </p:sp>
      <p:sp>
        <p:nvSpPr>
          <p:cNvPr id="427" name="Google Shape;427;p8"/>
          <p:cNvSpPr txBox="1"/>
          <p:nvPr>
            <p:ph idx="1" type="body"/>
          </p:nvPr>
        </p:nvSpPr>
        <p:spPr>
          <a:xfrm>
            <a:off x="996287" y="1737360"/>
            <a:ext cx="10159393" cy="4131734"/>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t>Merge sort is a divide and conquer algorithm for sorting arrays. To sort an array, first you split it into two arrays of roughly equal size. Then sort each of those arrays using merge sort, and merge the two sorted arrays.</a:t>
            </a:r>
            <a:endParaRPr/>
          </a:p>
          <a:p>
            <a:pPr indent="0" lvl="0" marL="91440" rtl="0" algn="l">
              <a:lnSpc>
                <a:spcPct val="90000"/>
              </a:lnSpc>
              <a:spcBef>
                <a:spcPts val="1400"/>
              </a:spcBef>
              <a:spcAft>
                <a:spcPts val="0"/>
              </a:spcAft>
              <a:buSzPts val="2000"/>
              <a:buNone/>
            </a:pPr>
            <a:r>
              <a:t/>
            </a:r>
            <a:endParaRPr/>
          </a:p>
        </p:txBody>
      </p:sp>
      <p:sp>
        <p:nvSpPr>
          <p:cNvPr id="428" name="Google Shape;428;p8"/>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pic>
        <p:nvPicPr>
          <p:cNvPr id="429" name="Google Shape;429;p8"/>
          <p:cNvPicPr preferRelativeResize="0"/>
          <p:nvPr/>
        </p:nvPicPr>
        <p:blipFill rotWithShape="1">
          <a:blip r:embed="rId3">
            <a:alphaModFix/>
          </a:blip>
          <a:srcRect b="0" l="0" r="0" t="0"/>
          <a:stretch/>
        </p:blipFill>
        <p:spPr>
          <a:xfrm>
            <a:off x="3193922" y="2481236"/>
            <a:ext cx="5544457" cy="368320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9"/>
          <p:cNvSpPr txBox="1"/>
          <p:nvPr>
            <p:ph type="title"/>
          </p:nvPr>
        </p:nvSpPr>
        <p:spPr>
          <a:xfrm>
            <a:off x="1561514" y="286604"/>
            <a:ext cx="9594166" cy="1303046"/>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a:t>
            </a:r>
            <a:endParaRPr/>
          </a:p>
        </p:txBody>
      </p:sp>
      <p:pic>
        <p:nvPicPr>
          <p:cNvPr id="436" name="Google Shape;436;p9"/>
          <p:cNvPicPr preferRelativeResize="0"/>
          <p:nvPr/>
        </p:nvPicPr>
        <p:blipFill rotWithShape="1">
          <a:blip r:embed="rId3">
            <a:alphaModFix/>
          </a:blip>
          <a:srcRect b="0" l="0" r="0" t="0"/>
          <a:stretch/>
        </p:blipFill>
        <p:spPr>
          <a:xfrm>
            <a:off x="2171701" y="1965326"/>
            <a:ext cx="8233833" cy="3597275"/>
          </a:xfrm>
          <a:prstGeom prst="rect">
            <a:avLst/>
          </a:prstGeom>
          <a:noFill/>
          <a:ln>
            <a:noFill/>
          </a:ln>
        </p:spPr>
      </p:pic>
      <p:pic>
        <p:nvPicPr>
          <p:cNvPr id="437" name="Google Shape;437;p9"/>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438" name="Google Shape;438;p9"/>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439" name="Google Shape;439;p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40" name="Google Shape;440;p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10"/>
          <p:cNvPicPr preferRelativeResize="0"/>
          <p:nvPr/>
        </p:nvPicPr>
        <p:blipFill rotWithShape="1">
          <a:blip r:embed="rId3">
            <a:alphaModFix/>
          </a:blip>
          <a:srcRect b="0" l="0" r="0" t="0"/>
          <a:stretch/>
        </p:blipFill>
        <p:spPr>
          <a:xfrm>
            <a:off x="2190751" y="1971675"/>
            <a:ext cx="8267700" cy="3600450"/>
          </a:xfrm>
          <a:prstGeom prst="rect">
            <a:avLst/>
          </a:prstGeom>
          <a:noFill/>
          <a:ln>
            <a:noFill/>
          </a:ln>
        </p:spPr>
      </p:pic>
      <p:sp>
        <p:nvSpPr>
          <p:cNvPr id="447" name="Google Shape;447;p10"/>
          <p:cNvSpPr txBox="1"/>
          <p:nvPr>
            <p:ph type="title"/>
          </p:nvPr>
        </p:nvSpPr>
        <p:spPr>
          <a:xfrm>
            <a:off x="1645920" y="286604"/>
            <a:ext cx="9509760" cy="131711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- 2</a:t>
            </a:r>
            <a:endParaRPr/>
          </a:p>
        </p:txBody>
      </p:sp>
      <p:pic>
        <p:nvPicPr>
          <p:cNvPr id="448" name="Google Shape;448;p10"/>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449" name="Google Shape;449;p10"/>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450" name="Google Shape;450;p1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51" name="Google Shape;451;p1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11"/>
          <p:cNvPicPr preferRelativeResize="0"/>
          <p:nvPr/>
        </p:nvPicPr>
        <p:blipFill rotWithShape="1">
          <a:blip r:embed="rId3">
            <a:alphaModFix/>
          </a:blip>
          <a:srcRect b="0" l="0" r="0" t="0"/>
          <a:stretch/>
        </p:blipFill>
        <p:spPr>
          <a:xfrm>
            <a:off x="2190751" y="1984375"/>
            <a:ext cx="8267700" cy="3600450"/>
          </a:xfrm>
          <a:prstGeom prst="rect">
            <a:avLst/>
          </a:prstGeom>
          <a:noFill/>
          <a:ln>
            <a:noFill/>
          </a:ln>
        </p:spPr>
      </p:pic>
      <p:sp>
        <p:nvSpPr>
          <p:cNvPr id="458" name="Google Shape;458;p11"/>
          <p:cNvSpPr txBox="1"/>
          <p:nvPr>
            <p:ph type="title"/>
          </p:nvPr>
        </p:nvSpPr>
        <p:spPr>
          <a:xfrm>
            <a:off x="1561514" y="286604"/>
            <a:ext cx="9594166" cy="1303046"/>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- 3</a:t>
            </a:r>
            <a:endParaRPr/>
          </a:p>
        </p:txBody>
      </p:sp>
      <p:pic>
        <p:nvPicPr>
          <p:cNvPr id="459" name="Google Shape;459;p11"/>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460" name="Google Shape;460;p11"/>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461" name="Google Shape;461;p1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62" name="Google Shape;462;p1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id="468" name="Google Shape;468;p12"/>
          <p:cNvPicPr preferRelativeResize="0"/>
          <p:nvPr/>
        </p:nvPicPr>
        <p:blipFill rotWithShape="1">
          <a:blip r:embed="rId3">
            <a:alphaModFix/>
          </a:blip>
          <a:srcRect b="0" l="0" r="0" t="0"/>
          <a:stretch/>
        </p:blipFill>
        <p:spPr>
          <a:xfrm>
            <a:off x="2178052" y="1970088"/>
            <a:ext cx="8248649" cy="3600450"/>
          </a:xfrm>
          <a:prstGeom prst="rect">
            <a:avLst/>
          </a:prstGeom>
          <a:noFill/>
          <a:ln>
            <a:noFill/>
          </a:ln>
        </p:spPr>
      </p:pic>
      <p:sp>
        <p:nvSpPr>
          <p:cNvPr id="469" name="Google Shape;469;p12"/>
          <p:cNvSpPr txBox="1"/>
          <p:nvPr>
            <p:ph type="title"/>
          </p:nvPr>
        </p:nvSpPr>
        <p:spPr>
          <a:xfrm>
            <a:off x="1772528" y="286604"/>
            <a:ext cx="9383151" cy="1303046"/>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- 4</a:t>
            </a:r>
            <a:endParaRPr/>
          </a:p>
        </p:txBody>
      </p:sp>
      <p:pic>
        <p:nvPicPr>
          <p:cNvPr id="470" name="Google Shape;470;p12"/>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471" name="Google Shape;471;p12"/>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472" name="Google Shape;472;p1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73" name="Google Shape;473;p1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pic>
        <p:nvPicPr>
          <p:cNvPr id="479" name="Google Shape;479;p13"/>
          <p:cNvPicPr preferRelativeResize="0"/>
          <p:nvPr/>
        </p:nvPicPr>
        <p:blipFill rotWithShape="1">
          <a:blip r:embed="rId3">
            <a:alphaModFix/>
          </a:blip>
          <a:srcRect b="0" l="0" r="0" t="0"/>
          <a:stretch/>
        </p:blipFill>
        <p:spPr>
          <a:xfrm>
            <a:off x="2190751" y="1970088"/>
            <a:ext cx="8267700" cy="3600450"/>
          </a:xfrm>
          <a:prstGeom prst="rect">
            <a:avLst/>
          </a:prstGeom>
          <a:noFill/>
          <a:ln>
            <a:noFill/>
          </a:ln>
        </p:spPr>
      </p:pic>
      <p:sp>
        <p:nvSpPr>
          <p:cNvPr id="480" name="Google Shape;480;p13"/>
          <p:cNvSpPr txBox="1"/>
          <p:nvPr>
            <p:ph type="title"/>
          </p:nvPr>
        </p:nvSpPr>
        <p:spPr>
          <a:xfrm>
            <a:off x="1561514" y="286603"/>
            <a:ext cx="9594166" cy="1288979"/>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- 5</a:t>
            </a:r>
            <a:endParaRPr b="1"/>
          </a:p>
        </p:txBody>
      </p:sp>
      <p:pic>
        <p:nvPicPr>
          <p:cNvPr id="481" name="Google Shape;481;p13"/>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482" name="Google Shape;482;p13"/>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483" name="Google Shape;483;p1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84" name="Google Shape;484;p1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pic>
        <p:nvPicPr>
          <p:cNvPr id="490" name="Google Shape;490;p14"/>
          <p:cNvPicPr preferRelativeResize="0"/>
          <p:nvPr/>
        </p:nvPicPr>
        <p:blipFill rotWithShape="1">
          <a:blip r:embed="rId3">
            <a:alphaModFix/>
          </a:blip>
          <a:srcRect b="0" l="0" r="0" t="0"/>
          <a:stretch/>
        </p:blipFill>
        <p:spPr>
          <a:xfrm>
            <a:off x="2178051" y="1989139"/>
            <a:ext cx="8271933" cy="3597275"/>
          </a:xfrm>
          <a:prstGeom prst="rect">
            <a:avLst/>
          </a:prstGeom>
          <a:noFill/>
          <a:ln>
            <a:noFill/>
          </a:ln>
        </p:spPr>
      </p:pic>
      <p:sp>
        <p:nvSpPr>
          <p:cNvPr id="491" name="Google Shape;491;p14"/>
          <p:cNvSpPr txBox="1"/>
          <p:nvPr>
            <p:ph type="title"/>
          </p:nvPr>
        </p:nvSpPr>
        <p:spPr>
          <a:xfrm>
            <a:off x="1730326" y="286603"/>
            <a:ext cx="9425354" cy="117643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- 6</a:t>
            </a:r>
            <a:endParaRPr/>
          </a:p>
        </p:txBody>
      </p:sp>
      <p:pic>
        <p:nvPicPr>
          <p:cNvPr id="492" name="Google Shape;492;p14"/>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493" name="Google Shape;493;p14"/>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494" name="Google Shape;494;p14"/>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495" name="Google Shape;495;p1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pic>
        <p:nvPicPr>
          <p:cNvPr id="501" name="Google Shape;501;p15"/>
          <p:cNvPicPr preferRelativeResize="0"/>
          <p:nvPr/>
        </p:nvPicPr>
        <p:blipFill rotWithShape="1">
          <a:blip r:embed="rId3">
            <a:alphaModFix/>
          </a:blip>
          <a:srcRect b="0" l="0" r="0" t="0"/>
          <a:stretch/>
        </p:blipFill>
        <p:spPr>
          <a:xfrm>
            <a:off x="2192867" y="1984375"/>
            <a:ext cx="8267700" cy="3600450"/>
          </a:xfrm>
          <a:prstGeom prst="rect">
            <a:avLst/>
          </a:prstGeom>
          <a:noFill/>
          <a:ln>
            <a:noFill/>
          </a:ln>
        </p:spPr>
      </p:pic>
      <p:sp>
        <p:nvSpPr>
          <p:cNvPr id="502" name="Google Shape;502;p15"/>
          <p:cNvSpPr txBox="1"/>
          <p:nvPr>
            <p:ph type="title"/>
          </p:nvPr>
        </p:nvSpPr>
        <p:spPr>
          <a:xfrm>
            <a:off x="1997612" y="286603"/>
            <a:ext cx="9158068" cy="1274911"/>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- 7</a:t>
            </a:r>
            <a:endParaRPr/>
          </a:p>
        </p:txBody>
      </p:sp>
      <p:pic>
        <p:nvPicPr>
          <p:cNvPr id="503" name="Google Shape;503;p15"/>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04" name="Google Shape;504;p15"/>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05" name="Google Shape;505;p15"/>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06" name="Google Shape;506;p15"/>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id="512" name="Google Shape;512;p16"/>
          <p:cNvPicPr preferRelativeResize="0"/>
          <p:nvPr/>
        </p:nvPicPr>
        <p:blipFill rotWithShape="1">
          <a:blip r:embed="rId3">
            <a:alphaModFix/>
          </a:blip>
          <a:srcRect b="0" l="0" r="0" t="0"/>
          <a:stretch/>
        </p:blipFill>
        <p:spPr>
          <a:xfrm>
            <a:off x="2159000" y="1979613"/>
            <a:ext cx="8305800" cy="3598862"/>
          </a:xfrm>
          <a:prstGeom prst="rect">
            <a:avLst/>
          </a:prstGeom>
          <a:noFill/>
          <a:ln>
            <a:noFill/>
          </a:ln>
        </p:spPr>
      </p:pic>
      <p:sp>
        <p:nvSpPr>
          <p:cNvPr id="513" name="Google Shape;513;p16"/>
          <p:cNvSpPr txBox="1"/>
          <p:nvPr>
            <p:ph type="title"/>
          </p:nvPr>
        </p:nvSpPr>
        <p:spPr>
          <a:xfrm>
            <a:off x="1547446" y="286603"/>
            <a:ext cx="9608234" cy="1260843"/>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- 8</a:t>
            </a:r>
            <a:endParaRPr/>
          </a:p>
        </p:txBody>
      </p:sp>
      <p:pic>
        <p:nvPicPr>
          <p:cNvPr id="514" name="Google Shape;514;p16"/>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15" name="Google Shape;515;p16"/>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16" name="Google Shape;516;p16"/>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17" name="Google Shape;517;p16"/>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pic>
        <p:nvPicPr>
          <p:cNvPr id="523" name="Google Shape;523;p17"/>
          <p:cNvPicPr preferRelativeResize="0"/>
          <p:nvPr/>
        </p:nvPicPr>
        <p:blipFill rotWithShape="1">
          <a:blip r:embed="rId3">
            <a:alphaModFix/>
          </a:blip>
          <a:srcRect b="0" l="0" r="0" t="0"/>
          <a:stretch/>
        </p:blipFill>
        <p:spPr>
          <a:xfrm>
            <a:off x="2209801" y="1970088"/>
            <a:ext cx="8267700" cy="3600450"/>
          </a:xfrm>
          <a:prstGeom prst="rect">
            <a:avLst/>
          </a:prstGeom>
          <a:noFill/>
          <a:ln>
            <a:noFill/>
          </a:ln>
        </p:spPr>
      </p:pic>
      <p:sp>
        <p:nvSpPr>
          <p:cNvPr id="524" name="Google Shape;524;p17"/>
          <p:cNvSpPr txBox="1"/>
          <p:nvPr>
            <p:ph type="title"/>
          </p:nvPr>
        </p:nvSpPr>
        <p:spPr>
          <a:xfrm>
            <a:off x="1547446" y="286604"/>
            <a:ext cx="9608234" cy="133118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- 9</a:t>
            </a:r>
            <a:endParaRPr/>
          </a:p>
        </p:txBody>
      </p:sp>
      <p:pic>
        <p:nvPicPr>
          <p:cNvPr id="525" name="Google Shape;525;p17"/>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26" name="Google Shape;526;p17"/>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27" name="Google Shape;527;p17"/>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28" name="Google Shape;528;p17"/>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p18"/>
          <p:cNvPicPr preferRelativeResize="0"/>
          <p:nvPr/>
        </p:nvPicPr>
        <p:blipFill rotWithShape="1">
          <a:blip r:embed="rId3">
            <a:alphaModFix/>
          </a:blip>
          <a:srcRect b="0" l="0" r="0" t="0"/>
          <a:stretch/>
        </p:blipFill>
        <p:spPr>
          <a:xfrm>
            <a:off x="2190751" y="1990725"/>
            <a:ext cx="8290983" cy="3597275"/>
          </a:xfrm>
          <a:prstGeom prst="rect">
            <a:avLst/>
          </a:prstGeom>
          <a:noFill/>
          <a:ln>
            <a:noFill/>
          </a:ln>
        </p:spPr>
      </p:pic>
      <p:sp>
        <p:nvSpPr>
          <p:cNvPr id="535" name="Google Shape;535;p18"/>
          <p:cNvSpPr txBox="1"/>
          <p:nvPr>
            <p:ph type="title"/>
          </p:nvPr>
        </p:nvSpPr>
        <p:spPr>
          <a:xfrm>
            <a:off x="1561514" y="286603"/>
            <a:ext cx="9594166" cy="1373385"/>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- 10</a:t>
            </a:r>
            <a:endParaRPr/>
          </a:p>
        </p:txBody>
      </p:sp>
      <p:pic>
        <p:nvPicPr>
          <p:cNvPr id="536" name="Google Shape;536;p18"/>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37" name="Google Shape;537;p18"/>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38" name="Google Shape;538;p18"/>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39" name="Google Shape;539;p18"/>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p19"/>
          <p:cNvPicPr preferRelativeResize="0"/>
          <p:nvPr/>
        </p:nvPicPr>
        <p:blipFill rotWithShape="1">
          <a:blip r:embed="rId3">
            <a:alphaModFix/>
          </a:blip>
          <a:srcRect b="0" l="0" r="0" t="0"/>
          <a:stretch/>
        </p:blipFill>
        <p:spPr>
          <a:xfrm>
            <a:off x="2214033" y="1971676"/>
            <a:ext cx="8248651" cy="3598863"/>
          </a:xfrm>
          <a:prstGeom prst="rect">
            <a:avLst/>
          </a:prstGeom>
          <a:noFill/>
          <a:ln>
            <a:noFill/>
          </a:ln>
        </p:spPr>
      </p:pic>
      <p:sp>
        <p:nvSpPr>
          <p:cNvPr id="546" name="Google Shape;546;p19"/>
          <p:cNvSpPr txBox="1"/>
          <p:nvPr>
            <p:ph type="title"/>
          </p:nvPr>
        </p:nvSpPr>
        <p:spPr>
          <a:xfrm>
            <a:off x="1491174" y="286604"/>
            <a:ext cx="9664505" cy="1232708"/>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- 11</a:t>
            </a:r>
            <a:endParaRPr/>
          </a:p>
        </p:txBody>
      </p:sp>
      <p:pic>
        <p:nvPicPr>
          <p:cNvPr id="547" name="Google Shape;547;p19"/>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48" name="Google Shape;548;p19"/>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49" name="Google Shape;549;p1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50" name="Google Shape;550;p1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20"/>
          <p:cNvPicPr preferRelativeResize="0"/>
          <p:nvPr/>
        </p:nvPicPr>
        <p:blipFill rotWithShape="1">
          <a:blip r:embed="rId3">
            <a:alphaModFix/>
          </a:blip>
          <a:srcRect b="0" l="0" r="0" t="0"/>
          <a:stretch/>
        </p:blipFill>
        <p:spPr>
          <a:xfrm>
            <a:off x="2188634" y="1992314"/>
            <a:ext cx="8297333" cy="3602037"/>
          </a:xfrm>
          <a:prstGeom prst="rect">
            <a:avLst/>
          </a:prstGeom>
          <a:noFill/>
          <a:ln>
            <a:noFill/>
          </a:ln>
        </p:spPr>
      </p:pic>
      <p:sp>
        <p:nvSpPr>
          <p:cNvPr id="557" name="Google Shape;557;p20"/>
          <p:cNvSpPr txBox="1"/>
          <p:nvPr>
            <p:ph type="title"/>
          </p:nvPr>
        </p:nvSpPr>
        <p:spPr>
          <a:xfrm>
            <a:off x="1688122" y="286604"/>
            <a:ext cx="9467557" cy="1387452"/>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- 12</a:t>
            </a:r>
            <a:endParaRPr/>
          </a:p>
        </p:txBody>
      </p:sp>
      <p:pic>
        <p:nvPicPr>
          <p:cNvPr id="558" name="Google Shape;558;p20"/>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59" name="Google Shape;559;p20"/>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60" name="Google Shape;560;p2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61" name="Google Shape;561;p2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pic>
        <p:nvPicPr>
          <p:cNvPr id="567" name="Google Shape;567;p21"/>
          <p:cNvPicPr preferRelativeResize="0"/>
          <p:nvPr/>
        </p:nvPicPr>
        <p:blipFill rotWithShape="1">
          <a:blip r:embed="rId3">
            <a:alphaModFix/>
          </a:blip>
          <a:srcRect b="0" l="0" r="0" t="0"/>
          <a:stretch/>
        </p:blipFill>
        <p:spPr>
          <a:xfrm>
            <a:off x="2148418" y="1990725"/>
            <a:ext cx="8297333" cy="3602038"/>
          </a:xfrm>
          <a:prstGeom prst="rect">
            <a:avLst/>
          </a:prstGeom>
          <a:noFill/>
          <a:ln>
            <a:noFill/>
          </a:ln>
        </p:spPr>
      </p:pic>
      <p:sp>
        <p:nvSpPr>
          <p:cNvPr id="568" name="Google Shape;568;p21"/>
          <p:cNvSpPr txBox="1"/>
          <p:nvPr>
            <p:ph type="title"/>
          </p:nvPr>
        </p:nvSpPr>
        <p:spPr>
          <a:xfrm>
            <a:off x="1702190" y="286603"/>
            <a:ext cx="9453489" cy="1471859"/>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- 13</a:t>
            </a:r>
            <a:endParaRPr/>
          </a:p>
        </p:txBody>
      </p:sp>
      <p:pic>
        <p:nvPicPr>
          <p:cNvPr id="569" name="Google Shape;569;p21"/>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70" name="Google Shape;570;p21"/>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71" name="Google Shape;571;p2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72" name="Google Shape;572;p2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pic>
        <p:nvPicPr>
          <p:cNvPr id="578" name="Google Shape;578;p22"/>
          <p:cNvPicPr preferRelativeResize="0"/>
          <p:nvPr/>
        </p:nvPicPr>
        <p:blipFill rotWithShape="1">
          <a:blip r:embed="rId3">
            <a:alphaModFix/>
          </a:blip>
          <a:srcRect b="0" l="0" r="0" t="0"/>
          <a:stretch/>
        </p:blipFill>
        <p:spPr>
          <a:xfrm>
            <a:off x="2167467" y="1976438"/>
            <a:ext cx="8297333" cy="3602037"/>
          </a:xfrm>
          <a:prstGeom prst="rect">
            <a:avLst/>
          </a:prstGeom>
          <a:noFill/>
          <a:ln>
            <a:noFill/>
          </a:ln>
        </p:spPr>
      </p:pic>
      <p:sp>
        <p:nvSpPr>
          <p:cNvPr id="579" name="Google Shape;579;p22"/>
          <p:cNvSpPr txBox="1"/>
          <p:nvPr>
            <p:ph type="title"/>
          </p:nvPr>
        </p:nvSpPr>
        <p:spPr>
          <a:xfrm>
            <a:off x="1758462" y="286603"/>
            <a:ext cx="9397218" cy="1345249"/>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- 14</a:t>
            </a:r>
            <a:endParaRPr/>
          </a:p>
        </p:txBody>
      </p:sp>
      <p:pic>
        <p:nvPicPr>
          <p:cNvPr id="580" name="Google Shape;580;p22"/>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81" name="Google Shape;581;p22"/>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82" name="Google Shape;582;p22"/>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83" name="Google Shape;583;p22"/>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pic>
        <p:nvPicPr>
          <p:cNvPr id="589" name="Google Shape;589;p23"/>
          <p:cNvPicPr preferRelativeResize="0"/>
          <p:nvPr/>
        </p:nvPicPr>
        <p:blipFill rotWithShape="1">
          <a:blip r:embed="rId3">
            <a:alphaModFix/>
          </a:blip>
          <a:srcRect b="0" l="0" r="0" t="0"/>
          <a:stretch/>
        </p:blipFill>
        <p:spPr>
          <a:xfrm>
            <a:off x="2156884" y="1985963"/>
            <a:ext cx="8305800" cy="3560762"/>
          </a:xfrm>
          <a:prstGeom prst="rect">
            <a:avLst/>
          </a:prstGeom>
          <a:noFill/>
          <a:ln>
            <a:noFill/>
          </a:ln>
        </p:spPr>
      </p:pic>
      <p:sp>
        <p:nvSpPr>
          <p:cNvPr id="590" name="Google Shape;590;p23"/>
          <p:cNvSpPr txBox="1"/>
          <p:nvPr>
            <p:ph type="title"/>
          </p:nvPr>
        </p:nvSpPr>
        <p:spPr>
          <a:xfrm>
            <a:off x="1871002" y="286604"/>
            <a:ext cx="9284677" cy="1415588"/>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- 15</a:t>
            </a:r>
            <a:endParaRPr/>
          </a:p>
        </p:txBody>
      </p:sp>
      <p:pic>
        <p:nvPicPr>
          <p:cNvPr id="591" name="Google Shape;591;p23"/>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592" name="Google Shape;592;p23"/>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593" name="Google Shape;593;p23"/>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94" name="Google Shape;594;p23"/>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pic>
        <p:nvPicPr>
          <p:cNvPr id="600" name="Google Shape;600;p24"/>
          <p:cNvPicPr preferRelativeResize="0"/>
          <p:nvPr/>
        </p:nvPicPr>
        <p:blipFill rotWithShape="1">
          <a:blip r:embed="rId3">
            <a:alphaModFix/>
          </a:blip>
          <a:srcRect b="0" l="0" r="0" t="0"/>
          <a:stretch/>
        </p:blipFill>
        <p:spPr>
          <a:xfrm>
            <a:off x="2188633" y="1990725"/>
            <a:ext cx="8248651" cy="3600450"/>
          </a:xfrm>
          <a:prstGeom prst="rect">
            <a:avLst/>
          </a:prstGeom>
          <a:noFill/>
          <a:ln>
            <a:noFill/>
          </a:ln>
        </p:spPr>
      </p:pic>
      <p:sp>
        <p:nvSpPr>
          <p:cNvPr id="601" name="Google Shape;601;p24"/>
          <p:cNvSpPr txBox="1"/>
          <p:nvPr>
            <p:ph type="title"/>
          </p:nvPr>
        </p:nvSpPr>
        <p:spPr>
          <a:xfrm>
            <a:off x="2053882" y="286603"/>
            <a:ext cx="9101797" cy="1288979"/>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- 16</a:t>
            </a:r>
            <a:endParaRPr/>
          </a:p>
        </p:txBody>
      </p:sp>
      <p:pic>
        <p:nvPicPr>
          <p:cNvPr id="602" name="Google Shape;602;p24"/>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603" name="Google Shape;603;p24"/>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604" name="Google Shape;604;p24"/>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05" name="Google Shape;605;p24"/>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pic>
        <p:nvPicPr>
          <p:cNvPr id="611" name="Google Shape;611;p25"/>
          <p:cNvPicPr preferRelativeResize="0"/>
          <p:nvPr/>
        </p:nvPicPr>
        <p:blipFill rotWithShape="1">
          <a:blip r:embed="rId3">
            <a:alphaModFix/>
          </a:blip>
          <a:srcRect b="0" l="0" r="0" t="0"/>
          <a:stretch/>
        </p:blipFill>
        <p:spPr>
          <a:xfrm>
            <a:off x="2194984" y="1976438"/>
            <a:ext cx="8278283" cy="3600450"/>
          </a:xfrm>
          <a:prstGeom prst="rect">
            <a:avLst/>
          </a:prstGeom>
          <a:noFill/>
          <a:ln>
            <a:noFill/>
          </a:ln>
        </p:spPr>
      </p:pic>
      <p:sp>
        <p:nvSpPr>
          <p:cNvPr id="612" name="Google Shape;612;p25"/>
          <p:cNvSpPr txBox="1"/>
          <p:nvPr>
            <p:ph type="title"/>
          </p:nvPr>
        </p:nvSpPr>
        <p:spPr>
          <a:xfrm>
            <a:off x="1969476" y="286604"/>
            <a:ext cx="9186203" cy="131711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- 17</a:t>
            </a:r>
            <a:endParaRPr/>
          </a:p>
        </p:txBody>
      </p:sp>
      <p:pic>
        <p:nvPicPr>
          <p:cNvPr id="613" name="Google Shape;613;p25"/>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614" name="Google Shape;614;p25"/>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615" name="Google Shape;615;p25"/>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16" name="Google Shape;616;p25"/>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26"/>
          <p:cNvPicPr preferRelativeResize="0"/>
          <p:nvPr/>
        </p:nvPicPr>
        <p:blipFill rotWithShape="1">
          <a:blip r:embed="rId3">
            <a:alphaModFix/>
          </a:blip>
          <a:srcRect b="0" l="0" r="0" t="0"/>
          <a:stretch/>
        </p:blipFill>
        <p:spPr>
          <a:xfrm>
            <a:off x="2154767" y="1976438"/>
            <a:ext cx="8278284" cy="3600450"/>
          </a:xfrm>
          <a:prstGeom prst="rect">
            <a:avLst/>
          </a:prstGeom>
          <a:noFill/>
          <a:ln>
            <a:noFill/>
          </a:ln>
        </p:spPr>
      </p:pic>
      <p:sp>
        <p:nvSpPr>
          <p:cNvPr id="623" name="Google Shape;623;p26"/>
          <p:cNvSpPr txBox="1"/>
          <p:nvPr>
            <p:ph type="title"/>
          </p:nvPr>
        </p:nvSpPr>
        <p:spPr>
          <a:xfrm>
            <a:off x="1617784" y="286603"/>
            <a:ext cx="9537895" cy="1443723"/>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- 18</a:t>
            </a:r>
            <a:endParaRPr/>
          </a:p>
        </p:txBody>
      </p:sp>
      <p:pic>
        <p:nvPicPr>
          <p:cNvPr id="624" name="Google Shape;624;p26"/>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625" name="Google Shape;625;p26"/>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626" name="Google Shape;626;p26"/>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27" name="Google Shape;627;p26"/>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pic>
        <p:nvPicPr>
          <p:cNvPr id="633" name="Google Shape;633;p27"/>
          <p:cNvPicPr preferRelativeResize="0"/>
          <p:nvPr/>
        </p:nvPicPr>
        <p:blipFill rotWithShape="1">
          <a:blip r:embed="rId3">
            <a:alphaModFix/>
          </a:blip>
          <a:srcRect b="0" l="0" r="0" t="0"/>
          <a:stretch/>
        </p:blipFill>
        <p:spPr>
          <a:xfrm>
            <a:off x="2175934" y="2000250"/>
            <a:ext cx="8278284" cy="3540125"/>
          </a:xfrm>
          <a:prstGeom prst="rect">
            <a:avLst/>
          </a:prstGeom>
          <a:noFill/>
          <a:ln>
            <a:noFill/>
          </a:ln>
        </p:spPr>
      </p:pic>
      <p:sp>
        <p:nvSpPr>
          <p:cNvPr id="634" name="Google Shape;634;p27"/>
          <p:cNvSpPr txBox="1"/>
          <p:nvPr>
            <p:ph type="title"/>
          </p:nvPr>
        </p:nvSpPr>
        <p:spPr>
          <a:xfrm>
            <a:off x="1758462" y="286604"/>
            <a:ext cx="9397218" cy="1401520"/>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- 19</a:t>
            </a:r>
            <a:endParaRPr/>
          </a:p>
        </p:txBody>
      </p:sp>
      <p:pic>
        <p:nvPicPr>
          <p:cNvPr id="635" name="Google Shape;635;p27"/>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636" name="Google Shape;636;p27"/>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637" name="Google Shape;637;p27"/>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38" name="Google Shape;638;p27"/>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pic>
        <p:nvPicPr>
          <p:cNvPr id="644" name="Google Shape;644;p28"/>
          <p:cNvPicPr preferRelativeResize="0"/>
          <p:nvPr/>
        </p:nvPicPr>
        <p:blipFill rotWithShape="1">
          <a:blip r:embed="rId3">
            <a:alphaModFix/>
          </a:blip>
          <a:srcRect b="0" l="0" r="0" t="0"/>
          <a:stretch/>
        </p:blipFill>
        <p:spPr>
          <a:xfrm>
            <a:off x="2154767" y="1966914"/>
            <a:ext cx="8297333" cy="3595687"/>
          </a:xfrm>
          <a:prstGeom prst="rect">
            <a:avLst/>
          </a:prstGeom>
          <a:noFill/>
          <a:ln>
            <a:noFill/>
          </a:ln>
        </p:spPr>
      </p:pic>
      <p:sp>
        <p:nvSpPr>
          <p:cNvPr id="645" name="Google Shape;645;p28"/>
          <p:cNvSpPr txBox="1"/>
          <p:nvPr>
            <p:ph type="title"/>
          </p:nvPr>
        </p:nvSpPr>
        <p:spPr>
          <a:xfrm>
            <a:off x="1603716" y="286604"/>
            <a:ext cx="9551963" cy="1415588"/>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- 20</a:t>
            </a:r>
            <a:endParaRPr/>
          </a:p>
        </p:txBody>
      </p:sp>
      <p:pic>
        <p:nvPicPr>
          <p:cNvPr id="646" name="Google Shape;646;p28"/>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647" name="Google Shape;647;p28"/>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648" name="Google Shape;648;p28"/>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49" name="Google Shape;649;p28"/>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pic>
        <p:nvPicPr>
          <p:cNvPr id="655" name="Google Shape;655;p29"/>
          <p:cNvPicPr preferRelativeResize="0"/>
          <p:nvPr/>
        </p:nvPicPr>
        <p:blipFill rotWithShape="1">
          <a:blip r:embed="rId3">
            <a:alphaModFix/>
          </a:blip>
          <a:srcRect b="0" l="0" r="0" t="0"/>
          <a:stretch/>
        </p:blipFill>
        <p:spPr>
          <a:xfrm>
            <a:off x="2188633" y="1995488"/>
            <a:ext cx="8248651" cy="3567112"/>
          </a:xfrm>
          <a:prstGeom prst="rect">
            <a:avLst/>
          </a:prstGeom>
          <a:noFill/>
          <a:ln>
            <a:noFill/>
          </a:ln>
        </p:spPr>
      </p:pic>
      <p:sp>
        <p:nvSpPr>
          <p:cNvPr id="656" name="Google Shape;656;p29"/>
          <p:cNvSpPr txBox="1"/>
          <p:nvPr>
            <p:ph type="title"/>
          </p:nvPr>
        </p:nvSpPr>
        <p:spPr>
          <a:xfrm>
            <a:off x="1688122" y="286603"/>
            <a:ext cx="9467557" cy="1373385"/>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- 21</a:t>
            </a:r>
            <a:endParaRPr/>
          </a:p>
        </p:txBody>
      </p:sp>
      <p:pic>
        <p:nvPicPr>
          <p:cNvPr id="657" name="Google Shape;657;p29"/>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658" name="Google Shape;658;p29"/>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659" name="Google Shape;659;p29"/>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60" name="Google Shape;660;p29"/>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pic>
        <p:nvPicPr>
          <p:cNvPr id="666" name="Google Shape;666;p30"/>
          <p:cNvPicPr preferRelativeResize="0"/>
          <p:nvPr/>
        </p:nvPicPr>
        <p:blipFill rotWithShape="1">
          <a:blip r:embed="rId3">
            <a:alphaModFix/>
          </a:blip>
          <a:srcRect b="0" l="0" r="0" t="0"/>
          <a:stretch/>
        </p:blipFill>
        <p:spPr>
          <a:xfrm>
            <a:off x="2161118" y="1992313"/>
            <a:ext cx="8206316" cy="3575050"/>
          </a:xfrm>
          <a:prstGeom prst="rect">
            <a:avLst/>
          </a:prstGeom>
          <a:noFill/>
          <a:ln>
            <a:noFill/>
          </a:ln>
        </p:spPr>
      </p:pic>
      <p:sp>
        <p:nvSpPr>
          <p:cNvPr id="667" name="Google Shape;667;p30"/>
          <p:cNvSpPr txBox="1"/>
          <p:nvPr>
            <p:ph type="title"/>
          </p:nvPr>
        </p:nvSpPr>
        <p:spPr>
          <a:xfrm>
            <a:off x="1814732" y="286603"/>
            <a:ext cx="9340948" cy="1359317"/>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800"/>
              <a:buFont typeface="Arial"/>
              <a:buNone/>
            </a:pPr>
            <a:r>
              <a:rPr lang="en-US"/>
              <a:t>MergeSort (Example) - 22</a:t>
            </a:r>
            <a:endParaRPr/>
          </a:p>
        </p:txBody>
      </p:sp>
      <p:pic>
        <p:nvPicPr>
          <p:cNvPr id="668" name="Google Shape;668;p30"/>
          <p:cNvPicPr preferRelativeResize="0"/>
          <p:nvPr/>
        </p:nvPicPr>
        <p:blipFill rotWithShape="1">
          <a:blip r:embed="rId4">
            <a:alphaModFix/>
          </a:blip>
          <a:srcRect b="0" l="0" r="0" t="0"/>
          <a:stretch/>
        </p:blipFill>
        <p:spPr>
          <a:xfrm>
            <a:off x="195070" y="286604"/>
            <a:ext cx="1269598" cy="1148496"/>
          </a:xfrm>
          <a:prstGeom prst="rect">
            <a:avLst/>
          </a:prstGeom>
          <a:noFill/>
          <a:ln>
            <a:noFill/>
          </a:ln>
        </p:spPr>
      </p:pic>
      <p:sp>
        <p:nvSpPr>
          <p:cNvPr id="669" name="Google Shape;669;p30"/>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FFFFFF"/>
              </a:buClr>
              <a:buSzPts val="1400"/>
              <a:buFont typeface="Calibri"/>
              <a:buNone/>
            </a:pPr>
            <a:r>
              <a:rPr lang="en-US"/>
              <a:t>8/10/2021</a:t>
            </a:r>
            <a:endParaRPr/>
          </a:p>
        </p:txBody>
      </p:sp>
      <p:sp>
        <p:nvSpPr>
          <p:cNvPr id="670" name="Google Shape;670;p30"/>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71" name="Google Shape;671;p30"/>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FFFFFF"/>
              </a:buClr>
              <a:buSzPts val="1050"/>
              <a:buFont typeface="Calibri"/>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31"/>
          <p:cNvSpPr txBox="1"/>
          <p:nvPr>
            <p:ph type="title"/>
          </p:nvPr>
        </p:nvSpPr>
        <p:spPr>
          <a:xfrm>
            <a:off x="2841674" y="492369"/>
            <a:ext cx="5055418" cy="64711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Clr>
                <a:srgbClr val="3F3F3F"/>
              </a:buClr>
              <a:buSzPts val="4320"/>
              <a:buFont typeface="Arial"/>
              <a:buNone/>
            </a:pPr>
            <a:r>
              <a:rPr lang="en-US" sz="4320"/>
              <a:t>Merge Sort Algorithm</a:t>
            </a:r>
            <a:endParaRPr sz="4320"/>
          </a:p>
        </p:txBody>
      </p:sp>
      <p:sp>
        <p:nvSpPr>
          <p:cNvPr id="677" name="Google Shape;677;p31"/>
          <p:cNvSpPr txBox="1"/>
          <p:nvPr>
            <p:ph idx="10" type="dt"/>
          </p:nvPr>
        </p:nvSpPr>
        <p:spPr>
          <a:xfrm>
            <a:off x="1097282" y="6459787"/>
            <a:ext cx="2472271"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9/15/2022</a:t>
            </a:r>
            <a:endParaRPr/>
          </a:p>
        </p:txBody>
      </p:sp>
      <p:pic>
        <p:nvPicPr>
          <p:cNvPr id="678" name="Google Shape;678;p31"/>
          <p:cNvPicPr preferRelativeResize="0"/>
          <p:nvPr/>
        </p:nvPicPr>
        <p:blipFill rotWithShape="1">
          <a:blip r:embed="rId3">
            <a:alphaModFix/>
          </a:blip>
          <a:srcRect b="0" l="0" r="0" t="0"/>
          <a:stretch/>
        </p:blipFill>
        <p:spPr>
          <a:xfrm>
            <a:off x="195070" y="286604"/>
            <a:ext cx="1269598" cy="1148496"/>
          </a:xfrm>
          <a:prstGeom prst="rect">
            <a:avLst/>
          </a:prstGeom>
          <a:noFill/>
          <a:ln>
            <a:noFill/>
          </a:ln>
        </p:spPr>
      </p:pic>
      <p:pic>
        <p:nvPicPr>
          <p:cNvPr descr="Working of Merge Sort" id="679" name="Google Shape;679;p31"/>
          <p:cNvPicPr preferRelativeResize="0"/>
          <p:nvPr/>
        </p:nvPicPr>
        <p:blipFill rotWithShape="1">
          <a:blip r:embed="rId4">
            <a:alphaModFix/>
          </a:blip>
          <a:srcRect b="0" l="0" r="0" t="0"/>
          <a:stretch/>
        </p:blipFill>
        <p:spPr>
          <a:xfrm>
            <a:off x="5996608" y="1624084"/>
            <a:ext cx="6064440" cy="4662336"/>
          </a:xfrm>
          <a:prstGeom prst="rect">
            <a:avLst/>
          </a:prstGeom>
          <a:noFill/>
          <a:ln>
            <a:noFill/>
          </a:ln>
        </p:spPr>
      </p:pic>
      <p:sp>
        <p:nvSpPr>
          <p:cNvPr id="680" name="Google Shape;680;p31"/>
          <p:cNvSpPr txBox="1"/>
          <p:nvPr>
            <p:ph idx="11" type="ftr"/>
          </p:nvPr>
        </p:nvSpPr>
        <p:spPr>
          <a:xfrm>
            <a:off x="3686186" y="6459787"/>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Fundamentals of Data Strcutures     </a:t>
            </a:r>
            <a:endParaRPr/>
          </a:p>
        </p:txBody>
      </p:sp>
      <p:sp>
        <p:nvSpPr>
          <p:cNvPr id="681" name="Google Shape;681;p31"/>
          <p:cNvSpPr txBox="1"/>
          <p:nvPr>
            <p:ph idx="12" type="sldNum"/>
          </p:nvPr>
        </p:nvSpPr>
        <p:spPr>
          <a:xfrm>
            <a:off x="9900460" y="6459787"/>
            <a:ext cx="1312025"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50"/>
              <a:buFont typeface="Arial"/>
              <a:buNone/>
            </a:pPr>
            <a:fld id="{00000000-1234-1234-1234-123412341234}" type="slidenum">
              <a:rPr lang="en-US"/>
              <a:t>‹#›</a:t>
            </a:fld>
            <a:endParaRPr/>
          </a:p>
        </p:txBody>
      </p:sp>
      <p:sp>
        <p:nvSpPr>
          <p:cNvPr id="682" name="Google Shape;682;p31"/>
          <p:cNvSpPr/>
          <p:nvPr/>
        </p:nvSpPr>
        <p:spPr>
          <a:xfrm>
            <a:off x="195070" y="1486218"/>
            <a:ext cx="6947439"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Algorithm MergeSort(a,low, high)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//a[low : high] array to be sorted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 Small(P) is true if there is only one element to sort. In this     case the list is already sorted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if (low &lt; high) // If there are more than one element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 Divide P into subproblems. Find where to split the set.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mid := | (low + high)/2|;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 Solve the subproblems.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MergeSort(a,low, mid);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MergeSort(a,mid + 1, high);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 Combine the solutions.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Merge(a,low, mid, high);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a:t>
            </a:r>
            <a:endParaRPr b="0" i="0" sz="2000" u="none" cap="none" strike="noStrike">
              <a:solidFill>
                <a:srgbClr val="000000"/>
              </a:solidFill>
              <a:latin typeface="Times New Roman"/>
              <a:ea typeface="Times New Roman"/>
              <a:cs typeface="Times New Roman"/>
              <a:sym typeface="Times New Roman"/>
            </a:endParaRPr>
          </a:p>
        </p:txBody>
      </p:sp>
      <p:sp>
        <p:nvSpPr>
          <p:cNvPr id="683" name="Google Shape;683;p31"/>
          <p:cNvSpPr txBox="1"/>
          <p:nvPr/>
        </p:nvSpPr>
        <p:spPr>
          <a:xfrm>
            <a:off x="9274098" y="193923"/>
            <a:ext cx="2739488" cy="49565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100" u="none" cap="none" strike="noStrike">
                <a:solidFill>
                  <a:srgbClr val="C00000"/>
                </a:solidFill>
                <a:latin typeface="Times New Roman"/>
                <a:ea typeface="Times New Roman"/>
                <a:cs typeface="Times New Roman"/>
                <a:sym typeface="Times New Roman"/>
              </a:rPr>
              <a:t>REF BOOK: Horowitz, Salmi &amp; Rajasekaran</a:t>
            </a:r>
            <a:endParaRPr b="0" i="0" sz="1100" u="none" cap="none" strike="noStrike">
              <a:solidFill>
                <a:srgbClr val="C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2">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pic>
        <p:nvPicPr>
          <p:cNvPr id="688" name="Google Shape;688;p32"/>
          <p:cNvPicPr preferRelativeResize="0"/>
          <p:nvPr/>
        </p:nvPicPr>
        <p:blipFill rotWithShape="1">
          <a:blip r:embed="rId3">
            <a:alphaModFix/>
          </a:blip>
          <a:srcRect b="0" l="0" r="0" t="0"/>
          <a:stretch/>
        </p:blipFill>
        <p:spPr>
          <a:xfrm>
            <a:off x="0" y="0"/>
            <a:ext cx="1269598" cy="1148496"/>
          </a:xfrm>
          <a:prstGeom prst="rect">
            <a:avLst/>
          </a:prstGeom>
          <a:noFill/>
          <a:ln>
            <a:noFill/>
          </a:ln>
        </p:spPr>
      </p:pic>
      <p:sp>
        <p:nvSpPr>
          <p:cNvPr id="689" name="Google Shape;689;p32"/>
          <p:cNvSpPr/>
          <p:nvPr/>
        </p:nvSpPr>
        <p:spPr>
          <a:xfrm>
            <a:off x="1297250" y="122829"/>
            <a:ext cx="7188368" cy="78483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Algorithm  Merge(a,low, mid , high)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a[low  : high]  is array  containing  two  sorted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  subsets  in  a[ low;  : mid]  and  in  a[mid + 1 : high] .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The  go is to  merge  these  two  sets  into  a  single set  residing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in  a[low  : high] .  b[  ]  is an  auxiliary global  array.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h := low ;  i  := low ; j := mid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while  ( ( h  &lt;= mid)   and (j  &lt;= high))  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if  ( a[ h] &lt;= a[j])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b[i] := a[h] ;h := h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else</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b[i ] := a[j ] ;    j:= j+ 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i:= i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if  ( h  &gt; mid)  then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for  k  := j  to  high  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b[i] := a[ k] ;	i:= i  + 1;</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else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for  k  := h to  mid  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b[i]  := a[ k] ;  i:= i+ 1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   for  k  :=  low  to  high  do  a[ k]   := b[ 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descr="Merging Two Lists" id="690" name="Google Shape;690;p32"/>
          <p:cNvPicPr preferRelativeResize="0"/>
          <p:nvPr/>
        </p:nvPicPr>
        <p:blipFill rotWithShape="1">
          <a:blip r:embed="rId4">
            <a:alphaModFix/>
          </a:blip>
          <a:srcRect b="0" l="0" r="0" t="0"/>
          <a:stretch/>
        </p:blipFill>
        <p:spPr>
          <a:xfrm>
            <a:off x="5933236" y="368324"/>
            <a:ext cx="5928067" cy="4654682"/>
          </a:xfrm>
          <a:prstGeom prst="rect">
            <a:avLst/>
          </a:prstGeom>
          <a:noFill/>
          <a:ln>
            <a:noFill/>
          </a:ln>
        </p:spPr>
      </p:pic>
      <p:sp>
        <p:nvSpPr>
          <p:cNvPr id="691" name="Google Shape;691;p32"/>
          <p:cNvSpPr txBox="1"/>
          <p:nvPr/>
        </p:nvSpPr>
        <p:spPr>
          <a:xfrm>
            <a:off x="9121815" y="5569487"/>
            <a:ext cx="2739488" cy="49565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100" u="none" cap="none" strike="noStrike">
                <a:solidFill>
                  <a:srgbClr val="C00000"/>
                </a:solidFill>
                <a:latin typeface="Times New Roman"/>
                <a:ea typeface="Times New Roman"/>
                <a:cs typeface="Times New Roman"/>
                <a:sym typeface="Times New Roman"/>
              </a:rPr>
              <a:t>REF BOOK: Horowitz, Salmi &amp; Rajasekaran</a:t>
            </a:r>
            <a:endParaRPr b="0" i="0" sz="1100" u="none" cap="none" strike="noStrike">
              <a:solidFill>
                <a:srgbClr val="C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19" st="1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0" st="2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1" st="2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2" st="2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3" st="2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4" st="2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5" st="2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6" st="2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7" st="2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8" st="2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29" st="2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30" st="3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31" st="3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32" st="3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33" st="3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9">
                                            <p:txEl>
                                              <p:pRg end="34" st="3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3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Analysis of Mergesort</a:t>
            </a:r>
            <a:endParaRPr>
              <a:latin typeface="Times New Roman"/>
              <a:ea typeface="Times New Roman"/>
              <a:cs typeface="Times New Roman"/>
              <a:sym typeface="Times New Roman"/>
            </a:endParaRPr>
          </a:p>
        </p:txBody>
      </p:sp>
      <p:sp>
        <p:nvSpPr>
          <p:cNvPr id="699" name="Google Shape;699;p35"/>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
        <p:nvSpPr>
          <p:cNvPr id="700" name="Google Shape;700;p35"/>
          <p:cNvSpPr txBox="1"/>
          <p:nvPr>
            <p:ph idx="1" type="body"/>
          </p:nvPr>
        </p:nvSpPr>
        <p:spPr>
          <a:xfrm>
            <a:off x="1068387" y="2086892"/>
            <a:ext cx="10058400" cy="4023360"/>
          </a:xfrm>
          <a:prstGeom prst="rect">
            <a:avLst/>
          </a:prstGeom>
          <a:noFill/>
          <a:ln>
            <a:noFill/>
          </a:ln>
        </p:spPr>
        <p:txBody>
          <a:bodyPr anchorCtr="0" anchor="t" bIns="45700" lIns="0" spcFirstLastPara="1" rIns="0" wrap="square" tIns="45700">
            <a:normAutofit fontScale="92500" lnSpcReduction="10000"/>
          </a:bodyPr>
          <a:lstStyle/>
          <a:p>
            <a:pPr indent="-164465" lvl="0" marL="91440" rtl="0" algn="l">
              <a:lnSpc>
                <a:spcPct val="90000"/>
              </a:lnSpc>
              <a:spcBef>
                <a:spcPts val="0"/>
              </a:spcBef>
              <a:spcAft>
                <a:spcPts val="0"/>
              </a:spcAft>
              <a:buSzPct val="100000"/>
              <a:buChar char=" "/>
            </a:pPr>
            <a:r>
              <a:rPr lang="en-US" sz="2800">
                <a:solidFill>
                  <a:srgbClr val="CC3300"/>
                </a:solidFill>
              </a:rPr>
              <a:t>Running time </a:t>
            </a:r>
            <a:r>
              <a:rPr b="1" i="1" lang="en-US" sz="2800">
                <a:solidFill>
                  <a:schemeClr val="hlink"/>
                </a:solidFill>
              </a:rPr>
              <a:t>T</a:t>
            </a:r>
            <a:r>
              <a:rPr b="1" lang="en-US" sz="2800">
                <a:solidFill>
                  <a:schemeClr val="hlink"/>
                </a:solidFill>
              </a:rPr>
              <a:t>(</a:t>
            </a:r>
            <a:r>
              <a:rPr b="1" i="1" lang="en-US" sz="2800">
                <a:solidFill>
                  <a:schemeClr val="hlink"/>
                </a:solidFill>
              </a:rPr>
              <a:t>n</a:t>
            </a:r>
            <a:r>
              <a:rPr b="1" lang="en-US" sz="2800">
                <a:solidFill>
                  <a:schemeClr val="hlink"/>
                </a:solidFill>
              </a:rPr>
              <a:t>)</a:t>
            </a:r>
            <a:r>
              <a:rPr lang="en-US" sz="2800">
                <a:solidFill>
                  <a:srgbClr val="CC3300"/>
                </a:solidFill>
              </a:rPr>
              <a:t> of Merge Sort:</a:t>
            </a:r>
            <a:endParaRPr/>
          </a:p>
          <a:p>
            <a:pPr indent="-164465" lvl="0" marL="91440" rtl="0" algn="l">
              <a:lnSpc>
                <a:spcPct val="90000"/>
              </a:lnSpc>
              <a:spcBef>
                <a:spcPts val="1400"/>
              </a:spcBef>
              <a:spcAft>
                <a:spcPts val="0"/>
              </a:spcAft>
              <a:buSzPct val="100000"/>
              <a:buChar char=" "/>
            </a:pPr>
            <a:r>
              <a:rPr lang="en-US" sz="2800"/>
              <a:t>Divide: computing the middle takes </a:t>
            </a:r>
            <a:r>
              <a:rPr lang="en-US" sz="2800">
                <a:solidFill>
                  <a:srgbClr val="CC3300"/>
                </a:solidFill>
              </a:rPr>
              <a:t>Θ(1)</a:t>
            </a:r>
            <a:r>
              <a:rPr i="1" lang="en-US" sz="2800">
                <a:solidFill>
                  <a:srgbClr val="3DDE2C"/>
                </a:solidFill>
              </a:rPr>
              <a:t> </a:t>
            </a:r>
            <a:endParaRPr/>
          </a:p>
          <a:p>
            <a:pPr indent="-164465" lvl="0" marL="91440" rtl="0" algn="l">
              <a:lnSpc>
                <a:spcPct val="90000"/>
              </a:lnSpc>
              <a:spcBef>
                <a:spcPts val="1400"/>
              </a:spcBef>
              <a:spcAft>
                <a:spcPts val="0"/>
              </a:spcAft>
              <a:buSzPct val="100000"/>
              <a:buChar char=" "/>
            </a:pPr>
            <a:r>
              <a:rPr lang="en-US" sz="2800"/>
              <a:t>Conquer: solving 2 sub problems takes </a:t>
            </a:r>
            <a:r>
              <a:rPr lang="en-US" sz="2800">
                <a:solidFill>
                  <a:srgbClr val="CC3300"/>
                </a:solidFill>
              </a:rPr>
              <a:t>2</a:t>
            </a:r>
            <a:r>
              <a:rPr i="1" lang="en-US" sz="2800">
                <a:solidFill>
                  <a:srgbClr val="CC3300"/>
                </a:solidFill>
              </a:rPr>
              <a:t>T</a:t>
            </a:r>
            <a:r>
              <a:rPr lang="en-US" sz="2800">
                <a:solidFill>
                  <a:srgbClr val="CC3300"/>
                </a:solidFill>
              </a:rPr>
              <a:t>(</a:t>
            </a:r>
            <a:r>
              <a:rPr i="1" lang="en-US" sz="2800">
                <a:solidFill>
                  <a:srgbClr val="CC3300"/>
                </a:solidFill>
              </a:rPr>
              <a:t>n</a:t>
            </a:r>
            <a:r>
              <a:rPr lang="en-US" sz="2800">
                <a:solidFill>
                  <a:srgbClr val="CC3300"/>
                </a:solidFill>
              </a:rPr>
              <a:t>/2)</a:t>
            </a:r>
            <a:r>
              <a:rPr i="1" lang="en-US" sz="2800">
                <a:solidFill>
                  <a:srgbClr val="3DDE2C"/>
                </a:solidFill>
              </a:rPr>
              <a:t> </a:t>
            </a:r>
            <a:endParaRPr sz="2800"/>
          </a:p>
          <a:p>
            <a:pPr indent="-164465" lvl="0" marL="91440" rtl="0" algn="l">
              <a:lnSpc>
                <a:spcPct val="90000"/>
              </a:lnSpc>
              <a:spcBef>
                <a:spcPts val="1400"/>
              </a:spcBef>
              <a:spcAft>
                <a:spcPts val="0"/>
              </a:spcAft>
              <a:buSzPct val="100000"/>
              <a:buChar char=" "/>
            </a:pPr>
            <a:r>
              <a:rPr lang="en-US" sz="2800"/>
              <a:t>Combine: merging </a:t>
            </a:r>
            <a:r>
              <a:rPr i="1" lang="en-US" sz="2800"/>
              <a:t>n</a:t>
            </a:r>
            <a:r>
              <a:rPr lang="en-US" sz="2800"/>
              <a:t> elements takes </a:t>
            </a:r>
            <a:r>
              <a:rPr lang="en-US" sz="2800">
                <a:solidFill>
                  <a:srgbClr val="CC3300"/>
                </a:solidFill>
              </a:rPr>
              <a:t>Θ(</a:t>
            </a:r>
            <a:r>
              <a:rPr i="1" lang="en-US" sz="2800">
                <a:solidFill>
                  <a:srgbClr val="CC3300"/>
                </a:solidFill>
              </a:rPr>
              <a:t>n</a:t>
            </a:r>
            <a:r>
              <a:rPr lang="en-US" sz="2800">
                <a:solidFill>
                  <a:srgbClr val="CC3300"/>
                </a:solidFill>
              </a:rPr>
              <a:t>)</a:t>
            </a:r>
            <a:r>
              <a:rPr i="1" lang="en-US" sz="2800">
                <a:solidFill>
                  <a:srgbClr val="3DDE2C"/>
                </a:solidFill>
              </a:rPr>
              <a:t> </a:t>
            </a:r>
            <a:endParaRPr/>
          </a:p>
          <a:p>
            <a:pPr indent="-164465" lvl="0" marL="91440" rtl="0" algn="l">
              <a:lnSpc>
                <a:spcPct val="90000"/>
              </a:lnSpc>
              <a:spcBef>
                <a:spcPts val="1400"/>
              </a:spcBef>
              <a:spcAft>
                <a:spcPts val="0"/>
              </a:spcAft>
              <a:buSzPct val="100000"/>
              <a:buChar char=" "/>
            </a:pPr>
            <a:r>
              <a:rPr lang="en-US" sz="2800"/>
              <a:t>Total</a:t>
            </a:r>
            <a:r>
              <a:rPr lang="en-US"/>
              <a:t>:</a:t>
            </a:r>
            <a:endParaRPr/>
          </a:p>
          <a:p>
            <a:pPr indent="-182880" lvl="2" marL="566928" rtl="0" algn="ctr">
              <a:lnSpc>
                <a:spcPct val="90000"/>
              </a:lnSpc>
              <a:spcBef>
                <a:spcPts val="400"/>
              </a:spcBef>
              <a:spcAft>
                <a:spcPts val="0"/>
              </a:spcAft>
              <a:buSzPct val="100000"/>
              <a:buFont typeface="Calibri"/>
              <a:buNone/>
            </a:pPr>
            <a:r>
              <a:rPr i="1" lang="en-US" sz="2800">
                <a:solidFill>
                  <a:srgbClr val="CC3300"/>
                </a:solidFill>
              </a:rPr>
              <a:t>		T</a:t>
            </a:r>
            <a:r>
              <a:rPr lang="en-US" sz="2800">
                <a:solidFill>
                  <a:srgbClr val="CC3300"/>
                </a:solidFill>
              </a:rPr>
              <a:t>(</a:t>
            </a:r>
            <a:r>
              <a:rPr i="1" lang="en-US" sz="2800">
                <a:solidFill>
                  <a:srgbClr val="CC3300"/>
                </a:solidFill>
              </a:rPr>
              <a:t>n</a:t>
            </a:r>
            <a:r>
              <a:rPr lang="en-US" sz="2800">
                <a:solidFill>
                  <a:srgbClr val="CC3300"/>
                </a:solidFill>
              </a:rPr>
              <a:t>)</a:t>
            </a:r>
            <a:r>
              <a:rPr i="1" lang="en-US" sz="2800">
                <a:solidFill>
                  <a:srgbClr val="CC3300"/>
                </a:solidFill>
              </a:rPr>
              <a:t> = </a:t>
            </a:r>
            <a:r>
              <a:rPr lang="en-US" sz="2800">
                <a:solidFill>
                  <a:srgbClr val="CC3300"/>
                </a:solidFill>
              </a:rPr>
              <a:t>Θ(1)</a:t>
            </a:r>
            <a:r>
              <a:rPr i="1" lang="en-US" sz="2800">
                <a:solidFill>
                  <a:srgbClr val="CC3300"/>
                </a:solidFill>
              </a:rPr>
              <a:t> 			</a:t>
            </a:r>
            <a:r>
              <a:rPr lang="en-US" sz="2800">
                <a:solidFill>
                  <a:srgbClr val="CC3300"/>
                </a:solidFill>
              </a:rPr>
              <a:t>if</a:t>
            </a:r>
            <a:r>
              <a:rPr i="1" lang="en-US" sz="2800">
                <a:solidFill>
                  <a:srgbClr val="CC3300"/>
                </a:solidFill>
              </a:rPr>
              <a:t> n = </a:t>
            </a:r>
            <a:r>
              <a:rPr lang="en-US" sz="2800">
                <a:solidFill>
                  <a:srgbClr val="CC3300"/>
                </a:solidFill>
              </a:rPr>
              <a:t>1</a:t>
            </a:r>
            <a:endParaRPr i="1" sz="2800">
              <a:solidFill>
                <a:srgbClr val="CC3300"/>
              </a:solidFill>
            </a:endParaRPr>
          </a:p>
          <a:p>
            <a:pPr indent="-182880" lvl="2" marL="566928" rtl="0" algn="ctr">
              <a:lnSpc>
                <a:spcPct val="90000"/>
              </a:lnSpc>
              <a:spcBef>
                <a:spcPts val="600"/>
              </a:spcBef>
              <a:spcAft>
                <a:spcPts val="0"/>
              </a:spcAft>
              <a:buSzPct val="100000"/>
              <a:buFont typeface="Calibri"/>
              <a:buNone/>
            </a:pPr>
            <a:r>
              <a:rPr i="1" lang="en-US" sz="2800">
                <a:solidFill>
                  <a:srgbClr val="CC3300"/>
                </a:solidFill>
              </a:rPr>
              <a:t>T</a:t>
            </a:r>
            <a:r>
              <a:rPr lang="en-US" sz="2800">
                <a:solidFill>
                  <a:srgbClr val="CC3300"/>
                </a:solidFill>
              </a:rPr>
              <a:t>(</a:t>
            </a:r>
            <a:r>
              <a:rPr i="1" lang="en-US" sz="2800">
                <a:solidFill>
                  <a:srgbClr val="CC3300"/>
                </a:solidFill>
              </a:rPr>
              <a:t>n</a:t>
            </a:r>
            <a:r>
              <a:rPr lang="en-US" sz="2800">
                <a:solidFill>
                  <a:srgbClr val="CC3300"/>
                </a:solidFill>
              </a:rPr>
              <a:t>)</a:t>
            </a:r>
            <a:r>
              <a:rPr i="1" lang="en-US" sz="2800">
                <a:solidFill>
                  <a:srgbClr val="CC3300"/>
                </a:solidFill>
              </a:rPr>
              <a:t> = </a:t>
            </a:r>
            <a:r>
              <a:rPr lang="en-US" sz="2800">
                <a:solidFill>
                  <a:srgbClr val="CC3300"/>
                </a:solidFill>
              </a:rPr>
              <a:t>2</a:t>
            </a:r>
            <a:r>
              <a:rPr i="1" lang="en-US" sz="2800">
                <a:solidFill>
                  <a:srgbClr val="CC3300"/>
                </a:solidFill>
              </a:rPr>
              <a:t>T</a:t>
            </a:r>
            <a:r>
              <a:rPr lang="en-US" sz="2800">
                <a:solidFill>
                  <a:srgbClr val="CC3300"/>
                </a:solidFill>
              </a:rPr>
              <a:t>(</a:t>
            </a:r>
            <a:r>
              <a:rPr i="1" lang="en-US" sz="2800">
                <a:solidFill>
                  <a:srgbClr val="CC3300"/>
                </a:solidFill>
              </a:rPr>
              <a:t>n</a:t>
            </a:r>
            <a:r>
              <a:rPr lang="en-US" sz="2800">
                <a:solidFill>
                  <a:srgbClr val="CC3300"/>
                </a:solidFill>
              </a:rPr>
              <a:t>/2)</a:t>
            </a:r>
            <a:r>
              <a:rPr i="1" lang="en-US" sz="2800">
                <a:solidFill>
                  <a:srgbClr val="CC3300"/>
                </a:solidFill>
              </a:rPr>
              <a:t> + </a:t>
            </a:r>
            <a:r>
              <a:rPr lang="en-US" sz="2800">
                <a:solidFill>
                  <a:srgbClr val="CC3300"/>
                </a:solidFill>
              </a:rPr>
              <a:t>Θ(</a:t>
            </a:r>
            <a:r>
              <a:rPr i="1" lang="en-US" sz="2800">
                <a:solidFill>
                  <a:srgbClr val="CC3300"/>
                </a:solidFill>
              </a:rPr>
              <a:t>n</a:t>
            </a:r>
            <a:r>
              <a:rPr lang="en-US" sz="2800">
                <a:solidFill>
                  <a:srgbClr val="CC3300"/>
                </a:solidFill>
              </a:rPr>
              <a:t>)</a:t>
            </a:r>
            <a:r>
              <a:rPr i="1" lang="en-US" sz="2800">
                <a:solidFill>
                  <a:srgbClr val="CC3300"/>
                </a:solidFill>
              </a:rPr>
              <a:t> 		</a:t>
            </a:r>
            <a:r>
              <a:rPr lang="en-US" sz="2800">
                <a:solidFill>
                  <a:srgbClr val="CC3300"/>
                </a:solidFill>
              </a:rPr>
              <a:t>if</a:t>
            </a:r>
            <a:r>
              <a:rPr i="1" lang="en-US" sz="2800">
                <a:solidFill>
                  <a:srgbClr val="CC3300"/>
                </a:solidFill>
              </a:rPr>
              <a:t> n &gt; </a:t>
            </a:r>
            <a:r>
              <a:rPr lang="en-US" sz="2800">
                <a:solidFill>
                  <a:srgbClr val="CC3300"/>
                </a:solidFill>
              </a:rPr>
              <a:t>1</a:t>
            </a:r>
            <a:endParaRPr i="1" sz="2800">
              <a:solidFill>
                <a:srgbClr val="CC3300"/>
              </a:solidFill>
            </a:endParaRPr>
          </a:p>
          <a:p>
            <a:pPr indent="-182880" lvl="2" marL="566928" rtl="0" algn="ctr">
              <a:lnSpc>
                <a:spcPct val="90000"/>
              </a:lnSpc>
              <a:spcBef>
                <a:spcPts val="600"/>
              </a:spcBef>
              <a:spcAft>
                <a:spcPts val="0"/>
              </a:spcAft>
              <a:buSzPct val="100000"/>
              <a:buFont typeface="Calibri"/>
              <a:buNone/>
            </a:pPr>
            <a:r>
              <a:t/>
            </a:r>
            <a:endParaRPr i="1" sz="1000">
              <a:solidFill>
                <a:srgbClr val="CC3300"/>
              </a:solidFill>
            </a:endParaRPr>
          </a:p>
          <a:p>
            <a:pPr indent="-182879" lvl="1" marL="384048" rtl="0" algn="l">
              <a:lnSpc>
                <a:spcPct val="90000"/>
              </a:lnSpc>
              <a:spcBef>
                <a:spcPts val="600"/>
              </a:spcBef>
              <a:spcAft>
                <a:spcPts val="0"/>
              </a:spcAft>
              <a:buSzPct val="100000"/>
              <a:buFont typeface="Noto Sans Symbols"/>
              <a:buChar char="⇒"/>
            </a:pPr>
            <a:r>
              <a:rPr i="1" lang="en-US">
                <a:solidFill>
                  <a:schemeClr val="hlink"/>
                </a:solidFill>
              </a:rPr>
              <a:t>T</a:t>
            </a:r>
            <a:r>
              <a:rPr lang="en-US">
                <a:solidFill>
                  <a:schemeClr val="hlink"/>
                </a:solidFill>
              </a:rPr>
              <a:t>(</a:t>
            </a:r>
            <a:r>
              <a:rPr i="1" lang="en-US">
                <a:solidFill>
                  <a:schemeClr val="hlink"/>
                </a:solidFill>
              </a:rPr>
              <a:t>n</a:t>
            </a:r>
            <a:r>
              <a:rPr lang="en-US">
                <a:solidFill>
                  <a:schemeClr val="hlink"/>
                </a:solidFill>
              </a:rPr>
              <a:t>)</a:t>
            </a:r>
            <a:r>
              <a:rPr i="1" lang="en-US">
                <a:solidFill>
                  <a:schemeClr val="hlink"/>
                </a:solidFill>
              </a:rPr>
              <a:t> = </a:t>
            </a:r>
            <a:r>
              <a:rPr lang="en-US">
                <a:solidFill>
                  <a:schemeClr val="hlink"/>
                </a:solidFill>
              </a:rPr>
              <a:t>Θ(</a:t>
            </a:r>
            <a:r>
              <a:rPr i="1" lang="en-US">
                <a:solidFill>
                  <a:schemeClr val="hlink"/>
                </a:solidFill>
              </a:rPr>
              <a:t>n </a:t>
            </a:r>
            <a:r>
              <a:rPr lang="en-US">
                <a:solidFill>
                  <a:schemeClr val="hlink"/>
                </a:solidFill>
              </a:rPr>
              <a:t>lg</a:t>
            </a:r>
            <a:r>
              <a:rPr i="1" lang="en-US">
                <a:solidFill>
                  <a:schemeClr val="hlink"/>
                </a:solidFill>
              </a:rPr>
              <a:t> n</a:t>
            </a:r>
            <a:r>
              <a:rPr lang="en-US">
                <a:solidFill>
                  <a:schemeClr val="hlink"/>
                </a:solidFill>
              </a:rPr>
              <a:t>) </a:t>
            </a:r>
            <a:endParaRPr>
              <a:solidFill>
                <a:schemeClr val="hlink"/>
              </a:solidFill>
            </a:endParaRPr>
          </a:p>
          <a:p>
            <a:pPr indent="-182879" lvl="1" marL="384048" rtl="0" algn="l">
              <a:lnSpc>
                <a:spcPct val="90000"/>
              </a:lnSpc>
              <a:spcBef>
                <a:spcPts val="600"/>
              </a:spcBef>
              <a:spcAft>
                <a:spcPts val="0"/>
              </a:spcAft>
              <a:buSzPct val="100000"/>
              <a:buFont typeface="Noto Sans Symbols"/>
              <a:buChar char="⇒"/>
            </a:pPr>
            <a:r>
              <a:rPr lang="en-US"/>
              <a:t>Space requirement: </a:t>
            </a:r>
            <a:r>
              <a:rPr lang="en-US">
                <a:latin typeface="Merriweather Sans"/>
                <a:ea typeface="Merriweather Sans"/>
                <a:cs typeface="Merriweather Sans"/>
                <a:sym typeface="Merriweather Sans"/>
              </a:rPr>
              <a:t>Θ</a:t>
            </a:r>
            <a:r>
              <a:rPr lang="en-US"/>
              <a:t>(</a:t>
            </a:r>
            <a:r>
              <a:rPr i="1" lang="en-US"/>
              <a:t>n</a:t>
            </a:r>
            <a:r>
              <a:rPr lang="en-US"/>
              <a:t>) (</a:t>
            </a:r>
            <a:r>
              <a:rPr lang="en-US" u="sng"/>
              <a:t>not</a:t>
            </a:r>
            <a:r>
              <a:rPr lang="en-US"/>
              <a:t> in-place)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5" name="Shape 705"/>
        <p:cNvGrpSpPr/>
        <p:nvPr/>
      </p:nvGrpSpPr>
      <p:grpSpPr>
        <a:xfrm>
          <a:off x="0" y="0"/>
          <a:ext cx="0" cy="0"/>
          <a:chOff x="0" y="0"/>
          <a:chExt cx="0" cy="0"/>
        </a:xfrm>
      </p:grpSpPr>
      <p:sp>
        <p:nvSpPr>
          <p:cNvPr id="706" name="Google Shape;706;p39"/>
          <p:cNvSpPr txBox="1"/>
          <p:nvPr>
            <p:ph type="title"/>
          </p:nvPr>
        </p:nvSpPr>
        <p:spPr>
          <a:xfrm>
            <a:off x="2133600" y="228600"/>
            <a:ext cx="7848600" cy="838200"/>
          </a:xfrm>
          <a:prstGeom prst="rect">
            <a:avLst/>
          </a:prstGeom>
          <a:noFill/>
          <a:ln>
            <a:noFill/>
          </a:ln>
        </p:spPr>
        <p:txBody>
          <a:bodyPr anchorCtr="0" anchor="ctr" bIns="46025" lIns="92075" spcFirstLastPara="1" rIns="92075" wrap="square" tIns="46025">
            <a:noAutofit/>
          </a:bodyPr>
          <a:lstStyle/>
          <a:p>
            <a:pPr indent="0" lvl="0" marL="0" rtl="0" algn="ctr">
              <a:lnSpc>
                <a:spcPct val="100000"/>
              </a:lnSpc>
              <a:spcBef>
                <a:spcPts val="0"/>
              </a:spcBef>
              <a:spcAft>
                <a:spcPts val="0"/>
              </a:spcAft>
              <a:buSzPts val="1400"/>
              <a:buNone/>
            </a:pPr>
            <a:r>
              <a:rPr lang="en-US">
                <a:solidFill>
                  <a:schemeClr val="dk1"/>
                </a:solidFill>
              </a:rPr>
              <a:t>Quicksort</a:t>
            </a:r>
            <a:endParaRPr/>
          </a:p>
        </p:txBody>
      </p:sp>
      <p:sp>
        <p:nvSpPr>
          <p:cNvPr id="707" name="Google Shape;707;p39"/>
          <p:cNvSpPr txBox="1"/>
          <p:nvPr>
            <p:ph idx="1" type="body"/>
          </p:nvPr>
        </p:nvSpPr>
        <p:spPr>
          <a:xfrm>
            <a:off x="1524000" y="1905000"/>
            <a:ext cx="5486400" cy="3962400"/>
          </a:xfrm>
          <a:prstGeom prst="rect">
            <a:avLst/>
          </a:prstGeom>
          <a:noFill/>
          <a:ln>
            <a:noFill/>
          </a:ln>
        </p:spPr>
        <p:txBody>
          <a:bodyPr anchorCtr="0" anchor="t" bIns="46025" lIns="92075" spcFirstLastPara="1" rIns="92075" wrap="square" tIns="46025">
            <a:noAutofit/>
          </a:bodyPr>
          <a:lstStyle/>
          <a:p>
            <a:pPr indent="-342900" lvl="0" marL="342900" rtl="0" algn="l">
              <a:lnSpc>
                <a:spcPct val="90000"/>
              </a:lnSpc>
              <a:spcBef>
                <a:spcPts val="0"/>
              </a:spcBef>
              <a:spcAft>
                <a:spcPts val="0"/>
              </a:spcAft>
              <a:buClr>
                <a:srgbClr val="010000"/>
              </a:buClr>
              <a:buSzPts val="2000"/>
              <a:buChar char="⬥"/>
            </a:pPr>
            <a:r>
              <a:rPr lang="en-US" sz="2000"/>
              <a:t>Divide : </a:t>
            </a:r>
            <a:endParaRPr sz="2000"/>
          </a:p>
          <a:p>
            <a:pPr indent="-285750" lvl="1" marL="742950" rtl="0" algn="l">
              <a:lnSpc>
                <a:spcPct val="90000"/>
              </a:lnSpc>
              <a:spcBef>
                <a:spcPts val="360"/>
              </a:spcBef>
              <a:spcAft>
                <a:spcPts val="0"/>
              </a:spcAft>
              <a:buClr>
                <a:schemeClr val="dk1"/>
              </a:buClr>
              <a:buSzPts val="1800"/>
              <a:buChar char="⬧"/>
            </a:pPr>
            <a:r>
              <a:rPr lang="en-US" sz="1800"/>
              <a:t>Pick any element (</a:t>
            </a:r>
            <a:r>
              <a:rPr b="1" i="1" lang="en-US" sz="1800">
                <a:solidFill>
                  <a:schemeClr val="hlink"/>
                </a:solidFill>
              </a:rPr>
              <a:t>pivot</a:t>
            </a:r>
            <a:r>
              <a:rPr lang="en-US" sz="1800"/>
              <a:t>) v in array A[p…r] </a:t>
            </a:r>
            <a:endParaRPr sz="1800"/>
          </a:p>
          <a:p>
            <a:pPr indent="-285750" lvl="1" marL="742950" rtl="0" algn="l">
              <a:lnSpc>
                <a:spcPct val="90000"/>
              </a:lnSpc>
              <a:spcBef>
                <a:spcPts val="360"/>
              </a:spcBef>
              <a:spcAft>
                <a:spcPts val="0"/>
              </a:spcAft>
              <a:buClr>
                <a:schemeClr val="dk1"/>
              </a:buClr>
              <a:buSzPts val="1800"/>
              <a:buChar char="⬧"/>
            </a:pPr>
            <a:r>
              <a:rPr lang="en-US" sz="1800"/>
              <a:t>Partition array A into two groups</a:t>
            </a:r>
            <a:endParaRPr sz="1800"/>
          </a:p>
          <a:p>
            <a:pPr indent="-285750" lvl="1" marL="742950" rtl="0" algn="l">
              <a:lnSpc>
                <a:spcPct val="90000"/>
              </a:lnSpc>
              <a:spcBef>
                <a:spcPts val="360"/>
              </a:spcBef>
              <a:spcAft>
                <a:spcPts val="0"/>
              </a:spcAft>
              <a:buClr>
                <a:schemeClr val="dk1"/>
              </a:buClr>
              <a:buSzPts val="1800"/>
              <a:buFont typeface="Arial"/>
              <a:buNone/>
            </a:pPr>
            <a:r>
              <a:rPr lang="en-US" sz="1800"/>
              <a:t>    A1[p - - -q-1] , A2 [q+1----r] Compute the index q</a:t>
            </a:r>
            <a:endParaRPr sz="1800"/>
          </a:p>
          <a:p>
            <a:pPr indent="-285750" lvl="1" marL="742950" rtl="0" algn="l">
              <a:lnSpc>
                <a:spcPct val="90000"/>
              </a:lnSpc>
              <a:spcBef>
                <a:spcPts val="360"/>
              </a:spcBef>
              <a:spcAft>
                <a:spcPts val="0"/>
              </a:spcAft>
              <a:buClr>
                <a:schemeClr val="dk1"/>
              </a:buClr>
              <a:buSzPts val="1800"/>
              <a:buFont typeface="Arial"/>
              <a:buNone/>
            </a:pPr>
            <a:r>
              <a:rPr lang="en-US" sz="1800"/>
              <a:t>A1 element &lt; A[q] &lt; A2 element</a:t>
            </a:r>
            <a:endParaRPr sz="1800"/>
          </a:p>
          <a:p>
            <a:pPr indent="-342900" lvl="0" marL="342900" rtl="0" algn="l">
              <a:lnSpc>
                <a:spcPct val="90000"/>
              </a:lnSpc>
              <a:spcBef>
                <a:spcPts val="400"/>
              </a:spcBef>
              <a:spcAft>
                <a:spcPts val="0"/>
              </a:spcAft>
              <a:buClr>
                <a:srgbClr val="010000"/>
              </a:buClr>
              <a:buSzPts val="2000"/>
              <a:buChar char="⬥"/>
            </a:pPr>
            <a:r>
              <a:rPr lang="en-US" sz="2000"/>
              <a:t>Conquer step: recursively sort  A1 and A2</a:t>
            </a:r>
            <a:endParaRPr sz="2000"/>
          </a:p>
          <a:p>
            <a:pPr indent="-215900" lvl="0" marL="342900" rtl="0" algn="l">
              <a:lnSpc>
                <a:spcPct val="90000"/>
              </a:lnSpc>
              <a:spcBef>
                <a:spcPts val="400"/>
              </a:spcBef>
              <a:spcAft>
                <a:spcPts val="0"/>
              </a:spcAft>
              <a:buClr>
                <a:srgbClr val="010000"/>
              </a:buClr>
              <a:buSzPts val="2000"/>
              <a:buNone/>
            </a:pPr>
            <a:r>
              <a:t/>
            </a:r>
            <a:endParaRPr sz="2000"/>
          </a:p>
          <a:p>
            <a:pPr indent="-342900" lvl="0" marL="342900" rtl="0" algn="l">
              <a:lnSpc>
                <a:spcPct val="90000"/>
              </a:lnSpc>
              <a:spcBef>
                <a:spcPts val="400"/>
              </a:spcBef>
              <a:spcAft>
                <a:spcPts val="0"/>
              </a:spcAft>
              <a:buClr>
                <a:srgbClr val="010000"/>
              </a:buClr>
              <a:buSzPts val="2000"/>
              <a:buChar char="⬥"/>
            </a:pPr>
            <a:r>
              <a:rPr lang="en-US" sz="2000"/>
              <a:t>Combine step: the sorted A1 </a:t>
            </a:r>
            <a:r>
              <a:rPr lang="en-US" sz="2000">
                <a:solidFill>
                  <a:schemeClr val="accent2"/>
                </a:solidFill>
              </a:rPr>
              <a:t>(by the time returned from recursion)</a:t>
            </a:r>
            <a:r>
              <a:rPr lang="en-US" sz="2000"/>
              <a:t>, followed by A[q], followed by the sorted A2 </a:t>
            </a:r>
            <a:r>
              <a:rPr lang="en-US" sz="2000">
                <a:solidFill>
                  <a:schemeClr val="accent2"/>
                </a:solidFill>
              </a:rPr>
              <a:t>(i.e., nothing extra needs to be done)</a:t>
            </a:r>
            <a:endParaRPr/>
          </a:p>
          <a:p>
            <a:pPr indent="-215900" lvl="0" marL="342900" rtl="0" algn="l">
              <a:lnSpc>
                <a:spcPct val="90000"/>
              </a:lnSpc>
              <a:spcBef>
                <a:spcPts val="400"/>
              </a:spcBef>
              <a:spcAft>
                <a:spcPts val="0"/>
              </a:spcAft>
              <a:buClr>
                <a:srgbClr val="010000"/>
              </a:buClr>
              <a:buSzPts val="2000"/>
              <a:buNone/>
            </a:pPr>
            <a:r>
              <a:t/>
            </a:r>
            <a:endParaRPr sz="2000"/>
          </a:p>
          <a:p>
            <a:pPr indent="-342900" lvl="0" marL="342900" rtl="0" algn="l">
              <a:lnSpc>
                <a:spcPct val="90000"/>
              </a:lnSpc>
              <a:spcBef>
                <a:spcPts val="360"/>
              </a:spcBef>
              <a:spcAft>
                <a:spcPts val="0"/>
              </a:spcAft>
              <a:buClr>
                <a:srgbClr val="010000"/>
              </a:buClr>
              <a:buSzPts val="1800"/>
              <a:buFont typeface="Arial"/>
              <a:buNone/>
            </a:pPr>
            <a:r>
              <a:t/>
            </a:r>
            <a:endParaRPr sz="1800"/>
          </a:p>
        </p:txBody>
      </p:sp>
      <p:sp>
        <p:nvSpPr>
          <p:cNvPr id="708" name="Google Shape;708;p39"/>
          <p:cNvSpPr/>
          <p:nvPr/>
        </p:nvSpPr>
        <p:spPr>
          <a:xfrm>
            <a:off x="7696200" y="1606550"/>
            <a:ext cx="228600" cy="106045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09" name="Google Shape;709;p39"/>
          <p:cNvSpPr/>
          <p:nvPr/>
        </p:nvSpPr>
        <p:spPr>
          <a:xfrm>
            <a:off x="8102600" y="2209800"/>
            <a:ext cx="228600" cy="45720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10" name="Google Shape;710;p39"/>
          <p:cNvSpPr/>
          <p:nvPr/>
        </p:nvSpPr>
        <p:spPr>
          <a:xfrm>
            <a:off x="8915400" y="2381250"/>
            <a:ext cx="228600" cy="28575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11" name="Google Shape;711;p39"/>
          <p:cNvSpPr/>
          <p:nvPr/>
        </p:nvSpPr>
        <p:spPr>
          <a:xfrm>
            <a:off x="9321800" y="2038350"/>
            <a:ext cx="228600" cy="628650"/>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2"/>
              </a:buClr>
              <a:buSzPts val="1800"/>
              <a:buFont typeface="Times New Roman"/>
              <a:buNone/>
            </a:pPr>
            <a:r>
              <a:rPr b="0" i="0" lang="en-US" sz="1800" u="none" cap="none" strike="noStrike">
                <a:solidFill>
                  <a:schemeClr val="lt2"/>
                </a:solidFill>
                <a:latin typeface="Times New Roman"/>
                <a:ea typeface="Times New Roman"/>
                <a:cs typeface="Times New Roman"/>
                <a:sym typeface="Times New Roman"/>
              </a:rPr>
              <a:t>v</a:t>
            </a:r>
            <a:endParaRPr b="0" i="0" sz="1400" u="none" cap="none" strike="noStrike">
              <a:solidFill>
                <a:srgbClr val="000000"/>
              </a:solidFill>
              <a:latin typeface="Arial"/>
              <a:ea typeface="Arial"/>
              <a:cs typeface="Arial"/>
              <a:sym typeface="Arial"/>
            </a:endParaRPr>
          </a:p>
        </p:txBody>
      </p:sp>
      <p:sp>
        <p:nvSpPr>
          <p:cNvPr id="712" name="Google Shape;712;p39"/>
          <p:cNvSpPr/>
          <p:nvPr/>
        </p:nvSpPr>
        <p:spPr>
          <a:xfrm>
            <a:off x="9728200" y="1695450"/>
            <a:ext cx="228600" cy="97155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13" name="Google Shape;713;p39"/>
          <p:cNvSpPr/>
          <p:nvPr/>
        </p:nvSpPr>
        <p:spPr>
          <a:xfrm>
            <a:off x="10134600" y="2324100"/>
            <a:ext cx="228600" cy="34290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14" name="Google Shape;714;p39"/>
          <p:cNvSpPr/>
          <p:nvPr/>
        </p:nvSpPr>
        <p:spPr>
          <a:xfrm>
            <a:off x="8509000" y="1866900"/>
            <a:ext cx="228600" cy="80010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15" name="Google Shape;715;p39"/>
          <p:cNvSpPr/>
          <p:nvPr/>
        </p:nvSpPr>
        <p:spPr>
          <a:xfrm>
            <a:off x="9448800" y="3505200"/>
            <a:ext cx="228600" cy="106045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16" name="Google Shape;716;p39"/>
          <p:cNvSpPr/>
          <p:nvPr/>
        </p:nvSpPr>
        <p:spPr>
          <a:xfrm>
            <a:off x="10287000" y="3594100"/>
            <a:ext cx="228600" cy="97155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17" name="Google Shape;717;p39"/>
          <p:cNvSpPr/>
          <p:nvPr/>
        </p:nvSpPr>
        <p:spPr>
          <a:xfrm>
            <a:off x="9867900" y="3765550"/>
            <a:ext cx="228600" cy="80010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grpSp>
        <p:nvGrpSpPr>
          <p:cNvPr id="718" name="Google Shape;718;p39"/>
          <p:cNvGrpSpPr/>
          <p:nvPr/>
        </p:nvGrpSpPr>
        <p:grpSpPr>
          <a:xfrm>
            <a:off x="7016750" y="4114800"/>
            <a:ext cx="1054100" cy="457200"/>
            <a:chOff x="3320" y="2304"/>
            <a:chExt cx="664" cy="384"/>
          </a:xfrm>
        </p:grpSpPr>
        <p:sp>
          <p:nvSpPr>
            <p:cNvPr id="719" name="Google Shape;719;p39"/>
            <p:cNvSpPr/>
            <p:nvPr/>
          </p:nvSpPr>
          <p:spPr>
            <a:xfrm>
              <a:off x="3320" y="2304"/>
              <a:ext cx="144" cy="384"/>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20" name="Google Shape;720;p39"/>
            <p:cNvSpPr/>
            <p:nvPr/>
          </p:nvSpPr>
          <p:spPr>
            <a:xfrm>
              <a:off x="3580" y="2448"/>
              <a:ext cx="144" cy="240"/>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721" name="Google Shape;721;p39"/>
            <p:cNvSpPr/>
            <p:nvPr/>
          </p:nvSpPr>
          <p:spPr>
            <a:xfrm>
              <a:off x="3840" y="2400"/>
              <a:ext cx="144" cy="288"/>
            </a:xfrm>
            <a:prstGeom prst="rect">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grpSp>
      <p:sp>
        <p:nvSpPr>
          <p:cNvPr id="722" name="Google Shape;722;p39"/>
          <p:cNvSpPr/>
          <p:nvPr/>
        </p:nvSpPr>
        <p:spPr>
          <a:xfrm>
            <a:off x="8648700" y="3943350"/>
            <a:ext cx="228600" cy="628650"/>
          </a:xfrm>
          <a:prstGeom prst="rect">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2"/>
              </a:buClr>
              <a:buSzPts val="1800"/>
              <a:buFont typeface="Times New Roman"/>
              <a:buNone/>
            </a:pPr>
            <a:r>
              <a:rPr b="0" i="0" lang="en-US" sz="1800" u="none" cap="none" strike="noStrike">
                <a:solidFill>
                  <a:schemeClr val="lt2"/>
                </a:solidFill>
                <a:latin typeface="Times New Roman"/>
                <a:ea typeface="Times New Roman"/>
                <a:cs typeface="Times New Roman"/>
                <a:sym typeface="Times New Roman"/>
              </a:rPr>
              <a:t>v</a:t>
            </a:r>
            <a:endParaRPr b="0" i="0" sz="1400" u="none" cap="none" strike="noStrike">
              <a:solidFill>
                <a:srgbClr val="000000"/>
              </a:solidFill>
              <a:latin typeface="Arial"/>
              <a:ea typeface="Arial"/>
              <a:cs typeface="Arial"/>
              <a:sym typeface="Arial"/>
            </a:endParaRPr>
          </a:p>
        </p:txBody>
      </p:sp>
      <p:sp>
        <p:nvSpPr>
          <p:cNvPr id="723" name="Google Shape;723;p39"/>
          <p:cNvSpPr/>
          <p:nvPr/>
        </p:nvSpPr>
        <p:spPr>
          <a:xfrm rot="-5400000">
            <a:off x="7391400" y="4095750"/>
            <a:ext cx="304800" cy="1219200"/>
          </a:xfrm>
          <a:prstGeom prst="leftBrace">
            <a:avLst>
              <a:gd fmla="val 33333"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39"/>
          <p:cNvSpPr txBox="1"/>
          <p:nvPr/>
        </p:nvSpPr>
        <p:spPr>
          <a:xfrm>
            <a:off x="7155324" y="4899306"/>
            <a:ext cx="1159685" cy="107763"/>
          </a:xfrm>
          <a:prstGeom prst="rect">
            <a:avLst/>
          </a:prstGeom>
          <a:noFill/>
          <a:ln>
            <a:noFill/>
          </a:ln>
        </p:spPr>
        <p:txBody>
          <a:bodyPr anchorCtr="0" anchor="t" bIns="0" lIns="91425" spcFirstLastPara="1" rIns="548625" wrap="square" tIns="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A1</a:t>
            </a:r>
            <a:endParaRPr b="0" i="0" sz="1800" u="none" cap="none" strike="noStrike">
              <a:solidFill>
                <a:schemeClr val="dk1"/>
              </a:solidFill>
              <a:latin typeface="Times New Roman"/>
              <a:ea typeface="Times New Roman"/>
              <a:cs typeface="Times New Roman"/>
              <a:sym typeface="Times New Roman"/>
            </a:endParaRPr>
          </a:p>
        </p:txBody>
      </p:sp>
      <p:sp>
        <p:nvSpPr>
          <p:cNvPr id="725" name="Google Shape;725;p39"/>
          <p:cNvSpPr/>
          <p:nvPr/>
        </p:nvSpPr>
        <p:spPr>
          <a:xfrm rot="-5400000">
            <a:off x="9829800" y="4095750"/>
            <a:ext cx="304800" cy="1219200"/>
          </a:xfrm>
          <a:prstGeom prst="leftBrace">
            <a:avLst>
              <a:gd fmla="val 33333"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39"/>
          <p:cNvSpPr txBox="1"/>
          <p:nvPr/>
        </p:nvSpPr>
        <p:spPr>
          <a:xfrm>
            <a:off x="9638775" y="4871403"/>
            <a:ext cx="1159685" cy="107763"/>
          </a:xfrm>
          <a:prstGeom prst="rect">
            <a:avLst/>
          </a:prstGeom>
          <a:noFill/>
          <a:ln>
            <a:noFill/>
          </a:ln>
        </p:spPr>
        <p:txBody>
          <a:bodyPr anchorCtr="0" anchor="t" bIns="0" lIns="91425" spcFirstLastPara="1" rIns="548625" wrap="square" tIns="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A2</a:t>
            </a:r>
            <a:endParaRPr b="0" i="0" sz="1800" u="none" cap="none" strike="noStrike">
              <a:solidFill>
                <a:schemeClr val="dk1"/>
              </a:solidFill>
              <a:latin typeface="Times New Roman"/>
              <a:ea typeface="Times New Roman"/>
              <a:cs typeface="Times New Roman"/>
              <a:sym typeface="Times New Roman"/>
            </a:endParaRPr>
          </a:p>
        </p:txBody>
      </p:sp>
      <p:sp>
        <p:nvSpPr>
          <p:cNvPr id="727" name="Google Shape;727;p39"/>
          <p:cNvSpPr/>
          <p:nvPr/>
        </p:nvSpPr>
        <p:spPr>
          <a:xfrm rot="-5400000">
            <a:off x="8877300" y="1714500"/>
            <a:ext cx="304800" cy="2514600"/>
          </a:xfrm>
          <a:prstGeom prst="leftBrace">
            <a:avLst>
              <a:gd fmla="val 68750" name="adj1"/>
              <a:gd fmla="val 5000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39"/>
          <p:cNvSpPr txBox="1"/>
          <p:nvPr/>
        </p:nvSpPr>
        <p:spPr>
          <a:xfrm>
            <a:off x="7895152" y="3083595"/>
            <a:ext cx="2391848" cy="107763"/>
          </a:xfrm>
          <a:prstGeom prst="rect">
            <a:avLst/>
          </a:prstGeom>
          <a:noFill/>
          <a:ln>
            <a:noFill/>
          </a:ln>
        </p:spPr>
        <p:txBody>
          <a:bodyPr anchorCtr="0" anchor="t" bIns="0" lIns="91425" spcFirstLastPara="1" rIns="548625" wrap="square" tIns="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a:t>
            </a:r>
            <a:endParaRPr b="0" i="0" sz="1800" u="none" cap="none" strike="noStrike">
              <a:solidFill>
                <a:schemeClr val="dk1"/>
              </a:solidFill>
              <a:latin typeface="Times New Roman"/>
              <a:ea typeface="Times New Roman"/>
              <a:cs typeface="Times New Roman"/>
              <a:sym typeface="Times New Roman"/>
            </a:endParaRPr>
          </a:p>
        </p:txBody>
      </p:sp>
      <p:sp>
        <p:nvSpPr>
          <p:cNvPr id="729" name="Google Shape;729;p39"/>
          <p:cNvSpPr txBox="1"/>
          <p:nvPr/>
        </p:nvSpPr>
        <p:spPr>
          <a:xfrm>
            <a:off x="9683647" y="303383"/>
            <a:ext cx="2225008" cy="495651"/>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C00000"/>
                </a:solidFill>
                <a:latin typeface="Times New Roman"/>
                <a:ea typeface="Times New Roman"/>
                <a:cs typeface="Times New Roman"/>
                <a:sym typeface="Times New Roman"/>
              </a:rPr>
              <a:t>Ref Book: Thomas Cormen</a:t>
            </a:r>
            <a:endParaRPr b="0" i="0" sz="1400" u="none" cap="none" strike="noStrike">
              <a:solidFill>
                <a:srgbClr val="C00000"/>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33" name="Shape 733"/>
        <p:cNvGrpSpPr/>
        <p:nvPr/>
      </p:nvGrpSpPr>
      <p:grpSpPr>
        <a:xfrm>
          <a:off x="0" y="0"/>
          <a:ext cx="0" cy="0"/>
          <a:chOff x="0" y="0"/>
          <a:chExt cx="0" cy="0"/>
        </a:xfrm>
      </p:grpSpPr>
      <p:sp>
        <p:nvSpPr>
          <p:cNvPr id="734" name="Google Shape;734;p41"/>
          <p:cNvSpPr txBox="1"/>
          <p:nvPr>
            <p:ph type="title"/>
          </p:nvPr>
        </p:nvSpPr>
        <p:spPr>
          <a:xfrm>
            <a:off x="1097280" y="286604"/>
            <a:ext cx="10058400" cy="89291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chemeClr val="dk1"/>
                </a:solidFill>
              </a:rPr>
              <a:t>Quicksort Pseudo-code </a:t>
            </a:r>
            <a:endParaRPr>
              <a:solidFill>
                <a:schemeClr val="dk1"/>
              </a:solidFill>
              <a:latin typeface="Times New Roman"/>
              <a:ea typeface="Times New Roman"/>
              <a:cs typeface="Times New Roman"/>
              <a:sym typeface="Times New Roman"/>
            </a:endParaRPr>
          </a:p>
        </p:txBody>
      </p:sp>
      <p:sp>
        <p:nvSpPr>
          <p:cNvPr id="735" name="Google Shape;735;p41"/>
          <p:cNvSpPr txBox="1"/>
          <p:nvPr>
            <p:ph idx="1" type="body"/>
          </p:nvPr>
        </p:nvSpPr>
        <p:spPr>
          <a:xfrm>
            <a:off x="1831976" y="1364179"/>
            <a:ext cx="8343900" cy="1038225"/>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lnSpc>
                <a:spcPct val="100000"/>
              </a:lnSpc>
              <a:spcBef>
                <a:spcPts val="0"/>
              </a:spcBef>
              <a:spcAft>
                <a:spcPts val="0"/>
              </a:spcAft>
              <a:buClr>
                <a:srgbClr val="CC3300"/>
              </a:buClr>
              <a:buSzPct val="100000"/>
              <a:buFont typeface="Noto Sans Symbols"/>
              <a:buNone/>
            </a:pPr>
            <a:r>
              <a:rPr b="1" lang="en-US" sz="2800">
                <a:solidFill>
                  <a:srgbClr val="CC3300"/>
                </a:solidFill>
              </a:rPr>
              <a:t>INPUT: </a:t>
            </a:r>
            <a:r>
              <a:rPr b="1" lang="en-US" sz="2800">
                <a:solidFill>
                  <a:schemeClr val="hlink"/>
                </a:solidFill>
              </a:rPr>
              <a:t>a sequence of </a:t>
            </a:r>
            <a:r>
              <a:rPr i="1" lang="en-US" sz="2800">
                <a:solidFill>
                  <a:schemeClr val="hlink"/>
                </a:solidFill>
              </a:rPr>
              <a:t>n</a:t>
            </a:r>
            <a:r>
              <a:rPr b="1" lang="en-US" sz="2800">
                <a:solidFill>
                  <a:schemeClr val="hlink"/>
                </a:solidFill>
              </a:rPr>
              <a:t> numbers stored in array A</a:t>
            </a:r>
            <a:endParaRPr/>
          </a:p>
          <a:p>
            <a:pPr indent="-342900" lvl="0" marL="342900" rtl="0" algn="l">
              <a:lnSpc>
                <a:spcPct val="100000"/>
              </a:lnSpc>
              <a:spcBef>
                <a:spcPts val="476"/>
              </a:spcBef>
              <a:spcAft>
                <a:spcPts val="0"/>
              </a:spcAft>
              <a:buClr>
                <a:srgbClr val="CC3300"/>
              </a:buClr>
              <a:buSzPct val="100000"/>
              <a:buFont typeface="Noto Sans Symbols"/>
              <a:buNone/>
            </a:pPr>
            <a:r>
              <a:rPr b="1" lang="en-US" sz="2800">
                <a:solidFill>
                  <a:srgbClr val="CC3300"/>
                </a:solidFill>
              </a:rPr>
              <a:t>OUTPUT: </a:t>
            </a:r>
            <a:r>
              <a:rPr b="1" lang="en-US" sz="2800">
                <a:solidFill>
                  <a:schemeClr val="hlink"/>
                </a:solidFill>
              </a:rPr>
              <a:t>an ordered sequence of </a:t>
            </a:r>
            <a:r>
              <a:rPr i="1" lang="en-US" sz="2800">
                <a:solidFill>
                  <a:schemeClr val="hlink"/>
                </a:solidFill>
              </a:rPr>
              <a:t>n</a:t>
            </a:r>
            <a:r>
              <a:rPr b="1" lang="en-US" sz="2800">
                <a:solidFill>
                  <a:schemeClr val="hlink"/>
                </a:solidFill>
              </a:rPr>
              <a:t> numbers</a:t>
            </a:r>
            <a:endParaRPr sz="2800">
              <a:solidFill>
                <a:schemeClr val="hlink"/>
              </a:solidFill>
            </a:endParaRPr>
          </a:p>
          <a:p>
            <a:pPr indent="-342900" lvl="0" marL="342900" rtl="0" algn="l">
              <a:lnSpc>
                <a:spcPct val="100000"/>
              </a:lnSpc>
              <a:spcBef>
                <a:spcPts val="476"/>
              </a:spcBef>
              <a:spcAft>
                <a:spcPts val="0"/>
              </a:spcAft>
              <a:buClr>
                <a:schemeClr val="dk1"/>
              </a:buClr>
              <a:buSzPct val="100000"/>
              <a:buFont typeface="Noto Sans Symbols"/>
              <a:buNone/>
            </a:pPr>
            <a:r>
              <a:t/>
            </a:r>
            <a:endParaRPr>
              <a:solidFill>
                <a:schemeClr val="hlink"/>
              </a:solidFill>
            </a:endParaRPr>
          </a:p>
        </p:txBody>
      </p:sp>
      <p:sp>
        <p:nvSpPr>
          <p:cNvPr id="736" name="Google Shape;736;p41"/>
          <p:cNvSpPr txBox="1"/>
          <p:nvPr/>
        </p:nvSpPr>
        <p:spPr>
          <a:xfrm>
            <a:off x="2074864" y="2217738"/>
            <a:ext cx="7858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Georgia"/>
              <a:ea typeface="Georgia"/>
              <a:cs typeface="Georgia"/>
              <a:sym typeface="Georgia"/>
            </a:endParaRPr>
          </a:p>
        </p:txBody>
      </p:sp>
      <p:sp>
        <p:nvSpPr>
          <p:cNvPr id="737" name="Google Shape;737;p41"/>
          <p:cNvSpPr txBox="1"/>
          <p:nvPr/>
        </p:nvSpPr>
        <p:spPr>
          <a:xfrm>
            <a:off x="2074864" y="2570123"/>
            <a:ext cx="7335837" cy="1938992"/>
          </a:xfrm>
          <a:prstGeom prst="rect">
            <a:avLst/>
          </a:prstGeom>
          <a:solidFill>
            <a:srgbClr val="CCEC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2400"/>
              <a:buFont typeface="Arial"/>
              <a:buNone/>
            </a:pPr>
            <a:r>
              <a:rPr b="1" i="1" lang="en-US" sz="2400" u="none" cap="none" strike="noStrike">
                <a:solidFill>
                  <a:schemeClr val="dk1"/>
                </a:solidFill>
                <a:latin typeface="Times New Roman"/>
                <a:ea typeface="Times New Roman"/>
                <a:cs typeface="Times New Roman"/>
                <a:sym typeface="Times New Roman"/>
              </a:rPr>
              <a:t>QuickSort </a:t>
            </a:r>
            <a:r>
              <a:rPr b="1" i="0" lang="en-US" sz="2400" u="none" cap="none" strike="noStrike">
                <a:solidFill>
                  <a:schemeClr val="dk1"/>
                </a:solidFill>
                <a:latin typeface="Times New Roman"/>
                <a:ea typeface="Times New Roman"/>
                <a:cs typeface="Times New Roman"/>
                <a:sym typeface="Times New Roman"/>
              </a:rPr>
              <a:t>(</a:t>
            </a:r>
            <a:r>
              <a:rPr b="1" i="1" lang="en-US" sz="2400" u="none" cap="none" strike="noStrike">
                <a:solidFill>
                  <a:schemeClr val="dk1"/>
                </a:solidFill>
                <a:latin typeface="Times New Roman"/>
                <a:ea typeface="Times New Roman"/>
                <a:cs typeface="Times New Roman"/>
                <a:sym typeface="Times New Roman"/>
              </a:rPr>
              <a:t>A</a:t>
            </a:r>
            <a:r>
              <a:rPr b="1" i="0" lang="en-US" sz="2400" u="none" cap="none" strike="noStrike">
                <a:solidFill>
                  <a:schemeClr val="dk1"/>
                </a:solidFill>
                <a:latin typeface="Times New Roman"/>
                <a:ea typeface="Times New Roman"/>
                <a:cs typeface="Times New Roman"/>
                <a:sym typeface="Times New Roman"/>
              </a:rPr>
              <a:t>, </a:t>
            </a:r>
            <a:r>
              <a:rPr b="1" i="1" lang="en-US" sz="2400" u="none" cap="none" strike="noStrike">
                <a:solidFill>
                  <a:schemeClr val="dk1"/>
                </a:solidFill>
                <a:latin typeface="Times New Roman"/>
                <a:ea typeface="Times New Roman"/>
                <a:cs typeface="Times New Roman"/>
                <a:sym typeface="Times New Roman"/>
              </a:rPr>
              <a:t>p</a:t>
            </a:r>
            <a:r>
              <a:rPr b="1" i="0" lang="en-US" sz="2400" u="none" cap="none" strike="noStrike">
                <a:solidFill>
                  <a:schemeClr val="dk1"/>
                </a:solidFill>
                <a:latin typeface="Times New Roman"/>
                <a:ea typeface="Times New Roman"/>
                <a:cs typeface="Times New Roman"/>
                <a:sym typeface="Times New Roman"/>
              </a:rPr>
              <a:t>, </a:t>
            </a:r>
            <a:r>
              <a:rPr b="1" i="1" lang="en-US" sz="2400" u="none" cap="none" strike="noStrike">
                <a:solidFill>
                  <a:schemeClr val="dk1"/>
                </a:solidFill>
                <a:latin typeface="Times New Roman"/>
                <a:ea typeface="Times New Roman"/>
                <a:cs typeface="Times New Roman"/>
                <a:sym typeface="Times New Roman"/>
              </a:rPr>
              <a:t>r</a:t>
            </a:r>
            <a:r>
              <a:rPr b="1" i="0" lang="en-US" sz="2400" u="none" cap="none" strike="noStrike">
                <a:solidFill>
                  <a:schemeClr val="dk1"/>
                </a:solidFill>
                <a:latin typeface="Times New Roman"/>
                <a:ea typeface="Times New Roman"/>
                <a:cs typeface="Times New Roman"/>
                <a:sym typeface="Times New Roman"/>
              </a:rPr>
              <a:t>)   // </a:t>
            </a:r>
            <a:r>
              <a:rPr b="0" i="0" lang="en-US" sz="2000" u="none" cap="none" strike="noStrike">
                <a:solidFill>
                  <a:schemeClr val="dk1"/>
                </a:solidFill>
                <a:latin typeface="Times New Roman"/>
                <a:ea typeface="Times New Roman"/>
                <a:cs typeface="Times New Roman"/>
                <a:sym typeface="Times New Roman"/>
              </a:rPr>
              <a:t>sort </a:t>
            </a:r>
            <a:r>
              <a:rPr b="0" i="1" lang="en-US" sz="2000" u="none" cap="none" strike="noStrike">
                <a:solidFill>
                  <a:schemeClr val="dk1"/>
                </a:solidFill>
                <a:latin typeface="Times New Roman"/>
                <a:ea typeface="Times New Roman"/>
                <a:cs typeface="Times New Roman"/>
                <a:sym typeface="Times New Roman"/>
              </a:rPr>
              <a:t>A</a:t>
            </a:r>
            <a:r>
              <a:rPr b="0" i="0" lang="en-US" sz="2000" u="none" cap="none" strike="noStrike">
                <a:solidFill>
                  <a:schemeClr val="dk1"/>
                </a:solidFill>
                <a:latin typeface="Times New Roman"/>
                <a:ea typeface="Times New Roman"/>
                <a:cs typeface="Times New Roman"/>
                <a:sym typeface="Times New Roman"/>
              </a:rPr>
              <a:t>[</a:t>
            </a:r>
            <a:r>
              <a:rPr b="0" i="1" lang="en-US" sz="2000" u="none" cap="none" strike="noStrike">
                <a:solidFill>
                  <a:schemeClr val="dk1"/>
                </a:solidFill>
                <a:latin typeface="Times New Roman"/>
                <a:ea typeface="Times New Roman"/>
                <a:cs typeface="Times New Roman"/>
                <a:sym typeface="Times New Roman"/>
              </a:rPr>
              <a:t>p..r</a:t>
            </a:r>
            <a:r>
              <a:rPr b="0" i="0" lang="en-US" sz="2000" u="none" cap="none" strike="noStrike">
                <a:solidFill>
                  <a:schemeClr val="dk1"/>
                </a:solidFill>
                <a:latin typeface="Times New Roman"/>
                <a:ea typeface="Times New Roman"/>
                <a:cs typeface="Times New Roman"/>
                <a:sym typeface="Times New Roman"/>
              </a:rPr>
              <a:t>] by divide &amp; conquer</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400"/>
              <a:buFont typeface="Times New Roman"/>
              <a:buAutoNum type="arabicPlain"/>
            </a:pPr>
            <a:r>
              <a:rPr b="1" i="0" lang="en-US" sz="2400" u="none" cap="none" strike="noStrike">
                <a:solidFill>
                  <a:schemeClr val="dk1"/>
                </a:solidFill>
                <a:latin typeface="Times New Roman"/>
                <a:ea typeface="Times New Roman"/>
                <a:cs typeface="Times New Roman"/>
                <a:sym typeface="Times New Roman"/>
              </a:rPr>
              <a:t>if</a:t>
            </a:r>
            <a:r>
              <a:rPr b="1" i="1"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p</a:t>
            </a:r>
            <a:r>
              <a:rPr b="0" i="0" lang="en-US" sz="2400" u="none" cap="none" strike="noStrike">
                <a:solidFill>
                  <a:schemeClr val="dk1"/>
                </a:solidFill>
                <a:latin typeface="Times New Roman"/>
                <a:ea typeface="Times New Roman"/>
                <a:cs typeface="Times New Roman"/>
                <a:sym typeface="Times New Roman"/>
              </a:rPr>
              <a:t> &lt; </a:t>
            </a:r>
            <a:r>
              <a:rPr b="0" i="1" lang="en-US" sz="2400" u="none" cap="none" strike="noStrike">
                <a:solidFill>
                  <a:schemeClr val="dk1"/>
                </a:solidFill>
                <a:latin typeface="Times New Roman"/>
                <a:ea typeface="Times New Roman"/>
                <a:cs typeface="Times New Roman"/>
                <a:sym typeface="Times New Roman"/>
              </a:rPr>
              <a:t>r</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400"/>
              <a:buFont typeface="Times New Roman"/>
              <a:buAutoNum type="arabicPlain"/>
            </a:pPr>
            <a:r>
              <a:rPr b="1" i="0" lang="en-US" sz="2400" u="none" cap="none" strike="noStrike">
                <a:solidFill>
                  <a:schemeClr val="dk1"/>
                </a:solidFill>
                <a:latin typeface="Times New Roman"/>
                <a:ea typeface="Times New Roman"/>
                <a:cs typeface="Times New Roman"/>
                <a:sym typeface="Times New Roman"/>
              </a:rPr>
              <a:t>    then</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q = Partition (A, p, r)</a:t>
            </a:r>
            <a:endParaRPr b="0" i="0" sz="2400" u="none" cap="none" strike="noStrike">
              <a:solidFill>
                <a:schemeClr val="dk1"/>
              </a:solidFill>
              <a:latin typeface="Times New Roman"/>
              <a:ea typeface="Times New Roman"/>
              <a:cs typeface="Times New Roman"/>
              <a:sym typeface="Times New Roman"/>
            </a:endParaRPr>
          </a:p>
          <a:p>
            <a:pPr indent="-457200" lvl="0" marL="457200" marR="0" rtl="0" algn="l">
              <a:lnSpc>
                <a:spcPct val="100000"/>
              </a:lnSpc>
              <a:spcBef>
                <a:spcPts val="0"/>
              </a:spcBef>
              <a:spcAft>
                <a:spcPts val="0"/>
              </a:spcAft>
              <a:buClr>
                <a:schemeClr val="dk1"/>
              </a:buClr>
              <a:buSzPts val="2400"/>
              <a:buFont typeface="Times New Roman"/>
              <a:buAutoNum type="arabicPlain"/>
            </a:pPr>
            <a:r>
              <a:rPr b="0" i="0" lang="en-US" sz="2400" u="none" cap="none" strike="noStrike">
                <a:solidFill>
                  <a:schemeClr val="dk1"/>
                </a:solidFill>
                <a:latin typeface="Times New Roman"/>
                <a:ea typeface="Times New Roman"/>
                <a:cs typeface="Times New Roman"/>
                <a:sym typeface="Times New Roman"/>
              </a:rPr>
              <a:t>         Quick</a:t>
            </a:r>
            <a:r>
              <a:rPr b="0" i="1" lang="en-US" sz="2400" u="none" cap="none" strike="noStrike">
                <a:solidFill>
                  <a:schemeClr val="dk1"/>
                </a:solidFill>
                <a:latin typeface="Times New Roman"/>
                <a:ea typeface="Times New Roman"/>
                <a:cs typeface="Times New Roman"/>
                <a:sym typeface="Times New Roman"/>
              </a:rPr>
              <a:t>Sort</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A</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p</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q-1</a:t>
            </a: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chemeClr val="dk1"/>
              </a:buClr>
              <a:buSzPts val="2400"/>
              <a:buFont typeface="Times New Roman"/>
              <a:buAutoNum type="arabicPlain"/>
            </a:pPr>
            <a:r>
              <a:rPr b="0" i="0" lang="en-US" sz="2400" u="none" cap="none" strike="noStrike">
                <a:solidFill>
                  <a:schemeClr val="dk1"/>
                </a:solidFill>
                <a:latin typeface="Times New Roman"/>
                <a:ea typeface="Times New Roman"/>
                <a:cs typeface="Times New Roman"/>
                <a:sym typeface="Times New Roman"/>
              </a:rPr>
              <a:t>         Quick</a:t>
            </a:r>
            <a:r>
              <a:rPr b="0" i="1" lang="en-US" sz="2400" u="none" cap="none" strike="noStrike">
                <a:solidFill>
                  <a:schemeClr val="dk1"/>
                </a:solidFill>
                <a:latin typeface="Times New Roman"/>
                <a:ea typeface="Times New Roman"/>
                <a:cs typeface="Times New Roman"/>
                <a:sym typeface="Times New Roman"/>
              </a:rPr>
              <a:t>Sort</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A</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Times New Roman"/>
                <a:ea typeface="Times New Roman"/>
                <a:cs typeface="Times New Roman"/>
                <a:sym typeface="Times New Roman"/>
              </a:rPr>
              <a:t>q</a:t>
            </a:r>
            <a:r>
              <a:rPr b="0" i="0" lang="en-US" sz="2400" u="none" cap="none" strike="noStrike">
                <a:solidFill>
                  <a:schemeClr val="dk1"/>
                </a:solidFill>
                <a:latin typeface="Times New Roman"/>
                <a:ea typeface="Times New Roman"/>
                <a:cs typeface="Times New Roman"/>
                <a:sym typeface="Times New Roman"/>
              </a:rPr>
              <a:t>+1, </a:t>
            </a:r>
            <a:r>
              <a:rPr b="0" i="1" lang="en-US" sz="2400" u="none" cap="none" strike="noStrike">
                <a:solidFill>
                  <a:schemeClr val="dk1"/>
                </a:solidFill>
                <a:latin typeface="Times New Roman"/>
                <a:ea typeface="Times New Roman"/>
                <a:cs typeface="Times New Roman"/>
                <a:sym typeface="Times New Roman"/>
              </a:rPr>
              <a:t>r</a:t>
            </a:r>
            <a:r>
              <a:rPr b="0" i="0" lang="en-US" sz="24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738" name="Google Shape;738;p41"/>
          <p:cNvSpPr txBox="1"/>
          <p:nvPr/>
        </p:nvSpPr>
        <p:spPr>
          <a:xfrm>
            <a:off x="2138363" y="5160963"/>
            <a:ext cx="321915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C3300"/>
                </a:solidFill>
                <a:latin typeface="Georgia"/>
                <a:ea typeface="Georgia"/>
                <a:cs typeface="Georgia"/>
                <a:sym typeface="Georgia"/>
              </a:rPr>
              <a:t>Initial Call:</a:t>
            </a:r>
            <a:r>
              <a:rPr b="0" i="0" lang="en-US" sz="1800" u="none" cap="none" strike="noStrike">
                <a:solidFill>
                  <a:schemeClr val="dk1"/>
                </a:solidFill>
                <a:latin typeface="Georgia"/>
                <a:ea typeface="Georgia"/>
                <a:cs typeface="Georgia"/>
                <a:sym typeface="Georgia"/>
              </a:rPr>
              <a:t> QuickSort(</a:t>
            </a:r>
            <a:r>
              <a:rPr b="0" i="1" lang="en-US" sz="1800" u="none" cap="none" strike="noStrike">
                <a:solidFill>
                  <a:schemeClr val="dk1"/>
                </a:solidFill>
                <a:latin typeface="Georgia"/>
                <a:ea typeface="Georgia"/>
                <a:cs typeface="Georgia"/>
                <a:sym typeface="Georgia"/>
              </a:rPr>
              <a:t>A</a:t>
            </a:r>
            <a:r>
              <a:rPr b="0" i="0" lang="en-US" sz="1800" u="none" cap="none" strike="noStrike">
                <a:solidFill>
                  <a:schemeClr val="dk1"/>
                </a:solidFill>
                <a:latin typeface="Georgia"/>
                <a:ea typeface="Georgia"/>
                <a:cs typeface="Georgia"/>
                <a:sym typeface="Georgia"/>
              </a:rPr>
              <a:t>, 1, </a:t>
            </a:r>
            <a:r>
              <a:rPr b="0" i="1" lang="en-US" sz="1800" u="none" cap="none" strike="noStrike">
                <a:solidFill>
                  <a:schemeClr val="dk1"/>
                </a:solidFill>
                <a:latin typeface="Georgia"/>
                <a:ea typeface="Georgia"/>
                <a:cs typeface="Georgia"/>
                <a:sym typeface="Georgia"/>
              </a:rPr>
              <a:t>n</a:t>
            </a:r>
            <a:r>
              <a:rPr b="0" i="0" lang="en-US" sz="1800" u="none" cap="none" strike="noStrike">
                <a:solidFill>
                  <a:schemeClr val="dk1"/>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739" name="Google Shape;739;p41"/>
          <p:cNvSpPr txBox="1"/>
          <p:nvPr>
            <p:ph idx="11" type="ftr"/>
          </p:nvPr>
        </p:nvSpPr>
        <p:spPr>
          <a:xfrm>
            <a:off x="9788578" y="193923"/>
            <a:ext cx="2225008" cy="495651"/>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3" name="Shape 743"/>
        <p:cNvGrpSpPr/>
        <p:nvPr/>
      </p:nvGrpSpPr>
      <p:grpSpPr>
        <a:xfrm>
          <a:off x="0" y="0"/>
          <a:ext cx="0" cy="0"/>
          <a:chOff x="0" y="0"/>
          <a:chExt cx="0" cy="0"/>
        </a:xfrm>
      </p:grpSpPr>
      <p:sp>
        <p:nvSpPr>
          <p:cNvPr id="744" name="Google Shape;744;p42"/>
          <p:cNvSpPr txBox="1"/>
          <p:nvPr>
            <p:ph type="title"/>
          </p:nvPr>
        </p:nvSpPr>
        <p:spPr>
          <a:xfrm>
            <a:off x="1524001" y="-179388"/>
            <a:ext cx="9142413" cy="91440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chemeClr val="dk1"/>
                </a:solidFill>
                <a:latin typeface="Times New Roman"/>
                <a:ea typeface="Times New Roman"/>
                <a:cs typeface="Times New Roman"/>
                <a:sym typeface="Times New Roman"/>
              </a:rPr>
              <a:t>Procedure Partitioning the array</a:t>
            </a:r>
            <a:endParaRPr>
              <a:solidFill>
                <a:schemeClr val="dk1"/>
              </a:solidFill>
              <a:latin typeface="Times New Roman"/>
              <a:ea typeface="Times New Roman"/>
              <a:cs typeface="Times New Roman"/>
              <a:sym typeface="Times New Roman"/>
            </a:endParaRPr>
          </a:p>
        </p:txBody>
      </p:sp>
      <p:sp>
        <p:nvSpPr>
          <p:cNvPr id="745" name="Google Shape;745;p42"/>
          <p:cNvSpPr txBox="1"/>
          <p:nvPr>
            <p:ph idx="1" type="body"/>
          </p:nvPr>
        </p:nvSpPr>
        <p:spPr>
          <a:xfrm>
            <a:off x="1707356" y="1408907"/>
            <a:ext cx="3854450" cy="3790157"/>
          </a:xfrm>
          <a:prstGeom prst="rect">
            <a:avLst/>
          </a:prstGeom>
          <a:solidFill>
            <a:srgbClr val="CCECFF"/>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609600" lvl="1" marL="902208" rtl="0" algn="l">
              <a:lnSpc>
                <a:spcPct val="100000"/>
              </a:lnSpc>
              <a:spcBef>
                <a:spcPts val="0"/>
              </a:spcBef>
              <a:spcAft>
                <a:spcPts val="0"/>
              </a:spcAft>
              <a:buClr>
                <a:srgbClr val="FF3300"/>
              </a:buClr>
              <a:buSzPts val="1500"/>
              <a:buFont typeface="Times New Roman"/>
              <a:buNone/>
            </a:pPr>
            <a:r>
              <a:rPr b="1" lang="en-US" sz="2000">
                <a:solidFill>
                  <a:srgbClr val="FF3300"/>
                </a:solidFill>
                <a:latin typeface="Times New Roman"/>
                <a:ea typeface="Times New Roman"/>
                <a:cs typeface="Times New Roman"/>
                <a:sym typeface="Times New Roman"/>
              </a:rPr>
              <a:t>Partition(</a:t>
            </a:r>
            <a:r>
              <a:rPr b="1" i="1" lang="en-US" sz="2000">
                <a:solidFill>
                  <a:srgbClr val="FF3300"/>
                </a:solidFill>
                <a:latin typeface="Times New Roman"/>
                <a:ea typeface="Times New Roman"/>
                <a:cs typeface="Times New Roman"/>
                <a:sym typeface="Times New Roman"/>
              </a:rPr>
              <a:t>A</a:t>
            </a:r>
            <a:r>
              <a:rPr b="1" lang="en-US" sz="2000">
                <a:solidFill>
                  <a:srgbClr val="FF3300"/>
                </a:solidFill>
                <a:latin typeface="Times New Roman"/>
                <a:ea typeface="Times New Roman"/>
                <a:cs typeface="Times New Roman"/>
                <a:sym typeface="Times New Roman"/>
              </a:rPr>
              <a:t>, </a:t>
            </a:r>
            <a:r>
              <a:rPr b="1" i="1" lang="en-US" sz="2000">
                <a:solidFill>
                  <a:srgbClr val="FF3300"/>
                </a:solidFill>
                <a:latin typeface="Times New Roman"/>
                <a:ea typeface="Times New Roman"/>
                <a:cs typeface="Times New Roman"/>
                <a:sym typeface="Times New Roman"/>
              </a:rPr>
              <a:t>p</a:t>
            </a:r>
            <a:r>
              <a:rPr b="1" lang="en-US" sz="2000">
                <a:solidFill>
                  <a:srgbClr val="FF3300"/>
                </a:solidFill>
                <a:latin typeface="Times New Roman"/>
                <a:ea typeface="Times New Roman"/>
                <a:cs typeface="Times New Roman"/>
                <a:sym typeface="Times New Roman"/>
              </a:rPr>
              <a:t>, </a:t>
            </a:r>
            <a:r>
              <a:rPr b="1" i="1" lang="en-US" sz="2000">
                <a:solidFill>
                  <a:srgbClr val="FF3300"/>
                </a:solidFill>
                <a:latin typeface="Times New Roman"/>
                <a:ea typeface="Times New Roman"/>
                <a:cs typeface="Times New Roman"/>
                <a:sym typeface="Times New Roman"/>
              </a:rPr>
              <a:t>r</a:t>
            </a:r>
            <a:r>
              <a:rPr b="1" lang="en-US" sz="2000">
                <a:solidFill>
                  <a:srgbClr val="FF3300"/>
                </a:solidFill>
                <a:latin typeface="Times New Roman"/>
                <a:ea typeface="Times New Roman"/>
                <a:cs typeface="Times New Roman"/>
                <a:sym typeface="Times New Roman"/>
              </a:rPr>
              <a:t>)</a:t>
            </a:r>
            <a:endParaRPr/>
          </a:p>
          <a:p>
            <a:pPr indent="-609600" lvl="1" marL="902208" rtl="0" algn="l">
              <a:lnSpc>
                <a:spcPct val="100000"/>
              </a:lnSpc>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1  x</a:t>
            </a:r>
            <a:r>
              <a:rPr i="1" lang="en-US" sz="2000">
                <a:latin typeface="Times New Roman"/>
                <a:ea typeface="Times New Roman"/>
                <a:cs typeface="Times New Roman"/>
                <a:sym typeface="Times New Roman"/>
              </a:rPr>
              <a:t> = A[r]</a:t>
            </a:r>
            <a:endParaRPr sz="2000">
              <a:latin typeface="Times New Roman"/>
              <a:ea typeface="Times New Roman"/>
              <a:cs typeface="Times New Roman"/>
              <a:sym typeface="Times New Roman"/>
            </a:endParaRPr>
          </a:p>
          <a:p>
            <a:pPr indent="-609600" lvl="1" marL="902208" rtl="0" algn="l">
              <a:lnSpc>
                <a:spcPct val="100000"/>
              </a:lnSpc>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2  i = p - 1</a:t>
            </a:r>
            <a:endParaRPr b="1" i="1" sz="2000">
              <a:solidFill>
                <a:schemeClr val="dk1"/>
              </a:solidFill>
              <a:latin typeface="Times New Roman"/>
              <a:ea typeface="Times New Roman"/>
              <a:cs typeface="Times New Roman"/>
              <a:sym typeface="Times New Roman"/>
            </a:endParaRPr>
          </a:p>
          <a:p>
            <a:pPr indent="-609600" lvl="1" marL="902208" rtl="0" algn="l">
              <a:lnSpc>
                <a:spcPct val="100000"/>
              </a:lnSpc>
              <a:spcBef>
                <a:spcPts val="400"/>
              </a:spcBef>
              <a:spcAft>
                <a:spcPts val="0"/>
              </a:spcAft>
              <a:buClr>
                <a:schemeClr val="hlink"/>
              </a:buClr>
              <a:buSzPts val="1500"/>
              <a:buFont typeface="Noto Sans Symbols"/>
              <a:buAutoNum type="arabicPlain" startAt="3"/>
            </a:pPr>
            <a:r>
              <a:rPr b="1" lang="en-US" sz="2000">
                <a:solidFill>
                  <a:schemeClr val="hlink"/>
                </a:solidFill>
                <a:latin typeface="Times New Roman"/>
                <a:ea typeface="Times New Roman"/>
                <a:cs typeface="Times New Roman"/>
                <a:sym typeface="Times New Roman"/>
              </a:rPr>
              <a:t>for</a:t>
            </a:r>
            <a:r>
              <a:rPr lang="en-US" sz="2000">
                <a:latin typeface="Times New Roman"/>
                <a:ea typeface="Times New Roman"/>
                <a:cs typeface="Times New Roman"/>
                <a:sym typeface="Times New Roman"/>
              </a:rPr>
              <a:t> j</a:t>
            </a:r>
            <a:r>
              <a:rPr i="1"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a:t>
            </a:r>
            <a:r>
              <a:rPr lang="en-US" sz="2000">
                <a:latin typeface="Times New Roman"/>
                <a:ea typeface="Times New Roman"/>
                <a:cs typeface="Times New Roman"/>
                <a:sym typeface="Times New Roman"/>
              </a:rPr>
              <a:t> p </a:t>
            </a:r>
            <a:r>
              <a:rPr b="1" lang="en-US" sz="2000">
                <a:solidFill>
                  <a:schemeClr val="hlink"/>
                </a:solidFill>
                <a:latin typeface="Times New Roman"/>
                <a:ea typeface="Times New Roman"/>
                <a:cs typeface="Times New Roman"/>
                <a:sym typeface="Times New Roman"/>
              </a:rPr>
              <a:t>to</a:t>
            </a:r>
            <a:r>
              <a:rPr lang="en-US" sz="2000">
                <a:latin typeface="Times New Roman"/>
                <a:ea typeface="Times New Roman"/>
                <a:cs typeface="Times New Roman"/>
                <a:sym typeface="Times New Roman"/>
              </a:rPr>
              <a:t> r-1 </a:t>
            </a:r>
            <a:endParaRPr/>
          </a:p>
          <a:p>
            <a:pPr indent="-609600" lvl="1" marL="902208" rtl="0" algn="l">
              <a:lnSpc>
                <a:spcPct val="100000"/>
              </a:lnSpc>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if A[j] </a:t>
            </a:r>
            <a:r>
              <a:rPr lang="en-US" sz="2000">
                <a:solidFill>
                  <a:schemeClr val="dk1"/>
                </a:solidFill>
                <a:latin typeface="Times New Roman"/>
                <a:ea typeface="Times New Roman"/>
                <a:cs typeface="Times New Roman"/>
                <a:sym typeface="Times New Roman"/>
              </a:rPr>
              <a:t>≤ x</a:t>
            </a:r>
            <a:endParaRPr/>
          </a:p>
          <a:p>
            <a:pPr indent="-609600" lvl="1" marL="902208" rtl="0" algn="l">
              <a:lnSpc>
                <a:spcPct val="100000"/>
              </a:lnSpc>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i= i +1 </a:t>
            </a:r>
            <a:endParaRPr/>
          </a:p>
          <a:p>
            <a:pPr indent="-609600" lvl="1" marL="902208" rtl="0" algn="l">
              <a:lnSpc>
                <a:spcPct val="100000"/>
              </a:lnSpc>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exchange A[i] with A[j]</a:t>
            </a:r>
            <a:endParaRPr i="1" sz="2000">
              <a:solidFill>
                <a:schemeClr val="dk1"/>
              </a:solidFill>
              <a:latin typeface="Times New Roman"/>
              <a:ea typeface="Times New Roman"/>
              <a:cs typeface="Times New Roman"/>
              <a:sym typeface="Times New Roman"/>
            </a:endParaRPr>
          </a:p>
          <a:p>
            <a:pPr indent="-609600" lvl="1" marL="902208" rtl="0" algn="l">
              <a:lnSpc>
                <a:spcPct val="100000"/>
              </a:lnSpc>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exchange A[i+1] with A[j]</a:t>
            </a:r>
            <a:endParaRPr sz="2000">
              <a:solidFill>
                <a:schemeClr val="dk1"/>
              </a:solidFill>
              <a:latin typeface="Times New Roman"/>
              <a:ea typeface="Times New Roman"/>
              <a:cs typeface="Times New Roman"/>
              <a:sym typeface="Times New Roman"/>
            </a:endParaRPr>
          </a:p>
          <a:p>
            <a:pPr indent="-609600" lvl="1" marL="902208" rtl="0" algn="l">
              <a:lnSpc>
                <a:spcPct val="100000"/>
              </a:lnSpc>
              <a:spcBef>
                <a:spcPts val="400"/>
              </a:spcBef>
              <a:spcAft>
                <a:spcPts val="0"/>
              </a:spcAft>
              <a:buClr>
                <a:schemeClr val="dk1"/>
              </a:buClr>
              <a:buSzPts val="1500"/>
              <a:buFont typeface="Noto Sans Symbols"/>
              <a:buAutoNum type="arabicPlain" startAt="3"/>
            </a:pPr>
            <a:r>
              <a:rPr i="1" lang="en-US" sz="2000">
                <a:solidFill>
                  <a:schemeClr val="dk1"/>
                </a:solidFill>
                <a:latin typeface="Times New Roman"/>
                <a:ea typeface="Times New Roman"/>
                <a:cs typeface="Times New Roman"/>
                <a:sym typeface="Times New Roman"/>
              </a:rPr>
              <a:t>Return i + 1</a:t>
            </a:r>
            <a:endParaRPr sz="2000">
              <a:solidFill>
                <a:schemeClr val="dk1"/>
              </a:solidFill>
              <a:latin typeface="Times New Roman"/>
              <a:ea typeface="Times New Roman"/>
              <a:cs typeface="Times New Roman"/>
              <a:sym typeface="Times New Roman"/>
            </a:endParaRPr>
          </a:p>
          <a:p>
            <a:pPr indent="0" lvl="1" marL="292608" rtl="0" algn="l">
              <a:lnSpc>
                <a:spcPct val="100000"/>
              </a:lnSpc>
              <a:spcBef>
                <a:spcPts val="400"/>
              </a:spcBef>
              <a:spcAft>
                <a:spcPts val="0"/>
              </a:spcAft>
              <a:buClr>
                <a:schemeClr val="dk1"/>
              </a:buClr>
              <a:buSzPts val="1500"/>
              <a:buFont typeface="Georgia"/>
              <a:buNone/>
            </a:pPr>
            <a:r>
              <a:t/>
            </a:r>
            <a:endParaRPr b="1" i="1" sz="2000">
              <a:latin typeface="Times New Roman"/>
              <a:ea typeface="Times New Roman"/>
              <a:cs typeface="Times New Roman"/>
              <a:sym typeface="Times New Roman"/>
            </a:endParaRPr>
          </a:p>
          <a:p>
            <a:pPr indent="-609600" lvl="1" marL="902208" rtl="0" algn="l">
              <a:lnSpc>
                <a:spcPct val="100000"/>
              </a:lnSpc>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746" name="Google Shape;746;p42"/>
          <p:cNvSpPr txBox="1"/>
          <p:nvPr/>
        </p:nvSpPr>
        <p:spPr>
          <a:xfrm>
            <a:off x="6589713" y="1131888"/>
            <a:ext cx="3395662" cy="16158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eorgia"/>
                <a:ea typeface="Georgia"/>
                <a:cs typeface="Georgia"/>
                <a:sym typeface="Georgia"/>
              </a:rPr>
              <a:t>Input: Array containing sorted subarrays </a:t>
            </a:r>
            <a:r>
              <a:rPr b="0" i="1" lang="en-US" sz="1800" u="none" cap="none" strike="noStrike">
                <a:solidFill>
                  <a:schemeClr val="dk1"/>
                </a:solidFill>
                <a:latin typeface="Georgia"/>
                <a:ea typeface="Georgia"/>
                <a:cs typeface="Georgia"/>
                <a:sym typeface="Georgia"/>
              </a:rPr>
              <a:t>A</a:t>
            </a:r>
            <a:r>
              <a:rPr b="0" i="0" lang="en-US" sz="1800" u="none" cap="none" strike="noStrike">
                <a:solidFill>
                  <a:schemeClr val="dk1"/>
                </a:solidFill>
                <a:latin typeface="Georgia"/>
                <a:ea typeface="Georgia"/>
                <a:cs typeface="Georgia"/>
                <a:sym typeface="Georgia"/>
              </a:rPr>
              <a:t>[</a:t>
            </a:r>
            <a:r>
              <a:rPr b="0" i="1" lang="en-US" sz="1800" u="none" cap="none" strike="noStrike">
                <a:solidFill>
                  <a:schemeClr val="dk1"/>
                </a:solidFill>
                <a:latin typeface="Georgia"/>
                <a:ea typeface="Georgia"/>
                <a:cs typeface="Georgia"/>
                <a:sym typeface="Georgia"/>
              </a:rPr>
              <a:t>p..q</a:t>
            </a:r>
            <a:r>
              <a:rPr b="0" i="0" lang="en-US" sz="1800" u="none" cap="none" strike="noStrike">
                <a:solidFill>
                  <a:schemeClr val="dk1"/>
                </a:solidFill>
                <a:latin typeface="Georgia"/>
                <a:ea typeface="Georgia"/>
                <a:cs typeface="Georgia"/>
                <a:sym typeface="Georgia"/>
              </a:rPr>
              <a:t>] and </a:t>
            </a:r>
            <a:r>
              <a:rPr b="0" i="1" lang="en-US" sz="1800" u="none" cap="none" strike="noStrike">
                <a:solidFill>
                  <a:schemeClr val="dk1"/>
                </a:solidFill>
                <a:latin typeface="Georgia"/>
                <a:ea typeface="Georgia"/>
                <a:cs typeface="Georgia"/>
                <a:sym typeface="Georgia"/>
              </a:rPr>
              <a:t>A</a:t>
            </a:r>
            <a:r>
              <a:rPr b="0" i="0" lang="en-US" sz="1800" u="none" cap="none" strike="noStrike">
                <a:solidFill>
                  <a:schemeClr val="dk1"/>
                </a:solidFill>
                <a:latin typeface="Georgia"/>
                <a:ea typeface="Georgia"/>
                <a:cs typeface="Georgia"/>
                <a:sym typeface="Georgia"/>
              </a:rPr>
              <a:t>[</a:t>
            </a:r>
            <a:r>
              <a:rPr b="0" i="1" lang="en-US" sz="1800" u="none" cap="none" strike="noStrike">
                <a:solidFill>
                  <a:schemeClr val="dk1"/>
                </a:solidFill>
                <a:latin typeface="Georgia"/>
                <a:ea typeface="Georgia"/>
                <a:cs typeface="Georgia"/>
                <a:sym typeface="Georgia"/>
              </a:rPr>
              <a:t>q+1..r</a:t>
            </a:r>
            <a:r>
              <a:rPr b="0" i="0" lang="en-US" sz="1800" u="none" cap="none" strike="noStrike">
                <a:solidFill>
                  <a:schemeClr val="dk1"/>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1800"/>
              <a:buFont typeface="Arial"/>
              <a:buNone/>
            </a:pPr>
            <a:r>
              <a:rPr b="0" i="0" lang="en-US" sz="1800" u="none" cap="none" strike="noStrike">
                <a:solidFill>
                  <a:schemeClr val="dk1"/>
                </a:solidFill>
                <a:latin typeface="Georgia"/>
                <a:ea typeface="Georgia"/>
                <a:cs typeface="Georgia"/>
                <a:sym typeface="Georgia"/>
              </a:rPr>
              <a:t>Output: sorted subarray in </a:t>
            </a:r>
            <a:r>
              <a:rPr b="0" i="1" lang="en-US" sz="1800" u="none" cap="none" strike="noStrike">
                <a:solidFill>
                  <a:schemeClr val="dk1"/>
                </a:solidFill>
                <a:latin typeface="Georgia"/>
                <a:ea typeface="Georgia"/>
                <a:cs typeface="Georgia"/>
                <a:sym typeface="Georgia"/>
              </a:rPr>
              <a:t>A</a:t>
            </a:r>
            <a:r>
              <a:rPr b="0" i="0" lang="en-US" sz="1800" u="none" cap="none" strike="noStrike">
                <a:solidFill>
                  <a:schemeClr val="dk1"/>
                </a:solidFill>
                <a:latin typeface="Georgia"/>
                <a:ea typeface="Georgia"/>
                <a:cs typeface="Georgia"/>
                <a:sym typeface="Georgia"/>
              </a:rPr>
              <a:t>[</a:t>
            </a:r>
            <a:r>
              <a:rPr b="0" i="1" lang="en-US" sz="1800" u="none" cap="none" strike="noStrike">
                <a:solidFill>
                  <a:schemeClr val="dk1"/>
                </a:solidFill>
                <a:latin typeface="Georgia"/>
                <a:ea typeface="Georgia"/>
                <a:cs typeface="Georgia"/>
                <a:sym typeface="Georgia"/>
              </a:rPr>
              <a:t>p..r</a:t>
            </a:r>
            <a:r>
              <a:rPr b="0" i="0" lang="en-US" sz="1800" u="none" cap="none" strike="noStrike">
                <a:solidFill>
                  <a:schemeClr val="dk1"/>
                </a:solidFill>
                <a:latin typeface="Georgia"/>
                <a:ea typeface="Georgia"/>
                <a:cs typeface="Georgia"/>
                <a:sym typeface="Georgia"/>
              </a:rPr>
              <a:t>].</a:t>
            </a:r>
            <a:endParaRPr b="0" i="0" sz="1400" u="none" cap="none" strike="noStrike">
              <a:solidFill>
                <a:srgbClr val="000000"/>
              </a:solidFill>
              <a:latin typeface="Arial"/>
              <a:ea typeface="Arial"/>
              <a:cs typeface="Arial"/>
              <a:sym typeface="Arial"/>
            </a:endParaRPr>
          </a:p>
        </p:txBody>
      </p:sp>
      <p:sp>
        <p:nvSpPr>
          <p:cNvPr id="747" name="Google Shape;747;p42"/>
          <p:cNvSpPr txBox="1"/>
          <p:nvPr>
            <p:ph idx="11" type="ftr"/>
          </p:nvPr>
        </p:nvSpPr>
        <p:spPr>
          <a:xfrm>
            <a:off x="9842834" y="349815"/>
            <a:ext cx="2225008" cy="495651"/>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C00000"/>
                </a:solidFill>
              </a:rPr>
              <a:t>Ref Book: Thomas Cormen</a:t>
            </a:r>
            <a:endParaRPr>
              <a:solidFill>
                <a:srgbClr val="C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43"/>
          <p:cNvSpPr txBox="1"/>
          <p:nvPr>
            <p:ph type="title"/>
          </p:nvPr>
        </p:nvSpPr>
        <p:spPr>
          <a:xfrm>
            <a:off x="640080" y="217331"/>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2800"/>
              <a:buFont typeface="Calibri"/>
              <a:buNone/>
            </a:pPr>
            <a:r>
              <a:rPr lang="en-US" sz="2800"/>
              <a:t>Apply quick sort for the following numbers:</a:t>
            </a:r>
            <a:br>
              <a:rPr lang="en-US" sz="2800"/>
            </a:br>
            <a:br>
              <a:rPr lang="en-US" sz="2800"/>
            </a:br>
            <a:r>
              <a:rPr lang="en-US" sz="2800"/>
              <a:t>2, 8, 7, 1, 3, 5, 6, 4  </a:t>
            </a:r>
            <a:endParaRPr sz="2800"/>
          </a:p>
        </p:txBody>
      </p:sp>
      <p:sp>
        <p:nvSpPr>
          <p:cNvPr id="753" name="Google Shape;753;p4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4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pic>
        <p:nvPicPr>
          <p:cNvPr id="759" name="Google Shape;759;p44"/>
          <p:cNvPicPr preferRelativeResize="0"/>
          <p:nvPr/>
        </p:nvPicPr>
        <p:blipFill rotWithShape="1">
          <a:blip r:embed="rId3">
            <a:alphaModFix/>
          </a:blip>
          <a:srcRect b="0" l="0" r="0" t="0"/>
          <a:stretch/>
        </p:blipFill>
        <p:spPr>
          <a:xfrm>
            <a:off x="928254" y="346363"/>
            <a:ext cx="4532226" cy="1925781"/>
          </a:xfrm>
          <a:prstGeom prst="rect">
            <a:avLst/>
          </a:prstGeom>
          <a:noFill/>
          <a:ln>
            <a:noFill/>
          </a:ln>
        </p:spPr>
      </p:pic>
      <p:pic>
        <p:nvPicPr>
          <p:cNvPr id="760" name="Google Shape;760;p44"/>
          <p:cNvPicPr preferRelativeResize="0"/>
          <p:nvPr/>
        </p:nvPicPr>
        <p:blipFill rotWithShape="1">
          <a:blip r:embed="rId4">
            <a:alphaModFix/>
          </a:blip>
          <a:srcRect b="0" l="0" r="0" t="0"/>
          <a:stretch/>
        </p:blipFill>
        <p:spPr>
          <a:xfrm>
            <a:off x="987972" y="2272144"/>
            <a:ext cx="5649658" cy="3768438"/>
          </a:xfrm>
          <a:prstGeom prst="rect">
            <a:avLst/>
          </a:prstGeom>
          <a:noFill/>
          <a:ln>
            <a:noFill/>
          </a:ln>
        </p:spPr>
      </p:pic>
      <p:pic>
        <p:nvPicPr>
          <p:cNvPr id="761" name="Google Shape;761;p44"/>
          <p:cNvPicPr preferRelativeResize="0"/>
          <p:nvPr/>
        </p:nvPicPr>
        <p:blipFill rotWithShape="1">
          <a:blip r:embed="rId5">
            <a:alphaModFix/>
          </a:blip>
          <a:srcRect b="0" l="0" r="0" t="0"/>
          <a:stretch/>
        </p:blipFill>
        <p:spPr>
          <a:xfrm>
            <a:off x="7162800" y="346362"/>
            <a:ext cx="4104409" cy="569421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4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The steps of QuickSort</a:t>
            </a:r>
            <a:endParaRPr>
              <a:solidFill>
                <a:schemeClr val="dk1"/>
              </a:solidFill>
              <a:latin typeface="Times New Roman"/>
              <a:ea typeface="Times New Roman"/>
              <a:cs typeface="Times New Roman"/>
              <a:sym typeface="Times New Roman"/>
            </a:endParaRPr>
          </a:p>
        </p:txBody>
      </p:sp>
      <p:sp>
        <p:nvSpPr>
          <p:cNvPr id="767" name="Google Shape;767;p4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000"/>
              <a:buNone/>
            </a:pPr>
            <a:r>
              <a:t/>
            </a:r>
            <a:endParaRPr/>
          </a:p>
        </p:txBody>
      </p:sp>
      <p:sp>
        <p:nvSpPr>
          <p:cNvPr id="768" name="Google Shape;768;p45"/>
          <p:cNvSpPr/>
          <p:nvPr/>
        </p:nvSpPr>
        <p:spPr>
          <a:xfrm>
            <a:off x="2971800" y="1905000"/>
            <a:ext cx="4724400" cy="990600"/>
          </a:xfrm>
          <a:prstGeom prst="ellipse">
            <a:avLst/>
          </a:prstGeom>
          <a:solidFill>
            <a:srgbClr val="FF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9" name="Google Shape;769;p45"/>
          <p:cNvSpPr txBox="1"/>
          <p:nvPr/>
        </p:nvSpPr>
        <p:spPr>
          <a:xfrm>
            <a:off x="3276600" y="22098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13</a:t>
            </a:r>
            <a:endParaRPr b="0" i="0" sz="1400" u="none" cap="none" strike="noStrike">
              <a:solidFill>
                <a:srgbClr val="000000"/>
              </a:solidFill>
              <a:latin typeface="Arial"/>
              <a:ea typeface="Arial"/>
              <a:cs typeface="Arial"/>
              <a:sym typeface="Arial"/>
            </a:endParaRPr>
          </a:p>
        </p:txBody>
      </p:sp>
      <p:sp>
        <p:nvSpPr>
          <p:cNvPr id="770" name="Google Shape;770;p45"/>
          <p:cNvSpPr txBox="1"/>
          <p:nvPr/>
        </p:nvSpPr>
        <p:spPr>
          <a:xfrm>
            <a:off x="3886200" y="20574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81</a:t>
            </a:r>
            <a:endParaRPr b="0" i="0" sz="1400" u="none" cap="none" strike="noStrike">
              <a:solidFill>
                <a:srgbClr val="000000"/>
              </a:solidFill>
              <a:latin typeface="Arial"/>
              <a:ea typeface="Arial"/>
              <a:cs typeface="Arial"/>
              <a:sym typeface="Arial"/>
            </a:endParaRPr>
          </a:p>
        </p:txBody>
      </p:sp>
      <p:sp>
        <p:nvSpPr>
          <p:cNvPr id="771" name="Google Shape;771;p45"/>
          <p:cNvSpPr txBox="1"/>
          <p:nvPr/>
        </p:nvSpPr>
        <p:spPr>
          <a:xfrm>
            <a:off x="4114800" y="23622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92</a:t>
            </a:r>
            <a:endParaRPr b="0" i="0" sz="1400" u="none" cap="none" strike="noStrike">
              <a:solidFill>
                <a:srgbClr val="000000"/>
              </a:solidFill>
              <a:latin typeface="Arial"/>
              <a:ea typeface="Arial"/>
              <a:cs typeface="Arial"/>
              <a:sym typeface="Arial"/>
            </a:endParaRPr>
          </a:p>
        </p:txBody>
      </p:sp>
      <p:sp>
        <p:nvSpPr>
          <p:cNvPr id="772" name="Google Shape;772;p45"/>
          <p:cNvSpPr txBox="1"/>
          <p:nvPr/>
        </p:nvSpPr>
        <p:spPr>
          <a:xfrm>
            <a:off x="4648200" y="21336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43</a:t>
            </a:r>
            <a:endParaRPr b="0" i="0" sz="1400" u="none" cap="none" strike="noStrike">
              <a:solidFill>
                <a:srgbClr val="000000"/>
              </a:solidFill>
              <a:latin typeface="Arial"/>
              <a:ea typeface="Arial"/>
              <a:cs typeface="Arial"/>
              <a:sym typeface="Arial"/>
            </a:endParaRPr>
          </a:p>
        </p:txBody>
      </p:sp>
      <p:sp>
        <p:nvSpPr>
          <p:cNvPr id="773" name="Google Shape;773;p45"/>
          <p:cNvSpPr txBox="1"/>
          <p:nvPr/>
        </p:nvSpPr>
        <p:spPr>
          <a:xfrm>
            <a:off x="5029200" y="25447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65</a:t>
            </a:r>
            <a:endParaRPr b="0" i="0" sz="1400" u="none" cap="none" strike="noStrike">
              <a:solidFill>
                <a:srgbClr val="000000"/>
              </a:solidFill>
              <a:latin typeface="Arial"/>
              <a:ea typeface="Arial"/>
              <a:cs typeface="Arial"/>
              <a:sym typeface="Arial"/>
            </a:endParaRPr>
          </a:p>
        </p:txBody>
      </p:sp>
      <p:sp>
        <p:nvSpPr>
          <p:cNvPr id="774" name="Google Shape;774;p45"/>
          <p:cNvSpPr txBox="1"/>
          <p:nvPr/>
        </p:nvSpPr>
        <p:spPr>
          <a:xfrm>
            <a:off x="5257800" y="20574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31</a:t>
            </a:r>
            <a:endParaRPr b="0" i="0" sz="1400" u="none" cap="none" strike="noStrike">
              <a:solidFill>
                <a:srgbClr val="000000"/>
              </a:solidFill>
              <a:latin typeface="Arial"/>
              <a:ea typeface="Arial"/>
              <a:cs typeface="Arial"/>
              <a:sym typeface="Arial"/>
            </a:endParaRPr>
          </a:p>
        </p:txBody>
      </p:sp>
      <p:sp>
        <p:nvSpPr>
          <p:cNvPr id="775" name="Google Shape;775;p45"/>
          <p:cNvSpPr txBox="1"/>
          <p:nvPr/>
        </p:nvSpPr>
        <p:spPr>
          <a:xfrm>
            <a:off x="5867400" y="20574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57</a:t>
            </a:r>
            <a:endParaRPr b="0" i="0" sz="1400" u="none" cap="none" strike="noStrike">
              <a:solidFill>
                <a:srgbClr val="000000"/>
              </a:solidFill>
              <a:latin typeface="Arial"/>
              <a:ea typeface="Arial"/>
              <a:cs typeface="Arial"/>
              <a:sym typeface="Arial"/>
            </a:endParaRPr>
          </a:p>
        </p:txBody>
      </p:sp>
      <p:sp>
        <p:nvSpPr>
          <p:cNvPr id="776" name="Google Shape;776;p45"/>
          <p:cNvSpPr txBox="1"/>
          <p:nvPr/>
        </p:nvSpPr>
        <p:spPr>
          <a:xfrm>
            <a:off x="6172200" y="25146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26</a:t>
            </a:r>
            <a:endParaRPr b="0" i="0" sz="1400" u="none" cap="none" strike="noStrike">
              <a:solidFill>
                <a:srgbClr val="000000"/>
              </a:solidFill>
              <a:latin typeface="Arial"/>
              <a:ea typeface="Arial"/>
              <a:cs typeface="Arial"/>
              <a:sym typeface="Arial"/>
            </a:endParaRPr>
          </a:p>
        </p:txBody>
      </p:sp>
      <p:sp>
        <p:nvSpPr>
          <p:cNvPr id="777" name="Google Shape;777;p45"/>
          <p:cNvSpPr txBox="1"/>
          <p:nvPr/>
        </p:nvSpPr>
        <p:spPr>
          <a:xfrm>
            <a:off x="6553200" y="22098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75</a:t>
            </a:r>
            <a:endParaRPr b="0" i="0" sz="1400" u="none" cap="none" strike="noStrike">
              <a:solidFill>
                <a:srgbClr val="000000"/>
              </a:solidFill>
              <a:latin typeface="Arial"/>
              <a:ea typeface="Arial"/>
              <a:cs typeface="Arial"/>
              <a:sym typeface="Arial"/>
            </a:endParaRPr>
          </a:p>
        </p:txBody>
      </p:sp>
      <p:sp>
        <p:nvSpPr>
          <p:cNvPr id="778" name="Google Shape;778;p45"/>
          <p:cNvSpPr txBox="1"/>
          <p:nvPr/>
        </p:nvSpPr>
        <p:spPr>
          <a:xfrm>
            <a:off x="7086601" y="2362200"/>
            <a:ext cx="276225"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0</a:t>
            </a:r>
            <a:endParaRPr b="0" i="0" sz="1400" u="none" cap="none" strike="noStrike">
              <a:solidFill>
                <a:srgbClr val="000000"/>
              </a:solidFill>
              <a:latin typeface="Arial"/>
              <a:ea typeface="Arial"/>
              <a:cs typeface="Arial"/>
              <a:sym typeface="Arial"/>
            </a:endParaRPr>
          </a:p>
        </p:txBody>
      </p:sp>
      <p:sp>
        <p:nvSpPr>
          <p:cNvPr id="779" name="Google Shape;779;p45"/>
          <p:cNvSpPr/>
          <p:nvPr/>
        </p:nvSpPr>
        <p:spPr>
          <a:xfrm>
            <a:off x="5024439" y="2513014"/>
            <a:ext cx="384175" cy="301625"/>
          </a:xfrm>
          <a:prstGeom prst="ellipse">
            <a:avLst/>
          </a:prstGeom>
          <a:noFill/>
          <a:ln cap="flat" cmpd="sng" w="1905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0" name="Google Shape;780;p45"/>
          <p:cNvSpPr txBox="1"/>
          <p:nvPr/>
        </p:nvSpPr>
        <p:spPr>
          <a:xfrm>
            <a:off x="2590801" y="1905000"/>
            <a:ext cx="354013" cy="457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p:txBody>
      </p:sp>
      <p:sp>
        <p:nvSpPr>
          <p:cNvPr id="781" name="Google Shape;781;p45"/>
          <p:cNvSpPr txBox="1"/>
          <p:nvPr/>
        </p:nvSpPr>
        <p:spPr>
          <a:xfrm>
            <a:off x="8458201" y="1949450"/>
            <a:ext cx="1611313" cy="33655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select pivot value</a:t>
            </a:r>
            <a:endParaRPr b="0" i="0" sz="1400" u="none" cap="none" strike="noStrike">
              <a:solidFill>
                <a:srgbClr val="000000"/>
              </a:solidFill>
              <a:latin typeface="Arial"/>
              <a:ea typeface="Arial"/>
              <a:cs typeface="Arial"/>
              <a:sym typeface="Arial"/>
            </a:endParaRPr>
          </a:p>
        </p:txBody>
      </p:sp>
      <p:sp>
        <p:nvSpPr>
          <p:cNvPr id="782" name="Google Shape;782;p45"/>
          <p:cNvSpPr/>
          <p:nvPr/>
        </p:nvSpPr>
        <p:spPr>
          <a:xfrm>
            <a:off x="3048000" y="3200400"/>
            <a:ext cx="1981200" cy="838200"/>
          </a:xfrm>
          <a:prstGeom prst="ellipse">
            <a:avLst/>
          </a:prstGeom>
          <a:solidFill>
            <a:srgbClr val="FF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45"/>
          <p:cNvSpPr txBox="1"/>
          <p:nvPr/>
        </p:nvSpPr>
        <p:spPr>
          <a:xfrm>
            <a:off x="3124200" y="35052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13</a:t>
            </a:r>
            <a:endParaRPr b="0" i="0" sz="1400" u="none" cap="none" strike="noStrike">
              <a:solidFill>
                <a:srgbClr val="000000"/>
              </a:solidFill>
              <a:latin typeface="Arial"/>
              <a:ea typeface="Arial"/>
              <a:cs typeface="Arial"/>
              <a:sym typeface="Arial"/>
            </a:endParaRPr>
          </a:p>
        </p:txBody>
      </p:sp>
      <p:sp>
        <p:nvSpPr>
          <p:cNvPr id="784" name="Google Shape;784;p45"/>
          <p:cNvSpPr txBox="1"/>
          <p:nvPr/>
        </p:nvSpPr>
        <p:spPr>
          <a:xfrm>
            <a:off x="7391400" y="35814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81</a:t>
            </a:r>
            <a:endParaRPr b="0" i="0" sz="1400" u="none" cap="none" strike="noStrike">
              <a:solidFill>
                <a:srgbClr val="000000"/>
              </a:solidFill>
              <a:latin typeface="Arial"/>
              <a:ea typeface="Arial"/>
              <a:cs typeface="Arial"/>
              <a:sym typeface="Arial"/>
            </a:endParaRPr>
          </a:p>
        </p:txBody>
      </p:sp>
      <p:sp>
        <p:nvSpPr>
          <p:cNvPr id="785" name="Google Shape;785;p45"/>
          <p:cNvSpPr txBox="1"/>
          <p:nvPr/>
        </p:nvSpPr>
        <p:spPr>
          <a:xfrm>
            <a:off x="6400800" y="36576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92</a:t>
            </a:r>
            <a:endParaRPr b="0" i="0" sz="1400" u="none" cap="none" strike="noStrike">
              <a:solidFill>
                <a:srgbClr val="000000"/>
              </a:solidFill>
              <a:latin typeface="Arial"/>
              <a:ea typeface="Arial"/>
              <a:cs typeface="Arial"/>
              <a:sym typeface="Arial"/>
            </a:endParaRPr>
          </a:p>
        </p:txBody>
      </p:sp>
      <p:sp>
        <p:nvSpPr>
          <p:cNvPr id="786" name="Google Shape;786;p45"/>
          <p:cNvSpPr txBox="1"/>
          <p:nvPr/>
        </p:nvSpPr>
        <p:spPr>
          <a:xfrm>
            <a:off x="3886200" y="34290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43</a:t>
            </a:r>
            <a:endParaRPr b="0" i="0" sz="1400" u="none" cap="none" strike="noStrike">
              <a:solidFill>
                <a:srgbClr val="000000"/>
              </a:solidFill>
              <a:latin typeface="Arial"/>
              <a:ea typeface="Arial"/>
              <a:cs typeface="Arial"/>
              <a:sym typeface="Arial"/>
            </a:endParaRPr>
          </a:p>
        </p:txBody>
      </p:sp>
      <p:sp>
        <p:nvSpPr>
          <p:cNvPr id="787" name="Google Shape;787;p45"/>
          <p:cNvSpPr txBox="1"/>
          <p:nvPr/>
        </p:nvSpPr>
        <p:spPr>
          <a:xfrm>
            <a:off x="5414963" y="346075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65</a:t>
            </a:r>
            <a:endParaRPr b="0" i="0" sz="1400" u="none" cap="none" strike="noStrike">
              <a:solidFill>
                <a:srgbClr val="000000"/>
              </a:solidFill>
              <a:latin typeface="Arial"/>
              <a:ea typeface="Arial"/>
              <a:cs typeface="Arial"/>
              <a:sym typeface="Arial"/>
            </a:endParaRPr>
          </a:p>
        </p:txBody>
      </p:sp>
      <p:sp>
        <p:nvSpPr>
          <p:cNvPr id="788" name="Google Shape;788;p45"/>
          <p:cNvSpPr txBox="1"/>
          <p:nvPr/>
        </p:nvSpPr>
        <p:spPr>
          <a:xfrm>
            <a:off x="4419600" y="33528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31</a:t>
            </a:r>
            <a:endParaRPr b="0" i="0" sz="1400" u="none" cap="none" strike="noStrike">
              <a:solidFill>
                <a:srgbClr val="000000"/>
              </a:solidFill>
              <a:latin typeface="Arial"/>
              <a:ea typeface="Arial"/>
              <a:cs typeface="Arial"/>
              <a:sym typeface="Arial"/>
            </a:endParaRPr>
          </a:p>
        </p:txBody>
      </p:sp>
      <p:sp>
        <p:nvSpPr>
          <p:cNvPr id="789" name="Google Shape;789;p45"/>
          <p:cNvSpPr txBox="1"/>
          <p:nvPr/>
        </p:nvSpPr>
        <p:spPr>
          <a:xfrm>
            <a:off x="4191000" y="37338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57</a:t>
            </a:r>
            <a:endParaRPr b="0" i="0" sz="1400" u="none" cap="none" strike="noStrike">
              <a:solidFill>
                <a:srgbClr val="000000"/>
              </a:solidFill>
              <a:latin typeface="Arial"/>
              <a:ea typeface="Arial"/>
              <a:cs typeface="Arial"/>
              <a:sym typeface="Arial"/>
            </a:endParaRPr>
          </a:p>
        </p:txBody>
      </p:sp>
      <p:sp>
        <p:nvSpPr>
          <p:cNvPr id="790" name="Google Shape;790;p45"/>
          <p:cNvSpPr txBox="1"/>
          <p:nvPr/>
        </p:nvSpPr>
        <p:spPr>
          <a:xfrm>
            <a:off x="3581400" y="37338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26</a:t>
            </a:r>
            <a:endParaRPr b="0" i="0" sz="1400" u="none" cap="none" strike="noStrike">
              <a:solidFill>
                <a:srgbClr val="000000"/>
              </a:solidFill>
              <a:latin typeface="Arial"/>
              <a:ea typeface="Arial"/>
              <a:cs typeface="Arial"/>
              <a:sym typeface="Arial"/>
            </a:endParaRPr>
          </a:p>
        </p:txBody>
      </p:sp>
      <p:sp>
        <p:nvSpPr>
          <p:cNvPr id="791" name="Google Shape;791;p45"/>
          <p:cNvSpPr txBox="1"/>
          <p:nvPr/>
        </p:nvSpPr>
        <p:spPr>
          <a:xfrm>
            <a:off x="6934200" y="335280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75</a:t>
            </a:r>
            <a:endParaRPr b="0" i="0" sz="1400" u="none" cap="none" strike="noStrike">
              <a:solidFill>
                <a:srgbClr val="000000"/>
              </a:solidFill>
              <a:latin typeface="Arial"/>
              <a:ea typeface="Arial"/>
              <a:cs typeface="Arial"/>
              <a:sym typeface="Arial"/>
            </a:endParaRPr>
          </a:p>
        </p:txBody>
      </p:sp>
      <p:sp>
        <p:nvSpPr>
          <p:cNvPr id="792" name="Google Shape;792;p45"/>
          <p:cNvSpPr txBox="1"/>
          <p:nvPr/>
        </p:nvSpPr>
        <p:spPr>
          <a:xfrm>
            <a:off x="3581401" y="3276600"/>
            <a:ext cx="276225"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0</a:t>
            </a:r>
            <a:endParaRPr b="0" i="0" sz="1400" u="none" cap="none" strike="noStrike">
              <a:solidFill>
                <a:srgbClr val="000000"/>
              </a:solidFill>
              <a:latin typeface="Arial"/>
              <a:ea typeface="Arial"/>
              <a:cs typeface="Arial"/>
              <a:sym typeface="Arial"/>
            </a:endParaRPr>
          </a:p>
        </p:txBody>
      </p:sp>
      <p:sp>
        <p:nvSpPr>
          <p:cNvPr id="793" name="Google Shape;793;p45"/>
          <p:cNvSpPr/>
          <p:nvPr/>
        </p:nvSpPr>
        <p:spPr>
          <a:xfrm>
            <a:off x="5410201" y="3429001"/>
            <a:ext cx="384175" cy="301625"/>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4" name="Google Shape;794;p45"/>
          <p:cNvSpPr txBox="1"/>
          <p:nvPr/>
        </p:nvSpPr>
        <p:spPr>
          <a:xfrm>
            <a:off x="2743201" y="3048000"/>
            <a:ext cx="455613" cy="457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a:t>
            </a:r>
            <a:r>
              <a:rPr b="0" baseline="-25000" i="0" lang="en-US" sz="2400" u="none" cap="none" strike="noStrike">
                <a:solidFill>
                  <a:schemeClr val="dk1"/>
                </a:solidFill>
                <a:latin typeface="Times New Roman"/>
                <a:ea typeface="Times New Roman"/>
                <a:cs typeface="Times New Roman"/>
                <a:sym typeface="Times New Roman"/>
              </a:rPr>
              <a:t>1</a:t>
            </a:r>
            <a:endParaRPr b="1" i="0" sz="2400" u="none" cap="none" strike="noStrike">
              <a:solidFill>
                <a:schemeClr val="dk1"/>
              </a:solidFill>
              <a:latin typeface="Times New Roman"/>
              <a:ea typeface="Times New Roman"/>
              <a:cs typeface="Times New Roman"/>
              <a:sym typeface="Times New Roman"/>
            </a:endParaRPr>
          </a:p>
        </p:txBody>
      </p:sp>
      <p:sp>
        <p:nvSpPr>
          <p:cNvPr id="795" name="Google Shape;795;p45"/>
          <p:cNvSpPr/>
          <p:nvPr/>
        </p:nvSpPr>
        <p:spPr>
          <a:xfrm>
            <a:off x="6096000" y="3276600"/>
            <a:ext cx="1981200" cy="8382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6" name="Google Shape;796;p45"/>
          <p:cNvSpPr txBox="1"/>
          <p:nvPr/>
        </p:nvSpPr>
        <p:spPr>
          <a:xfrm>
            <a:off x="5867401" y="3048000"/>
            <a:ext cx="455613" cy="457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a:t>
            </a:r>
            <a:r>
              <a:rPr b="0" baseline="-25000" i="0" lang="en-US" sz="2400" u="none" cap="none" strike="noStrike">
                <a:solidFill>
                  <a:schemeClr val="dk1"/>
                </a:solidFill>
                <a:latin typeface="Times New Roman"/>
                <a:ea typeface="Times New Roman"/>
                <a:cs typeface="Times New Roman"/>
                <a:sym typeface="Times New Roman"/>
              </a:rPr>
              <a:t>2</a:t>
            </a:r>
            <a:endParaRPr b="1" i="0" sz="2400" u="none" cap="none" strike="noStrike">
              <a:solidFill>
                <a:schemeClr val="dk1"/>
              </a:solidFill>
              <a:latin typeface="Times New Roman"/>
              <a:ea typeface="Times New Roman"/>
              <a:cs typeface="Times New Roman"/>
              <a:sym typeface="Times New Roman"/>
            </a:endParaRPr>
          </a:p>
        </p:txBody>
      </p:sp>
      <p:sp>
        <p:nvSpPr>
          <p:cNvPr id="797" name="Google Shape;797;p45"/>
          <p:cNvSpPr txBox="1"/>
          <p:nvPr/>
        </p:nvSpPr>
        <p:spPr>
          <a:xfrm>
            <a:off x="8485188" y="3092450"/>
            <a:ext cx="1039812" cy="33655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partition </a:t>
            </a:r>
            <a:r>
              <a:rPr b="1" i="0" lang="en-US" sz="1600" u="none" cap="none" strike="noStrike">
                <a:solidFill>
                  <a:schemeClr val="dk1"/>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p:txBody>
      </p:sp>
      <p:sp>
        <p:nvSpPr>
          <p:cNvPr id="798" name="Google Shape;798;p45"/>
          <p:cNvSpPr/>
          <p:nvPr/>
        </p:nvSpPr>
        <p:spPr>
          <a:xfrm>
            <a:off x="2743200" y="4695825"/>
            <a:ext cx="2311400" cy="381000"/>
          </a:xfrm>
          <a:prstGeom prst="ellipse">
            <a:avLst/>
          </a:prstGeom>
          <a:solidFill>
            <a:srgbClr val="FF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9" name="Google Shape;799;p45"/>
          <p:cNvSpPr txBox="1"/>
          <p:nvPr/>
        </p:nvSpPr>
        <p:spPr>
          <a:xfrm>
            <a:off x="3162300" y="47545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13</a:t>
            </a:r>
            <a:endParaRPr b="0" i="0" sz="1400" u="none" cap="none" strike="noStrike">
              <a:solidFill>
                <a:srgbClr val="000000"/>
              </a:solidFill>
              <a:latin typeface="Arial"/>
              <a:ea typeface="Arial"/>
              <a:cs typeface="Arial"/>
              <a:sym typeface="Arial"/>
            </a:endParaRPr>
          </a:p>
        </p:txBody>
      </p:sp>
      <p:sp>
        <p:nvSpPr>
          <p:cNvPr id="800" name="Google Shape;800;p45"/>
          <p:cNvSpPr txBox="1"/>
          <p:nvPr/>
        </p:nvSpPr>
        <p:spPr>
          <a:xfrm>
            <a:off x="4076700" y="47545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43</a:t>
            </a:r>
            <a:endParaRPr b="0" i="0" sz="1400" u="none" cap="none" strike="noStrike">
              <a:solidFill>
                <a:srgbClr val="000000"/>
              </a:solidFill>
              <a:latin typeface="Arial"/>
              <a:ea typeface="Arial"/>
              <a:cs typeface="Arial"/>
              <a:sym typeface="Arial"/>
            </a:endParaRPr>
          </a:p>
        </p:txBody>
      </p:sp>
      <p:sp>
        <p:nvSpPr>
          <p:cNvPr id="801" name="Google Shape;801;p45"/>
          <p:cNvSpPr txBox="1"/>
          <p:nvPr/>
        </p:nvSpPr>
        <p:spPr>
          <a:xfrm>
            <a:off x="3759200" y="47545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31</a:t>
            </a:r>
            <a:endParaRPr b="0" i="0" sz="1400" u="none" cap="none" strike="noStrike">
              <a:solidFill>
                <a:srgbClr val="000000"/>
              </a:solidFill>
              <a:latin typeface="Arial"/>
              <a:ea typeface="Arial"/>
              <a:cs typeface="Arial"/>
              <a:sym typeface="Arial"/>
            </a:endParaRPr>
          </a:p>
        </p:txBody>
      </p:sp>
      <p:sp>
        <p:nvSpPr>
          <p:cNvPr id="802" name="Google Shape;802;p45"/>
          <p:cNvSpPr txBox="1"/>
          <p:nvPr/>
        </p:nvSpPr>
        <p:spPr>
          <a:xfrm>
            <a:off x="4381500" y="47545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57</a:t>
            </a:r>
            <a:endParaRPr b="0" i="0" sz="1400" u="none" cap="none" strike="noStrike">
              <a:solidFill>
                <a:srgbClr val="000000"/>
              </a:solidFill>
              <a:latin typeface="Arial"/>
              <a:ea typeface="Arial"/>
              <a:cs typeface="Arial"/>
              <a:sym typeface="Arial"/>
            </a:endParaRPr>
          </a:p>
        </p:txBody>
      </p:sp>
      <p:sp>
        <p:nvSpPr>
          <p:cNvPr id="803" name="Google Shape;803;p45"/>
          <p:cNvSpPr txBox="1"/>
          <p:nvPr/>
        </p:nvSpPr>
        <p:spPr>
          <a:xfrm>
            <a:off x="3454400" y="47545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26</a:t>
            </a:r>
            <a:endParaRPr b="0" i="0" sz="1400" u="none" cap="none" strike="noStrike">
              <a:solidFill>
                <a:srgbClr val="000000"/>
              </a:solidFill>
              <a:latin typeface="Arial"/>
              <a:ea typeface="Arial"/>
              <a:cs typeface="Arial"/>
              <a:sym typeface="Arial"/>
            </a:endParaRPr>
          </a:p>
        </p:txBody>
      </p:sp>
      <p:sp>
        <p:nvSpPr>
          <p:cNvPr id="804" name="Google Shape;804;p45"/>
          <p:cNvSpPr txBox="1"/>
          <p:nvPr/>
        </p:nvSpPr>
        <p:spPr>
          <a:xfrm>
            <a:off x="2949576" y="4754564"/>
            <a:ext cx="276225"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0</a:t>
            </a:r>
            <a:endParaRPr b="0" i="0" sz="1400" u="none" cap="none" strike="noStrike">
              <a:solidFill>
                <a:srgbClr val="000000"/>
              </a:solidFill>
              <a:latin typeface="Arial"/>
              <a:ea typeface="Arial"/>
              <a:cs typeface="Arial"/>
              <a:sym typeface="Arial"/>
            </a:endParaRPr>
          </a:p>
        </p:txBody>
      </p:sp>
      <p:sp>
        <p:nvSpPr>
          <p:cNvPr id="805" name="Google Shape;805;p45"/>
          <p:cNvSpPr txBox="1"/>
          <p:nvPr/>
        </p:nvSpPr>
        <p:spPr>
          <a:xfrm>
            <a:off x="2667001" y="4267200"/>
            <a:ext cx="455613" cy="457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a:t>
            </a:r>
            <a:r>
              <a:rPr b="0" baseline="-25000" i="0" lang="en-US" sz="2400" u="none" cap="none" strike="noStrike">
                <a:solidFill>
                  <a:schemeClr val="dk1"/>
                </a:solidFill>
                <a:latin typeface="Times New Roman"/>
                <a:ea typeface="Times New Roman"/>
                <a:cs typeface="Times New Roman"/>
                <a:sym typeface="Times New Roman"/>
              </a:rPr>
              <a:t>1</a:t>
            </a:r>
            <a:endParaRPr b="1" i="0" sz="2400" u="none" cap="none" strike="noStrike">
              <a:solidFill>
                <a:schemeClr val="dk1"/>
              </a:solidFill>
              <a:latin typeface="Times New Roman"/>
              <a:ea typeface="Times New Roman"/>
              <a:cs typeface="Times New Roman"/>
              <a:sym typeface="Times New Roman"/>
            </a:endParaRPr>
          </a:p>
        </p:txBody>
      </p:sp>
      <p:sp>
        <p:nvSpPr>
          <p:cNvPr id="806" name="Google Shape;806;p45"/>
          <p:cNvSpPr txBox="1"/>
          <p:nvPr/>
        </p:nvSpPr>
        <p:spPr>
          <a:xfrm>
            <a:off x="6654800" y="47545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81</a:t>
            </a:r>
            <a:endParaRPr b="0" i="0" sz="1400" u="none" cap="none" strike="noStrike">
              <a:solidFill>
                <a:srgbClr val="000000"/>
              </a:solidFill>
              <a:latin typeface="Arial"/>
              <a:ea typeface="Arial"/>
              <a:cs typeface="Arial"/>
              <a:sym typeface="Arial"/>
            </a:endParaRPr>
          </a:p>
        </p:txBody>
      </p:sp>
      <p:sp>
        <p:nvSpPr>
          <p:cNvPr id="807" name="Google Shape;807;p45"/>
          <p:cNvSpPr txBox="1"/>
          <p:nvPr/>
        </p:nvSpPr>
        <p:spPr>
          <a:xfrm>
            <a:off x="7035800" y="47545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92</a:t>
            </a:r>
            <a:endParaRPr b="0" i="0" sz="1400" u="none" cap="none" strike="noStrike">
              <a:solidFill>
                <a:srgbClr val="000000"/>
              </a:solidFill>
              <a:latin typeface="Arial"/>
              <a:ea typeface="Arial"/>
              <a:cs typeface="Arial"/>
              <a:sym typeface="Arial"/>
            </a:endParaRPr>
          </a:p>
        </p:txBody>
      </p:sp>
      <p:sp>
        <p:nvSpPr>
          <p:cNvPr id="808" name="Google Shape;808;p45"/>
          <p:cNvSpPr txBox="1"/>
          <p:nvPr/>
        </p:nvSpPr>
        <p:spPr>
          <a:xfrm>
            <a:off x="6273800" y="47545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75</a:t>
            </a:r>
            <a:endParaRPr b="0" i="0" sz="1400" u="none" cap="none" strike="noStrike">
              <a:solidFill>
                <a:srgbClr val="000000"/>
              </a:solidFill>
              <a:latin typeface="Arial"/>
              <a:ea typeface="Arial"/>
              <a:cs typeface="Arial"/>
              <a:sym typeface="Arial"/>
            </a:endParaRPr>
          </a:p>
        </p:txBody>
      </p:sp>
      <p:sp>
        <p:nvSpPr>
          <p:cNvPr id="809" name="Google Shape;809;p45"/>
          <p:cNvSpPr/>
          <p:nvPr/>
        </p:nvSpPr>
        <p:spPr>
          <a:xfrm>
            <a:off x="6045200" y="4648200"/>
            <a:ext cx="1600200" cy="457200"/>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0" name="Google Shape;810;p45"/>
          <p:cNvSpPr txBox="1"/>
          <p:nvPr/>
        </p:nvSpPr>
        <p:spPr>
          <a:xfrm>
            <a:off x="5360988" y="4756150"/>
            <a:ext cx="368300" cy="274638"/>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65</a:t>
            </a:r>
            <a:endParaRPr b="0" i="0" sz="1400" u="none" cap="none" strike="noStrike">
              <a:solidFill>
                <a:srgbClr val="000000"/>
              </a:solidFill>
              <a:latin typeface="Arial"/>
              <a:ea typeface="Arial"/>
              <a:cs typeface="Arial"/>
              <a:sym typeface="Arial"/>
            </a:endParaRPr>
          </a:p>
        </p:txBody>
      </p:sp>
      <p:sp>
        <p:nvSpPr>
          <p:cNvPr id="811" name="Google Shape;811;p45"/>
          <p:cNvSpPr/>
          <p:nvPr/>
        </p:nvSpPr>
        <p:spPr>
          <a:xfrm>
            <a:off x="5356226" y="4724401"/>
            <a:ext cx="384175" cy="301625"/>
          </a:xfrm>
          <a:prstGeom prst="ellipse">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2" name="Google Shape;812;p45"/>
          <p:cNvSpPr txBox="1"/>
          <p:nvPr/>
        </p:nvSpPr>
        <p:spPr>
          <a:xfrm>
            <a:off x="5867401" y="4267200"/>
            <a:ext cx="455613" cy="457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a:t>
            </a:r>
            <a:r>
              <a:rPr b="0" baseline="-25000" i="0" lang="en-US" sz="2400" u="none" cap="none" strike="noStrike">
                <a:solidFill>
                  <a:schemeClr val="dk1"/>
                </a:solidFill>
                <a:latin typeface="Times New Roman"/>
                <a:ea typeface="Times New Roman"/>
                <a:cs typeface="Times New Roman"/>
                <a:sym typeface="Times New Roman"/>
              </a:rPr>
              <a:t>2</a:t>
            </a:r>
            <a:endParaRPr b="1" i="0" sz="2400" u="none" cap="none" strike="noStrike">
              <a:solidFill>
                <a:schemeClr val="dk1"/>
              </a:solidFill>
              <a:latin typeface="Times New Roman"/>
              <a:ea typeface="Times New Roman"/>
              <a:cs typeface="Times New Roman"/>
              <a:sym typeface="Times New Roman"/>
            </a:endParaRPr>
          </a:p>
        </p:txBody>
      </p:sp>
      <p:sp>
        <p:nvSpPr>
          <p:cNvPr id="813" name="Google Shape;813;p45"/>
          <p:cNvSpPr txBox="1"/>
          <p:nvPr/>
        </p:nvSpPr>
        <p:spPr>
          <a:xfrm>
            <a:off x="8458200" y="4144964"/>
            <a:ext cx="1684338" cy="58102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QuickSort(S</a:t>
            </a:r>
            <a:r>
              <a:rPr b="0" baseline="-25000" i="0" lang="en-US" sz="1600" u="none" cap="none" strike="noStrike">
                <a:solidFill>
                  <a:schemeClr val="dk1"/>
                </a:solidFill>
                <a:latin typeface="Times New Roman"/>
                <a:ea typeface="Times New Roman"/>
                <a:cs typeface="Times New Roman"/>
                <a:sym typeface="Times New Roman"/>
              </a:rPr>
              <a:t>1</a:t>
            </a:r>
            <a:r>
              <a:rPr b="0" i="0" lang="en-US" sz="1600" u="none" cap="none" strike="noStrike">
                <a:solidFill>
                  <a:schemeClr val="dk1"/>
                </a:solidFill>
                <a:latin typeface="Times New Roman"/>
                <a:ea typeface="Times New Roman"/>
                <a:cs typeface="Times New Roman"/>
                <a:sym typeface="Times New Roman"/>
              </a:rPr>
              <a:t>) and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QuickSort(S</a:t>
            </a:r>
            <a:r>
              <a:rPr b="0" baseline="-25000" i="0" lang="en-US" sz="1600" u="none" cap="none" strike="noStrike">
                <a:solidFill>
                  <a:schemeClr val="dk1"/>
                </a:solidFill>
                <a:latin typeface="Times New Roman"/>
                <a:ea typeface="Times New Roman"/>
                <a:cs typeface="Times New Roman"/>
                <a:sym typeface="Times New Roman"/>
              </a:rPr>
              <a:t>2</a:t>
            </a:r>
            <a:r>
              <a:rPr b="0" i="0" lang="en-US" sz="16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814" name="Google Shape;814;p45"/>
          <p:cNvSpPr/>
          <p:nvPr/>
        </p:nvSpPr>
        <p:spPr>
          <a:xfrm>
            <a:off x="3352800" y="5672138"/>
            <a:ext cx="3683000" cy="381000"/>
          </a:xfrm>
          <a:prstGeom prst="ellipse">
            <a:avLst/>
          </a:prstGeom>
          <a:solidFill>
            <a:srgbClr val="FFFFFF"/>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5" name="Google Shape;815;p45"/>
          <p:cNvSpPr txBox="1"/>
          <p:nvPr/>
        </p:nvSpPr>
        <p:spPr>
          <a:xfrm>
            <a:off x="37719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13</a:t>
            </a:r>
            <a:endParaRPr b="0" i="0" sz="1400" u="none" cap="none" strike="noStrike">
              <a:solidFill>
                <a:srgbClr val="000000"/>
              </a:solidFill>
              <a:latin typeface="Arial"/>
              <a:ea typeface="Arial"/>
              <a:cs typeface="Arial"/>
              <a:sym typeface="Arial"/>
            </a:endParaRPr>
          </a:p>
        </p:txBody>
      </p:sp>
      <p:sp>
        <p:nvSpPr>
          <p:cNvPr id="816" name="Google Shape;816;p45"/>
          <p:cNvSpPr txBox="1"/>
          <p:nvPr/>
        </p:nvSpPr>
        <p:spPr>
          <a:xfrm>
            <a:off x="46863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43</a:t>
            </a:r>
            <a:endParaRPr b="0" i="0" sz="1400" u="none" cap="none" strike="noStrike">
              <a:solidFill>
                <a:srgbClr val="000000"/>
              </a:solidFill>
              <a:latin typeface="Arial"/>
              <a:ea typeface="Arial"/>
              <a:cs typeface="Arial"/>
              <a:sym typeface="Arial"/>
            </a:endParaRPr>
          </a:p>
        </p:txBody>
      </p:sp>
      <p:sp>
        <p:nvSpPr>
          <p:cNvPr id="817" name="Google Shape;817;p45"/>
          <p:cNvSpPr txBox="1"/>
          <p:nvPr/>
        </p:nvSpPr>
        <p:spPr>
          <a:xfrm>
            <a:off x="43688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31</a:t>
            </a:r>
            <a:endParaRPr b="0" i="0" sz="1400" u="none" cap="none" strike="noStrike">
              <a:solidFill>
                <a:srgbClr val="000000"/>
              </a:solidFill>
              <a:latin typeface="Arial"/>
              <a:ea typeface="Arial"/>
              <a:cs typeface="Arial"/>
              <a:sym typeface="Arial"/>
            </a:endParaRPr>
          </a:p>
        </p:txBody>
      </p:sp>
      <p:sp>
        <p:nvSpPr>
          <p:cNvPr id="818" name="Google Shape;818;p45"/>
          <p:cNvSpPr txBox="1"/>
          <p:nvPr/>
        </p:nvSpPr>
        <p:spPr>
          <a:xfrm>
            <a:off x="49911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57</a:t>
            </a:r>
            <a:endParaRPr b="0" i="0" sz="1400" u="none" cap="none" strike="noStrike">
              <a:solidFill>
                <a:srgbClr val="000000"/>
              </a:solidFill>
              <a:latin typeface="Arial"/>
              <a:ea typeface="Arial"/>
              <a:cs typeface="Arial"/>
              <a:sym typeface="Arial"/>
            </a:endParaRPr>
          </a:p>
        </p:txBody>
      </p:sp>
      <p:sp>
        <p:nvSpPr>
          <p:cNvPr id="819" name="Google Shape;819;p45"/>
          <p:cNvSpPr txBox="1"/>
          <p:nvPr/>
        </p:nvSpPr>
        <p:spPr>
          <a:xfrm>
            <a:off x="40640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26</a:t>
            </a:r>
            <a:endParaRPr b="0" i="0" sz="1400" u="none" cap="none" strike="noStrike">
              <a:solidFill>
                <a:srgbClr val="000000"/>
              </a:solidFill>
              <a:latin typeface="Arial"/>
              <a:ea typeface="Arial"/>
              <a:cs typeface="Arial"/>
              <a:sym typeface="Arial"/>
            </a:endParaRPr>
          </a:p>
        </p:txBody>
      </p:sp>
      <p:sp>
        <p:nvSpPr>
          <p:cNvPr id="820" name="Google Shape;820;p45"/>
          <p:cNvSpPr txBox="1"/>
          <p:nvPr/>
        </p:nvSpPr>
        <p:spPr>
          <a:xfrm>
            <a:off x="3559176" y="5745164"/>
            <a:ext cx="276225"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0</a:t>
            </a:r>
            <a:endParaRPr b="0" i="0" sz="1400" u="none" cap="none" strike="noStrike">
              <a:solidFill>
                <a:srgbClr val="000000"/>
              </a:solidFill>
              <a:latin typeface="Arial"/>
              <a:ea typeface="Arial"/>
              <a:cs typeface="Arial"/>
              <a:sym typeface="Arial"/>
            </a:endParaRPr>
          </a:p>
        </p:txBody>
      </p:sp>
      <p:sp>
        <p:nvSpPr>
          <p:cNvPr id="821" name="Google Shape;821;p45"/>
          <p:cNvSpPr txBox="1"/>
          <p:nvPr/>
        </p:nvSpPr>
        <p:spPr>
          <a:xfrm>
            <a:off x="53594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65</a:t>
            </a:r>
            <a:endParaRPr b="0" i="0" sz="1400" u="none" cap="none" strike="noStrike">
              <a:solidFill>
                <a:srgbClr val="000000"/>
              </a:solidFill>
              <a:latin typeface="Arial"/>
              <a:ea typeface="Arial"/>
              <a:cs typeface="Arial"/>
              <a:sym typeface="Arial"/>
            </a:endParaRPr>
          </a:p>
        </p:txBody>
      </p:sp>
      <p:sp>
        <p:nvSpPr>
          <p:cNvPr id="822" name="Google Shape;822;p45"/>
          <p:cNvSpPr txBox="1"/>
          <p:nvPr/>
        </p:nvSpPr>
        <p:spPr>
          <a:xfrm>
            <a:off x="61341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81</a:t>
            </a:r>
            <a:endParaRPr b="0" i="0" sz="1400" u="none" cap="none" strike="noStrike">
              <a:solidFill>
                <a:srgbClr val="000000"/>
              </a:solidFill>
              <a:latin typeface="Arial"/>
              <a:ea typeface="Arial"/>
              <a:cs typeface="Arial"/>
              <a:sym typeface="Arial"/>
            </a:endParaRPr>
          </a:p>
        </p:txBody>
      </p:sp>
      <p:sp>
        <p:nvSpPr>
          <p:cNvPr id="823" name="Google Shape;823;p45"/>
          <p:cNvSpPr txBox="1"/>
          <p:nvPr/>
        </p:nvSpPr>
        <p:spPr>
          <a:xfrm>
            <a:off x="65151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92</a:t>
            </a:r>
            <a:endParaRPr b="0" i="0" sz="1400" u="none" cap="none" strike="noStrike">
              <a:solidFill>
                <a:srgbClr val="000000"/>
              </a:solidFill>
              <a:latin typeface="Arial"/>
              <a:ea typeface="Arial"/>
              <a:cs typeface="Arial"/>
              <a:sym typeface="Arial"/>
            </a:endParaRPr>
          </a:p>
        </p:txBody>
      </p:sp>
      <p:sp>
        <p:nvSpPr>
          <p:cNvPr id="824" name="Google Shape;824;p45"/>
          <p:cNvSpPr txBox="1"/>
          <p:nvPr/>
        </p:nvSpPr>
        <p:spPr>
          <a:xfrm>
            <a:off x="5753100" y="5745164"/>
            <a:ext cx="368300" cy="2746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urier New"/>
                <a:ea typeface="Courier New"/>
                <a:cs typeface="Courier New"/>
                <a:sym typeface="Courier New"/>
              </a:rPr>
              <a:t>75</a:t>
            </a:r>
            <a:endParaRPr b="0" i="0" sz="1400" u="none" cap="none" strike="noStrike">
              <a:solidFill>
                <a:srgbClr val="000000"/>
              </a:solidFill>
              <a:latin typeface="Arial"/>
              <a:ea typeface="Arial"/>
              <a:cs typeface="Arial"/>
              <a:sym typeface="Arial"/>
            </a:endParaRPr>
          </a:p>
        </p:txBody>
      </p:sp>
      <p:sp>
        <p:nvSpPr>
          <p:cNvPr id="825" name="Google Shape;825;p45"/>
          <p:cNvSpPr txBox="1"/>
          <p:nvPr/>
        </p:nvSpPr>
        <p:spPr>
          <a:xfrm>
            <a:off x="2922588" y="5562600"/>
            <a:ext cx="354012" cy="457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a:t>
            </a:r>
            <a:endParaRPr b="0" i="0" sz="1400" u="none" cap="none" strike="noStrike">
              <a:solidFill>
                <a:srgbClr val="000000"/>
              </a:solidFill>
              <a:latin typeface="Arial"/>
              <a:ea typeface="Arial"/>
              <a:cs typeface="Arial"/>
              <a:sym typeface="Arial"/>
            </a:endParaRPr>
          </a:p>
        </p:txBody>
      </p:sp>
      <p:sp>
        <p:nvSpPr>
          <p:cNvPr id="826" name="Google Shape;826;p45"/>
          <p:cNvSpPr txBox="1"/>
          <p:nvPr/>
        </p:nvSpPr>
        <p:spPr>
          <a:xfrm>
            <a:off x="8510588" y="5715000"/>
            <a:ext cx="1655762" cy="33655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Times New Roman"/>
                <a:ea typeface="Times New Roman"/>
                <a:cs typeface="Times New Roman"/>
                <a:sym typeface="Times New Roman"/>
              </a:rPr>
              <a:t>Voila!  </a:t>
            </a:r>
            <a:r>
              <a:rPr b="1" i="0" lang="en-US" sz="1600" u="none" cap="none" strike="noStrike">
                <a:solidFill>
                  <a:schemeClr val="dk1"/>
                </a:solidFill>
                <a:latin typeface="Times New Roman"/>
                <a:ea typeface="Times New Roman"/>
                <a:cs typeface="Times New Roman"/>
                <a:sym typeface="Times New Roman"/>
              </a:rPr>
              <a:t>S</a:t>
            </a:r>
            <a:r>
              <a:rPr b="0" i="0" lang="en-US" sz="1600" u="none" cap="none" strike="noStrike">
                <a:solidFill>
                  <a:schemeClr val="dk1"/>
                </a:solidFill>
                <a:latin typeface="Times New Roman"/>
                <a:ea typeface="Times New Roman"/>
                <a:cs typeface="Times New Roman"/>
                <a:sym typeface="Times New Roman"/>
              </a:rPr>
              <a:t> is sorted</a:t>
            </a:r>
            <a:endParaRPr b="0" i="0" sz="1400" u="none" cap="none" strike="noStrike">
              <a:solidFill>
                <a:srgbClr val="000000"/>
              </a:solidFill>
              <a:latin typeface="Arial"/>
              <a:ea typeface="Arial"/>
              <a:cs typeface="Arial"/>
              <a:sym typeface="Arial"/>
            </a:endParaRPr>
          </a:p>
        </p:txBody>
      </p:sp>
      <p:sp>
        <p:nvSpPr>
          <p:cNvPr id="827" name="Google Shape;827;p45"/>
          <p:cNvSpPr/>
          <p:nvPr/>
        </p:nvSpPr>
        <p:spPr>
          <a:xfrm>
            <a:off x="5402264" y="2133601"/>
            <a:ext cx="2979737" cy="396875"/>
          </a:xfrm>
          <a:custGeom>
            <a:rect b="b" l="l" r="r" t="t"/>
            <a:pathLst>
              <a:path extrusionOk="0" h="250" w="1877">
                <a:moveTo>
                  <a:pt x="1877" y="0"/>
                </a:moveTo>
                <a:cubicBezTo>
                  <a:pt x="1664" y="13"/>
                  <a:pt x="913" y="37"/>
                  <a:pt x="600" y="79"/>
                </a:cubicBezTo>
                <a:cubicBezTo>
                  <a:pt x="287" y="121"/>
                  <a:pt x="125" y="215"/>
                  <a:pt x="0" y="250"/>
                </a:cubicBezTo>
              </a:path>
            </a:pathLst>
          </a:custGeom>
          <a:noFill/>
          <a:ln cap="flat" cmpd="sng" w="1905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45"/>
          <p:cNvSpPr/>
          <p:nvPr/>
        </p:nvSpPr>
        <p:spPr>
          <a:xfrm>
            <a:off x="8991600" y="2438400"/>
            <a:ext cx="381000" cy="381000"/>
          </a:xfrm>
          <a:prstGeom prst="downArrow">
            <a:avLst>
              <a:gd fmla="val 50000" name="adj1"/>
              <a:gd fmla="val 35833" name="adj2"/>
            </a:avLst>
          </a:prstGeom>
          <a:noFill/>
          <a:ln cap="flat" cmpd="sng" w="9525">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9" name="Google Shape;829;p45"/>
          <p:cNvSpPr/>
          <p:nvPr/>
        </p:nvSpPr>
        <p:spPr>
          <a:xfrm>
            <a:off x="8991600" y="3581400"/>
            <a:ext cx="381000" cy="381000"/>
          </a:xfrm>
          <a:prstGeom prst="downArrow">
            <a:avLst>
              <a:gd fmla="val 50000" name="adj1"/>
              <a:gd fmla="val 35833" name="adj2"/>
            </a:avLst>
          </a:prstGeom>
          <a:noFill/>
          <a:ln cap="flat" cmpd="sng" w="9525">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0" name="Google Shape;830;p45"/>
          <p:cNvSpPr/>
          <p:nvPr/>
        </p:nvSpPr>
        <p:spPr>
          <a:xfrm>
            <a:off x="8991600" y="5105400"/>
            <a:ext cx="381000" cy="381000"/>
          </a:xfrm>
          <a:prstGeom prst="downArrow">
            <a:avLst>
              <a:gd fmla="val 50000" name="adj1"/>
              <a:gd fmla="val 35833" name="adj2"/>
            </a:avLst>
          </a:prstGeom>
          <a:noFill/>
          <a:ln cap="flat" cmpd="sng" w="9525">
            <a:solidFill>
              <a:srgbClr val="00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45"/>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C00000"/>
                </a:solidFill>
              </a:rPr>
              <a:t>REF BOOK: INTERNET</a:t>
            </a:r>
            <a:endParaRPr>
              <a:solidFill>
                <a:srgbClr val="C0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4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Quicksort Analysis</a:t>
            </a:r>
            <a:endParaRPr/>
          </a:p>
        </p:txBody>
      </p:sp>
      <p:sp>
        <p:nvSpPr>
          <p:cNvPr id="838" name="Google Shape;838;p46"/>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latin typeface="Times New Roman"/>
                <a:ea typeface="Times New Roman"/>
                <a:cs typeface="Times New Roman"/>
                <a:sym typeface="Times New Roman"/>
              </a:rPr>
              <a:t>Assumptions:</a:t>
            </a:r>
            <a:endParaRPr/>
          </a:p>
          <a:p>
            <a:pPr indent="-182880" lvl="1" marL="384048" rtl="0" algn="l">
              <a:lnSpc>
                <a:spcPct val="90000"/>
              </a:lnSpc>
              <a:spcBef>
                <a:spcPts val="400"/>
              </a:spcBef>
              <a:spcAft>
                <a:spcPts val="0"/>
              </a:spcAft>
              <a:buSzPts val="2000"/>
              <a:buChar char="◦"/>
            </a:pPr>
            <a:r>
              <a:rPr lang="en-US" sz="2000">
                <a:latin typeface="Times New Roman"/>
                <a:ea typeface="Times New Roman"/>
                <a:cs typeface="Times New Roman"/>
                <a:sym typeface="Times New Roman"/>
              </a:rPr>
              <a:t>A random pivot (no median-of-three partitioning)</a:t>
            </a:r>
            <a:endParaRPr/>
          </a:p>
          <a:p>
            <a:pPr indent="-182880" lvl="1" marL="384048" rtl="0" algn="l">
              <a:lnSpc>
                <a:spcPct val="90000"/>
              </a:lnSpc>
              <a:spcBef>
                <a:spcPts val="600"/>
              </a:spcBef>
              <a:spcAft>
                <a:spcPts val="0"/>
              </a:spcAft>
              <a:buSzPts val="2000"/>
              <a:buChar char="◦"/>
            </a:pPr>
            <a:r>
              <a:rPr lang="en-US" sz="2000">
                <a:latin typeface="Times New Roman"/>
                <a:ea typeface="Times New Roman"/>
                <a:cs typeface="Times New Roman"/>
                <a:sym typeface="Times New Roman"/>
              </a:rPr>
              <a:t>No cutoff for small arrays</a:t>
            </a:r>
            <a:endParaRPr/>
          </a:p>
          <a:p>
            <a:pPr indent="-91440" lvl="0" marL="91440" rtl="0" algn="l">
              <a:lnSpc>
                <a:spcPct val="90000"/>
              </a:lnSpc>
              <a:spcBef>
                <a:spcPts val="1600"/>
              </a:spcBef>
              <a:spcAft>
                <a:spcPts val="0"/>
              </a:spcAft>
              <a:buSzPts val="2000"/>
              <a:buChar char=" "/>
            </a:pPr>
            <a:r>
              <a:rPr lang="en-US">
                <a:latin typeface="Times New Roman"/>
                <a:ea typeface="Times New Roman"/>
                <a:cs typeface="Times New Roman"/>
                <a:sym typeface="Times New Roman"/>
              </a:rPr>
              <a:t>Running time</a:t>
            </a:r>
            <a:endParaRPr/>
          </a:p>
          <a:p>
            <a:pPr indent="-182880" lvl="1" marL="384048" rtl="0" algn="l">
              <a:lnSpc>
                <a:spcPct val="90000"/>
              </a:lnSpc>
              <a:spcBef>
                <a:spcPts val="400"/>
              </a:spcBef>
              <a:spcAft>
                <a:spcPts val="0"/>
              </a:spcAft>
              <a:buSzPts val="2000"/>
              <a:buChar char="◦"/>
            </a:pPr>
            <a:r>
              <a:rPr lang="en-US" sz="2000">
                <a:latin typeface="Times New Roman"/>
                <a:ea typeface="Times New Roman"/>
                <a:cs typeface="Times New Roman"/>
                <a:sym typeface="Times New Roman"/>
              </a:rPr>
              <a:t>pivot selection: constant time, i.e. O(1)</a:t>
            </a:r>
            <a:endParaRPr/>
          </a:p>
          <a:p>
            <a:pPr indent="-182880" lvl="1" marL="384048" rtl="0" algn="l">
              <a:lnSpc>
                <a:spcPct val="90000"/>
              </a:lnSpc>
              <a:spcBef>
                <a:spcPts val="600"/>
              </a:spcBef>
              <a:spcAft>
                <a:spcPts val="0"/>
              </a:spcAft>
              <a:buSzPts val="2000"/>
              <a:buChar char="◦"/>
            </a:pPr>
            <a:r>
              <a:rPr lang="en-US" sz="2000">
                <a:latin typeface="Times New Roman"/>
                <a:ea typeface="Times New Roman"/>
                <a:cs typeface="Times New Roman"/>
                <a:sym typeface="Times New Roman"/>
              </a:rPr>
              <a:t>partitioning: linear time, i.e. O(N)</a:t>
            </a:r>
            <a:endParaRPr/>
          </a:p>
          <a:p>
            <a:pPr indent="-182880" lvl="1" marL="384048" rtl="0" algn="l">
              <a:lnSpc>
                <a:spcPct val="90000"/>
              </a:lnSpc>
              <a:spcBef>
                <a:spcPts val="600"/>
              </a:spcBef>
              <a:spcAft>
                <a:spcPts val="0"/>
              </a:spcAft>
              <a:buSzPts val="2000"/>
              <a:buChar char="◦"/>
            </a:pPr>
            <a:r>
              <a:rPr lang="en-US" sz="2000">
                <a:latin typeface="Times New Roman"/>
                <a:ea typeface="Times New Roman"/>
                <a:cs typeface="Times New Roman"/>
                <a:sym typeface="Times New Roman"/>
              </a:rPr>
              <a:t>running time of the two recursive calls </a:t>
            </a:r>
            <a:endParaRPr/>
          </a:p>
          <a:p>
            <a:pPr indent="-91440" lvl="0" marL="91440" rtl="0" algn="l">
              <a:lnSpc>
                <a:spcPct val="90000"/>
              </a:lnSpc>
              <a:spcBef>
                <a:spcPts val="1600"/>
              </a:spcBef>
              <a:spcAft>
                <a:spcPts val="0"/>
              </a:spcAft>
              <a:buSzPts val="2000"/>
              <a:buChar char=" "/>
            </a:pPr>
            <a:r>
              <a:rPr lang="en-US">
                <a:latin typeface="Times New Roman"/>
                <a:ea typeface="Times New Roman"/>
                <a:cs typeface="Times New Roman"/>
                <a:sym typeface="Times New Roman"/>
              </a:rPr>
              <a:t>T(N)=T(i)+T(N-i-1)+cN where c is a constant</a:t>
            </a:r>
            <a:endParaRPr/>
          </a:p>
          <a:p>
            <a:pPr indent="-182880" lvl="1" marL="384048" rtl="0" algn="l">
              <a:lnSpc>
                <a:spcPct val="90000"/>
              </a:lnSpc>
              <a:spcBef>
                <a:spcPts val="400"/>
              </a:spcBef>
              <a:spcAft>
                <a:spcPts val="0"/>
              </a:spcAft>
              <a:buSzPts val="2000"/>
              <a:buChar char="◦"/>
            </a:pPr>
            <a:r>
              <a:rPr lang="en-US" sz="2000">
                <a:latin typeface="Times New Roman"/>
                <a:ea typeface="Times New Roman"/>
                <a:cs typeface="Times New Roman"/>
                <a:sym typeface="Times New Roman"/>
              </a:rPr>
              <a:t>i: number of elements in S1</a:t>
            </a:r>
            <a:endParaRPr/>
          </a:p>
        </p:txBody>
      </p:sp>
      <p:sp>
        <p:nvSpPr>
          <p:cNvPr id="839" name="Google Shape;839;p46"/>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4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Worst-Case Analysis</a:t>
            </a:r>
            <a:endParaRPr/>
          </a:p>
        </p:txBody>
      </p:sp>
      <p:sp>
        <p:nvSpPr>
          <p:cNvPr id="846" name="Google Shape;846;p4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t>worst case Partition?</a:t>
            </a:r>
            <a:endParaRPr/>
          </a:p>
          <a:p>
            <a:pPr indent="-182880" lvl="1" marL="384048" rtl="0" algn="l">
              <a:lnSpc>
                <a:spcPct val="90000"/>
              </a:lnSpc>
              <a:spcBef>
                <a:spcPts val="400"/>
              </a:spcBef>
              <a:spcAft>
                <a:spcPts val="0"/>
              </a:spcAft>
              <a:buSzPts val="1800"/>
              <a:buChar char="◦"/>
            </a:pPr>
            <a:r>
              <a:rPr lang="en-US"/>
              <a:t>The pivot is the smallest element, all the time</a:t>
            </a:r>
            <a:endParaRPr/>
          </a:p>
          <a:p>
            <a:pPr indent="-182880" lvl="1" marL="384048" rtl="0" algn="l">
              <a:lnSpc>
                <a:spcPct val="90000"/>
              </a:lnSpc>
              <a:spcBef>
                <a:spcPts val="600"/>
              </a:spcBef>
              <a:spcAft>
                <a:spcPts val="0"/>
              </a:spcAft>
              <a:buSzPts val="1800"/>
              <a:buChar char="◦"/>
            </a:pPr>
            <a:r>
              <a:rPr lang="en-US"/>
              <a:t>Partition is always unbalanced</a:t>
            </a:r>
            <a:endParaRPr/>
          </a:p>
          <a:p>
            <a:pPr indent="-68579" lvl="1" marL="384048" rtl="0" algn="l">
              <a:lnSpc>
                <a:spcPct val="90000"/>
              </a:lnSpc>
              <a:spcBef>
                <a:spcPts val="600"/>
              </a:spcBef>
              <a:spcAft>
                <a:spcPts val="0"/>
              </a:spcAft>
              <a:buSzPts val="1800"/>
              <a:buNone/>
            </a:pPr>
            <a:r>
              <a:t/>
            </a:r>
            <a:endParaRPr/>
          </a:p>
        </p:txBody>
      </p:sp>
      <p:pic>
        <p:nvPicPr>
          <p:cNvPr descr="untitled" id="847" name="Google Shape;847;p47"/>
          <p:cNvPicPr preferRelativeResize="0"/>
          <p:nvPr/>
        </p:nvPicPr>
        <p:blipFill rotWithShape="1">
          <a:blip r:embed="rId3">
            <a:alphaModFix/>
          </a:blip>
          <a:srcRect b="0" l="0" r="0" t="0"/>
          <a:stretch/>
        </p:blipFill>
        <p:spPr>
          <a:xfrm>
            <a:off x="3663002" y="3030941"/>
            <a:ext cx="4095750" cy="3044825"/>
          </a:xfrm>
          <a:prstGeom prst="rect">
            <a:avLst/>
          </a:prstGeom>
          <a:noFill/>
          <a:ln>
            <a:noFill/>
          </a:ln>
        </p:spPr>
      </p:pic>
      <p:sp>
        <p:nvSpPr>
          <p:cNvPr id="848" name="Google Shape;848;p47"/>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4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Best-case Analysis</a:t>
            </a:r>
            <a:endParaRPr/>
          </a:p>
        </p:txBody>
      </p:sp>
      <p:sp>
        <p:nvSpPr>
          <p:cNvPr id="855" name="Google Shape;855;p48"/>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t>best case Partitioning?</a:t>
            </a:r>
            <a:endParaRPr/>
          </a:p>
          <a:p>
            <a:pPr indent="-182880" lvl="1" marL="384048" rtl="0" algn="l">
              <a:lnSpc>
                <a:spcPct val="90000"/>
              </a:lnSpc>
              <a:spcBef>
                <a:spcPts val="400"/>
              </a:spcBef>
              <a:spcAft>
                <a:spcPts val="0"/>
              </a:spcAft>
              <a:buSzPts val="1800"/>
              <a:buChar char="◦"/>
            </a:pPr>
            <a:r>
              <a:rPr lang="en-US"/>
              <a:t>Partition is perfectly balanced.</a:t>
            </a:r>
            <a:endParaRPr/>
          </a:p>
          <a:p>
            <a:pPr indent="-182880" lvl="1" marL="384048" rtl="0" algn="l">
              <a:lnSpc>
                <a:spcPct val="90000"/>
              </a:lnSpc>
              <a:spcBef>
                <a:spcPts val="600"/>
              </a:spcBef>
              <a:spcAft>
                <a:spcPts val="0"/>
              </a:spcAft>
              <a:buSzPts val="1800"/>
              <a:buChar char="◦"/>
            </a:pPr>
            <a:r>
              <a:rPr lang="en-US"/>
              <a:t>Pivot is always in the middle (median of the array)</a:t>
            </a:r>
            <a:endParaRPr/>
          </a:p>
          <a:p>
            <a:pPr indent="0" lvl="0" marL="91440" rtl="0" algn="l">
              <a:lnSpc>
                <a:spcPct val="90000"/>
              </a:lnSpc>
              <a:spcBef>
                <a:spcPts val="16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a:p>
            <a:pPr indent="0" lvl="0" marL="91440" rtl="0" algn="l">
              <a:lnSpc>
                <a:spcPct val="90000"/>
              </a:lnSpc>
              <a:spcBef>
                <a:spcPts val="1400"/>
              </a:spcBef>
              <a:spcAft>
                <a:spcPts val="0"/>
              </a:spcAft>
              <a:buSzPts val="2000"/>
              <a:buNone/>
            </a:pPr>
            <a:r>
              <a:t/>
            </a:r>
            <a:endParaRPr/>
          </a:p>
        </p:txBody>
      </p:sp>
      <p:pic>
        <p:nvPicPr>
          <p:cNvPr descr="untitled" id="856" name="Google Shape;856;p48"/>
          <p:cNvPicPr preferRelativeResize="0"/>
          <p:nvPr/>
        </p:nvPicPr>
        <p:blipFill rotWithShape="1">
          <a:blip r:embed="rId3">
            <a:alphaModFix/>
          </a:blip>
          <a:srcRect b="87177" l="0" r="77429" t="391"/>
          <a:stretch/>
        </p:blipFill>
        <p:spPr>
          <a:xfrm>
            <a:off x="6507480" y="2041314"/>
            <a:ext cx="4648200" cy="3632200"/>
          </a:xfrm>
          <a:prstGeom prst="rect">
            <a:avLst/>
          </a:prstGeom>
          <a:noFill/>
          <a:ln>
            <a:noFill/>
          </a:ln>
        </p:spPr>
      </p:pic>
      <p:sp>
        <p:nvSpPr>
          <p:cNvPr id="857" name="Google Shape;857;p48"/>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4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Average-Case Analysis</a:t>
            </a:r>
            <a:endParaRPr/>
          </a:p>
        </p:txBody>
      </p:sp>
      <p:sp>
        <p:nvSpPr>
          <p:cNvPr id="864" name="Google Shape;864;p4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91440" lvl="0" marL="91440" rtl="0" algn="l">
              <a:lnSpc>
                <a:spcPct val="90000"/>
              </a:lnSpc>
              <a:spcBef>
                <a:spcPts val="0"/>
              </a:spcBef>
              <a:spcAft>
                <a:spcPts val="0"/>
              </a:spcAft>
              <a:buSzPts val="2000"/>
              <a:buChar char=" "/>
            </a:pPr>
            <a:r>
              <a:rPr lang="en-US"/>
              <a:t>Intution for Average Case : We can get an idea of average case by considering the case when partition puts O(n/9) elements in one set and O(9n/10) elements in other set. </a:t>
            </a:r>
            <a:endParaRPr/>
          </a:p>
          <a:p>
            <a:pPr indent="-91440" lvl="0" marL="91440" rtl="0" algn="l">
              <a:lnSpc>
                <a:spcPct val="90000"/>
              </a:lnSpc>
              <a:spcBef>
                <a:spcPts val="1400"/>
              </a:spcBef>
              <a:spcAft>
                <a:spcPts val="0"/>
              </a:spcAft>
              <a:buSzPts val="2000"/>
              <a:buChar char=" "/>
            </a:pPr>
            <a:r>
              <a:rPr lang="en-US"/>
              <a:t>Following is recurrence for this case. </a:t>
            </a:r>
            <a:endParaRPr/>
          </a:p>
          <a:p>
            <a:pPr indent="-91440" lvl="0" marL="91440" rtl="0" algn="l">
              <a:lnSpc>
                <a:spcPct val="90000"/>
              </a:lnSpc>
              <a:spcBef>
                <a:spcPts val="1400"/>
              </a:spcBef>
              <a:spcAft>
                <a:spcPts val="0"/>
              </a:spcAft>
              <a:buSzPts val="2000"/>
              <a:buChar char=" "/>
            </a:pPr>
            <a:r>
              <a:rPr lang="en-US"/>
              <a:t>T(n) = T(n/9) + T(9n/10) + ϴ(n) </a:t>
            </a:r>
            <a:endParaRPr/>
          </a:p>
          <a:p>
            <a:pPr indent="-91440" lvl="0" marL="91440" rtl="0" algn="l">
              <a:lnSpc>
                <a:spcPct val="90000"/>
              </a:lnSpc>
              <a:spcBef>
                <a:spcPts val="1400"/>
              </a:spcBef>
              <a:spcAft>
                <a:spcPts val="0"/>
              </a:spcAft>
              <a:buSzPts val="2000"/>
              <a:buChar char=" "/>
            </a:pPr>
            <a:r>
              <a:rPr lang="en-US"/>
              <a:t>Solution of above recurrence is also O(nlogn) </a:t>
            </a:r>
            <a:endParaRPr/>
          </a:p>
        </p:txBody>
      </p:sp>
      <p:sp>
        <p:nvSpPr>
          <p:cNvPr id="865" name="Google Shape;865;p49"/>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pic>
        <p:nvPicPr>
          <p:cNvPr id="866" name="Google Shape;866;p49"/>
          <p:cNvPicPr preferRelativeResize="0"/>
          <p:nvPr/>
        </p:nvPicPr>
        <p:blipFill rotWithShape="1">
          <a:blip r:embed="rId3">
            <a:alphaModFix/>
          </a:blip>
          <a:srcRect b="0" l="0" r="0" t="0"/>
          <a:stretch/>
        </p:blipFill>
        <p:spPr>
          <a:xfrm>
            <a:off x="6005015" y="2856487"/>
            <a:ext cx="5552564" cy="340839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50"/>
          <p:cNvSpPr txBox="1"/>
          <p:nvPr>
            <p:ph type="title"/>
          </p:nvPr>
        </p:nvSpPr>
        <p:spPr>
          <a:xfrm>
            <a:off x="1462522" y="641444"/>
            <a:ext cx="9749961" cy="641445"/>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85000"/>
              </a:lnSpc>
              <a:spcBef>
                <a:spcPts val="0"/>
              </a:spcBef>
              <a:spcAft>
                <a:spcPts val="0"/>
              </a:spcAft>
              <a:buClr>
                <a:srgbClr val="3F3F3F"/>
              </a:buClr>
              <a:buSzPct val="100000"/>
              <a:buFont typeface="Times New Roman"/>
              <a:buNone/>
            </a:pPr>
            <a:r>
              <a:rPr lang="en-US">
                <a:latin typeface="Times New Roman"/>
                <a:ea typeface="Times New Roman"/>
                <a:cs typeface="Times New Roman"/>
                <a:sym typeface="Times New Roman"/>
              </a:rPr>
              <a:t>Summary Analysis of Quicksort</a:t>
            </a:r>
            <a:endParaRPr/>
          </a:p>
        </p:txBody>
      </p:sp>
      <p:sp>
        <p:nvSpPr>
          <p:cNvPr id="873" name="Google Shape;873;p50"/>
          <p:cNvSpPr txBox="1"/>
          <p:nvPr>
            <p:ph idx="1" type="body"/>
          </p:nvPr>
        </p:nvSpPr>
        <p:spPr>
          <a:xfrm>
            <a:off x="1405717" y="2303060"/>
            <a:ext cx="8502557" cy="3852080"/>
          </a:xfrm>
          <a:prstGeom prst="rect">
            <a:avLst/>
          </a:prstGeom>
          <a:noFill/>
          <a:ln>
            <a:noFill/>
          </a:ln>
        </p:spPr>
        <p:txBody>
          <a:bodyPr anchorCtr="0" anchor="t" bIns="45700" lIns="0" spcFirstLastPara="1" rIns="0" wrap="square" tIns="45700">
            <a:noAutofit/>
          </a:bodyPr>
          <a:lstStyle/>
          <a:p>
            <a:pPr indent="-91440" lvl="0" marL="91440" rtl="0" algn="l">
              <a:lnSpc>
                <a:spcPct val="90000"/>
              </a:lnSpc>
              <a:spcBef>
                <a:spcPts val="0"/>
              </a:spcBef>
              <a:spcAft>
                <a:spcPts val="0"/>
              </a:spcAft>
              <a:buSzPts val="2400"/>
              <a:buChar char=" "/>
            </a:pPr>
            <a:r>
              <a:rPr lang="en-US" sz="2400">
                <a:latin typeface="Times New Roman"/>
                <a:ea typeface="Times New Roman"/>
                <a:cs typeface="Times New Roman"/>
                <a:sym typeface="Times New Roman"/>
              </a:rPr>
              <a:t>Best case: split in the middle — Θ(</a:t>
            </a:r>
            <a:r>
              <a:rPr i="1" lang="en-US" sz="2400">
                <a:latin typeface="Times New Roman"/>
                <a:ea typeface="Times New Roman"/>
                <a:cs typeface="Times New Roman"/>
                <a:sym typeface="Times New Roman"/>
              </a:rPr>
              <a:t>n </a:t>
            </a:r>
            <a:r>
              <a:rPr lang="en-US" sz="2400">
                <a:latin typeface="Times New Roman"/>
                <a:ea typeface="Times New Roman"/>
                <a:cs typeface="Times New Roman"/>
                <a:sym typeface="Times New Roman"/>
              </a:rPr>
              <a:t>log </a:t>
            </a:r>
            <a:r>
              <a:rPr i="1" lang="en-US" sz="2400">
                <a:latin typeface="Times New Roman"/>
                <a:ea typeface="Times New Roman"/>
                <a:cs typeface="Times New Roman"/>
                <a:sym typeface="Times New Roman"/>
              </a:rPr>
              <a:t>n</a:t>
            </a:r>
            <a:r>
              <a:rPr lang="en-US" sz="2400">
                <a:latin typeface="Times New Roman"/>
                <a:ea typeface="Times New Roman"/>
                <a:cs typeface="Times New Roman"/>
                <a:sym typeface="Times New Roman"/>
              </a:rPr>
              <a:t>) </a:t>
            </a:r>
            <a:endParaRPr/>
          </a:p>
          <a:p>
            <a:pPr indent="-9144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Worst case: sorted array! — Θ(</a:t>
            </a:r>
            <a:r>
              <a:rPr i="1" lang="en-US" sz="2400">
                <a:latin typeface="Times New Roman"/>
                <a:ea typeface="Times New Roman"/>
                <a:cs typeface="Times New Roman"/>
                <a:sym typeface="Times New Roman"/>
              </a:rPr>
              <a:t>n</a:t>
            </a:r>
            <a:r>
              <a:rPr baseline="30000" i="1" lang="en-US" sz="2400">
                <a:latin typeface="Times New Roman"/>
                <a:ea typeface="Times New Roman"/>
                <a:cs typeface="Times New Roman"/>
                <a:sym typeface="Times New Roman"/>
              </a:rPr>
              <a:t>2</a:t>
            </a:r>
            <a:r>
              <a:rPr lang="en-US" sz="2400">
                <a:latin typeface="Times New Roman"/>
                <a:ea typeface="Times New Roman"/>
                <a:cs typeface="Times New Roman"/>
                <a:sym typeface="Times New Roman"/>
              </a:rPr>
              <a:t>) </a:t>
            </a:r>
            <a:endParaRPr/>
          </a:p>
          <a:p>
            <a:pPr indent="-9144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Average case: random arrays — Θ(</a:t>
            </a:r>
            <a:r>
              <a:rPr i="1" lang="en-US" sz="2400">
                <a:latin typeface="Times New Roman"/>
                <a:ea typeface="Times New Roman"/>
                <a:cs typeface="Times New Roman"/>
                <a:sym typeface="Times New Roman"/>
              </a:rPr>
              <a:t>n </a:t>
            </a:r>
            <a:r>
              <a:rPr lang="en-US" sz="2400">
                <a:latin typeface="Times New Roman"/>
                <a:ea typeface="Times New Roman"/>
                <a:cs typeface="Times New Roman"/>
                <a:sym typeface="Times New Roman"/>
              </a:rPr>
              <a:t>log </a:t>
            </a:r>
            <a:r>
              <a:rPr i="1" lang="en-US" sz="2400">
                <a:latin typeface="Times New Roman"/>
                <a:ea typeface="Times New Roman"/>
                <a:cs typeface="Times New Roman"/>
                <a:sym typeface="Times New Roman"/>
              </a:rPr>
              <a:t>n</a:t>
            </a:r>
            <a:r>
              <a:rPr lang="en-US" sz="2400">
                <a:latin typeface="Times New Roman"/>
                <a:ea typeface="Times New Roman"/>
                <a:cs typeface="Times New Roman"/>
                <a:sym typeface="Times New Roman"/>
              </a:rPr>
              <a:t>)</a:t>
            </a:r>
            <a:endParaRPr/>
          </a:p>
          <a:p>
            <a:pPr indent="-91440" lvl="0" marL="91440" rtl="0" algn="l">
              <a:lnSpc>
                <a:spcPct val="90000"/>
              </a:lnSpc>
              <a:spcBef>
                <a:spcPts val="1400"/>
              </a:spcBef>
              <a:spcAft>
                <a:spcPts val="0"/>
              </a:spcAft>
              <a:buSzPts val="2400"/>
              <a:buChar char=" "/>
            </a:pPr>
            <a:r>
              <a:rPr lang="en-US" sz="2400">
                <a:latin typeface="Times New Roman"/>
                <a:ea typeface="Times New Roman"/>
                <a:cs typeface="Times New Roman"/>
                <a:sym typeface="Times New Roman"/>
              </a:rPr>
              <a:t>Improvements:</a:t>
            </a:r>
            <a:endParaRPr/>
          </a:p>
          <a:p>
            <a:pPr indent="-182880" lvl="1" marL="384048" rtl="0" algn="l">
              <a:lnSpc>
                <a:spcPct val="90000"/>
              </a:lnSpc>
              <a:spcBef>
                <a:spcPts val="400"/>
              </a:spcBef>
              <a:spcAft>
                <a:spcPts val="0"/>
              </a:spcAft>
              <a:buSzPts val="2400"/>
              <a:buChar char="◦"/>
            </a:pPr>
            <a:r>
              <a:rPr lang="en-US" sz="2400">
                <a:latin typeface="Times New Roman"/>
                <a:ea typeface="Times New Roman"/>
                <a:cs typeface="Times New Roman"/>
                <a:sym typeface="Times New Roman"/>
              </a:rPr>
              <a:t>better pivot selection: median of three partitioning </a:t>
            </a:r>
            <a:endParaRPr/>
          </a:p>
          <a:p>
            <a:pPr indent="-182880" lvl="1" marL="384048" rtl="0" algn="l">
              <a:lnSpc>
                <a:spcPct val="90000"/>
              </a:lnSpc>
              <a:spcBef>
                <a:spcPts val="600"/>
              </a:spcBef>
              <a:spcAft>
                <a:spcPts val="0"/>
              </a:spcAft>
              <a:buSzPts val="2400"/>
              <a:buChar char="◦"/>
            </a:pPr>
            <a:r>
              <a:rPr lang="en-US" sz="2400">
                <a:latin typeface="Times New Roman"/>
                <a:ea typeface="Times New Roman"/>
                <a:cs typeface="Times New Roman"/>
                <a:sym typeface="Times New Roman"/>
              </a:rPr>
              <a:t>switch to insertion sort on small subfiles</a:t>
            </a:r>
            <a:endParaRPr sz="2400">
              <a:latin typeface="Times New Roman"/>
              <a:ea typeface="Times New Roman"/>
              <a:cs typeface="Times New Roman"/>
              <a:sym typeface="Times New Roman"/>
            </a:endParaRPr>
          </a:p>
          <a:p>
            <a:pPr indent="-91440" lvl="0" marL="91440" rtl="0" algn="l">
              <a:lnSpc>
                <a:spcPct val="90000"/>
              </a:lnSpc>
              <a:spcBef>
                <a:spcPts val="1600"/>
              </a:spcBef>
              <a:spcAft>
                <a:spcPts val="0"/>
              </a:spcAft>
              <a:buSzPts val="2400"/>
              <a:buFont typeface="Arial"/>
              <a:buNone/>
            </a:pPr>
            <a:r>
              <a:t/>
            </a:r>
            <a:endParaRPr sz="2400">
              <a:latin typeface="Times New Roman"/>
              <a:ea typeface="Times New Roman"/>
              <a:cs typeface="Times New Roman"/>
              <a:sym typeface="Times New Roman"/>
            </a:endParaRPr>
          </a:p>
        </p:txBody>
      </p:sp>
      <p:sp>
        <p:nvSpPr>
          <p:cNvPr id="874" name="Google Shape;874;p50"/>
          <p:cNvSpPr txBox="1"/>
          <p:nvPr>
            <p:ph idx="11" type="ftr"/>
          </p:nvPr>
        </p:nvSpPr>
        <p:spPr>
          <a:xfrm>
            <a:off x="9683647" y="303383"/>
            <a:ext cx="2225008" cy="49565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REF BOOK: THOMAS CORMEN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51"/>
          <p:cNvSpPr txBox="1"/>
          <p:nvPr>
            <p:ph type="title"/>
          </p:nvPr>
        </p:nvSpPr>
        <p:spPr>
          <a:xfrm>
            <a:off x="2133600" y="304800"/>
            <a:ext cx="77724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Multiplication of Large Integers </a:t>
            </a:r>
            <a:endParaRPr/>
          </a:p>
        </p:txBody>
      </p:sp>
      <p:sp>
        <p:nvSpPr>
          <p:cNvPr id="881" name="Google Shape;881;p51"/>
          <p:cNvSpPr txBox="1"/>
          <p:nvPr>
            <p:ph idx="1" type="body"/>
          </p:nvPr>
        </p:nvSpPr>
        <p:spPr>
          <a:xfrm>
            <a:off x="2133600" y="1143000"/>
            <a:ext cx="8534400" cy="5715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800"/>
              <a:buNone/>
            </a:pPr>
            <a:r>
              <a:rPr lang="en-US"/>
              <a:t>Consider the problem of multiplying two (large) </a:t>
            </a:r>
            <a:r>
              <a:rPr i="1" lang="en-US"/>
              <a:t>n</a:t>
            </a:r>
            <a:r>
              <a:rPr lang="en-US"/>
              <a:t>-digit integers represented by arrays of their digits such as:</a:t>
            </a:r>
            <a:br>
              <a:rPr lang="en-US"/>
            </a:br>
            <a:br>
              <a:rPr lang="en-US"/>
            </a:br>
            <a:r>
              <a:rPr lang="en-US"/>
              <a:t>A = 12345678901357986429   B = 87654321284820912836</a:t>
            </a:r>
            <a:br>
              <a:rPr lang="en-US"/>
            </a:br>
            <a:br>
              <a:rPr lang="en-US"/>
            </a:br>
            <a:r>
              <a:rPr lang="en-US"/>
              <a:t>The grade-school algorithm:</a:t>
            </a:r>
            <a:endParaRPr b="0"/>
          </a:p>
          <a:p>
            <a:pPr indent="0" lvl="0" marL="0" rtl="0" algn="l">
              <a:lnSpc>
                <a:spcPct val="90000"/>
              </a:lnSpc>
              <a:spcBef>
                <a:spcPts val="480"/>
              </a:spcBef>
              <a:spcAft>
                <a:spcPts val="0"/>
              </a:spcAft>
              <a:buSzPts val="1800"/>
              <a:buNone/>
            </a:pPr>
            <a:r>
              <a:rPr i="1" lang="en-US"/>
              <a:t>		a</a:t>
            </a:r>
            <a:r>
              <a:rPr baseline="-25000" lang="en-US"/>
              <a:t>1  </a:t>
            </a:r>
            <a:r>
              <a:rPr i="1" lang="en-US"/>
              <a:t>a</a:t>
            </a:r>
            <a:r>
              <a:rPr baseline="-25000" lang="en-US"/>
              <a:t>2 </a:t>
            </a:r>
            <a:r>
              <a:rPr lang="en-US"/>
              <a:t>…  </a:t>
            </a:r>
            <a:r>
              <a:rPr i="1" lang="en-US"/>
              <a:t>a</a:t>
            </a:r>
            <a:r>
              <a:rPr baseline="-25000" i="1" lang="en-US"/>
              <a:t>n</a:t>
            </a:r>
            <a:br>
              <a:rPr baseline="-25000" i="1" lang="en-US"/>
            </a:br>
            <a:r>
              <a:rPr baseline="-25000" i="1" lang="en-US"/>
              <a:t>               		</a:t>
            </a:r>
            <a:r>
              <a:rPr i="1" lang="en-US"/>
              <a:t>b</a:t>
            </a:r>
            <a:r>
              <a:rPr baseline="-25000" lang="en-US"/>
              <a:t>1  </a:t>
            </a:r>
            <a:r>
              <a:rPr i="1" lang="en-US"/>
              <a:t>b</a:t>
            </a:r>
            <a:r>
              <a:rPr baseline="-25000" lang="en-US"/>
              <a:t>2 </a:t>
            </a:r>
            <a:r>
              <a:rPr lang="en-US"/>
              <a:t>…  </a:t>
            </a:r>
            <a:r>
              <a:rPr i="1" lang="en-US"/>
              <a:t>b</a:t>
            </a:r>
            <a:r>
              <a:rPr baseline="-25000" i="1" lang="en-US"/>
              <a:t>n</a:t>
            </a:r>
            <a:br>
              <a:rPr baseline="-25000" i="1" lang="en-US"/>
            </a:br>
            <a:r>
              <a:rPr baseline="-25000" i="1" lang="en-US"/>
              <a:t> 	   </a:t>
            </a:r>
            <a:r>
              <a:rPr lang="en-US"/>
              <a:t>(</a:t>
            </a:r>
            <a:r>
              <a:rPr i="1" lang="en-US"/>
              <a:t>d</a:t>
            </a:r>
            <a:r>
              <a:rPr baseline="-25000" lang="en-US"/>
              <a:t>10</a:t>
            </a:r>
            <a:r>
              <a:rPr lang="en-US"/>
              <a:t>)</a:t>
            </a:r>
            <a:r>
              <a:rPr baseline="-25000" lang="en-US"/>
              <a:t> </a:t>
            </a:r>
            <a:r>
              <a:rPr i="1" lang="en-US"/>
              <a:t>d</a:t>
            </a:r>
            <a:r>
              <a:rPr baseline="-25000" lang="en-US"/>
              <a:t>11</a:t>
            </a:r>
            <a:r>
              <a:rPr i="1" lang="en-US"/>
              <a:t>d</a:t>
            </a:r>
            <a:r>
              <a:rPr baseline="-25000" lang="en-US"/>
              <a:t>12 </a:t>
            </a:r>
            <a:r>
              <a:rPr lang="en-US"/>
              <a:t>… </a:t>
            </a:r>
            <a:r>
              <a:rPr i="1" lang="en-US"/>
              <a:t>d</a:t>
            </a:r>
            <a:r>
              <a:rPr baseline="-25000" lang="en-US"/>
              <a:t>1</a:t>
            </a:r>
            <a:r>
              <a:rPr baseline="-25000" i="1" lang="en-US"/>
              <a:t>n</a:t>
            </a:r>
            <a:endParaRPr/>
          </a:p>
          <a:p>
            <a:pPr indent="0" lvl="0" marL="0" rtl="0" algn="l">
              <a:lnSpc>
                <a:spcPct val="90000"/>
              </a:lnSpc>
              <a:spcBef>
                <a:spcPts val="480"/>
              </a:spcBef>
              <a:spcAft>
                <a:spcPts val="0"/>
              </a:spcAft>
              <a:buSzPts val="1800"/>
              <a:buNone/>
            </a:pPr>
            <a:r>
              <a:rPr baseline="-25000" i="1" lang="en-US"/>
              <a:t>         </a:t>
            </a:r>
            <a:r>
              <a:rPr lang="en-US"/>
              <a:t>(</a:t>
            </a:r>
            <a:r>
              <a:rPr i="1" lang="en-US"/>
              <a:t>d</a:t>
            </a:r>
            <a:r>
              <a:rPr baseline="-25000" lang="en-US"/>
              <a:t>20</a:t>
            </a:r>
            <a:r>
              <a:rPr lang="en-US"/>
              <a:t>)</a:t>
            </a:r>
            <a:r>
              <a:rPr baseline="-25000" lang="en-US"/>
              <a:t> </a:t>
            </a:r>
            <a:r>
              <a:rPr i="1" lang="en-US"/>
              <a:t>d</a:t>
            </a:r>
            <a:r>
              <a:rPr baseline="-25000" lang="en-US"/>
              <a:t>21</a:t>
            </a:r>
            <a:r>
              <a:rPr i="1" lang="en-US"/>
              <a:t>d</a:t>
            </a:r>
            <a:r>
              <a:rPr baseline="-25000" lang="en-US"/>
              <a:t>22 </a:t>
            </a:r>
            <a:r>
              <a:rPr lang="en-US"/>
              <a:t>… </a:t>
            </a:r>
            <a:r>
              <a:rPr i="1" lang="en-US"/>
              <a:t>d</a:t>
            </a:r>
            <a:r>
              <a:rPr baseline="-25000" lang="en-US"/>
              <a:t>2</a:t>
            </a:r>
            <a:r>
              <a:rPr baseline="-25000" i="1" lang="en-US"/>
              <a:t>n</a:t>
            </a:r>
            <a:endParaRPr/>
          </a:p>
          <a:p>
            <a:pPr indent="0" lvl="0" marL="0" rtl="0" algn="l">
              <a:lnSpc>
                <a:spcPct val="90000"/>
              </a:lnSpc>
              <a:spcBef>
                <a:spcPts val="480"/>
              </a:spcBef>
              <a:spcAft>
                <a:spcPts val="0"/>
              </a:spcAft>
              <a:buSzPts val="1800"/>
              <a:buNone/>
            </a:pPr>
            <a:r>
              <a:rPr baseline="-25000" i="1" lang="en-US"/>
              <a:t>        </a:t>
            </a:r>
            <a:r>
              <a:rPr lang="en-US"/>
              <a:t>… … … … … … … </a:t>
            </a:r>
            <a:endParaRPr baseline="-25000" i="1"/>
          </a:p>
          <a:p>
            <a:pPr indent="0" lvl="0" marL="0" rtl="0" algn="l">
              <a:lnSpc>
                <a:spcPct val="90000"/>
              </a:lnSpc>
              <a:spcBef>
                <a:spcPts val="480"/>
              </a:spcBef>
              <a:spcAft>
                <a:spcPts val="0"/>
              </a:spcAft>
              <a:buSzPts val="1800"/>
              <a:buNone/>
            </a:pPr>
            <a:r>
              <a:rPr lang="en-US"/>
              <a:t>(</a:t>
            </a:r>
            <a:r>
              <a:rPr i="1" lang="en-US"/>
              <a:t>d</a:t>
            </a:r>
            <a:r>
              <a:rPr baseline="-25000" i="1" lang="en-US"/>
              <a:t>n</a:t>
            </a:r>
            <a:r>
              <a:rPr baseline="-25000" lang="en-US"/>
              <a:t>0</a:t>
            </a:r>
            <a:r>
              <a:rPr lang="en-US"/>
              <a:t>)</a:t>
            </a:r>
            <a:r>
              <a:rPr baseline="-25000" lang="en-US"/>
              <a:t> </a:t>
            </a:r>
            <a:r>
              <a:rPr i="1" lang="en-US"/>
              <a:t>d</a:t>
            </a:r>
            <a:r>
              <a:rPr baseline="-25000" i="1" lang="en-US"/>
              <a:t>n</a:t>
            </a:r>
            <a:r>
              <a:rPr baseline="-25000" lang="en-US"/>
              <a:t>1</a:t>
            </a:r>
            <a:r>
              <a:rPr i="1" lang="en-US"/>
              <a:t>d</a:t>
            </a:r>
            <a:r>
              <a:rPr baseline="-25000" i="1" lang="en-US"/>
              <a:t>n</a:t>
            </a:r>
            <a:r>
              <a:rPr baseline="-25000" lang="en-US"/>
              <a:t>2 </a:t>
            </a:r>
            <a:r>
              <a:rPr lang="en-US"/>
              <a:t>… </a:t>
            </a:r>
            <a:r>
              <a:rPr i="1" lang="en-US"/>
              <a:t>d</a:t>
            </a:r>
            <a:r>
              <a:rPr baseline="-25000" i="1" lang="en-US"/>
              <a:t>nn</a:t>
            </a:r>
            <a:endParaRPr/>
          </a:p>
          <a:p>
            <a:pPr indent="0" lvl="0" marL="0" rtl="0" algn="l">
              <a:lnSpc>
                <a:spcPct val="90000"/>
              </a:lnSpc>
              <a:spcBef>
                <a:spcPts val="480"/>
              </a:spcBef>
              <a:spcAft>
                <a:spcPts val="0"/>
              </a:spcAft>
              <a:buSzPts val="1800"/>
              <a:buNone/>
            </a:pPr>
            <a:r>
              <a:rPr baseline="-25000" i="1" lang="en-US"/>
              <a:t> </a:t>
            </a:r>
            <a:br>
              <a:rPr baseline="-25000" i="1" lang="en-US"/>
            </a:br>
            <a:br>
              <a:rPr baseline="-25000" i="1" lang="en-US"/>
            </a:br>
            <a:r>
              <a:rPr lang="en-US"/>
              <a:t>Efficiency: Θ(</a:t>
            </a:r>
            <a:r>
              <a:rPr i="1" lang="en-US"/>
              <a:t>n</a:t>
            </a:r>
            <a:r>
              <a:rPr baseline="30000" lang="en-US"/>
              <a:t>2</a:t>
            </a:r>
            <a:r>
              <a:rPr lang="en-US"/>
              <a:t>) single-digit multiplications</a:t>
            </a:r>
            <a:endParaRPr/>
          </a:p>
        </p:txBody>
      </p:sp>
      <p:cxnSp>
        <p:nvCxnSpPr>
          <p:cNvPr id="882" name="Google Shape;882;p51"/>
          <p:cNvCxnSpPr/>
          <p:nvPr/>
        </p:nvCxnSpPr>
        <p:spPr>
          <a:xfrm>
            <a:off x="4038600" y="3962400"/>
            <a:ext cx="1371600" cy="0"/>
          </a:xfrm>
          <a:prstGeom prst="straightConnector1">
            <a:avLst/>
          </a:prstGeom>
          <a:noFill/>
          <a:ln cap="flat" cmpd="sng" w="12700">
            <a:solidFill>
              <a:srgbClr val="FF0000"/>
            </a:solidFill>
            <a:prstDash val="solid"/>
            <a:round/>
            <a:headEnd len="sm" w="sm" type="none"/>
            <a:tailEnd len="sm" w="sm" type="none"/>
          </a:ln>
        </p:spPr>
      </p:cxnSp>
      <p:cxnSp>
        <p:nvCxnSpPr>
          <p:cNvPr id="883" name="Google Shape;883;p51"/>
          <p:cNvCxnSpPr/>
          <p:nvPr/>
        </p:nvCxnSpPr>
        <p:spPr>
          <a:xfrm>
            <a:off x="2209800" y="5486400"/>
            <a:ext cx="3124200" cy="0"/>
          </a:xfrm>
          <a:prstGeom prst="straightConnector1">
            <a:avLst/>
          </a:prstGeom>
          <a:noFill/>
          <a:ln cap="flat" cmpd="sng" w="12700">
            <a:solidFill>
              <a:srgbClr val="FF0000"/>
            </a:solidFill>
            <a:prstDash val="solid"/>
            <a:round/>
            <a:headEnd len="sm" w="sm" type="none"/>
            <a:tailEnd len="sm" w="sm" type="non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52"/>
          <p:cNvSpPr txBox="1"/>
          <p:nvPr>
            <p:ph type="title"/>
          </p:nvPr>
        </p:nvSpPr>
        <p:spPr>
          <a:xfrm>
            <a:off x="1981200" y="304800"/>
            <a:ext cx="7772400" cy="533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First Divide-and-Conquer Algorithm</a:t>
            </a:r>
            <a:endParaRPr/>
          </a:p>
        </p:txBody>
      </p:sp>
      <p:sp>
        <p:nvSpPr>
          <p:cNvPr id="890" name="Google Shape;890;p52"/>
          <p:cNvSpPr txBox="1"/>
          <p:nvPr>
            <p:ph idx="1" type="body"/>
          </p:nvPr>
        </p:nvSpPr>
        <p:spPr>
          <a:xfrm>
            <a:off x="1981200" y="1066800"/>
            <a:ext cx="8686800" cy="5638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A small example: A </a:t>
            </a:r>
            <a:r>
              <a:rPr b="0" lang="en-US"/>
              <a:t>*</a:t>
            </a:r>
            <a:r>
              <a:rPr lang="en-US"/>
              <a:t> B where A = 2135 and B = 4014</a:t>
            </a:r>
            <a:endParaRPr/>
          </a:p>
          <a:p>
            <a:pPr indent="0" lvl="0" marL="0" rtl="0" algn="l">
              <a:lnSpc>
                <a:spcPct val="100000"/>
              </a:lnSpc>
              <a:spcBef>
                <a:spcPts val="480"/>
              </a:spcBef>
              <a:spcAft>
                <a:spcPts val="0"/>
              </a:spcAft>
              <a:buSzPts val="1800"/>
              <a:buNone/>
            </a:pPr>
            <a:r>
              <a:rPr lang="en-US"/>
              <a:t>A = (21·10</a:t>
            </a:r>
            <a:r>
              <a:rPr baseline="30000" lang="en-US"/>
              <a:t>2</a:t>
            </a:r>
            <a:r>
              <a:rPr lang="en-US"/>
              <a:t> + 35),  B = (40 ·10</a:t>
            </a:r>
            <a:r>
              <a:rPr baseline="30000" lang="en-US"/>
              <a:t>2</a:t>
            </a:r>
            <a:r>
              <a:rPr lang="en-US"/>
              <a:t> + 14)</a:t>
            </a:r>
            <a:endParaRPr/>
          </a:p>
          <a:p>
            <a:pPr indent="0" lvl="0" marL="0" rtl="0" algn="l">
              <a:lnSpc>
                <a:spcPct val="100000"/>
              </a:lnSpc>
              <a:spcBef>
                <a:spcPts val="480"/>
              </a:spcBef>
              <a:spcAft>
                <a:spcPts val="0"/>
              </a:spcAft>
              <a:buSzPts val="1800"/>
              <a:buNone/>
            </a:pPr>
            <a:r>
              <a:rPr lang="en-US"/>
              <a:t>So, A </a:t>
            </a:r>
            <a:r>
              <a:rPr b="0" lang="en-US">
                <a:solidFill>
                  <a:schemeClr val="dk1"/>
                </a:solidFill>
              </a:rPr>
              <a:t>*</a:t>
            </a:r>
            <a:r>
              <a:rPr b="0" lang="en-US"/>
              <a:t> </a:t>
            </a:r>
            <a:r>
              <a:rPr lang="en-US"/>
              <a:t>B = (21 ·10</a:t>
            </a:r>
            <a:r>
              <a:rPr baseline="30000" lang="en-US"/>
              <a:t>2</a:t>
            </a:r>
            <a:r>
              <a:rPr lang="en-US"/>
              <a:t> + 35) </a:t>
            </a:r>
            <a:r>
              <a:rPr b="0" lang="en-US">
                <a:solidFill>
                  <a:schemeClr val="dk1"/>
                </a:solidFill>
              </a:rPr>
              <a:t>*</a:t>
            </a:r>
            <a:r>
              <a:rPr lang="en-US"/>
              <a:t> (40 ·10</a:t>
            </a:r>
            <a:r>
              <a:rPr baseline="30000" lang="en-US"/>
              <a:t>2</a:t>
            </a:r>
            <a:r>
              <a:rPr lang="en-US"/>
              <a:t> + 14) </a:t>
            </a:r>
            <a:endParaRPr/>
          </a:p>
          <a:p>
            <a:pPr indent="0" lvl="0" marL="0" rtl="0" algn="l">
              <a:lnSpc>
                <a:spcPct val="100000"/>
              </a:lnSpc>
              <a:spcBef>
                <a:spcPts val="480"/>
              </a:spcBef>
              <a:spcAft>
                <a:spcPts val="0"/>
              </a:spcAft>
              <a:buSzPts val="1800"/>
              <a:buNone/>
            </a:pPr>
            <a:r>
              <a:rPr lang="en-US"/>
              <a:t>      = 21 </a:t>
            </a:r>
            <a:r>
              <a:rPr b="0" lang="en-US">
                <a:solidFill>
                  <a:schemeClr val="dk1"/>
                </a:solidFill>
              </a:rPr>
              <a:t>*</a:t>
            </a:r>
            <a:r>
              <a:rPr lang="en-US"/>
              <a:t> 40 ·10</a:t>
            </a:r>
            <a:r>
              <a:rPr baseline="30000" lang="en-US"/>
              <a:t>4  </a:t>
            </a:r>
            <a:r>
              <a:rPr lang="en-US"/>
              <a:t>+ (21 </a:t>
            </a:r>
            <a:r>
              <a:rPr b="0" lang="en-US">
                <a:solidFill>
                  <a:schemeClr val="dk1"/>
                </a:solidFill>
              </a:rPr>
              <a:t>*</a:t>
            </a:r>
            <a:r>
              <a:rPr lang="en-US"/>
              <a:t> 14 + 35 </a:t>
            </a:r>
            <a:r>
              <a:rPr b="0" lang="en-US">
                <a:solidFill>
                  <a:schemeClr val="dk1"/>
                </a:solidFill>
              </a:rPr>
              <a:t>*</a:t>
            </a:r>
            <a:r>
              <a:rPr lang="en-US"/>
              <a:t> 40) ·10</a:t>
            </a:r>
            <a:r>
              <a:rPr baseline="30000" lang="en-US"/>
              <a:t>2</a:t>
            </a:r>
            <a:r>
              <a:rPr lang="en-US"/>
              <a:t> + 35 </a:t>
            </a:r>
            <a:r>
              <a:rPr b="0" lang="en-US">
                <a:solidFill>
                  <a:schemeClr val="dk1"/>
                </a:solidFill>
              </a:rPr>
              <a:t>*</a:t>
            </a:r>
            <a:r>
              <a:rPr lang="en-US"/>
              <a:t> 14</a:t>
            </a:r>
            <a:br>
              <a:rPr lang="en-US"/>
            </a:br>
            <a:endParaRPr/>
          </a:p>
          <a:p>
            <a:pPr indent="0" lvl="0" marL="0" rtl="0" algn="l">
              <a:lnSpc>
                <a:spcPct val="100000"/>
              </a:lnSpc>
              <a:spcBef>
                <a:spcPts val="480"/>
              </a:spcBef>
              <a:spcAft>
                <a:spcPts val="0"/>
              </a:spcAft>
              <a:buSzPts val="1800"/>
              <a:buNone/>
            </a:pPr>
            <a:r>
              <a:rPr lang="en-US"/>
              <a:t>In general, if A = A</a:t>
            </a:r>
            <a:r>
              <a:rPr baseline="-25000" lang="en-US"/>
              <a:t>1</a:t>
            </a:r>
            <a:r>
              <a:rPr lang="en-US"/>
              <a:t>A</a:t>
            </a:r>
            <a:r>
              <a:rPr baseline="-25000" lang="en-US"/>
              <a:t>2 </a:t>
            </a:r>
            <a:r>
              <a:rPr lang="en-US"/>
              <a:t>and B = B</a:t>
            </a:r>
            <a:r>
              <a:rPr baseline="-25000" lang="en-US"/>
              <a:t>1</a:t>
            </a:r>
            <a:r>
              <a:rPr lang="en-US"/>
              <a:t>B</a:t>
            </a:r>
            <a:r>
              <a:rPr baseline="-25000" lang="en-US"/>
              <a:t>2   </a:t>
            </a:r>
            <a:r>
              <a:rPr lang="en-US"/>
              <a:t>(where A and B are </a:t>
            </a:r>
            <a:r>
              <a:rPr i="1" lang="en-US"/>
              <a:t>n</a:t>
            </a:r>
            <a:r>
              <a:rPr lang="en-US"/>
              <a:t>-digit, </a:t>
            </a:r>
            <a:endParaRPr/>
          </a:p>
          <a:p>
            <a:pPr indent="0" lvl="0" marL="0" rtl="0" algn="l">
              <a:lnSpc>
                <a:spcPct val="100000"/>
              </a:lnSpc>
              <a:spcBef>
                <a:spcPts val="480"/>
              </a:spcBef>
              <a:spcAft>
                <a:spcPts val="0"/>
              </a:spcAft>
              <a:buSzPts val="1800"/>
              <a:buNone/>
            </a:pPr>
            <a:r>
              <a:rPr lang="en-US"/>
              <a:t>A</a:t>
            </a:r>
            <a:r>
              <a:rPr baseline="-25000" lang="en-US"/>
              <a:t>1</a:t>
            </a:r>
            <a:r>
              <a:rPr lang="en-US"/>
              <a:t>, A</a:t>
            </a:r>
            <a:r>
              <a:rPr baseline="-25000" lang="en-US"/>
              <a:t>2</a:t>
            </a:r>
            <a:r>
              <a:rPr lang="en-US"/>
              <a:t>, B</a:t>
            </a:r>
            <a:r>
              <a:rPr baseline="-25000" lang="en-US"/>
              <a:t>1</a:t>
            </a:r>
            <a:r>
              <a:rPr lang="en-US"/>
              <a:t>,</a:t>
            </a:r>
            <a:r>
              <a:rPr baseline="-25000" lang="en-US"/>
              <a:t> </a:t>
            </a:r>
            <a:r>
              <a:rPr lang="en-US"/>
              <a:t>B</a:t>
            </a:r>
            <a:r>
              <a:rPr baseline="-25000" lang="en-US"/>
              <a:t>2 </a:t>
            </a:r>
            <a:r>
              <a:rPr lang="en-US"/>
              <a:t>are </a:t>
            </a:r>
            <a:r>
              <a:rPr i="1" lang="en-US"/>
              <a:t>n/</a:t>
            </a:r>
            <a:r>
              <a:rPr lang="en-US"/>
              <a:t>2-digit numbers),</a:t>
            </a:r>
            <a:endParaRPr/>
          </a:p>
          <a:p>
            <a:pPr indent="0" lvl="0" marL="0" rtl="0" algn="l">
              <a:lnSpc>
                <a:spcPct val="100000"/>
              </a:lnSpc>
              <a:spcBef>
                <a:spcPts val="480"/>
              </a:spcBef>
              <a:spcAft>
                <a:spcPts val="0"/>
              </a:spcAft>
              <a:buSzPts val="1800"/>
              <a:buNone/>
            </a:pPr>
            <a:r>
              <a:rPr lang="en-US"/>
              <a:t>A </a:t>
            </a:r>
            <a:r>
              <a:rPr b="0" lang="en-US">
                <a:solidFill>
                  <a:schemeClr val="dk1"/>
                </a:solidFill>
              </a:rPr>
              <a:t>*</a:t>
            </a:r>
            <a:r>
              <a:rPr b="0" lang="en-US"/>
              <a:t> </a:t>
            </a:r>
            <a:r>
              <a:rPr lang="en-US"/>
              <a:t>B = A</a:t>
            </a:r>
            <a:r>
              <a:rPr baseline="-25000" lang="en-US"/>
              <a:t>1 </a:t>
            </a:r>
            <a:r>
              <a:rPr b="0" lang="en-US">
                <a:solidFill>
                  <a:schemeClr val="dk1"/>
                </a:solidFill>
              </a:rPr>
              <a:t>*</a:t>
            </a:r>
            <a:r>
              <a:rPr lang="en-US"/>
              <a:t> B</a:t>
            </a:r>
            <a:r>
              <a:rPr baseline="-25000" lang="en-US"/>
              <a:t>1</a:t>
            </a:r>
            <a:r>
              <a:rPr lang="en-US"/>
              <a:t>·10</a:t>
            </a:r>
            <a:r>
              <a:rPr baseline="30000" i="1" lang="en-US"/>
              <a:t>n</a:t>
            </a:r>
            <a:r>
              <a:rPr baseline="30000" lang="en-US"/>
              <a:t>  </a:t>
            </a:r>
            <a:r>
              <a:rPr lang="en-US"/>
              <a:t>+ (A</a:t>
            </a:r>
            <a:r>
              <a:rPr baseline="-25000" lang="en-US"/>
              <a:t>1 </a:t>
            </a:r>
            <a:r>
              <a:rPr b="0" lang="en-US">
                <a:solidFill>
                  <a:schemeClr val="dk1"/>
                </a:solidFill>
              </a:rPr>
              <a:t>*</a:t>
            </a:r>
            <a:r>
              <a:rPr lang="en-US"/>
              <a:t> B</a:t>
            </a:r>
            <a:r>
              <a:rPr baseline="-25000" lang="en-US"/>
              <a:t>2 </a:t>
            </a:r>
            <a:r>
              <a:rPr lang="en-US"/>
              <a:t>+ A</a:t>
            </a:r>
            <a:r>
              <a:rPr baseline="-25000" lang="en-US"/>
              <a:t>2 </a:t>
            </a:r>
            <a:r>
              <a:rPr b="0" lang="en-US">
                <a:solidFill>
                  <a:schemeClr val="dk1"/>
                </a:solidFill>
              </a:rPr>
              <a:t>*</a:t>
            </a:r>
            <a:r>
              <a:rPr lang="en-US"/>
              <a:t> B</a:t>
            </a:r>
            <a:r>
              <a:rPr baseline="-25000" lang="en-US"/>
              <a:t>1</a:t>
            </a:r>
            <a:r>
              <a:rPr lang="en-US"/>
              <a:t>) ·10</a:t>
            </a:r>
            <a:r>
              <a:rPr baseline="30000" i="1" lang="en-US"/>
              <a:t>n/</a:t>
            </a:r>
            <a:r>
              <a:rPr baseline="30000" lang="en-US"/>
              <a:t>2 </a:t>
            </a:r>
            <a:r>
              <a:rPr lang="en-US"/>
              <a:t>+ A</a:t>
            </a:r>
            <a:r>
              <a:rPr baseline="-25000" lang="en-US"/>
              <a:t>2 </a:t>
            </a:r>
            <a:r>
              <a:rPr b="0" lang="en-US">
                <a:solidFill>
                  <a:schemeClr val="dk1"/>
                </a:solidFill>
              </a:rPr>
              <a:t>*</a:t>
            </a:r>
            <a:r>
              <a:rPr lang="en-US"/>
              <a:t> B</a:t>
            </a:r>
            <a:r>
              <a:rPr baseline="-25000" lang="en-US"/>
              <a:t>2</a:t>
            </a:r>
            <a:br>
              <a:rPr baseline="-25000" lang="en-US"/>
            </a:br>
            <a:endParaRPr baseline="-25000"/>
          </a:p>
          <a:p>
            <a:pPr indent="0" lvl="0" marL="0" rtl="0" algn="l">
              <a:lnSpc>
                <a:spcPct val="100000"/>
              </a:lnSpc>
              <a:spcBef>
                <a:spcPts val="480"/>
              </a:spcBef>
              <a:spcAft>
                <a:spcPts val="0"/>
              </a:spcAft>
              <a:buSzPts val="1800"/>
              <a:buNone/>
            </a:pPr>
            <a:r>
              <a:rPr lang="en-US"/>
              <a:t>Recurrence for the number of one-digit multiplications M(</a:t>
            </a:r>
            <a:r>
              <a:rPr i="1" lang="en-US"/>
              <a:t>n</a:t>
            </a:r>
            <a:r>
              <a:rPr lang="en-US"/>
              <a:t>): </a:t>
            </a:r>
            <a:endParaRPr/>
          </a:p>
          <a:p>
            <a:pPr indent="0" lvl="0" marL="0" rtl="0" algn="l">
              <a:lnSpc>
                <a:spcPct val="100000"/>
              </a:lnSpc>
              <a:spcBef>
                <a:spcPts val="480"/>
              </a:spcBef>
              <a:spcAft>
                <a:spcPts val="0"/>
              </a:spcAft>
              <a:buSzPts val="1800"/>
              <a:buNone/>
            </a:pPr>
            <a:r>
              <a:rPr i="1" lang="en-US"/>
              <a:t>                             </a:t>
            </a:r>
            <a:r>
              <a:rPr lang="en-US"/>
              <a:t>M(</a:t>
            </a:r>
            <a:r>
              <a:rPr i="1" lang="en-US"/>
              <a:t>n</a:t>
            </a:r>
            <a:r>
              <a:rPr lang="en-US"/>
              <a:t>) = 4M(</a:t>
            </a:r>
            <a:r>
              <a:rPr i="1" lang="en-US"/>
              <a:t>n</a:t>
            </a:r>
            <a:r>
              <a:rPr lang="en-US"/>
              <a:t>/2),   M(1) = 1</a:t>
            </a:r>
            <a:br>
              <a:rPr lang="en-US"/>
            </a:br>
            <a:r>
              <a:rPr lang="en-US"/>
              <a:t>Solution: M(</a:t>
            </a:r>
            <a:r>
              <a:rPr i="1" lang="en-US"/>
              <a:t>n</a:t>
            </a:r>
            <a:r>
              <a:rPr lang="en-US"/>
              <a:t>) = </a:t>
            </a:r>
            <a:r>
              <a:rPr i="1" lang="en-US"/>
              <a:t>n</a:t>
            </a:r>
            <a:r>
              <a:rPr baseline="30000" lang="en-US"/>
              <a:t>2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53"/>
          <p:cNvSpPr txBox="1"/>
          <p:nvPr>
            <p:ph type="title"/>
          </p:nvPr>
        </p:nvSpPr>
        <p:spPr>
          <a:xfrm>
            <a:off x="1981200" y="228600"/>
            <a:ext cx="8229600" cy="609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Second Divide-and-Conquer Algorithm</a:t>
            </a:r>
            <a:endParaRPr/>
          </a:p>
        </p:txBody>
      </p:sp>
      <p:sp>
        <p:nvSpPr>
          <p:cNvPr id="897" name="Google Shape;897;p53"/>
          <p:cNvSpPr txBox="1"/>
          <p:nvPr>
            <p:ph idx="1" type="body"/>
          </p:nvPr>
        </p:nvSpPr>
        <p:spPr>
          <a:xfrm>
            <a:off x="2057400" y="1295400"/>
            <a:ext cx="8763000" cy="5562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A </a:t>
            </a:r>
            <a:r>
              <a:rPr b="0" lang="en-US"/>
              <a:t>*</a:t>
            </a:r>
            <a:r>
              <a:rPr lang="en-US"/>
              <a:t> B = A</a:t>
            </a:r>
            <a:r>
              <a:rPr baseline="-25000" lang="en-US"/>
              <a:t>1 </a:t>
            </a:r>
            <a:r>
              <a:rPr b="0" lang="en-US"/>
              <a:t>*</a:t>
            </a:r>
            <a:r>
              <a:rPr lang="en-US"/>
              <a:t> B</a:t>
            </a:r>
            <a:r>
              <a:rPr baseline="-25000" lang="en-US"/>
              <a:t>1</a:t>
            </a:r>
            <a:r>
              <a:rPr lang="en-US"/>
              <a:t>·10</a:t>
            </a:r>
            <a:r>
              <a:rPr baseline="30000" i="1" lang="en-US"/>
              <a:t>n</a:t>
            </a:r>
            <a:r>
              <a:rPr baseline="30000" lang="en-US"/>
              <a:t>  </a:t>
            </a:r>
            <a:r>
              <a:rPr lang="en-US"/>
              <a:t>+ (A</a:t>
            </a:r>
            <a:r>
              <a:rPr baseline="-25000" lang="en-US"/>
              <a:t>1 </a:t>
            </a:r>
            <a:r>
              <a:rPr b="0" lang="en-US"/>
              <a:t>*</a:t>
            </a:r>
            <a:r>
              <a:rPr lang="en-US"/>
              <a:t> B</a:t>
            </a:r>
            <a:r>
              <a:rPr baseline="-25000" lang="en-US"/>
              <a:t>2 </a:t>
            </a:r>
            <a:r>
              <a:rPr lang="en-US"/>
              <a:t>+ A</a:t>
            </a:r>
            <a:r>
              <a:rPr baseline="-25000" lang="en-US"/>
              <a:t>2 </a:t>
            </a:r>
            <a:r>
              <a:rPr b="0" lang="en-US"/>
              <a:t>*</a:t>
            </a:r>
            <a:r>
              <a:rPr lang="en-US"/>
              <a:t> B</a:t>
            </a:r>
            <a:r>
              <a:rPr baseline="-25000" lang="en-US"/>
              <a:t>1</a:t>
            </a:r>
            <a:r>
              <a:rPr lang="en-US"/>
              <a:t>) ·10</a:t>
            </a:r>
            <a:r>
              <a:rPr baseline="30000" i="1" lang="en-US"/>
              <a:t>n/</a:t>
            </a:r>
            <a:r>
              <a:rPr baseline="30000" lang="en-US"/>
              <a:t>2 </a:t>
            </a:r>
            <a:r>
              <a:rPr lang="en-US"/>
              <a:t>+ A</a:t>
            </a:r>
            <a:r>
              <a:rPr baseline="-25000" lang="en-US"/>
              <a:t>2 </a:t>
            </a:r>
            <a:r>
              <a:rPr b="0" lang="en-US"/>
              <a:t>*</a:t>
            </a:r>
            <a:r>
              <a:rPr lang="en-US"/>
              <a:t> B</a:t>
            </a:r>
            <a:r>
              <a:rPr baseline="-25000" lang="en-US"/>
              <a:t>2</a:t>
            </a:r>
            <a:br>
              <a:rPr baseline="-25000" lang="en-US"/>
            </a:br>
            <a:endParaRPr baseline="-25000"/>
          </a:p>
          <a:p>
            <a:pPr indent="0" lvl="0" marL="0" rtl="0" algn="l">
              <a:lnSpc>
                <a:spcPct val="100000"/>
              </a:lnSpc>
              <a:spcBef>
                <a:spcPts val="480"/>
              </a:spcBef>
              <a:spcAft>
                <a:spcPts val="0"/>
              </a:spcAft>
              <a:buSzPts val="1800"/>
              <a:buNone/>
            </a:pPr>
            <a:r>
              <a:rPr lang="en-US"/>
              <a:t>The idea is to decrease the number of multiplications from 4 to 3:  </a:t>
            </a:r>
            <a:endParaRPr/>
          </a:p>
          <a:p>
            <a:pPr indent="0" lvl="0" marL="0" rtl="0" algn="l">
              <a:lnSpc>
                <a:spcPct val="100000"/>
              </a:lnSpc>
              <a:spcBef>
                <a:spcPts val="480"/>
              </a:spcBef>
              <a:spcAft>
                <a:spcPts val="0"/>
              </a:spcAft>
              <a:buSzPts val="1800"/>
              <a:buNone/>
            </a:pPr>
            <a:r>
              <a:t/>
            </a:r>
            <a:endParaRPr/>
          </a:p>
          <a:p>
            <a:pPr indent="0" lvl="0" marL="0" rtl="0" algn="l">
              <a:lnSpc>
                <a:spcPct val="100000"/>
              </a:lnSpc>
              <a:spcBef>
                <a:spcPts val="480"/>
              </a:spcBef>
              <a:spcAft>
                <a:spcPts val="0"/>
              </a:spcAft>
              <a:buSzPts val="1800"/>
              <a:buNone/>
            </a:pPr>
            <a:r>
              <a:rPr lang="en-US"/>
              <a:t>   (A</a:t>
            </a:r>
            <a:r>
              <a:rPr baseline="-25000" lang="en-US"/>
              <a:t>1</a:t>
            </a:r>
            <a:r>
              <a:rPr lang="en-US"/>
              <a:t> + A</a:t>
            </a:r>
            <a:r>
              <a:rPr baseline="-25000" lang="en-US"/>
              <a:t>2</a:t>
            </a:r>
            <a:r>
              <a:rPr lang="en-US"/>
              <a:t> ) </a:t>
            </a:r>
            <a:r>
              <a:rPr b="0" lang="en-US"/>
              <a:t>*</a:t>
            </a:r>
            <a:r>
              <a:rPr lang="en-US"/>
              <a:t> (B</a:t>
            </a:r>
            <a:r>
              <a:rPr baseline="-25000" lang="en-US"/>
              <a:t>1</a:t>
            </a:r>
            <a:r>
              <a:rPr lang="en-US"/>
              <a:t> + B</a:t>
            </a:r>
            <a:r>
              <a:rPr baseline="-25000" lang="en-US"/>
              <a:t>2</a:t>
            </a:r>
            <a:r>
              <a:rPr lang="en-US"/>
              <a:t> ) = A</a:t>
            </a:r>
            <a:r>
              <a:rPr baseline="-25000" lang="en-US"/>
              <a:t>1 </a:t>
            </a:r>
            <a:r>
              <a:rPr b="0" lang="en-US">
                <a:solidFill>
                  <a:schemeClr val="dk1"/>
                </a:solidFill>
              </a:rPr>
              <a:t>*</a:t>
            </a:r>
            <a:r>
              <a:rPr lang="en-US"/>
              <a:t> B</a:t>
            </a:r>
            <a:r>
              <a:rPr baseline="-25000" lang="en-US"/>
              <a:t>1</a:t>
            </a:r>
            <a:r>
              <a:rPr lang="en-US"/>
              <a:t> + (A</a:t>
            </a:r>
            <a:r>
              <a:rPr baseline="-25000" lang="en-US"/>
              <a:t>1 </a:t>
            </a:r>
            <a:r>
              <a:rPr b="0" lang="en-US">
                <a:solidFill>
                  <a:srgbClr val="FF6600"/>
                </a:solidFill>
              </a:rPr>
              <a:t>*</a:t>
            </a:r>
            <a:r>
              <a:rPr lang="en-US"/>
              <a:t> B</a:t>
            </a:r>
            <a:r>
              <a:rPr baseline="-25000" lang="en-US"/>
              <a:t>2 </a:t>
            </a:r>
            <a:r>
              <a:rPr lang="en-US"/>
              <a:t>+ A</a:t>
            </a:r>
            <a:r>
              <a:rPr baseline="-25000" lang="en-US"/>
              <a:t>2 </a:t>
            </a:r>
            <a:r>
              <a:rPr b="0" lang="en-US">
                <a:solidFill>
                  <a:srgbClr val="FF6600"/>
                </a:solidFill>
              </a:rPr>
              <a:t>*</a:t>
            </a:r>
            <a:r>
              <a:rPr lang="en-US"/>
              <a:t> B</a:t>
            </a:r>
            <a:r>
              <a:rPr baseline="-25000" lang="en-US"/>
              <a:t>1</a:t>
            </a:r>
            <a:r>
              <a:rPr lang="en-US"/>
              <a:t>) + A</a:t>
            </a:r>
            <a:r>
              <a:rPr baseline="-25000" lang="en-US"/>
              <a:t>2 </a:t>
            </a:r>
            <a:r>
              <a:rPr b="0" lang="en-US">
                <a:solidFill>
                  <a:schemeClr val="dk1"/>
                </a:solidFill>
              </a:rPr>
              <a:t>*</a:t>
            </a:r>
            <a:r>
              <a:rPr lang="en-US"/>
              <a:t> B</a:t>
            </a:r>
            <a:r>
              <a:rPr baseline="-25000" lang="en-US"/>
              <a:t>2,</a:t>
            </a:r>
            <a:br>
              <a:rPr baseline="-25000" lang="en-US"/>
            </a:br>
            <a:br>
              <a:rPr lang="en-US"/>
            </a:br>
            <a:r>
              <a:rPr lang="en-US"/>
              <a:t>I.e., (A</a:t>
            </a:r>
            <a:r>
              <a:rPr baseline="-25000" lang="en-US"/>
              <a:t>1 </a:t>
            </a:r>
            <a:r>
              <a:rPr b="0" lang="en-US">
                <a:solidFill>
                  <a:srgbClr val="FF6600"/>
                </a:solidFill>
              </a:rPr>
              <a:t>*</a:t>
            </a:r>
            <a:r>
              <a:rPr lang="en-US"/>
              <a:t> B</a:t>
            </a:r>
            <a:r>
              <a:rPr baseline="-25000" lang="en-US"/>
              <a:t>2 </a:t>
            </a:r>
            <a:r>
              <a:rPr lang="en-US"/>
              <a:t>+ A</a:t>
            </a:r>
            <a:r>
              <a:rPr baseline="-25000" lang="en-US"/>
              <a:t>2 </a:t>
            </a:r>
            <a:r>
              <a:rPr b="0" lang="en-US">
                <a:solidFill>
                  <a:srgbClr val="FF6600"/>
                </a:solidFill>
              </a:rPr>
              <a:t>*</a:t>
            </a:r>
            <a:r>
              <a:rPr lang="en-US"/>
              <a:t> B</a:t>
            </a:r>
            <a:r>
              <a:rPr baseline="-25000" lang="en-US"/>
              <a:t>1</a:t>
            </a:r>
            <a:r>
              <a:rPr lang="en-US"/>
              <a:t>) = (A</a:t>
            </a:r>
            <a:r>
              <a:rPr baseline="-25000" lang="en-US"/>
              <a:t>1</a:t>
            </a:r>
            <a:r>
              <a:rPr lang="en-US"/>
              <a:t> + A</a:t>
            </a:r>
            <a:r>
              <a:rPr baseline="-25000" lang="en-US"/>
              <a:t>2</a:t>
            </a:r>
            <a:r>
              <a:rPr lang="en-US"/>
              <a:t> ) </a:t>
            </a:r>
            <a:r>
              <a:rPr b="0" lang="en-US">
                <a:solidFill>
                  <a:srgbClr val="FF6600"/>
                </a:solidFill>
              </a:rPr>
              <a:t>*</a:t>
            </a:r>
            <a:r>
              <a:rPr lang="en-US"/>
              <a:t> (B</a:t>
            </a:r>
            <a:r>
              <a:rPr baseline="-25000" lang="en-US"/>
              <a:t>1</a:t>
            </a:r>
            <a:r>
              <a:rPr lang="en-US"/>
              <a:t> + B</a:t>
            </a:r>
            <a:r>
              <a:rPr baseline="-25000" lang="en-US"/>
              <a:t>2</a:t>
            </a:r>
            <a:r>
              <a:rPr lang="en-US"/>
              <a:t> ) - A</a:t>
            </a:r>
            <a:r>
              <a:rPr baseline="-25000" lang="en-US"/>
              <a:t>1 </a:t>
            </a:r>
            <a:r>
              <a:rPr b="0" lang="en-US">
                <a:solidFill>
                  <a:schemeClr val="dk1"/>
                </a:solidFill>
              </a:rPr>
              <a:t>*</a:t>
            </a:r>
            <a:r>
              <a:rPr lang="en-US"/>
              <a:t> B</a:t>
            </a:r>
            <a:r>
              <a:rPr baseline="-25000" lang="en-US"/>
              <a:t>1</a:t>
            </a:r>
            <a:r>
              <a:rPr lang="en-US"/>
              <a:t> - A</a:t>
            </a:r>
            <a:r>
              <a:rPr baseline="-25000" lang="en-US"/>
              <a:t>2 </a:t>
            </a:r>
            <a:r>
              <a:rPr b="0" lang="en-US">
                <a:solidFill>
                  <a:schemeClr val="dk1"/>
                </a:solidFill>
              </a:rPr>
              <a:t>*</a:t>
            </a:r>
            <a:r>
              <a:rPr lang="en-US"/>
              <a:t> B</a:t>
            </a:r>
            <a:r>
              <a:rPr baseline="-25000" lang="en-US"/>
              <a:t>2,</a:t>
            </a:r>
            <a:r>
              <a:rPr lang="en-US"/>
              <a:t> </a:t>
            </a:r>
            <a:br>
              <a:rPr lang="en-US"/>
            </a:br>
            <a:r>
              <a:rPr lang="en-US"/>
              <a:t>which requires only 3 multiplications at the expense of (4-1) extra add/sub.</a:t>
            </a:r>
            <a:endParaRPr/>
          </a:p>
          <a:p>
            <a:pPr indent="0" lvl="0" marL="0" rtl="0" algn="l">
              <a:lnSpc>
                <a:spcPct val="110000"/>
              </a:lnSpc>
              <a:spcBef>
                <a:spcPts val="560"/>
              </a:spcBef>
              <a:spcAft>
                <a:spcPts val="0"/>
              </a:spcAft>
              <a:buSzPts val="1800"/>
              <a:buNone/>
            </a:pPr>
            <a:br>
              <a:rPr lang="en-US"/>
            </a:br>
            <a:r>
              <a:rPr lang="en-US"/>
              <a:t>Recurrence for the  number of multiplications M(</a:t>
            </a:r>
            <a:r>
              <a:rPr i="1" lang="en-US"/>
              <a:t>n</a:t>
            </a:r>
            <a:r>
              <a:rPr lang="en-US"/>
              <a:t>):</a:t>
            </a:r>
            <a:br>
              <a:rPr lang="en-US"/>
            </a:br>
            <a:r>
              <a:rPr lang="en-US"/>
              <a:t>                             M(</a:t>
            </a:r>
            <a:r>
              <a:rPr i="1" lang="en-US"/>
              <a:t>n</a:t>
            </a:r>
            <a:r>
              <a:rPr lang="en-US"/>
              <a:t>) = 3</a:t>
            </a:r>
            <a:r>
              <a:rPr i="1" lang="en-US"/>
              <a:t>M</a:t>
            </a:r>
            <a:r>
              <a:rPr lang="en-US"/>
              <a:t>(</a:t>
            </a:r>
            <a:r>
              <a:rPr i="1" lang="en-US"/>
              <a:t>n</a:t>
            </a:r>
            <a:r>
              <a:rPr lang="en-US"/>
              <a:t>/2),   M(1) = 1</a:t>
            </a:r>
            <a:br>
              <a:rPr lang="en-US"/>
            </a:br>
            <a:r>
              <a:rPr lang="en-US"/>
              <a:t>Solution: M(</a:t>
            </a:r>
            <a:r>
              <a:rPr i="1" lang="en-US"/>
              <a:t>n</a:t>
            </a:r>
            <a:r>
              <a:rPr lang="en-US"/>
              <a:t>) </a:t>
            </a:r>
            <a:r>
              <a:rPr lang="en-US">
                <a:solidFill>
                  <a:schemeClr val="accent2"/>
                </a:solidFill>
              </a:rPr>
              <a:t>= 3</a:t>
            </a:r>
            <a:r>
              <a:rPr baseline="30000" lang="en-US" sz="2800">
                <a:solidFill>
                  <a:schemeClr val="accent2"/>
                </a:solidFill>
              </a:rPr>
              <a:t>log </a:t>
            </a:r>
            <a:r>
              <a:rPr baseline="30000" lang="en-US">
                <a:solidFill>
                  <a:schemeClr val="accent2"/>
                </a:solidFill>
              </a:rPr>
              <a:t>2</a:t>
            </a:r>
            <a:r>
              <a:rPr baseline="30000" i="1" lang="en-US" sz="2800">
                <a:solidFill>
                  <a:schemeClr val="accent2"/>
                </a:solidFill>
              </a:rPr>
              <a:t>n</a:t>
            </a:r>
            <a:r>
              <a:rPr baseline="30000" lang="en-US"/>
              <a:t> </a:t>
            </a:r>
            <a:r>
              <a:rPr lang="en-US"/>
              <a:t>= </a:t>
            </a:r>
            <a:r>
              <a:rPr i="1" lang="en-US"/>
              <a:t>n</a:t>
            </a:r>
            <a:r>
              <a:rPr baseline="30000" lang="en-US" sz="2800"/>
              <a:t>log</a:t>
            </a:r>
            <a:r>
              <a:rPr baseline="30000" lang="en-US"/>
              <a:t> 2</a:t>
            </a:r>
            <a:r>
              <a:rPr baseline="30000" lang="en-US" sz="2800"/>
              <a:t>3</a:t>
            </a:r>
            <a:r>
              <a:rPr baseline="30000" lang="en-US"/>
              <a:t> </a:t>
            </a:r>
            <a:r>
              <a:rPr lang="en-US">
                <a:latin typeface="Merriweather Sans"/>
                <a:ea typeface="Merriweather Sans"/>
                <a:cs typeface="Merriweather Sans"/>
                <a:sym typeface="Merriweather Sans"/>
              </a:rPr>
              <a:t>≈</a:t>
            </a:r>
            <a:r>
              <a:rPr lang="en-US"/>
              <a:t> </a:t>
            </a:r>
            <a:r>
              <a:rPr i="1" lang="en-US"/>
              <a:t>n</a:t>
            </a:r>
            <a:r>
              <a:rPr baseline="30000" lang="en-US"/>
              <a:t>1.585 </a:t>
            </a:r>
            <a:endParaRPr/>
          </a:p>
        </p:txBody>
      </p:sp>
      <p:sp>
        <p:nvSpPr>
          <p:cNvPr id="898" name="Google Shape;898;p53"/>
          <p:cNvSpPr txBox="1"/>
          <p:nvPr/>
        </p:nvSpPr>
        <p:spPr>
          <a:xfrm>
            <a:off x="8382000" y="5562601"/>
            <a:ext cx="2286000" cy="10064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9933"/>
                </a:solidFill>
                <a:latin typeface="Times New Roman"/>
                <a:ea typeface="Times New Roman"/>
                <a:cs typeface="Times New Roman"/>
                <a:sym typeface="Times New Roman"/>
              </a:rPr>
              <a:t>What if we count both multiplications and additions?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98"/>
                                        </p:tgtEl>
                                        <p:attrNameLst>
                                          <p:attrName>style.visibility</p:attrName>
                                        </p:attrNameLst>
                                      </p:cBhvr>
                                      <p:to>
                                        <p:strVal val="visible"/>
                                      </p:to>
                                    </p:set>
                                    <p:anim calcmode="lin" valueType="num">
                                      <p:cBhvr additive="base">
                                        <p:cTn dur="1000"/>
                                        <p:tgtEl>
                                          <p:spTgt spid="89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54"/>
          <p:cNvSpPr txBox="1"/>
          <p:nvPr>
            <p:ph type="title"/>
          </p:nvPr>
        </p:nvSpPr>
        <p:spPr>
          <a:xfrm>
            <a:off x="2057400" y="152400"/>
            <a:ext cx="8610600" cy="685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 of Large-Integer Multiplication</a:t>
            </a:r>
            <a:r>
              <a:rPr lang="en-US" sz="3200"/>
              <a:t> </a:t>
            </a:r>
            <a:endParaRPr/>
          </a:p>
        </p:txBody>
      </p:sp>
      <p:sp>
        <p:nvSpPr>
          <p:cNvPr id="905" name="Google Shape;905;p54"/>
          <p:cNvSpPr txBox="1"/>
          <p:nvPr>
            <p:ph idx="1" type="body"/>
          </p:nvPr>
        </p:nvSpPr>
        <p:spPr>
          <a:xfrm>
            <a:off x="1524000" y="914400"/>
            <a:ext cx="9144000" cy="57150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SzPts val="1800"/>
              <a:buFont typeface="Arial"/>
              <a:buNone/>
            </a:pPr>
            <a:r>
              <a:rPr lang="en-US"/>
              <a:t> </a:t>
            </a:r>
            <a:endParaRPr/>
          </a:p>
        </p:txBody>
      </p:sp>
      <p:sp>
        <p:nvSpPr>
          <p:cNvPr id="906" name="Google Shape;906;p54"/>
          <p:cNvSpPr/>
          <p:nvPr/>
        </p:nvSpPr>
        <p:spPr>
          <a:xfrm>
            <a:off x="2057400" y="1295400"/>
            <a:ext cx="19812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99"/>
                </a:solidFill>
                <a:latin typeface="Times New Roman"/>
                <a:ea typeface="Times New Roman"/>
                <a:cs typeface="Times New Roman"/>
                <a:sym typeface="Times New Roman"/>
              </a:rPr>
              <a:t>2135 </a:t>
            </a:r>
            <a:r>
              <a:rPr b="0" i="0" lang="en-US" sz="2400" u="none" cap="none" strike="noStrike">
                <a:solidFill>
                  <a:srgbClr val="FFFF99"/>
                </a:solidFill>
                <a:latin typeface="Times New Roman"/>
                <a:ea typeface="Times New Roman"/>
                <a:cs typeface="Times New Roman"/>
                <a:sym typeface="Times New Roman"/>
              </a:rPr>
              <a:t>*</a:t>
            </a:r>
            <a:r>
              <a:rPr b="1" i="0" lang="en-US" sz="2400" u="none" cap="none" strike="noStrike">
                <a:solidFill>
                  <a:srgbClr val="FFFF99"/>
                </a:solidFill>
                <a:latin typeface="Times New Roman"/>
                <a:ea typeface="Times New Roman"/>
                <a:cs typeface="Times New Roman"/>
                <a:sym typeface="Times New Roman"/>
              </a:rPr>
              <a:t> 4014</a:t>
            </a:r>
            <a:endParaRPr b="0" i="0" sz="1400" u="none" cap="none" strike="noStrike">
              <a:solidFill>
                <a:srgbClr val="000000"/>
              </a:solidFill>
              <a:latin typeface="Arial"/>
              <a:ea typeface="Arial"/>
              <a:cs typeface="Arial"/>
              <a:sym typeface="Arial"/>
            </a:endParaRPr>
          </a:p>
        </p:txBody>
      </p:sp>
      <p:sp>
        <p:nvSpPr>
          <p:cNvPr id="907" name="Google Shape;907;p54"/>
          <p:cNvSpPr txBox="1"/>
          <p:nvPr/>
        </p:nvSpPr>
        <p:spPr>
          <a:xfrm>
            <a:off x="2286000" y="2057401"/>
            <a:ext cx="7848600" cy="4893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Times New Roman"/>
                <a:ea typeface="Times New Roman"/>
                <a:cs typeface="Times New Roman"/>
                <a:sym typeface="Times New Roman"/>
              </a:rPr>
              <a:t>= (21*10^2 + 35) * (40*10^2 + 14)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rPr b="0" i="0" lang="en-US" sz="2400" u="none" cap="none" strike="noStrike">
                <a:solidFill>
                  <a:srgbClr val="FFFFFF"/>
                </a:solidFill>
                <a:latin typeface="Times New Roman"/>
                <a:ea typeface="Times New Roman"/>
                <a:cs typeface="Times New Roman"/>
                <a:sym typeface="Times New Roman"/>
              </a:rPr>
              <a:t>= (21</a:t>
            </a:r>
            <a:r>
              <a:rPr b="0" i="0" lang="en-US" sz="2400" u="none" cap="none" strike="noStrike">
                <a:solidFill>
                  <a:srgbClr val="001932"/>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40)*10^4 + c1*10^2 + 35</a:t>
            </a:r>
            <a:r>
              <a:rPr b="0" i="0" lang="en-US" sz="2400" u="none" cap="none" strike="noStrike">
                <a:solidFill>
                  <a:srgbClr val="001932"/>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14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rPr b="0" i="0" lang="en-US" sz="2400" u="none" cap="none" strike="noStrike">
                <a:solidFill>
                  <a:srgbClr val="FFFFFF"/>
                </a:solidFill>
                <a:latin typeface="Times New Roman"/>
                <a:ea typeface="Times New Roman"/>
                <a:cs typeface="Times New Roman"/>
                <a:sym typeface="Times New Roman"/>
              </a:rPr>
              <a:t>where c1 = (21+35)</a:t>
            </a:r>
            <a:r>
              <a:rPr b="0" i="0" lang="en-US" sz="2400" u="none" cap="none" strike="noStrike">
                <a:solidFill>
                  <a:srgbClr val="FF6600"/>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(40+14) - 21</a:t>
            </a:r>
            <a:r>
              <a:rPr b="0" i="0" lang="en-US" sz="2400" u="none" cap="none" strike="noStrike">
                <a:solidFill>
                  <a:srgbClr val="001932"/>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40 - 35</a:t>
            </a:r>
            <a:r>
              <a:rPr b="0" i="0" lang="en-US" sz="2400" u="none" cap="none" strike="noStrike">
                <a:solidFill>
                  <a:srgbClr val="001932"/>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14, and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rPr b="0" i="0" lang="en-US" sz="2400" u="none" cap="none" strike="noStrike">
                <a:solidFill>
                  <a:srgbClr val="FFFFFF"/>
                </a:solidFill>
                <a:latin typeface="Times New Roman"/>
                <a:ea typeface="Times New Roman"/>
                <a:cs typeface="Times New Roman"/>
                <a:sym typeface="Times New Roman"/>
              </a:rPr>
              <a:t>21*40 = (2*10 + 1) * (4*10 + 0)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rPr b="0" i="0" lang="en-US" sz="2400" u="none" cap="none" strike="noStrike">
                <a:solidFill>
                  <a:srgbClr val="FFFFFF"/>
                </a:solidFill>
                <a:latin typeface="Times New Roman"/>
                <a:ea typeface="Times New Roman"/>
                <a:cs typeface="Times New Roman"/>
                <a:sym typeface="Times New Roman"/>
              </a:rPr>
              <a:t>           = (2</a:t>
            </a:r>
            <a:r>
              <a:rPr b="0" i="0" lang="en-US" sz="2400" u="none" cap="none" strike="noStrike">
                <a:solidFill>
                  <a:srgbClr val="001932"/>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4)*10^2 + c2*10 + 1</a:t>
            </a:r>
            <a:r>
              <a:rPr b="0" i="0" lang="en-US" sz="2400" u="none" cap="none" strike="noStrike">
                <a:solidFill>
                  <a:srgbClr val="001932"/>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rPr b="0" i="0" lang="en-US" sz="2400" u="none" cap="none" strike="noStrike">
                <a:solidFill>
                  <a:srgbClr val="FFFFFF"/>
                </a:solidFill>
                <a:latin typeface="Times New Roman"/>
                <a:ea typeface="Times New Roman"/>
                <a:cs typeface="Times New Roman"/>
                <a:sym typeface="Times New Roman"/>
              </a:rPr>
              <a:t>where c2 = (2+1)</a:t>
            </a:r>
            <a:r>
              <a:rPr b="0" i="0" lang="en-US" sz="2400" u="none" cap="none" strike="noStrike">
                <a:solidFill>
                  <a:srgbClr val="FF6600"/>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(4+0) - 2</a:t>
            </a:r>
            <a:r>
              <a:rPr b="0" i="0" lang="en-US" sz="2400" u="none" cap="none" strike="noStrike">
                <a:solidFill>
                  <a:srgbClr val="001932"/>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4 - 1</a:t>
            </a:r>
            <a:r>
              <a:rPr b="0" i="0" lang="en-US" sz="2400" u="none" cap="none" strike="noStrike">
                <a:solidFill>
                  <a:srgbClr val="001932"/>
                </a:solidFill>
                <a:latin typeface="Times New Roman"/>
                <a:ea typeface="Times New Roman"/>
                <a:cs typeface="Times New Roman"/>
                <a:sym typeface="Times New Roman"/>
              </a:rPr>
              <a:t>*</a:t>
            </a:r>
            <a:r>
              <a:rPr b="0" i="0" lang="en-US" sz="2400" u="none" cap="none" strike="noStrike">
                <a:solidFill>
                  <a:srgbClr val="FFFFFF"/>
                </a:solidFill>
                <a:latin typeface="Times New Roman"/>
                <a:ea typeface="Times New Roman"/>
                <a:cs typeface="Times New Roman"/>
                <a:sym typeface="Times New Roman"/>
              </a:rPr>
              <a:t>0, etc.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t/>
            </a:r>
            <a:endParaRPr b="0" i="0" sz="2400" u="none" cap="none" strike="noStrike">
              <a:solidFill>
                <a:srgbClr val="FFFFFF"/>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2400"/>
              <a:buFont typeface="Arial"/>
              <a:buNone/>
            </a:pPr>
            <a:r>
              <a:rPr b="0" i="0" lang="en-US" sz="2400" u="none" cap="none" strike="noStrike">
                <a:solidFill>
                  <a:srgbClr val="FF9933"/>
                </a:solidFill>
                <a:latin typeface="Times New Roman"/>
                <a:ea typeface="Times New Roman"/>
                <a:cs typeface="Times New Roman"/>
                <a:sym typeface="Times New Roman"/>
              </a:rPr>
              <a:t>This process requires 9 digit multiplications as opposed to 16.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400"/>
              <a:buFont typeface="Arial"/>
              <a:buNone/>
            </a:pPr>
            <a:r>
              <a:t/>
            </a:r>
            <a:endParaRPr b="0" i="0" sz="2400" u="none" cap="none" strike="noStrike">
              <a:solidFill>
                <a:srgbClr val="FF9933"/>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907"/>
                                        </p:tgtEl>
                                        <p:attrNameLst>
                                          <p:attrName>style.visibility</p:attrName>
                                        </p:attrNameLst>
                                      </p:cBhvr>
                                      <p:to>
                                        <p:strVal val="visible"/>
                                      </p:to>
                                    </p:set>
                                    <p:anim calcmode="lin" valueType="num">
                                      <p:cBhvr additive="base">
                                        <p:cTn dur="1000"/>
                                        <p:tgtEl>
                                          <p:spTgt spid="90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55"/>
          <p:cNvSpPr txBox="1"/>
          <p:nvPr>
            <p:ph type="title"/>
          </p:nvPr>
        </p:nvSpPr>
        <p:spPr>
          <a:xfrm>
            <a:off x="1541780" y="362804"/>
            <a:ext cx="10058400" cy="968440"/>
          </a:xfrm>
          <a:prstGeom prst="rect">
            <a:avLst/>
          </a:prstGeom>
          <a:noFill/>
          <a:ln>
            <a:noFill/>
          </a:ln>
        </p:spPr>
        <p:txBody>
          <a:bodyPr anchorCtr="0" anchor="b" bIns="45700" lIns="91425" spcFirstLastPara="1" rIns="91425" wrap="square" tIns="45700">
            <a:normAutofit/>
          </a:bodyPr>
          <a:lstStyle/>
          <a:p>
            <a:pPr indent="0" lvl="0" marL="0" rtl="0" algn="l">
              <a:lnSpc>
                <a:spcPct val="110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References</a:t>
            </a:r>
            <a:endParaRPr>
              <a:solidFill>
                <a:srgbClr val="00B050"/>
              </a:solidFill>
              <a:latin typeface="Times New Roman"/>
              <a:ea typeface="Times New Roman"/>
              <a:cs typeface="Times New Roman"/>
              <a:sym typeface="Times New Roman"/>
            </a:endParaRPr>
          </a:p>
        </p:txBody>
      </p:sp>
      <p:sp>
        <p:nvSpPr>
          <p:cNvPr id="915" name="Google Shape;915;p55"/>
          <p:cNvSpPr txBox="1"/>
          <p:nvPr>
            <p:ph idx="1" type="body"/>
          </p:nvPr>
        </p:nvSpPr>
        <p:spPr>
          <a:xfrm>
            <a:off x="995680" y="1816101"/>
            <a:ext cx="10216803" cy="4539828"/>
          </a:xfrm>
          <a:prstGeom prst="rect">
            <a:avLst/>
          </a:prstGeom>
          <a:noFill/>
          <a:ln>
            <a:noFill/>
          </a:ln>
        </p:spPr>
        <p:txBody>
          <a:bodyPr anchorCtr="0" anchor="t" bIns="45700" lIns="0" spcFirstLastPara="1" rIns="0" wrap="square" tIns="45700">
            <a:noAutofit/>
          </a:bodyPr>
          <a:lstStyle/>
          <a:p>
            <a:pPr indent="0" lvl="0" marL="91440" rtl="0" algn="l">
              <a:lnSpc>
                <a:spcPct val="110000"/>
              </a:lnSpc>
              <a:spcBef>
                <a:spcPts val="0"/>
              </a:spcBef>
              <a:spcAft>
                <a:spcPts val="0"/>
              </a:spcAft>
              <a:buSzPts val="3200"/>
              <a:buFont typeface="Noto Sans Symbols"/>
              <a:buNone/>
            </a:pPr>
            <a:r>
              <a:t/>
            </a:r>
            <a:endParaRPr sz="3200">
              <a:solidFill>
                <a:srgbClr val="00B050"/>
              </a:solidFill>
              <a:latin typeface="Times New Roman"/>
              <a:ea typeface="Times New Roman"/>
              <a:cs typeface="Times New Roman"/>
              <a:sym typeface="Times New Roman"/>
            </a:endParaRPr>
          </a:p>
          <a:p>
            <a:pPr indent="-457200" lvl="0" marL="457200" rtl="0" algn="l">
              <a:lnSpc>
                <a:spcPct val="90000"/>
              </a:lnSpc>
              <a:spcBef>
                <a:spcPts val="1400"/>
              </a:spcBef>
              <a:spcAft>
                <a:spcPts val="0"/>
              </a:spcAft>
              <a:buSzPts val="2400"/>
              <a:buFont typeface="Calibri"/>
              <a:buAutoNum type="arabicPeriod"/>
            </a:pPr>
            <a:r>
              <a:rPr lang="en-US" sz="2400"/>
              <a:t>Thomas H Cormen and Charles E.L Leiserson, "Introduction to Algorithm" PHI Third Edition</a:t>
            </a:r>
            <a:endParaRPr sz="2400"/>
          </a:p>
          <a:p>
            <a:pPr indent="-457200" lvl="0" marL="457200" rtl="0" algn="l">
              <a:lnSpc>
                <a:spcPct val="90000"/>
              </a:lnSpc>
              <a:spcBef>
                <a:spcPts val="1400"/>
              </a:spcBef>
              <a:spcAft>
                <a:spcPts val="0"/>
              </a:spcAft>
              <a:buSzPts val="2400"/>
              <a:buFont typeface="Calibri"/>
              <a:buAutoNum type="arabicPeriod"/>
            </a:pPr>
            <a:r>
              <a:rPr lang="en-US" sz="2400"/>
              <a:t>Horowitz and Sahani, "Fundamentals of Computer Algorithms", 2ND Edition. University Press, ISBN: 978 81 7371 6126, 81 7371 61262.</a:t>
            </a:r>
            <a:endParaRPr sz="2400"/>
          </a:p>
          <a:p>
            <a:pPr indent="0" lvl="0" marL="91440" rtl="0" algn="l">
              <a:lnSpc>
                <a:spcPct val="90000"/>
              </a:lnSpc>
              <a:spcBef>
                <a:spcPts val="1400"/>
              </a:spcBef>
              <a:spcAft>
                <a:spcPts val="0"/>
              </a:spcAft>
              <a:buSzPts val="2400"/>
              <a:buNone/>
            </a:pPr>
            <a:r>
              <a:t/>
            </a:r>
            <a:endParaRPr sz="2400">
              <a:solidFill>
                <a:srgbClr val="00B050"/>
              </a:solidFill>
              <a:latin typeface="Times New Roman"/>
              <a:ea typeface="Times New Roman"/>
              <a:cs typeface="Times New Roman"/>
              <a:sym typeface="Times New Roman"/>
            </a:endParaRPr>
          </a:p>
        </p:txBody>
      </p:sp>
      <p:pic>
        <p:nvPicPr>
          <p:cNvPr id="916" name="Google Shape;916;p55"/>
          <p:cNvPicPr preferRelativeResize="0"/>
          <p:nvPr/>
        </p:nvPicPr>
        <p:blipFill rotWithShape="1">
          <a:blip r:embed="rId3">
            <a:alphaModFix/>
          </a:blip>
          <a:srcRect b="0" l="0" r="0" t="0"/>
          <a:stretch/>
        </p:blipFill>
        <p:spPr>
          <a:xfrm>
            <a:off x="195070" y="286604"/>
            <a:ext cx="1269598" cy="114849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g2a4cc99e909_1_8"/>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Unit 2 : Greedy strategy</a:t>
            </a:r>
            <a:endParaRPr/>
          </a:p>
        </p:txBody>
      </p:sp>
      <p:sp>
        <p:nvSpPr>
          <p:cNvPr id="922" name="Google Shape;922;g2a4cc99e909_1_8"/>
          <p:cNvSpPr txBox="1"/>
          <p:nvPr>
            <p:ph idx="1" type="body"/>
          </p:nvPr>
        </p:nvSpPr>
        <p:spPr>
          <a:xfrm>
            <a:off x="1463040" y="1845734"/>
            <a:ext cx="13411200" cy="4023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2400"/>
              <a:buFont typeface="Noto Sans Symbols"/>
              <a:buChar char="■"/>
            </a:pPr>
            <a:r>
              <a:rPr b="0" i="0" lang="en-US" sz="4000" u="none" cap="none" strike="noStrike">
                <a:solidFill>
                  <a:schemeClr val="dk1"/>
                </a:solidFill>
                <a:latin typeface="Times New Roman"/>
                <a:ea typeface="Times New Roman"/>
                <a:cs typeface="Times New Roman"/>
                <a:sym typeface="Times New Roman"/>
              </a:rPr>
              <a:t>Principle, control abstraction </a:t>
            </a:r>
            <a:endParaRPr/>
          </a:p>
          <a:p>
            <a:pPr indent="-342900" lvl="0" marL="342900" marR="0" rtl="0" algn="l">
              <a:lnSpc>
                <a:spcPct val="100000"/>
              </a:lnSpc>
              <a:spcBef>
                <a:spcPts val="800"/>
              </a:spcBef>
              <a:spcAft>
                <a:spcPts val="0"/>
              </a:spcAft>
              <a:buClr>
                <a:schemeClr val="folHlink"/>
              </a:buClr>
              <a:buSzPts val="2400"/>
              <a:buFont typeface="Noto Sans Symbols"/>
              <a:buChar char="■"/>
            </a:pPr>
            <a:r>
              <a:rPr b="0" i="0" lang="en-US" sz="4000" u="none" cap="none" strike="noStrike">
                <a:solidFill>
                  <a:schemeClr val="dk1"/>
                </a:solidFill>
                <a:latin typeface="Times New Roman"/>
                <a:ea typeface="Times New Roman"/>
                <a:cs typeface="Times New Roman"/>
                <a:sym typeface="Times New Roman"/>
              </a:rPr>
              <a:t>Knapsack problem</a:t>
            </a:r>
            <a:endParaRPr/>
          </a:p>
          <a:p>
            <a:pPr indent="-342900" lvl="0" marL="342900" marR="0" rtl="0" algn="l">
              <a:lnSpc>
                <a:spcPct val="100000"/>
              </a:lnSpc>
              <a:spcBef>
                <a:spcPts val="800"/>
              </a:spcBef>
              <a:spcAft>
                <a:spcPts val="0"/>
              </a:spcAft>
              <a:buClr>
                <a:schemeClr val="folHlink"/>
              </a:buClr>
              <a:buSzPts val="2400"/>
              <a:buFont typeface="Noto Sans Symbols"/>
              <a:buChar char="■"/>
            </a:pPr>
            <a:r>
              <a:rPr b="0" i="0" lang="en-US" sz="4000" u="none" cap="none" strike="noStrike">
                <a:solidFill>
                  <a:schemeClr val="dk1"/>
                </a:solidFill>
                <a:latin typeface="Times New Roman"/>
                <a:ea typeface="Times New Roman"/>
                <a:cs typeface="Times New Roman"/>
                <a:sym typeface="Times New Roman"/>
              </a:rPr>
              <a:t>Job sequencing with Deadlines</a:t>
            </a:r>
            <a:endParaRPr/>
          </a:p>
          <a:p>
            <a:pPr indent="-342900" lvl="0" marL="342900" marR="0" rtl="0" algn="l">
              <a:lnSpc>
                <a:spcPct val="100000"/>
              </a:lnSpc>
              <a:spcBef>
                <a:spcPts val="800"/>
              </a:spcBef>
              <a:spcAft>
                <a:spcPts val="0"/>
              </a:spcAft>
              <a:buClr>
                <a:schemeClr val="folHlink"/>
              </a:buClr>
              <a:buSzPts val="2400"/>
              <a:buFont typeface="Noto Sans Symbols"/>
              <a:buChar char="■"/>
            </a:pPr>
            <a:r>
              <a:rPr b="0" i="0" lang="en-US" sz="4000" u="none" cap="none" strike="noStrike">
                <a:solidFill>
                  <a:schemeClr val="dk1"/>
                </a:solidFill>
                <a:latin typeface="Times New Roman"/>
                <a:ea typeface="Times New Roman"/>
                <a:cs typeface="Times New Roman"/>
                <a:sym typeface="Times New Roman"/>
              </a:rPr>
              <a:t>Huffman Encoding</a:t>
            </a:r>
            <a:endParaRPr/>
          </a:p>
        </p:txBody>
      </p:sp>
      <p:sp>
        <p:nvSpPr>
          <p:cNvPr id="923" name="Google Shape;923;g2a4cc99e909_1_8"/>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2a4cc99e909_1_14"/>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933" name="Google Shape;933;g2a4cc99e909_1_14"/>
          <p:cNvSpPr txBox="1"/>
          <p:nvPr/>
        </p:nvSpPr>
        <p:spPr>
          <a:xfrm>
            <a:off x="914400" y="6248400"/>
            <a:ext cx="2540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934" name="Google Shape;934;g2a4cc99e909_1_14"/>
          <p:cNvSpPr txBox="1"/>
          <p:nvPr/>
        </p:nvSpPr>
        <p:spPr>
          <a:xfrm>
            <a:off x="4165600" y="6248400"/>
            <a:ext cx="38607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935" name="Google Shape;935;g2a4cc99e909_1_14"/>
          <p:cNvSpPr txBox="1"/>
          <p:nvPr>
            <p:ph type="title"/>
          </p:nvPr>
        </p:nvSpPr>
        <p:spPr>
          <a:xfrm>
            <a:off x="1625600" y="304800"/>
            <a:ext cx="10390800" cy="7620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Optimization problems</a:t>
            </a:r>
            <a:endParaRPr/>
          </a:p>
        </p:txBody>
      </p:sp>
      <p:sp>
        <p:nvSpPr>
          <p:cNvPr id="936" name="Google Shape;936;g2a4cc99e909_1_14"/>
          <p:cNvSpPr txBox="1"/>
          <p:nvPr>
            <p:ph idx="1" type="body"/>
          </p:nvPr>
        </p:nvSpPr>
        <p:spPr>
          <a:xfrm>
            <a:off x="914400" y="1524000"/>
            <a:ext cx="10363200" cy="4953000"/>
          </a:xfrm>
          <a:prstGeom prst="rect">
            <a:avLst/>
          </a:prstGeom>
          <a:noFill/>
          <a:ln>
            <a:noFill/>
          </a:ln>
        </p:spPr>
        <p:txBody>
          <a:bodyPr anchorCtr="0" anchor="t" bIns="44450" lIns="90475" spcFirstLastPara="1" rIns="90475" wrap="square" tIns="44450">
            <a:noAutofit/>
          </a:bodyPr>
          <a:lstStyle/>
          <a:p>
            <a:pPr indent="-342900" lvl="0" marL="34290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An </a:t>
            </a:r>
            <a:r>
              <a:rPr b="0" i="0" lang="en-US" sz="2800" u="none">
                <a:solidFill>
                  <a:schemeClr val="dk2"/>
                </a:solidFill>
                <a:latin typeface="Times New Roman"/>
                <a:ea typeface="Times New Roman"/>
                <a:cs typeface="Times New Roman"/>
                <a:sym typeface="Times New Roman"/>
              </a:rPr>
              <a:t>optimization problem</a:t>
            </a:r>
            <a:r>
              <a:rPr b="0" i="0" lang="en-US" sz="2800" u="none">
                <a:solidFill>
                  <a:schemeClr val="dk1"/>
                </a:solidFill>
                <a:latin typeface="Times New Roman"/>
                <a:ea typeface="Times New Roman"/>
                <a:cs typeface="Times New Roman"/>
                <a:sym typeface="Times New Roman"/>
              </a:rPr>
              <a:t> is one in which you want to find, not just </a:t>
            </a:r>
            <a:r>
              <a:rPr b="0" i="1" lang="en-US" sz="2800" u="none">
                <a:solidFill>
                  <a:schemeClr val="dk1"/>
                </a:solidFill>
                <a:latin typeface="Times New Roman"/>
                <a:ea typeface="Times New Roman"/>
                <a:cs typeface="Times New Roman"/>
                <a:sym typeface="Times New Roman"/>
              </a:rPr>
              <a:t>a</a:t>
            </a:r>
            <a:r>
              <a:rPr b="0" i="0" lang="en-US" sz="2800" u="none">
                <a:solidFill>
                  <a:schemeClr val="dk1"/>
                </a:solidFill>
                <a:latin typeface="Times New Roman"/>
                <a:ea typeface="Times New Roman"/>
                <a:cs typeface="Times New Roman"/>
                <a:sym typeface="Times New Roman"/>
              </a:rPr>
              <a:t> solution, but the </a:t>
            </a:r>
            <a:r>
              <a:rPr b="0" i="1" lang="en-US" sz="2800" u="none">
                <a:solidFill>
                  <a:schemeClr val="dk1"/>
                </a:solidFill>
                <a:latin typeface="Times New Roman"/>
                <a:ea typeface="Times New Roman"/>
                <a:cs typeface="Times New Roman"/>
                <a:sym typeface="Times New Roman"/>
              </a:rPr>
              <a:t>best</a:t>
            </a:r>
            <a:r>
              <a:rPr b="0" i="0" lang="en-US" sz="2800" u="none">
                <a:solidFill>
                  <a:schemeClr val="dk1"/>
                </a:solidFill>
                <a:latin typeface="Times New Roman"/>
                <a:ea typeface="Times New Roman"/>
                <a:cs typeface="Times New Roman"/>
                <a:sym typeface="Times New Roman"/>
              </a:rPr>
              <a:t> solution</a:t>
            </a:r>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A “greedy algorithm” sometimes works well for optimization problems</a:t>
            </a:r>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A </a:t>
            </a:r>
            <a:r>
              <a:rPr b="0" i="0" lang="en-US" sz="2800" u="none">
                <a:solidFill>
                  <a:schemeClr val="dk2"/>
                </a:solidFill>
                <a:latin typeface="Times New Roman"/>
                <a:ea typeface="Times New Roman"/>
                <a:cs typeface="Times New Roman"/>
                <a:sym typeface="Times New Roman"/>
              </a:rPr>
              <a:t>greedy algorithm</a:t>
            </a:r>
            <a:r>
              <a:rPr b="0" i="0" lang="en-US" sz="2800" u="none">
                <a:solidFill>
                  <a:schemeClr val="dk1"/>
                </a:solidFill>
                <a:latin typeface="Times New Roman"/>
                <a:ea typeface="Times New Roman"/>
                <a:cs typeface="Times New Roman"/>
                <a:sym typeface="Times New Roman"/>
              </a:rPr>
              <a:t> works in phases. At each phase:</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imes New Roman"/>
                <a:ea typeface="Times New Roman"/>
                <a:cs typeface="Times New Roman"/>
                <a:sym typeface="Times New Roman"/>
              </a:rPr>
              <a:t>You take the best you can get right now, without regard for future consequences</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imes New Roman"/>
                <a:ea typeface="Times New Roman"/>
                <a:cs typeface="Times New Roman"/>
                <a:sym typeface="Times New Roman"/>
              </a:rPr>
              <a:t>You hope that by choosing a </a:t>
            </a:r>
            <a:r>
              <a:rPr b="0" i="1" lang="en-US" sz="2400" u="none">
                <a:solidFill>
                  <a:schemeClr val="dk1"/>
                </a:solidFill>
                <a:latin typeface="Times New Roman"/>
                <a:ea typeface="Times New Roman"/>
                <a:cs typeface="Times New Roman"/>
                <a:sym typeface="Times New Roman"/>
              </a:rPr>
              <a:t>local</a:t>
            </a:r>
            <a:r>
              <a:rPr b="0" i="0" lang="en-US" sz="2400" u="none">
                <a:solidFill>
                  <a:schemeClr val="dk1"/>
                </a:solidFill>
                <a:latin typeface="Times New Roman"/>
                <a:ea typeface="Times New Roman"/>
                <a:cs typeface="Times New Roman"/>
                <a:sym typeface="Times New Roman"/>
              </a:rPr>
              <a:t> optimum at each step, you will end up at a </a:t>
            </a:r>
            <a:r>
              <a:rPr b="0" i="1" lang="en-US" sz="2400" u="none">
                <a:solidFill>
                  <a:schemeClr val="dk1"/>
                </a:solidFill>
                <a:latin typeface="Times New Roman"/>
                <a:ea typeface="Times New Roman"/>
                <a:cs typeface="Times New Roman"/>
                <a:sym typeface="Times New Roman"/>
              </a:rPr>
              <a:t>global</a:t>
            </a:r>
            <a:r>
              <a:rPr b="0" i="0" lang="en-US" sz="2400" u="none">
                <a:solidFill>
                  <a:schemeClr val="dk1"/>
                </a:solidFill>
                <a:latin typeface="Times New Roman"/>
                <a:ea typeface="Times New Roman"/>
                <a:cs typeface="Times New Roman"/>
                <a:sym typeface="Times New Roman"/>
              </a:rPr>
              <a:t> optimum</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g2a4cc99e909_1_26"/>
          <p:cNvSpPr txBox="1"/>
          <p:nvPr>
            <p:ph type="title"/>
          </p:nvPr>
        </p:nvSpPr>
        <p:spPr>
          <a:xfrm>
            <a:off x="1625600" y="-152400"/>
            <a:ext cx="109728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Introduction : Greedy Method</a:t>
            </a:r>
            <a:endParaRPr/>
          </a:p>
        </p:txBody>
      </p:sp>
      <p:sp>
        <p:nvSpPr>
          <p:cNvPr id="942" name="Google Shape;942;g2a4cc99e909_1_26"/>
          <p:cNvSpPr txBox="1"/>
          <p:nvPr>
            <p:ph idx="1" type="body"/>
          </p:nvPr>
        </p:nvSpPr>
        <p:spPr>
          <a:xfrm>
            <a:off x="609600" y="1295400"/>
            <a:ext cx="10972800" cy="5562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20000"/>
              </a:lnSpc>
              <a:spcBef>
                <a:spcPts val="0"/>
              </a:spcBef>
              <a:spcAft>
                <a:spcPts val="0"/>
              </a:spcAft>
              <a:buClr>
                <a:schemeClr val="folHlink"/>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A </a:t>
            </a:r>
            <a:r>
              <a:rPr b="0" i="0" lang="en-US" sz="2800" u="none" cap="none" strike="noStrike">
                <a:solidFill>
                  <a:srgbClr val="FF0000"/>
                </a:solidFill>
                <a:latin typeface="Times New Roman"/>
                <a:ea typeface="Times New Roman"/>
                <a:cs typeface="Times New Roman"/>
                <a:sym typeface="Times New Roman"/>
              </a:rPr>
              <a:t>greedy algorithm </a:t>
            </a:r>
            <a:r>
              <a:rPr b="0" i="0" lang="en-US" sz="2800" u="none" cap="none" strike="noStrike">
                <a:solidFill>
                  <a:schemeClr val="dk1"/>
                </a:solidFill>
                <a:latin typeface="Times New Roman"/>
                <a:ea typeface="Times New Roman"/>
                <a:cs typeface="Times New Roman"/>
                <a:sym typeface="Times New Roman"/>
              </a:rPr>
              <a:t>for an optimization problem always makes  the choice that </a:t>
            </a:r>
            <a:r>
              <a:rPr b="0" i="0" lang="en-US" sz="2800" u="none" cap="none" strike="noStrike">
                <a:solidFill>
                  <a:srgbClr val="0000FF"/>
                </a:solidFill>
                <a:latin typeface="Times New Roman"/>
                <a:ea typeface="Times New Roman"/>
                <a:cs typeface="Times New Roman"/>
                <a:sym typeface="Times New Roman"/>
              </a:rPr>
              <a:t>looks best at the moment </a:t>
            </a:r>
            <a:r>
              <a:rPr b="0" i="0" lang="en-US" sz="2800" u="none" cap="none" strike="noStrike">
                <a:solidFill>
                  <a:schemeClr val="dk1"/>
                </a:solidFill>
                <a:latin typeface="Times New Roman"/>
                <a:ea typeface="Times New Roman"/>
                <a:cs typeface="Times New Roman"/>
                <a:sym typeface="Times New Roman"/>
              </a:rPr>
              <a:t>and adds it to the  current subsolution.</a:t>
            </a:r>
            <a:endParaRPr/>
          </a:p>
          <a:p>
            <a:pPr indent="-236220" lvl="0" marL="342900" marR="0" rtl="0" algn="l">
              <a:lnSpc>
                <a:spcPct val="120000"/>
              </a:lnSpc>
              <a:spcBef>
                <a:spcPts val="560"/>
              </a:spcBef>
              <a:spcAft>
                <a:spcPts val="0"/>
              </a:spcAft>
              <a:buClr>
                <a:schemeClr val="folHlink"/>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300"/>
              </a:spcBef>
              <a:spcAft>
                <a:spcPts val="0"/>
              </a:spcAft>
              <a:buClr>
                <a:schemeClr val="folHlink"/>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Final output is an optimal solution.</a:t>
            </a:r>
            <a:endParaRPr/>
          </a:p>
          <a:p>
            <a:pPr indent="-236220" lvl="0" marL="342900" marR="0" rtl="0" algn="l">
              <a:lnSpc>
                <a:spcPct val="100000"/>
              </a:lnSpc>
              <a:spcBef>
                <a:spcPts val="300"/>
              </a:spcBef>
              <a:spcAft>
                <a:spcPts val="0"/>
              </a:spcAft>
              <a:buClr>
                <a:schemeClr val="folHlink"/>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42900" lvl="0" marL="342900" marR="0" rtl="0" algn="l">
              <a:lnSpc>
                <a:spcPct val="103000"/>
              </a:lnSpc>
              <a:spcBef>
                <a:spcPts val="300"/>
              </a:spcBef>
              <a:spcAft>
                <a:spcPts val="0"/>
              </a:spcAft>
              <a:buClr>
                <a:schemeClr val="folHlink"/>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Greedy algorithms don’t always yield optimal solutions but,  when they do, they’re usually the simplest and most efficient  algorithms available.</a:t>
            </a:r>
            <a:endParaRPr/>
          </a:p>
          <a:p>
            <a:pPr indent="-198120" lvl="0" marL="342900" marR="0" rtl="0" algn="l">
              <a:lnSpc>
                <a:spcPct val="120000"/>
              </a:lnSpc>
              <a:spcBef>
                <a:spcPts val="760"/>
              </a:spcBef>
              <a:spcAft>
                <a:spcPts val="0"/>
              </a:spcAft>
              <a:buClr>
                <a:schemeClr val="folHlink"/>
              </a:buClr>
              <a:buSzPts val="2280"/>
              <a:buFont typeface="Noto Sans Symbols"/>
              <a:buNone/>
            </a:pPr>
            <a:r>
              <a:t/>
            </a:r>
            <a:endParaRPr b="0" i="0" sz="3800" u="none" cap="none" strike="noStrike">
              <a:solidFill>
                <a:schemeClr val="dk1"/>
              </a:solidFill>
              <a:latin typeface="Times New Roman"/>
              <a:ea typeface="Times New Roman"/>
              <a:cs typeface="Times New Roman"/>
              <a:sym typeface="Times New Roman"/>
            </a:endParaRPr>
          </a:p>
          <a:p>
            <a:pPr indent="-198120" lvl="0" marL="342900" marR="0" rtl="0" algn="l">
              <a:spcBef>
                <a:spcPts val="760"/>
              </a:spcBef>
              <a:spcAft>
                <a:spcPts val="0"/>
              </a:spcAft>
              <a:buClr>
                <a:schemeClr val="folHlink"/>
              </a:buClr>
              <a:buSzPts val="2280"/>
              <a:buFont typeface="Noto Sans Symbols"/>
              <a:buNone/>
            </a:pPr>
            <a:r>
              <a:t/>
            </a:r>
            <a:endParaRPr b="0" i="0" sz="3800" u="none">
              <a:solidFill>
                <a:schemeClr val="dk1"/>
              </a:solidFill>
              <a:latin typeface="Times New Roman"/>
              <a:ea typeface="Times New Roman"/>
              <a:cs typeface="Times New Roman"/>
              <a:sym typeface="Times New Roman"/>
            </a:endParaRPr>
          </a:p>
        </p:txBody>
      </p:sp>
      <p:sp>
        <p:nvSpPr>
          <p:cNvPr id="943" name="Google Shape;943;g2a4cc99e909_1_26"/>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g2a4cc99e909_1_32"/>
          <p:cNvSpPr txBox="1"/>
          <p:nvPr>
            <p:ph idx="1" type="body"/>
          </p:nvPr>
        </p:nvSpPr>
        <p:spPr>
          <a:xfrm>
            <a:off x="479073" y="1905375"/>
            <a:ext cx="10960800" cy="4023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It is used to solve problems that have ‘n’ inputs and require us to obtain a subset that </a:t>
            </a:r>
            <a:r>
              <a:rPr b="1" i="0" lang="en-US" sz="2800" u="none">
                <a:solidFill>
                  <a:schemeClr val="dk1"/>
                </a:solidFill>
                <a:latin typeface="Times New Roman"/>
                <a:ea typeface="Times New Roman"/>
                <a:cs typeface="Times New Roman"/>
                <a:sym typeface="Times New Roman"/>
              </a:rPr>
              <a:t>satisfies some constraints</a:t>
            </a:r>
            <a:r>
              <a:rPr b="0" i="0" lang="en-US" sz="28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Any subset that satisfied the constraints is called as a </a:t>
            </a:r>
            <a:r>
              <a:rPr b="1" i="0" lang="en-US" sz="2800" u="none">
                <a:solidFill>
                  <a:schemeClr val="dk1"/>
                </a:solidFill>
                <a:latin typeface="Times New Roman"/>
                <a:ea typeface="Times New Roman"/>
                <a:cs typeface="Times New Roman"/>
                <a:sym typeface="Times New Roman"/>
              </a:rPr>
              <a:t>feasible</a:t>
            </a:r>
            <a:r>
              <a:rPr b="0" i="0" lang="en-US" sz="2800" u="none">
                <a:solidFill>
                  <a:schemeClr val="dk1"/>
                </a:solidFill>
                <a:latin typeface="Times New Roman"/>
                <a:ea typeface="Times New Roman"/>
                <a:cs typeface="Times New Roman"/>
                <a:sym typeface="Times New Roman"/>
              </a:rPr>
              <a:t> solution. </a:t>
            </a:r>
            <a:endParaRPr/>
          </a:p>
          <a:p>
            <a:pPr indent="-342900" lvl="0" marL="342900" marR="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We need to find the optimum feasible solution i.e. the feasible solution that optimizes the given </a:t>
            </a:r>
            <a:r>
              <a:rPr b="1" i="0" lang="en-US" sz="2800" u="none">
                <a:solidFill>
                  <a:schemeClr val="dk1"/>
                </a:solidFill>
                <a:latin typeface="Times New Roman"/>
                <a:ea typeface="Times New Roman"/>
                <a:cs typeface="Times New Roman"/>
                <a:sym typeface="Times New Roman"/>
              </a:rPr>
              <a:t>objective functions</a:t>
            </a:r>
            <a:r>
              <a:rPr b="0" i="0" lang="en-US" sz="2800" u="none">
                <a:solidFill>
                  <a:schemeClr val="dk1"/>
                </a:solidFill>
                <a:latin typeface="Times New Roman"/>
                <a:ea typeface="Times New Roman"/>
                <a:cs typeface="Times New Roman"/>
                <a:sym typeface="Times New Roman"/>
              </a:rPr>
              <a:t>.</a:t>
            </a:r>
            <a:endParaRPr/>
          </a:p>
          <a:p>
            <a:pPr indent="-342900" lvl="0" marL="342900" marR="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It works in stages. At each stage, At each stage a decision is made regarding weather or particular input is in the optimum solution.</a:t>
            </a:r>
            <a:endParaRPr/>
          </a:p>
          <a:p>
            <a:pPr indent="-236220" lvl="0" marL="342900" marR="0" rtl="0" algn="l">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sp>
        <p:nvSpPr>
          <p:cNvPr id="949" name="Google Shape;949;g2a4cc99e909_1_32"/>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950" name="Google Shape;950;g2a4cc99e909_1_32"/>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Introduction : Greedy Method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g2a4cc99e909_1_38"/>
          <p:cNvSpPr txBox="1"/>
          <p:nvPr>
            <p:ph idx="1" type="body"/>
          </p:nvPr>
        </p:nvSpPr>
        <p:spPr>
          <a:xfrm>
            <a:off x="508000" y="1143000"/>
            <a:ext cx="11432100" cy="4761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The greedy method suggests that one can divide the algorithm that works in stages. Considering one input at a time. </a:t>
            </a:r>
            <a:endParaRPr/>
          </a:p>
          <a:p>
            <a:pPr indent="-342900" lvl="0" marL="342900" marR="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At each stage a decision is made regarding weather or particular input is in the optimum solution.</a:t>
            </a:r>
            <a:endParaRPr/>
          </a:p>
          <a:p>
            <a:pPr indent="-342900" lvl="0" marL="342900" marR="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 For this purpose all the inputs must be arranged </a:t>
            </a:r>
            <a:r>
              <a:rPr b="1" i="0" lang="en-US" sz="2800" u="none">
                <a:solidFill>
                  <a:schemeClr val="dk1"/>
                </a:solidFill>
                <a:latin typeface="Times New Roman"/>
                <a:ea typeface="Times New Roman"/>
                <a:cs typeface="Times New Roman"/>
                <a:sym typeface="Times New Roman"/>
              </a:rPr>
              <a:t>in a particular order by using a selection process</a:t>
            </a:r>
            <a:r>
              <a:rPr b="0" i="0" lang="en-US" sz="2800" u="none">
                <a:solidFill>
                  <a:schemeClr val="dk1"/>
                </a:solidFill>
                <a:latin typeface="Times New Roman"/>
                <a:ea typeface="Times New Roman"/>
                <a:cs typeface="Times New Roman"/>
                <a:sym typeface="Times New Roman"/>
              </a:rPr>
              <a:t>.</a:t>
            </a:r>
            <a:endParaRPr/>
          </a:p>
          <a:p>
            <a:pPr indent="-342900" lvl="0" marL="342900" marR="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 If the inclusion of next input in to the partially constructed solution will result in an infeasible solution then the input will not be considered and will not be added to partially constructed set otherwise it is added.</a:t>
            </a:r>
            <a:endParaRPr/>
          </a:p>
          <a:p>
            <a:pPr indent="-342900" lvl="0" marL="342900" marR="0" rtl="0" algn="l">
              <a:lnSpc>
                <a:spcPct val="100000"/>
              </a:lnSpc>
              <a:spcBef>
                <a:spcPts val="560"/>
              </a:spcBef>
              <a:spcAft>
                <a:spcPts val="0"/>
              </a:spcAft>
              <a:buClr>
                <a:schemeClr val="folHlink"/>
              </a:buClr>
              <a:buSzPts val="1680"/>
              <a:buFont typeface="Noto Sans Symbols"/>
              <a:buChar char="■"/>
            </a:pPr>
            <a:r>
              <a:rPr b="0" i="0" lang="en-US" sz="2800" u="none">
                <a:solidFill>
                  <a:srgbClr val="0000FF"/>
                </a:solidFill>
                <a:latin typeface="Times New Roman"/>
                <a:ea typeface="Times New Roman"/>
                <a:cs typeface="Times New Roman"/>
                <a:sym typeface="Times New Roman"/>
              </a:rPr>
              <a:t>CHANGE-MAKING PROBLEM (coin changing)</a:t>
            </a:r>
            <a:endParaRPr/>
          </a:p>
          <a:p>
            <a:pPr indent="-236220" lvl="0" marL="342900" marR="0" rtl="0" algn="l">
              <a:lnSpc>
                <a:spcPct val="10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36220" lvl="0" marL="342900" marR="0" rtl="0" algn="l">
              <a:lnSpc>
                <a:spcPct val="10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36220" lvl="0" marL="342900" marR="0" rtl="0" algn="l">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sp>
        <p:nvSpPr>
          <p:cNvPr id="956" name="Google Shape;956;g2a4cc99e909_1_38"/>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957" name="Google Shape;957;g2a4cc99e909_1_38"/>
          <p:cNvSpPr txBox="1"/>
          <p:nvPr>
            <p:ph type="title"/>
          </p:nvPr>
        </p:nvSpPr>
        <p:spPr>
          <a:xfrm>
            <a:off x="826915" y="-307797"/>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Introduction : Greedy Method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2a4cc99e909_1_44"/>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963" name="Google Shape;963;g2a4cc99e909_1_44"/>
          <p:cNvSpPr txBox="1"/>
          <p:nvPr/>
        </p:nvSpPr>
        <p:spPr>
          <a:xfrm>
            <a:off x="914400" y="228600"/>
            <a:ext cx="10363200" cy="762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Times New Roman"/>
              <a:buNone/>
            </a:pPr>
            <a:r>
              <a:rPr b="1" i="0" lang="en-US" sz="4000" u="none">
                <a:solidFill>
                  <a:srgbClr val="993300"/>
                </a:solidFill>
                <a:latin typeface="Times New Roman"/>
                <a:ea typeface="Times New Roman"/>
                <a:cs typeface="Times New Roman"/>
                <a:sym typeface="Times New Roman"/>
              </a:rPr>
              <a:t>Coin Changing</a:t>
            </a:r>
            <a:endParaRPr/>
          </a:p>
        </p:txBody>
      </p:sp>
      <p:sp>
        <p:nvSpPr>
          <p:cNvPr id="964" name="Google Shape;964;g2a4cc99e909_1_44"/>
          <p:cNvSpPr txBox="1"/>
          <p:nvPr/>
        </p:nvSpPr>
        <p:spPr>
          <a:xfrm>
            <a:off x="6728800" y="2719050"/>
            <a:ext cx="4548900" cy="3606900"/>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A Greedy Algorithm for </a:t>
            </a:r>
            <a:endParaRPr/>
          </a:p>
          <a:p>
            <a:pPr indent="0" lvl="0" marL="0" marR="0" rtl="0" algn="ctr">
              <a:lnSpc>
                <a:spcPct val="40000"/>
              </a:lnSpc>
              <a:spcBef>
                <a:spcPts val="100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Coin Changing</a:t>
            </a:r>
            <a:endParaRPr/>
          </a:p>
          <a:p>
            <a:pPr indent="0" lvl="0" marL="0" marR="0" rtl="0" algn="ctr">
              <a:lnSpc>
                <a:spcPct val="40000"/>
              </a:lnSpc>
              <a:spcBef>
                <a:spcPts val="1000"/>
              </a:spcBef>
              <a:spcAft>
                <a:spcPts val="0"/>
              </a:spcAft>
              <a:buClr>
                <a:schemeClr val="dk1"/>
              </a:buClr>
              <a:buSzPts val="2000"/>
              <a:buFont typeface="Time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4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1. Set remval=initial_value</a:t>
            </a:r>
            <a:endParaRPr/>
          </a:p>
          <a:p>
            <a:pPr indent="0" lvl="0" marL="0" marR="0" rtl="0" algn="l">
              <a:lnSpc>
                <a:spcPct val="40000"/>
              </a:lnSpc>
              <a:spcBef>
                <a:spcPts val="1000"/>
              </a:spcBef>
              <a:spcAft>
                <a:spcPts val="0"/>
              </a:spcAft>
              <a:buClr>
                <a:schemeClr val="dk1"/>
              </a:buClr>
              <a:buSzPts val="2000"/>
              <a:buFont typeface="Time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4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2. Choose largest coin that </a:t>
            </a:r>
            <a:endParaRPr/>
          </a:p>
          <a:p>
            <a:pPr indent="0" lvl="0" marL="0" marR="0" rtl="0" algn="l">
              <a:lnSpc>
                <a:spcPct val="4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    is less than remval.</a:t>
            </a:r>
            <a:endParaRPr/>
          </a:p>
          <a:p>
            <a:pPr indent="0" lvl="0" marL="0" marR="0" rtl="0" algn="l">
              <a:lnSpc>
                <a:spcPct val="40000"/>
              </a:lnSpc>
              <a:spcBef>
                <a:spcPts val="1000"/>
              </a:spcBef>
              <a:spcAft>
                <a:spcPts val="0"/>
              </a:spcAft>
              <a:buClr>
                <a:schemeClr val="dk1"/>
              </a:buClr>
              <a:buSzPts val="2000"/>
              <a:buFont typeface="Time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4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3. Add coin to set of coins </a:t>
            </a:r>
            <a:endParaRPr/>
          </a:p>
          <a:p>
            <a:pPr indent="0" lvl="0" marL="0" marR="0" rtl="0" algn="l">
              <a:lnSpc>
                <a:spcPct val="4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   and set  </a:t>
            </a:r>
            <a:endParaRPr/>
          </a:p>
          <a:p>
            <a:pPr indent="0" lvl="0" marL="0" marR="0" rtl="0" algn="l">
              <a:lnSpc>
                <a:spcPct val="4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   remval:=revamal-coin_value</a:t>
            </a:r>
            <a:endParaRPr/>
          </a:p>
          <a:p>
            <a:pPr indent="0" lvl="0" marL="0" marR="0" rtl="0" algn="l">
              <a:lnSpc>
                <a:spcPct val="40000"/>
              </a:lnSpc>
              <a:spcBef>
                <a:spcPts val="1000"/>
              </a:spcBef>
              <a:spcAft>
                <a:spcPts val="0"/>
              </a:spcAft>
              <a:buClr>
                <a:schemeClr val="dk1"/>
              </a:buClr>
              <a:buSzPts val="2000"/>
              <a:buFont typeface="Times"/>
              <a:buNone/>
            </a:pPr>
            <a:r>
              <a:t/>
            </a:r>
            <a:endParaRPr b="0" i="0" sz="2000" u="none">
              <a:solidFill>
                <a:schemeClr val="dk1"/>
              </a:solidFill>
              <a:latin typeface="Times New Roman"/>
              <a:ea typeface="Times New Roman"/>
              <a:cs typeface="Times New Roman"/>
              <a:sym typeface="Times New Roman"/>
            </a:endParaRPr>
          </a:p>
          <a:p>
            <a:pPr indent="0" lvl="0" marL="0" marR="0" rtl="0" algn="l">
              <a:lnSpc>
                <a:spcPct val="4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4. repeat Steps 2 and 3  </a:t>
            </a:r>
            <a:endParaRPr/>
          </a:p>
          <a:p>
            <a:pPr indent="0" lvl="0" marL="0" marR="0" rtl="0" algn="l">
              <a:lnSpc>
                <a:spcPct val="40000"/>
              </a:lnSpc>
              <a:spcBef>
                <a:spcPts val="10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    until remval = 0;</a:t>
            </a:r>
            <a:endParaRPr/>
          </a:p>
        </p:txBody>
      </p:sp>
      <p:pic>
        <p:nvPicPr>
          <p:cNvPr id="965" name="Google Shape;965;g2a4cc99e909_1_44"/>
          <p:cNvPicPr preferRelativeResize="0"/>
          <p:nvPr/>
        </p:nvPicPr>
        <p:blipFill>
          <a:blip r:embed="rId3">
            <a:alphaModFix/>
          </a:blip>
          <a:stretch>
            <a:fillRect/>
          </a:stretch>
        </p:blipFill>
        <p:spPr>
          <a:xfrm>
            <a:off x="1006150" y="3116148"/>
            <a:ext cx="4752975" cy="3125625"/>
          </a:xfrm>
          <a:prstGeom prst="rect">
            <a:avLst/>
          </a:prstGeom>
          <a:noFill/>
          <a:ln>
            <a:noFill/>
          </a:ln>
        </p:spPr>
      </p:pic>
      <p:sp>
        <p:nvSpPr>
          <p:cNvPr id="966" name="Google Shape;966;g2a4cc99e909_1_44"/>
          <p:cNvSpPr txBox="1"/>
          <p:nvPr/>
        </p:nvSpPr>
        <p:spPr>
          <a:xfrm>
            <a:off x="863600" y="1151363"/>
            <a:ext cx="11074500" cy="205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An optimal solution to the coin changing problem is the minimum number of coins whose total value equals a specified amount.  For example what is the minimum number of coins (current U.S. mint) needed to total 83 cents.</a:t>
            </a:r>
            <a:endParaRPr/>
          </a:p>
          <a:p>
            <a:pPr indent="0" lvl="0" marL="0" marR="0" rtl="0" algn="l">
              <a:lnSpc>
                <a:spcPct val="90000"/>
              </a:lnSpc>
              <a:spcBef>
                <a:spcPts val="0"/>
              </a:spcBef>
              <a:spcAft>
                <a:spcPts val="0"/>
              </a:spcAft>
              <a:buClr>
                <a:schemeClr val="dk2"/>
              </a:buClr>
              <a:buSzPts val="2400"/>
              <a:buFont typeface="Times New Roman"/>
              <a:buNone/>
            </a:pPr>
            <a:r>
              <a:rPr b="1" i="0" lang="en-US" sz="2400" u="none">
                <a:solidFill>
                  <a:schemeClr val="dk2"/>
                </a:solidFill>
                <a:latin typeface="Times New Roman"/>
                <a:ea typeface="Times New Roman"/>
                <a:cs typeface="Times New Roman"/>
                <a:sym typeface="Times New Roman"/>
              </a:rPr>
              <a:t>Objective function</a:t>
            </a:r>
            <a:r>
              <a:rPr b="0" i="0" lang="en-US" sz="2400" u="none">
                <a:solidFill>
                  <a:schemeClr val="dk2"/>
                </a:solidFill>
                <a:latin typeface="Times New Roman"/>
                <a:ea typeface="Times New Roman"/>
                <a:cs typeface="Times New Roman"/>
                <a:sym typeface="Times New Roman"/>
              </a:rPr>
              <a:t>:</a:t>
            </a:r>
            <a:r>
              <a:rPr b="0" i="0" lang="en-US" sz="2400" u="none">
                <a:solidFill>
                  <a:schemeClr val="dk1"/>
                </a:solidFill>
                <a:latin typeface="Times New Roman"/>
                <a:ea typeface="Times New Roman"/>
                <a:cs typeface="Times New Roman"/>
                <a:sym typeface="Times New Roman"/>
              </a:rPr>
              <a:t> Minimize number of coins returned.</a:t>
            </a:r>
            <a:endParaRPr/>
          </a:p>
          <a:p>
            <a:pPr indent="0" lvl="0" marL="0" marR="0" rtl="0" algn="l">
              <a:lnSpc>
                <a:spcPct val="90000"/>
              </a:lnSpc>
              <a:spcBef>
                <a:spcPts val="0"/>
              </a:spcBef>
              <a:spcAft>
                <a:spcPts val="0"/>
              </a:spcAft>
              <a:buClr>
                <a:schemeClr val="dk2"/>
              </a:buClr>
              <a:buSzPts val="2400"/>
              <a:buFont typeface="Times New Roman"/>
              <a:buNone/>
            </a:pPr>
            <a:r>
              <a:rPr b="1" i="0" lang="en-US" sz="2400" u="none">
                <a:solidFill>
                  <a:schemeClr val="dk2"/>
                </a:solidFill>
                <a:latin typeface="Times New Roman"/>
                <a:ea typeface="Times New Roman"/>
                <a:cs typeface="Times New Roman"/>
                <a:sym typeface="Times New Roman"/>
              </a:rPr>
              <a:t>Greedy solution:</a:t>
            </a:r>
            <a:r>
              <a:rPr b="0" i="0" lang="en-US" sz="2400" u="none">
                <a:solidFill>
                  <a:schemeClr val="dk1"/>
                </a:solidFill>
                <a:latin typeface="Times New Roman"/>
                <a:ea typeface="Times New Roman"/>
                <a:cs typeface="Times New Roman"/>
                <a:sym typeface="Times New Roman"/>
              </a:rPr>
              <a:t> Always return the largest coin you can</a:t>
            </a:r>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g2a4cc99e909_1_96"/>
          <p:cNvSpPr txBox="1"/>
          <p:nvPr>
            <p:ph idx="1" type="body"/>
          </p:nvPr>
        </p:nvSpPr>
        <p:spPr>
          <a:xfrm>
            <a:off x="609600" y="1447800"/>
            <a:ext cx="10972800" cy="23622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folHlink"/>
              </a:buClr>
              <a:buSzPts val="1200"/>
              <a:buFont typeface="Noto Sans Symbols"/>
              <a:buChar char="■"/>
            </a:pPr>
            <a:r>
              <a:rPr b="1" i="0" lang="en-US" sz="2000" u="sng">
                <a:solidFill>
                  <a:schemeClr val="dk1"/>
                </a:solidFill>
                <a:latin typeface="Times New Roman"/>
                <a:ea typeface="Times New Roman"/>
                <a:cs typeface="Times New Roman"/>
                <a:sym typeface="Times New Roman"/>
              </a:rPr>
              <a:t>Feasible Solution:-</a:t>
            </a:r>
            <a:r>
              <a:rPr b="1" i="0" lang="en-US" sz="2000" u="none">
                <a:solidFill>
                  <a:schemeClr val="dk1"/>
                </a:solidFill>
                <a:latin typeface="Times New Roman"/>
                <a:ea typeface="Times New Roman"/>
                <a:cs typeface="Times New Roman"/>
                <a:sym typeface="Times New Roman"/>
              </a:rPr>
              <a:t> </a:t>
            </a:r>
            <a:endParaRPr b="0" i="0" sz="2000" u="none">
              <a:solidFill>
                <a:schemeClr val="dk1"/>
              </a:solidFill>
              <a:latin typeface="Times New Roman"/>
              <a:ea typeface="Times New Roman"/>
              <a:cs typeface="Times New Roman"/>
              <a:sym typeface="Times New Roman"/>
            </a:endParaRPr>
          </a:p>
          <a:p>
            <a:pPr indent="-342900" lvl="0" marL="342900" marR="0" rtl="0" algn="l">
              <a:lnSpc>
                <a:spcPct val="90000"/>
              </a:lnSpc>
              <a:spcBef>
                <a:spcPts val="400"/>
              </a:spcBef>
              <a:spcAft>
                <a:spcPts val="0"/>
              </a:spcAft>
              <a:buClr>
                <a:schemeClr val="folHlink"/>
              </a:buClr>
              <a:buSzPts val="1200"/>
              <a:buFont typeface="Noto Sans Symbols"/>
              <a:buNone/>
            </a:pPr>
            <a:r>
              <a:rPr b="0" i="0" lang="en-US" sz="2000" u="none">
                <a:solidFill>
                  <a:schemeClr val="dk1"/>
                </a:solidFill>
                <a:latin typeface="Times New Roman"/>
                <a:ea typeface="Times New Roman"/>
                <a:cs typeface="Times New Roman"/>
                <a:sym typeface="Times New Roman"/>
              </a:rPr>
              <a:t>          Any subset of the solutions that satisfies the constraints of the problem is known as a feasible solution.</a:t>
            </a:r>
            <a:endParaRPr/>
          </a:p>
          <a:p>
            <a:pPr indent="-342900" lvl="0" marL="342900" marR="0" rtl="0" algn="l">
              <a:lnSpc>
                <a:spcPct val="90000"/>
              </a:lnSpc>
              <a:spcBef>
                <a:spcPts val="400"/>
              </a:spcBef>
              <a:spcAft>
                <a:spcPts val="0"/>
              </a:spcAft>
              <a:buClr>
                <a:schemeClr val="folHlink"/>
              </a:buClr>
              <a:buSzPts val="1200"/>
              <a:buFont typeface="Noto Sans Symbols"/>
              <a:buChar char="■"/>
            </a:pPr>
            <a:r>
              <a:rPr b="1" i="0" lang="en-US" sz="2000" u="sng">
                <a:solidFill>
                  <a:schemeClr val="dk1"/>
                </a:solidFill>
                <a:latin typeface="Times New Roman"/>
                <a:ea typeface="Times New Roman"/>
                <a:cs typeface="Times New Roman"/>
                <a:sym typeface="Times New Roman"/>
              </a:rPr>
              <a:t>Optimal Solution:-</a:t>
            </a:r>
            <a:endParaRPr b="0" i="0" sz="2000" u="none">
              <a:solidFill>
                <a:schemeClr val="dk1"/>
              </a:solidFill>
              <a:latin typeface="Times New Roman"/>
              <a:ea typeface="Times New Roman"/>
              <a:cs typeface="Times New Roman"/>
              <a:sym typeface="Times New Roman"/>
            </a:endParaRPr>
          </a:p>
          <a:p>
            <a:pPr indent="-342900" lvl="0" marL="342900" marR="0" rtl="0" algn="l">
              <a:lnSpc>
                <a:spcPct val="90000"/>
              </a:lnSpc>
              <a:spcBef>
                <a:spcPts val="400"/>
              </a:spcBef>
              <a:spcAft>
                <a:spcPts val="0"/>
              </a:spcAft>
              <a:buClr>
                <a:schemeClr val="folHlink"/>
              </a:buClr>
              <a:buSzPts val="1200"/>
              <a:buFont typeface="Noto Sans Symbols"/>
              <a:buNone/>
            </a:pPr>
            <a:r>
              <a:rPr b="0" i="0" lang="en-US" sz="2000" u="none">
                <a:solidFill>
                  <a:schemeClr val="dk1"/>
                </a:solidFill>
                <a:latin typeface="Times New Roman"/>
                <a:ea typeface="Times New Roman"/>
                <a:cs typeface="Times New Roman"/>
                <a:sym typeface="Times New Roman"/>
              </a:rPr>
              <a:t>        The feasible solution that maximizes or minimizes the given objective function is an optimal solution. </a:t>
            </a:r>
            <a:endParaRPr/>
          </a:p>
          <a:p>
            <a:pPr indent="-342900" lvl="0" marL="342900" marR="0" rtl="0" algn="l">
              <a:lnSpc>
                <a:spcPct val="90000"/>
              </a:lnSpc>
              <a:spcBef>
                <a:spcPts val="400"/>
              </a:spcBef>
              <a:spcAft>
                <a:spcPts val="0"/>
              </a:spcAft>
              <a:buClr>
                <a:schemeClr val="folHlink"/>
              </a:buClr>
              <a:buSzPts val="1200"/>
              <a:buFont typeface="Noto Sans Symbols"/>
              <a:buNone/>
            </a:pPr>
            <a:r>
              <a:rPr b="0" i="0" lang="en-US" sz="2000" u="none">
                <a:solidFill>
                  <a:schemeClr val="dk1"/>
                </a:solidFill>
                <a:latin typeface="Times New Roman"/>
                <a:ea typeface="Times New Roman"/>
                <a:cs typeface="Times New Roman"/>
                <a:sym typeface="Times New Roman"/>
              </a:rPr>
              <a:t>Example : MST</a:t>
            </a:r>
            <a:endParaRPr/>
          </a:p>
        </p:txBody>
      </p:sp>
      <p:sp>
        <p:nvSpPr>
          <p:cNvPr id="972" name="Google Shape;972;g2a4cc99e909_1_96"/>
          <p:cNvSpPr txBox="1"/>
          <p:nvPr>
            <p:ph type="title"/>
          </p:nvPr>
        </p:nvSpPr>
        <p:spPr>
          <a:xfrm>
            <a:off x="2032000" y="-228600"/>
            <a:ext cx="109728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Greedy Method</a:t>
            </a:r>
            <a:endParaRPr/>
          </a:p>
        </p:txBody>
      </p:sp>
      <p:pic>
        <p:nvPicPr>
          <p:cNvPr descr="Untitled.png" id="973" name="Google Shape;973;g2a4cc99e909_1_96"/>
          <p:cNvPicPr preferRelativeResize="0"/>
          <p:nvPr/>
        </p:nvPicPr>
        <p:blipFill rotWithShape="1">
          <a:blip r:embed="rId3">
            <a:alphaModFix/>
          </a:blip>
          <a:srcRect b="0" l="0" r="0" t="0"/>
          <a:stretch/>
        </p:blipFill>
        <p:spPr>
          <a:xfrm>
            <a:off x="1219200" y="4038600"/>
            <a:ext cx="4867275" cy="2286000"/>
          </a:xfrm>
          <a:prstGeom prst="rect">
            <a:avLst/>
          </a:prstGeom>
          <a:noFill/>
          <a:ln>
            <a:noFill/>
          </a:ln>
        </p:spPr>
      </p:pic>
      <p:sp>
        <p:nvSpPr>
          <p:cNvPr id="974" name="Google Shape;974;g2a4cc99e909_1_96"/>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g2a4cc99e909_1_103"/>
          <p:cNvSpPr txBox="1"/>
          <p:nvPr>
            <p:ph idx="1" type="body"/>
          </p:nvPr>
        </p:nvSpPr>
        <p:spPr>
          <a:xfrm>
            <a:off x="609600" y="1066800"/>
            <a:ext cx="10972800" cy="57912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folHlink"/>
              </a:buClr>
              <a:buSzPts val="900"/>
              <a:buFont typeface="Noto Sans Symbols"/>
              <a:buNone/>
            </a:pPr>
            <a:r>
              <a:rPr b="0" i="0" lang="en-US" sz="1500" u="none">
                <a:solidFill>
                  <a:schemeClr val="dk1"/>
                </a:solidFill>
                <a:latin typeface="Times New Roman"/>
                <a:ea typeface="Times New Roman"/>
                <a:cs typeface="Times New Roman"/>
                <a:sym typeface="Times New Roman"/>
              </a:rPr>
              <a:t> </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Algorithm Greedy (a,n)</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//a[1:n] contains the ‘n’ inputs</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Solution: = 0; //initialize the solution</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for i: = 1 to n do</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 </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x: = select (a);</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if Feasible (solution, x) then</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solution: = Union (solution, x);</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          return solution;</a:t>
            </a:r>
            <a:endParaRPr/>
          </a:p>
          <a:p>
            <a:pPr indent="-342900" lvl="0" marL="342900" marR="0" rtl="0" algn="l">
              <a:lnSpc>
                <a:spcPct val="80000"/>
              </a:lnSpc>
              <a:spcBef>
                <a:spcPts val="380"/>
              </a:spcBef>
              <a:spcAft>
                <a:spcPts val="0"/>
              </a:spcAft>
              <a:buClr>
                <a:schemeClr val="folHlink"/>
              </a:buClr>
              <a:buSzPts val="1140"/>
              <a:buFont typeface="Noto Sans Symbols"/>
              <a:buNone/>
            </a:pPr>
            <a:r>
              <a:rPr b="0" i="0" lang="en-US" sz="1900" u="none">
                <a:solidFill>
                  <a:schemeClr val="dk1"/>
                </a:solidFill>
                <a:latin typeface="Times New Roman"/>
                <a:ea typeface="Times New Roman"/>
                <a:cs typeface="Times New Roman"/>
                <a:sym typeface="Times New Roman"/>
              </a:rPr>
              <a:t>}</a:t>
            </a:r>
            <a:endParaRPr/>
          </a:p>
          <a:p>
            <a:pPr indent="-342900" lvl="0" marL="342900" marR="0" rtl="0" algn="l">
              <a:lnSpc>
                <a:spcPct val="80000"/>
              </a:lnSpc>
              <a:spcBef>
                <a:spcPts val="380"/>
              </a:spcBef>
              <a:spcAft>
                <a:spcPts val="0"/>
              </a:spcAft>
              <a:buClr>
                <a:schemeClr val="folHlink"/>
              </a:buClr>
              <a:buSzPts val="1140"/>
              <a:buFont typeface="Noto Sans Symbols"/>
              <a:buNone/>
            </a:pPr>
            <a:r>
              <a:t/>
            </a:r>
            <a:endParaRPr b="0" i="0" sz="19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folHlink"/>
              </a:buClr>
              <a:buSzPts val="1200"/>
              <a:buFont typeface="Noto Sans Symbols"/>
              <a:buChar char="■"/>
            </a:pPr>
            <a:r>
              <a:rPr b="1" i="0" lang="en-US" sz="2000" u="none">
                <a:solidFill>
                  <a:schemeClr val="dk1"/>
                </a:solidFill>
                <a:latin typeface="Times New Roman"/>
                <a:ea typeface="Times New Roman"/>
                <a:cs typeface="Times New Roman"/>
                <a:sym typeface="Times New Roman"/>
              </a:rPr>
              <a:t>Select</a:t>
            </a:r>
            <a:r>
              <a:rPr b="0" i="0" lang="en-US" sz="2000" u="none">
                <a:solidFill>
                  <a:schemeClr val="dk1"/>
                </a:solidFill>
                <a:latin typeface="Times New Roman"/>
                <a:ea typeface="Times New Roman"/>
                <a:cs typeface="Times New Roman"/>
                <a:sym typeface="Times New Roman"/>
              </a:rPr>
              <a:t> is a function which is used to select an input from the set.</a:t>
            </a:r>
            <a:endParaRPr/>
          </a:p>
          <a:p>
            <a:pPr indent="-342900" lvl="0" marL="342900" marR="0" rtl="0" algn="just">
              <a:lnSpc>
                <a:spcPct val="100000"/>
              </a:lnSpc>
              <a:spcBef>
                <a:spcPts val="400"/>
              </a:spcBef>
              <a:spcAft>
                <a:spcPts val="0"/>
              </a:spcAft>
              <a:buClr>
                <a:schemeClr val="folHlink"/>
              </a:buClr>
              <a:buSzPts val="1200"/>
              <a:buFont typeface="Noto Sans Symbols"/>
              <a:buChar char="■"/>
            </a:pPr>
            <a:r>
              <a:rPr b="1" i="0" lang="en-US" sz="2000" u="none">
                <a:solidFill>
                  <a:schemeClr val="dk1"/>
                </a:solidFill>
                <a:latin typeface="Times New Roman"/>
                <a:ea typeface="Times New Roman"/>
                <a:cs typeface="Times New Roman"/>
                <a:sym typeface="Times New Roman"/>
              </a:rPr>
              <a:t>Feasible</a:t>
            </a:r>
            <a:r>
              <a:rPr b="0" i="0" lang="en-US" sz="2000" u="none">
                <a:solidFill>
                  <a:schemeClr val="dk1"/>
                </a:solidFill>
                <a:latin typeface="Times New Roman"/>
                <a:ea typeface="Times New Roman"/>
                <a:cs typeface="Times New Roman"/>
                <a:sym typeface="Times New Roman"/>
              </a:rPr>
              <a:t> is a function which verifies the constraints and determines weather the resultant solution is feasible or not. </a:t>
            </a:r>
            <a:endParaRPr b="0" i="0" sz="2000" u="non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folHlink"/>
              </a:buClr>
              <a:buSzPts val="1200"/>
              <a:buFont typeface="Noto Sans Symbols"/>
              <a:buChar char="■"/>
            </a:pPr>
            <a:r>
              <a:rPr b="1" i="0" lang="en-US" sz="2000" u="none">
                <a:solidFill>
                  <a:schemeClr val="dk1"/>
                </a:solidFill>
                <a:latin typeface="Times New Roman"/>
                <a:ea typeface="Times New Roman"/>
                <a:cs typeface="Times New Roman"/>
                <a:sym typeface="Times New Roman"/>
              </a:rPr>
              <a:t>Union</a:t>
            </a:r>
            <a:r>
              <a:rPr b="0" i="0" lang="en-US" sz="2000" u="none">
                <a:solidFill>
                  <a:schemeClr val="dk1"/>
                </a:solidFill>
                <a:latin typeface="Times New Roman"/>
                <a:ea typeface="Times New Roman"/>
                <a:cs typeface="Times New Roman"/>
                <a:sym typeface="Times New Roman"/>
              </a:rPr>
              <a:t> is a function which is used to add elements to the partially constructed set.</a:t>
            </a:r>
            <a:endParaRPr/>
          </a:p>
        </p:txBody>
      </p:sp>
      <p:sp>
        <p:nvSpPr>
          <p:cNvPr id="980" name="Google Shape;980;g2a4cc99e909_1_103"/>
          <p:cNvSpPr txBox="1"/>
          <p:nvPr>
            <p:ph type="title"/>
          </p:nvPr>
        </p:nvSpPr>
        <p:spPr>
          <a:xfrm>
            <a:off x="1625600" y="0"/>
            <a:ext cx="109728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Control Abstraction : Greedy Method</a:t>
            </a:r>
            <a:endParaRPr/>
          </a:p>
        </p:txBody>
      </p:sp>
      <p:sp>
        <p:nvSpPr>
          <p:cNvPr id="981" name="Google Shape;981;g2a4cc99e909_1_103"/>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g2a4cc99e909_1_109"/>
          <p:cNvSpPr txBox="1"/>
          <p:nvPr>
            <p:ph type="title"/>
          </p:nvPr>
        </p:nvSpPr>
        <p:spPr>
          <a:xfrm>
            <a:off x="1828800" y="-228600"/>
            <a:ext cx="109728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Knapsack Problem</a:t>
            </a:r>
            <a:endParaRPr/>
          </a:p>
        </p:txBody>
      </p:sp>
      <p:sp>
        <p:nvSpPr>
          <p:cNvPr id="987" name="Google Shape;987;g2a4cc99e909_1_109"/>
          <p:cNvSpPr txBox="1"/>
          <p:nvPr>
            <p:ph idx="1" type="body"/>
          </p:nvPr>
        </p:nvSpPr>
        <p:spPr>
          <a:xfrm>
            <a:off x="711300" y="914400"/>
            <a:ext cx="11480700" cy="5542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440"/>
              <a:buFont typeface="Noto Sans Symbols"/>
              <a:buChar char="■"/>
            </a:pPr>
            <a:r>
              <a:rPr b="1" i="0" lang="en-US" sz="2400" u="none">
                <a:solidFill>
                  <a:schemeClr val="dk1"/>
                </a:solidFill>
                <a:latin typeface="Times New Roman"/>
                <a:ea typeface="Times New Roman"/>
                <a:cs typeface="Times New Roman"/>
                <a:sym typeface="Times New Roman"/>
              </a:rPr>
              <a:t>Given  : </a:t>
            </a:r>
            <a:endParaRPr/>
          </a:p>
          <a:p>
            <a:pPr indent="-285750" lvl="1" marL="742950" marR="0" rtl="0" algn="l">
              <a:lnSpc>
                <a:spcPct val="100000"/>
              </a:lnSpc>
              <a:spcBef>
                <a:spcPts val="400"/>
              </a:spcBef>
              <a:spcAft>
                <a:spcPts val="0"/>
              </a:spcAft>
              <a:buClr>
                <a:schemeClr val="hlink"/>
              </a:buClr>
              <a:buSzPts val="1100"/>
              <a:buFont typeface="Noto Sans Symbols"/>
              <a:buChar char="■"/>
            </a:pPr>
            <a:r>
              <a:rPr b="0" i="0" lang="en-US" sz="2000" u="none" cap="none" strike="noStrike">
                <a:solidFill>
                  <a:schemeClr val="dk1"/>
                </a:solidFill>
                <a:latin typeface="Times New Roman"/>
                <a:ea typeface="Times New Roman"/>
                <a:cs typeface="Times New Roman"/>
                <a:sym typeface="Times New Roman"/>
              </a:rPr>
              <a:t>A knapsack with capacity ‘</a:t>
            </a:r>
            <a:r>
              <a:rPr b="1" i="0" lang="en-US" sz="2000" u="none" cap="none" strike="noStrike">
                <a:solidFill>
                  <a:schemeClr val="dk1"/>
                </a:solidFill>
                <a:latin typeface="Times New Roman"/>
                <a:ea typeface="Times New Roman"/>
                <a:cs typeface="Times New Roman"/>
                <a:sym typeface="Times New Roman"/>
              </a:rPr>
              <a:t>m</a:t>
            </a:r>
            <a:r>
              <a:rPr b="0" i="0" lang="en-US" sz="2000" u="none" cap="none" strike="noStrike">
                <a:solidFill>
                  <a:schemeClr val="dk1"/>
                </a:solidFill>
                <a:latin typeface="Times New Roman"/>
                <a:ea typeface="Times New Roman"/>
                <a:cs typeface="Times New Roman"/>
                <a:sym typeface="Times New Roman"/>
              </a:rPr>
              <a:t>’</a:t>
            </a:r>
            <a:endParaRPr/>
          </a:p>
          <a:p>
            <a:pPr indent="-285750" lvl="1" marL="742950" marR="0" rtl="0" algn="l">
              <a:lnSpc>
                <a:spcPct val="100000"/>
              </a:lnSpc>
              <a:spcBef>
                <a:spcPts val="400"/>
              </a:spcBef>
              <a:spcAft>
                <a:spcPts val="0"/>
              </a:spcAft>
              <a:buClr>
                <a:schemeClr val="hlink"/>
              </a:buClr>
              <a:buSzPts val="1100"/>
              <a:buFont typeface="Noto Sans Symbols"/>
              <a:buChar char="■"/>
            </a:pPr>
            <a:r>
              <a:rPr b="0" i="0" lang="en-US" sz="2000" u="none" cap="none" strike="noStrike">
                <a:solidFill>
                  <a:schemeClr val="dk1"/>
                </a:solidFill>
                <a:latin typeface="Times New Roman"/>
                <a:ea typeface="Times New Roman"/>
                <a:cs typeface="Times New Roman"/>
                <a:sym typeface="Times New Roman"/>
              </a:rPr>
              <a:t>A set of ‘</a:t>
            </a:r>
            <a:r>
              <a:rPr b="1" i="0" lang="en-US" sz="2000" u="none" cap="none" strike="noStrike">
                <a:solidFill>
                  <a:schemeClr val="dk1"/>
                </a:solidFill>
                <a:latin typeface="Times New Roman"/>
                <a:ea typeface="Times New Roman"/>
                <a:cs typeface="Times New Roman"/>
                <a:sym typeface="Times New Roman"/>
              </a:rPr>
              <a:t>n</a:t>
            </a:r>
            <a:r>
              <a:rPr b="0" i="0" lang="en-US" sz="2000" u="none" cap="none" strike="noStrike">
                <a:solidFill>
                  <a:schemeClr val="dk1"/>
                </a:solidFill>
                <a:latin typeface="Times New Roman"/>
                <a:ea typeface="Times New Roman"/>
                <a:cs typeface="Times New Roman"/>
                <a:sym typeface="Times New Roman"/>
              </a:rPr>
              <a:t>’ objects with each item i having</a:t>
            </a:r>
            <a:endParaRPr/>
          </a:p>
          <a:p>
            <a:pPr indent="-285750" lvl="1" marL="742950" marR="0" rtl="0" algn="l">
              <a:lnSpc>
                <a:spcPct val="90000"/>
              </a:lnSpc>
              <a:spcBef>
                <a:spcPts val="480"/>
              </a:spcBef>
              <a:spcAft>
                <a:spcPts val="0"/>
              </a:spcAft>
              <a:buClr>
                <a:schemeClr val="hlink"/>
              </a:buClr>
              <a:buSzPts val="1320"/>
              <a:buFont typeface="Noto Sans Symbols"/>
              <a:buChar char="■"/>
            </a:pPr>
            <a:r>
              <a:rPr b="1" i="0" lang="en-US" sz="2400" u="none" cap="none" strike="noStrike">
                <a:solidFill>
                  <a:schemeClr val="dk1"/>
                </a:solidFill>
                <a:latin typeface="Times New Roman"/>
                <a:ea typeface="Times New Roman"/>
                <a:cs typeface="Times New Roman"/>
                <a:sym typeface="Times New Roman"/>
              </a:rPr>
              <a:t>p</a:t>
            </a:r>
            <a:r>
              <a:rPr b="1" baseline="-25000" i="0" lang="en-US" sz="2400" u="none" cap="none" strike="noStrike">
                <a:solidFill>
                  <a:schemeClr val="dk1"/>
                </a:solidFill>
                <a:latin typeface="Times New Roman"/>
                <a:ea typeface="Times New Roman"/>
                <a:cs typeface="Times New Roman"/>
                <a:sym typeface="Times New Roman"/>
              </a:rPr>
              <a:t>i</a:t>
            </a:r>
            <a:r>
              <a:rPr b="1"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 a positive benefit</a:t>
            </a:r>
            <a:endParaRPr/>
          </a:p>
          <a:p>
            <a:pPr indent="-285750" lvl="1" marL="742950" marR="0" rtl="0" algn="l">
              <a:lnSpc>
                <a:spcPct val="90000"/>
              </a:lnSpc>
              <a:spcBef>
                <a:spcPts val="480"/>
              </a:spcBef>
              <a:spcAft>
                <a:spcPts val="0"/>
              </a:spcAft>
              <a:buClr>
                <a:schemeClr val="hlink"/>
              </a:buClr>
              <a:buSzPts val="1320"/>
              <a:buFont typeface="Noto Sans Symbols"/>
              <a:buChar char="■"/>
            </a:pPr>
            <a:r>
              <a:rPr b="1" i="0" lang="en-US" sz="2400" u="none" cap="none" strike="noStrike">
                <a:solidFill>
                  <a:schemeClr val="dk1"/>
                </a:solidFill>
                <a:latin typeface="Times New Roman"/>
                <a:ea typeface="Times New Roman"/>
                <a:cs typeface="Times New Roman"/>
                <a:sym typeface="Times New Roman"/>
              </a:rPr>
              <a:t>w</a:t>
            </a:r>
            <a:r>
              <a:rPr b="1" baseline="-25000" i="0" lang="en-US" sz="2400" u="none" cap="none" strike="noStrike">
                <a:solidFill>
                  <a:schemeClr val="dk1"/>
                </a:solidFill>
                <a:latin typeface="Times New Roman"/>
                <a:ea typeface="Times New Roman"/>
                <a:cs typeface="Times New Roman"/>
                <a:sym typeface="Times New Roman"/>
              </a:rPr>
              <a:t>i</a:t>
            </a:r>
            <a:r>
              <a:rPr b="0" baseline="-2500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 a positive weight</a:t>
            </a:r>
            <a:endParaRPr b="1" i="0" sz="20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folHlink"/>
              </a:buClr>
              <a:buSzPts val="1440"/>
              <a:buFont typeface="Noto Sans Symbols"/>
              <a:buChar char="■"/>
            </a:pPr>
            <a:r>
              <a:rPr b="1" i="0" lang="en-US" sz="2400" u="none" cap="none" strike="noStrike">
                <a:solidFill>
                  <a:schemeClr val="dk1"/>
                </a:solidFill>
                <a:latin typeface="Times New Roman"/>
                <a:ea typeface="Times New Roman"/>
                <a:cs typeface="Times New Roman"/>
                <a:sym typeface="Times New Roman"/>
              </a:rPr>
              <a:t>Goal: </a:t>
            </a:r>
            <a:r>
              <a:rPr b="0" i="0" lang="en-US" sz="2000" u="none" cap="none" strike="noStrike">
                <a:solidFill>
                  <a:schemeClr val="dk1"/>
                </a:solidFill>
                <a:latin typeface="Times New Roman"/>
                <a:ea typeface="Times New Roman"/>
                <a:cs typeface="Times New Roman"/>
                <a:sym typeface="Times New Roman"/>
              </a:rPr>
              <a:t>Choose</a:t>
            </a:r>
            <a:r>
              <a:rPr b="1" i="0" lang="en-US" sz="24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Times New Roman"/>
                <a:ea typeface="Times New Roman"/>
                <a:cs typeface="Times New Roman"/>
                <a:sym typeface="Times New Roman"/>
              </a:rPr>
              <a:t>items with maximum total benefit but with weight at most  </a:t>
            </a:r>
            <a:r>
              <a:rPr b="1" i="0" lang="en-US" sz="2000" u="none" cap="none" strike="noStrike">
                <a:solidFill>
                  <a:schemeClr val="dk1"/>
                </a:solidFill>
                <a:latin typeface="Times New Roman"/>
                <a:ea typeface="Times New Roman"/>
                <a:cs typeface="Times New Roman"/>
                <a:sym typeface="Times New Roman"/>
              </a:rPr>
              <a:t>m</a:t>
            </a:r>
            <a:r>
              <a:rPr b="0" i="0" lang="en-US" sz="2000" u="none" cap="none" strike="noStrike">
                <a:solidFill>
                  <a:schemeClr val="dk1"/>
                </a:solidFill>
                <a:latin typeface="Times New Roman"/>
                <a:ea typeface="Times New Roman"/>
                <a:cs typeface="Times New Roman"/>
                <a:sym typeface="Times New Roman"/>
              </a:rPr>
              <a:t>.</a:t>
            </a:r>
            <a:endParaRPr/>
          </a:p>
          <a:p>
            <a:pPr indent="-342900" lvl="0" marL="342900" marR="0" rtl="0" algn="l">
              <a:lnSpc>
                <a:spcPct val="90000"/>
              </a:lnSpc>
              <a:spcBef>
                <a:spcPts val="480"/>
              </a:spcBef>
              <a:spcAft>
                <a:spcPts val="0"/>
              </a:spcAft>
              <a:buClr>
                <a:schemeClr val="folHlink"/>
              </a:buClr>
              <a:buSzPts val="1440"/>
              <a:buFont typeface="Noto Sans Symbols"/>
              <a:buChar char="■"/>
            </a:pPr>
            <a:r>
              <a:rPr b="0" i="0" lang="en-US" sz="2400" u="none">
                <a:solidFill>
                  <a:schemeClr val="dk1"/>
                </a:solidFill>
                <a:latin typeface="Times New Roman"/>
                <a:ea typeface="Times New Roman"/>
                <a:cs typeface="Times New Roman"/>
                <a:sym typeface="Times New Roman"/>
              </a:rPr>
              <a:t>If we are allowed to take fractional amounts, then this is the </a:t>
            </a:r>
            <a:r>
              <a:rPr b="1" i="0" lang="en-US" sz="2400" u="none">
                <a:solidFill>
                  <a:schemeClr val="dk2"/>
                </a:solidFill>
                <a:latin typeface="Times New Roman"/>
                <a:ea typeface="Times New Roman"/>
                <a:cs typeface="Times New Roman"/>
                <a:sym typeface="Times New Roman"/>
              </a:rPr>
              <a:t>fractional knapsack problem</a:t>
            </a:r>
            <a:r>
              <a:rPr b="0" i="0" lang="en-US" sz="2400" u="none">
                <a:solidFill>
                  <a:schemeClr val="dk1"/>
                </a:solidFill>
                <a:latin typeface="Times New Roman"/>
                <a:ea typeface="Times New Roman"/>
                <a:cs typeface="Times New Roman"/>
                <a:sym typeface="Times New Roman"/>
              </a:rPr>
              <a:t>.</a:t>
            </a:r>
            <a:endParaRPr/>
          </a:p>
          <a:p>
            <a:pPr indent="-285750" lvl="1" marL="742950" marR="0" rtl="0" algn="l">
              <a:lnSpc>
                <a:spcPct val="90000"/>
              </a:lnSpc>
              <a:spcBef>
                <a:spcPts val="560"/>
              </a:spcBef>
              <a:spcAft>
                <a:spcPts val="0"/>
              </a:spcAft>
              <a:buClr>
                <a:schemeClr val="hlink"/>
              </a:buClr>
              <a:buSzPts val="1100"/>
              <a:buFont typeface="Noto Sans Symbols"/>
              <a:buChar char="■"/>
            </a:pPr>
            <a:r>
              <a:rPr b="0" i="0" lang="en-US" sz="2000" u="none" cap="none" strike="noStrike">
                <a:solidFill>
                  <a:schemeClr val="dk1"/>
                </a:solidFill>
                <a:latin typeface="Times New Roman"/>
                <a:ea typeface="Times New Roman"/>
                <a:cs typeface="Times New Roman"/>
                <a:sym typeface="Times New Roman"/>
              </a:rPr>
              <a:t>Let </a:t>
            </a:r>
            <a:r>
              <a:rPr b="1" i="0" lang="en-US" sz="2800" u="none" cap="none" strike="noStrike">
                <a:solidFill>
                  <a:schemeClr val="dk1"/>
                </a:solidFill>
                <a:latin typeface="Times New Roman"/>
                <a:ea typeface="Times New Roman"/>
                <a:cs typeface="Times New Roman"/>
                <a:sym typeface="Times New Roman"/>
              </a:rPr>
              <a:t>x</a:t>
            </a:r>
            <a:r>
              <a:rPr b="1" baseline="-25000" i="0" lang="en-US" sz="2800" u="none" cap="none" strike="noStrike">
                <a:solidFill>
                  <a:schemeClr val="dk1"/>
                </a:solidFill>
                <a:latin typeface="Times New Roman"/>
                <a:ea typeface="Times New Roman"/>
                <a:cs typeface="Times New Roman"/>
                <a:sym typeface="Times New Roman"/>
              </a:rPr>
              <a:t>i </a:t>
            </a:r>
            <a:r>
              <a:rPr b="0" i="0" lang="en-US" sz="2000" u="none" cap="none" strike="noStrike">
                <a:solidFill>
                  <a:schemeClr val="dk1"/>
                </a:solidFill>
                <a:latin typeface="Times New Roman"/>
                <a:ea typeface="Times New Roman"/>
                <a:cs typeface="Times New Roman"/>
                <a:sym typeface="Times New Roman"/>
              </a:rPr>
              <a:t>denote the amount we take of item  i  , </a:t>
            </a:r>
            <a:r>
              <a:rPr b="1" i="0" lang="en-US" sz="1800" u="none" cap="none" strike="noStrike">
                <a:solidFill>
                  <a:schemeClr val="dk1"/>
                </a:solidFill>
                <a:latin typeface="Times New Roman"/>
                <a:ea typeface="Times New Roman"/>
                <a:cs typeface="Times New Roman"/>
                <a:sym typeface="Times New Roman"/>
              </a:rPr>
              <a:t>0≤ </a:t>
            </a:r>
            <a:r>
              <a:rPr b="0" i="0" lang="en-US" sz="2400" u="none" cap="none" strike="noStrike">
                <a:solidFill>
                  <a:schemeClr val="dk1"/>
                </a:solidFill>
                <a:latin typeface="Times New Roman"/>
                <a:ea typeface="Times New Roman"/>
                <a:cs typeface="Times New Roman"/>
                <a:sym typeface="Times New Roman"/>
              </a:rPr>
              <a:t>x</a:t>
            </a:r>
            <a:r>
              <a:rPr b="0" baseline="-25000" i="0" lang="en-US" sz="2400" u="none" cap="none" strike="noStrike">
                <a:solidFill>
                  <a:schemeClr val="dk1"/>
                </a:solidFill>
                <a:latin typeface="Times New Roman"/>
                <a:ea typeface="Times New Roman"/>
                <a:cs typeface="Times New Roman"/>
                <a:sym typeface="Times New Roman"/>
              </a:rPr>
              <a:t>i </a:t>
            </a:r>
            <a:r>
              <a:rPr b="1" i="0" lang="en-US" sz="1800" u="none" cap="none" strike="noStrike">
                <a:solidFill>
                  <a:schemeClr val="dk1"/>
                </a:solidFill>
                <a:latin typeface="Times New Roman"/>
                <a:ea typeface="Times New Roman"/>
                <a:cs typeface="Times New Roman"/>
                <a:sym typeface="Times New Roman"/>
              </a:rPr>
              <a:t>≤ 1</a:t>
            </a:r>
            <a:endParaRPr/>
          </a:p>
          <a:p>
            <a:pPr indent="-285750" lvl="1" marL="742950" marR="0" rtl="0" algn="l">
              <a:lnSpc>
                <a:spcPct val="100000"/>
              </a:lnSpc>
              <a:spcBef>
                <a:spcPts val="640"/>
              </a:spcBef>
              <a:spcAft>
                <a:spcPts val="0"/>
              </a:spcAft>
              <a:buClr>
                <a:schemeClr val="folHlink"/>
              </a:buClr>
              <a:buSzPts val="1440"/>
              <a:buFont typeface="Noto Sans Symbols"/>
              <a:buChar char="■"/>
            </a:pPr>
            <a:r>
              <a:rPr b="1" i="0" lang="en-US" sz="2400" u="none" cap="none" strike="noStrike">
                <a:solidFill>
                  <a:schemeClr val="dk1"/>
                </a:solidFill>
                <a:latin typeface="Times New Roman"/>
                <a:ea typeface="Times New Roman"/>
                <a:cs typeface="Times New Roman"/>
                <a:sym typeface="Times New Roman"/>
              </a:rPr>
              <a:t>Objective:</a:t>
            </a:r>
            <a:r>
              <a:rPr b="0" i="0" lang="en-US" sz="1800" u="none" cap="none" strike="noStrike">
                <a:solidFill>
                  <a:schemeClr val="dk1"/>
                </a:solidFill>
                <a:latin typeface="Times New Roman"/>
                <a:ea typeface="Times New Roman"/>
                <a:cs typeface="Times New Roman"/>
                <a:sym typeface="Times New Roman"/>
              </a:rPr>
              <a:t> 		</a:t>
            </a:r>
            <a:r>
              <a:rPr b="1" i="0" lang="en-US" sz="2800" u="none" cap="none" strike="noStrike">
                <a:solidFill>
                  <a:srgbClr val="0070C0"/>
                </a:solidFill>
                <a:latin typeface="Times New Roman"/>
                <a:ea typeface="Times New Roman"/>
                <a:cs typeface="Times New Roman"/>
                <a:sym typeface="Times New Roman"/>
              </a:rPr>
              <a:t>maximize</a:t>
            </a:r>
            <a:r>
              <a:rPr b="1" i="0" lang="en-US" sz="2000" u="none" cap="none" strike="noStrike">
                <a:solidFill>
                  <a:schemeClr val="dk1"/>
                </a:solidFill>
                <a:latin typeface="Times New Roman"/>
                <a:ea typeface="Times New Roman"/>
                <a:cs typeface="Times New Roman"/>
                <a:sym typeface="Times New Roman"/>
              </a:rPr>
              <a:t> 	</a:t>
            </a:r>
            <a:r>
              <a:rPr b="1" i="0" lang="en-US" sz="3200" u="none" cap="none" strike="noStrike">
                <a:solidFill>
                  <a:schemeClr val="dk1"/>
                </a:solidFill>
                <a:latin typeface="Times New Roman"/>
                <a:ea typeface="Times New Roman"/>
                <a:cs typeface="Times New Roman"/>
                <a:sym typeface="Times New Roman"/>
              </a:rPr>
              <a:t>∑ p</a:t>
            </a:r>
            <a:r>
              <a:rPr b="1" baseline="-25000" i="0" lang="en-US" sz="3200" u="none" cap="none" strike="noStrike">
                <a:solidFill>
                  <a:schemeClr val="dk1"/>
                </a:solidFill>
                <a:latin typeface="Times New Roman"/>
                <a:ea typeface="Times New Roman"/>
                <a:cs typeface="Times New Roman"/>
                <a:sym typeface="Times New Roman"/>
              </a:rPr>
              <a:t>i </a:t>
            </a:r>
            <a:r>
              <a:rPr b="1" i="0" lang="en-US" sz="3200" u="none" cap="none" strike="noStrike">
                <a:solidFill>
                  <a:schemeClr val="dk1"/>
                </a:solidFill>
                <a:latin typeface="Times New Roman"/>
                <a:ea typeface="Times New Roman"/>
                <a:cs typeface="Times New Roman"/>
                <a:sym typeface="Times New Roman"/>
              </a:rPr>
              <a:t>x</a:t>
            </a:r>
            <a:r>
              <a:rPr b="1" baseline="-25000" i="0" lang="en-US" sz="3200" u="none" cap="none" strike="noStrike">
                <a:solidFill>
                  <a:schemeClr val="dk1"/>
                </a:solidFill>
                <a:latin typeface="Times New Roman"/>
                <a:ea typeface="Times New Roman"/>
                <a:cs typeface="Times New Roman"/>
                <a:sym typeface="Times New Roman"/>
              </a:rPr>
              <a:t>i</a:t>
            </a:r>
            <a:endParaRPr b="1" baseline="-25000" i="0" sz="2400" u="none" cap="none" strike="noStrike">
              <a:solidFill>
                <a:schemeClr val="dk1"/>
              </a:solidFill>
              <a:latin typeface="Times New Roman"/>
              <a:ea typeface="Times New Roman"/>
              <a:cs typeface="Times New Roman"/>
              <a:sym typeface="Times New Roman"/>
            </a:endParaRPr>
          </a:p>
          <a:p>
            <a:pPr indent="-342900" lvl="4" marL="1657350" marR="0" rtl="0" algn="l">
              <a:lnSpc>
                <a:spcPct val="100000"/>
              </a:lnSpc>
              <a:spcBef>
                <a:spcPts val="280"/>
              </a:spcBef>
              <a:spcAft>
                <a:spcPts val="0"/>
              </a:spcAft>
              <a:buClr>
                <a:schemeClr val="accent1"/>
              </a:buClr>
              <a:buSzPts val="550"/>
              <a:buFont typeface="Noto Sans Symbols"/>
              <a:buNone/>
            </a:pPr>
            <a:r>
              <a:rPr b="1" i="0" lang="en-US" sz="1100" u="none" cap="none" strike="noStrike">
                <a:solidFill>
                  <a:schemeClr val="dk1"/>
                </a:solidFill>
                <a:latin typeface="Times New Roman"/>
                <a:ea typeface="Times New Roman"/>
                <a:cs typeface="Times New Roman"/>
                <a:sym typeface="Times New Roman"/>
              </a:rPr>
              <a:t>                                                                                         </a:t>
            </a:r>
            <a:r>
              <a:rPr b="1" i="0" lang="en-US" sz="1400" u="none" cap="none" strike="noStrike">
                <a:solidFill>
                  <a:schemeClr val="dk1"/>
                </a:solidFill>
                <a:latin typeface="Times New Roman"/>
                <a:ea typeface="Times New Roman"/>
                <a:cs typeface="Times New Roman"/>
                <a:sym typeface="Times New Roman"/>
              </a:rPr>
              <a:t>1 ≤ i ≤ n</a:t>
            </a:r>
            <a:endParaRPr b="1" i="0" sz="1100" u="none" cap="none" strike="noStrike">
              <a:solidFill>
                <a:schemeClr val="dk1"/>
              </a:solidFill>
              <a:latin typeface="Times New Roman"/>
              <a:ea typeface="Times New Roman"/>
              <a:cs typeface="Times New Roman"/>
              <a:sym typeface="Times New Roman"/>
            </a:endParaRPr>
          </a:p>
          <a:p>
            <a:pPr indent="-285750" lvl="1" marL="742950" marR="0" rtl="0" algn="l">
              <a:lnSpc>
                <a:spcPct val="100000"/>
              </a:lnSpc>
              <a:spcBef>
                <a:spcPts val="560"/>
              </a:spcBef>
              <a:spcAft>
                <a:spcPts val="0"/>
              </a:spcAft>
              <a:buClr>
                <a:schemeClr val="folHlink"/>
              </a:buClr>
              <a:buSzPts val="1440"/>
              <a:buFont typeface="Noto Sans Symbols"/>
              <a:buChar char="■"/>
            </a:pPr>
            <a:r>
              <a:rPr b="1" i="0" lang="en-US" sz="2400" u="none" cap="none" strike="noStrike">
                <a:solidFill>
                  <a:schemeClr val="dk1"/>
                </a:solidFill>
                <a:latin typeface="Times New Roman"/>
                <a:ea typeface="Times New Roman"/>
                <a:cs typeface="Times New Roman"/>
                <a:sym typeface="Times New Roman"/>
              </a:rPr>
              <a:t>Constraint:     </a:t>
            </a:r>
            <a:r>
              <a:rPr b="1" i="0" lang="en-US" sz="2800" u="none" cap="none" strike="noStrike">
                <a:solidFill>
                  <a:schemeClr val="dk1"/>
                </a:solidFill>
                <a:latin typeface="Times New Roman"/>
                <a:ea typeface="Times New Roman"/>
                <a:cs typeface="Times New Roman"/>
                <a:sym typeface="Times New Roman"/>
              </a:rPr>
              <a:t>∑ w</a:t>
            </a:r>
            <a:r>
              <a:rPr b="1" baseline="-25000" i="0" lang="en-US" sz="2800" u="none" cap="none" strike="noStrike">
                <a:solidFill>
                  <a:schemeClr val="dk1"/>
                </a:solidFill>
                <a:latin typeface="Times New Roman"/>
                <a:ea typeface="Times New Roman"/>
                <a:cs typeface="Times New Roman"/>
                <a:sym typeface="Times New Roman"/>
              </a:rPr>
              <a:t>i </a:t>
            </a:r>
            <a:r>
              <a:rPr b="1" i="0" lang="en-US" sz="2800" u="none" cap="none" strike="noStrike">
                <a:solidFill>
                  <a:schemeClr val="dk1"/>
                </a:solidFill>
                <a:latin typeface="Times New Roman"/>
                <a:ea typeface="Times New Roman"/>
                <a:cs typeface="Times New Roman"/>
                <a:sym typeface="Times New Roman"/>
              </a:rPr>
              <a:t>x</a:t>
            </a:r>
            <a:r>
              <a:rPr b="1" baseline="-25000" i="0" lang="en-US" sz="2800" u="none" cap="none" strike="noStrike">
                <a:solidFill>
                  <a:schemeClr val="dk1"/>
                </a:solidFill>
                <a:latin typeface="Times New Roman"/>
                <a:ea typeface="Times New Roman"/>
                <a:cs typeface="Times New Roman"/>
                <a:sym typeface="Times New Roman"/>
              </a:rPr>
              <a:t>i</a:t>
            </a:r>
            <a:r>
              <a:rPr b="1" i="0" lang="en-US" sz="2800" u="none" cap="none" strike="noStrike">
                <a:solidFill>
                  <a:schemeClr val="dk1"/>
                </a:solidFill>
                <a:latin typeface="Times New Roman"/>
                <a:ea typeface="Times New Roman"/>
                <a:cs typeface="Times New Roman"/>
                <a:sym typeface="Times New Roman"/>
              </a:rPr>
              <a:t> ≤ m</a:t>
            </a:r>
            <a:endParaRPr/>
          </a:p>
          <a:p>
            <a:pPr indent="-342900" lvl="4" marL="1657350" marR="0" rtl="0" algn="l">
              <a:lnSpc>
                <a:spcPct val="100000"/>
              </a:lnSpc>
              <a:spcBef>
                <a:spcPts val="280"/>
              </a:spcBef>
              <a:spcAft>
                <a:spcPts val="0"/>
              </a:spcAft>
              <a:buClr>
                <a:schemeClr val="accent1"/>
              </a:buClr>
              <a:buSzPts val="700"/>
              <a:buFont typeface="Noto Sans Symbols"/>
              <a:buNone/>
            </a:pPr>
            <a:r>
              <a:rPr b="1" i="0" lang="en-US" sz="1400" u="none" cap="none" strike="noStrike">
                <a:solidFill>
                  <a:schemeClr val="dk1"/>
                </a:solidFill>
                <a:latin typeface="Times New Roman"/>
                <a:ea typeface="Times New Roman"/>
                <a:cs typeface="Times New Roman"/>
                <a:sym typeface="Times New Roman"/>
              </a:rPr>
              <a:t>		     1 ≤ i ≤ n</a:t>
            </a:r>
            <a:endParaRPr/>
          </a:p>
          <a:p>
            <a:pPr indent="-342900" lvl="0" marL="342900" marR="0" rtl="0" algn="l">
              <a:lnSpc>
                <a:spcPct val="100000"/>
              </a:lnSpc>
              <a:spcBef>
                <a:spcPts val="480"/>
              </a:spcBef>
              <a:spcAft>
                <a:spcPts val="0"/>
              </a:spcAft>
              <a:buClr>
                <a:schemeClr val="folHlink"/>
              </a:buClr>
              <a:buSzPts val="1200"/>
              <a:buFont typeface="Noto Sans Symbols"/>
              <a:buNone/>
            </a:pPr>
            <a:r>
              <a:rPr b="0" i="0" lang="en-US" sz="2000" u="none">
                <a:solidFill>
                  <a:schemeClr val="dk1"/>
                </a:solidFill>
                <a:latin typeface="Times New Roman"/>
                <a:ea typeface="Times New Roman"/>
                <a:cs typeface="Times New Roman"/>
                <a:sym typeface="Times New Roman"/>
              </a:rPr>
              <a:t>			and    0 ≤ </a:t>
            </a:r>
            <a:r>
              <a:rPr b="1" i="0" lang="en-US" sz="2400" u="none">
                <a:solidFill>
                  <a:schemeClr val="dk1"/>
                </a:solidFill>
                <a:latin typeface="Times New Roman"/>
                <a:ea typeface="Times New Roman"/>
                <a:cs typeface="Times New Roman"/>
                <a:sym typeface="Times New Roman"/>
              </a:rPr>
              <a:t>x</a:t>
            </a:r>
            <a:r>
              <a:rPr b="1" baseline="-25000" i="0" lang="en-US" sz="2400" u="none">
                <a:solidFill>
                  <a:schemeClr val="dk1"/>
                </a:solidFill>
                <a:latin typeface="Times New Roman"/>
                <a:ea typeface="Times New Roman"/>
                <a:cs typeface="Times New Roman"/>
                <a:sym typeface="Times New Roman"/>
              </a:rPr>
              <a:t>i</a:t>
            </a:r>
            <a:r>
              <a:rPr b="0" i="0" lang="en-US" sz="2000" u="none">
                <a:solidFill>
                  <a:schemeClr val="dk1"/>
                </a:solidFill>
                <a:latin typeface="Times New Roman"/>
                <a:ea typeface="Times New Roman"/>
                <a:cs typeface="Times New Roman"/>
                <a:sym typeface="Times New Roman"/>
              </a:rPr>
              <a:t> ≤ 1 , 1 ≤ </a:t>
            </a:r>
            <a:r>
              <a:rPr b="1" i="0" lang="en-US" sz="2000" u="none">
                <a:solidFill>
                  <a:schemeClr val="dk1"/>
                </a:solidFill>
                <a:latin typeface="Times New Roman"/>
                <a:ea typeface="Times New Roman"/>
                <a:cs typeface="Times New Roman"/>
                <a:sym typeface="Times New Roman"/>
              </a:rPr>
              <a:t>i </a:t>
            </a:r>
            <a:r>
              <a:rPr b="0" i="0" lang="en-US" sz="2000" u="none">
                <a:solidFill>
                  <a:schemeClr val="dk1"/>
                </a:solidFill>
                <a:latin typeface="Times New Roman"/>
                <a:ea typeface="Times New Roman"/>
                <a:cs typeface="Times New Roman"/>
                <a:sym typeface="Times New Roman"/>
              </a:rPr>
              <a:t>≤ n</a:t>
            </a:r>
            <a:endParaRPr/>
          </a:p>
          <a:p>
            <a:pPr indent="-342900" lvl="0" marL="342900" marR="0" rtl="0" algn="l">
              <a:lnSpc>
                <a:spcPct val="100000"/>
              </a:lnSpc>
              <a:spcBef>
                <a:spcPts val="400"/>
              </a:spcBef>
              <a:spcAft>
                <a:spcPts val="0"/>
              </a:spcAft>
              <a:buClr>
                <a:schemeClr val="folHlink"/>
              </a:buClr>
              <a:buSzPts val="1200"/>
              <a:buFont typeface="Noto Sans Symbols"/>
              <a:buNone/>
            </a:pPr>
            <a:r>
              <a:rPr b="0" i="0" lang="en-US" sz="2000" u="none">
                <a:solidFill>
                  <a:schemeClr val="dk1"/>
                </a:solidFill>
                <a:latin typeface="Times New Roman"/>
                <a:ea typeface="Times New Roman"/>
                <a:cs typeface="Times New Roman"/>
                <a:sym typeface="Times New Roman"/>
              </a:rPr>
              <a:t>					</a:t>
            </a:r>
            <a:endParaRPr/>
          </a:p>
          <a:p>
            <a:pPr indent="-194309" lvl="1" marL="742950" marR="0" rtl="0" algn="l">
              <a:lnSpc>
                <a:spcPct val="100000"/>
              </a:lnSpc>
              <a:spcBef>
                <a:spcPts val="480"/>
              </a:spcBef>
              <a:spcAft>
                <a:spcPts val="0"/>
              </a:spcAft>
              <a:buClr>
                <a:schemeClr val="folHlink"/>
              </a:buClr>
              <a:buSzPts val="144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a:p>
            <a:pPr indent="-251459" lvl="0" marL="342900" marR="0" rtl="0" algn="l">
              <a:lnSpc>
                <a:spcPct val="90000"/>
              </a:lnSpc>
              <a:spcBef>
                <a:spcPts val="480"/>
              </a:spcBef>
              <a:spcAft>
                <a:spcPts val="0"/>
              </a:spcAft>
              <a:buClr>
                <a:schemeClr val="folHlink"/>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51459" lvl="0" marL="342900" marR="0" rtl="0" algn="l">
              <a:lnSpc>
                <a:spcPct val="90000"/>
              </a:lnSpc>
              <a:spcBef>
                <a:spcPts val="480"/>
              </a:spcBef>
              <a:spcAft>
                <a:spcPts val="0"/>
              </a:spcAft>
              <a:buClr>
                <a:schemeClr val="folHlink"/>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01930" lvl="1" marL="742950" marR="0" rtl="0" algn="l">
              <a:lnSpc>
                <a:spcPct val="90000"/>
              </a:lnSpc>
              <a:spcBef>
                <a:spcPts val="480"/>
              </a:spcBef>
              <a:spcAft>
                <a:spcPts val="0"/>
              </a:spcAft>
              <a:buClr>
                <a:schemeClr val="hlink"/>
              </a:buClr>
              <a:buSzPts val="1320"/>
              <a:buFont typeface="Noto Sans Symbols"/>
              <a:buNone/>
            </a:pPr>
            <a:r>
              <a:t/>
            </a:r>
            <a:endParaRPr b="1" i="0" sz="2400" u="none" cap="none" strike="noStrike">
              <a:solidFill>
                <a:schemeClr val="dk1"/>
              </a:solidFill>
              <a:latin typeface="Times New Roman"/>
              <a:ea typeface="Times New Roman"/>
              <a:cs typeface="Times New Roman"/>
              <a:sym typeface="Times New Roman"/>
            </a:endParaRPr>
          </a:p>
          <a:p>
            <a:pPr indent="-201930" lvl="1" marL="742950" marR="0" rtl="0" algn="l">
              <a:lnSpc>
                <a:spcPct val="100000"/>
              </a:lnSpc>
              <a:spcBef>
                <a:spcPts val="480"/>
              </a:spcBef>
              <a:spcAft>
                <a:spcPts val="0"/>
              </a:spcAft>
              <a:buClr>
                <a:schemeClr val="hlink"/>
              </a:buClr>
              <a:buSzPts val="132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a:p>
            <a:pPr indent="-215900" lvl="1" marL="742950" marR="0" rtl="0" algn="l">
              <a:lnSpc>
                <a:spcPct val="90000"/>
              </a:lnSpc>
              <a:spcBef>
                <a:spcPts val="400"/>
              </a:spcBef>
              <a:spcAft>
                <a:spcPts val="0"/>
              </a:spcAft>
              <a:buClr>
                <a:schemeClr val="hlink"/>
              </a:buClr>
              <a:buSzPts val="110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a:p>
            <a:pPr indent="-266700" lvl="0" marL="342900" marR="0" rtl="0" algn="l">
              <a:spcBef>
                <a:spcPts val="400"/>
              </a:spcBef>
              <a:spcAft>
                <a:spcPts val="0"/>
              </a:spcAft>
              <a:buClr>
                <a:schemeClr val="folHlink"/>
              </a:buClr>
              <a:buSzPts val="120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p:txBody>
      </p:sp>
      <p:pic>
        <p:nvPicPr>
          <p:cNvPr descr="Untitled.png" id="988" name="Google Shape;988;g2a4cc99e909_1_109"/>
          <p:cNvPicPr preferRelativeResize="0"/>
          <p:nvPr/>
        </p:nvPicPr>
        <p:blipFill rotWithShape="1">
          <a:blip r:embed="rId3">
            <a:alphaModFix/>
          </a:blip>
          <a:srcRect b="0" l="0" r="0" t="0"/>
          <a:stretch/>
        </p:blipFill>
        <p:spPr>
          <a:xfrm>
            <a:off x="8939675" y="3969025"/>
            <a:ext cx="2324099" cy="1974850"/>
          </a:xfrm>
          <a:prstGeom prst="rect">
            <a:avLst/>
          </a:prstGeom>
          <a:noFill/>
          <a:ln>
            <a:noFill/>
          </a:ln>
        </p:spPr>
      </p:pic>
      <p:sp>
        <p:nvSpPr>
          <p:cNvPr id="989" name="Google Shape;989;g2a4cc99e909_1_109"/>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g2a4cc99e909_1_116"/>
          <p:cNvSpPr txBox="1"/>
          <p:nvPr>
            <p:ph idx="1" type="body"/>
          </p:nvPr>
        </p:nvSpPr>
        <p:spPr>
          <a:xfrm>
            <a:off x="508000" y="1371600"/>
            <a:ext cx="11432100" cy="220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680"/>
              <a:buFont typeface="Noto Sans Symbols"/>
              <a:buNone/>
            </a:pPr>
            <a:r>
              <a:rPr b="0" baseline="-25000" i="0" lang="en-US" sz="28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560"/>
              </a:spcBef>
              <a:spcAft>
                <a:spcPts val="0"/>
              </a:spcAft>
              <a:buClr>
                <a:schemeClr val="folHlink"/>
              </a:buClr>
              <a:buSzPts val="1680"/>
              <a:buFont typeface="Noto Sans Symbols"/>
              <a:buNone/>
            </a:pPr>
            <a:r>
              <a:rPr b="0" i="0" lang="en-US" sz="28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36220" lvl="0" marL="342900" marR="0" rtl="0" algn="l">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sp>
        <p:nvSpPr>
          <p:cNvPr id="995" name="Google Shape;995;g2a4cc99e909_1_116"/>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996" name="Google Shape;996;g2a4cc99e909_1_116"/>
          <p:cNvSpPr txBox="1"/>
          <p:nvPr/>
        </p:nvSpPr>
        <p:spPr>
          <a:xfrm>
            <a:off x="609600" y="1219200"/>
            <a:ext cx="10972800" cy="2286000"/>
          </a:xfrm>
          <a:prstGeom prst="rect">
            <a:avLst/>
          </a:prstGeom>
          <a:noFill/>
          <a:ln>
            <a:noFill/>
          </a:ln>
        </p:spPr>
        <p:txBody>
          <a:bodyPr anchorCtr="0" anchor="t" bIns="45700" lIns="91425" spcFirstLastPara="1" rIns="91425" wrap="square" tIns="45700">
            <a:normAutofit lnSpcReduction="10000"/>
          </a:bodyPr>
          <a:lstStyle/>
          <a:p>
            <a:pPr indent="-342900" lvl="0" marL="342900" marR="0" rtl="0" algn="l">
              <a:lnSpc>
                <a:spcPct val="80000"/>
              </a:lnSpc>
              <a:spcBef>
                <a:spcPts val="0"/>
              </a:spcBef>
              <a:spcAft>
                <a:spcPts val="0"/>
              </a:spcAft>
              <a:buClr>
                <a:schemeClr val="dk1"/>
              </a:buClr>
              <a:buSzPts val="2000"/>
              <a:buFont typeface="Times"/>
              <a:buNone/>
            </a:pPr>
            <a:r>
              <a:t/>
            </a:r>
            <a:endParaRPr b="1" i="0" sz="20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40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Ex</a:t>
            </a:r>
            <a:r>
              <a:rPr b="0" i="0" lang="en-US" sz="2000" u="none">
                <a:solidFill>
                  <a:schemeClr val="dk1"/>
                </a:solidFill>
                <a:latin typeface="Times New Roman"/>
                <a:ea typeface="Times New Roman"/>
                <a:cs typeface="Times New Roman"/>
                <a:sym typeface="Times New Roman"/>
              </a:rPr>
              <a:t>: - Consider  following instance of Knapsack Problem with 3 objects whose profits and weights are defined as</a:t>
            </a:r>
            <a:endParaRPr/>
          </a:p>
          <a:p>
            <a:pPr indent="-342900" lvl="0" marL="342900" marR="0" rtl="0" algn="l">
              <a:lnSpc>
                <a:spcPct val="80000"/>
              </a:lnSpc>
              <a:spcBef>
                <a:spcPts val="4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 	(P</a:t>
            </a:r>
            <a:r>
              <a:rPr b="0" baseline="-25000" i="0" lang="en-US" sz="2000" u="none">
                <a:solidFill>
                  <a:schemeClr val="dk1"/>
                </a:solidFill>
                <a:latin typeface="Times New Roman"/>
                <a:ea typeface="Times New Roman"/>
                <a:cs typeface="Times New Roman"/>
                <a:sym typeface="Times New Roman"/>
              </a:rPr>
              <a:t>1</a:t>
            </a:r>
            <a:r>
              <a:rPr b="0" i="0" lang="en-US" sz="2000" u="none">
                <a:solidFill>
                  <a:schemeClr val="dk1"/>
                </a:solidFill>
                <a:latin typeface="Times New Roman"/>
                <a:ea typeface="Times New Roman"/>
                <a:cs typeface="Times New Roman"/>
                <a:sym typeface="Times New Roman"/>
              </a:rPr>
              <a:t>, P</a:t>
            </a:r>
            <a:r>
              <a:rPr b="0" baseline="-25000" i="0" lang="en-US" sz="2000" u="none">
                <a:solidFill>
                  <a:schemeClr val="dk1"/>
                </a:solidFill>
                <a:latin typeface="Times New Roman"/>
                <a:ea typeface="Times New Roman"/>
                <a:cs typeface="Times New Roman"/>
                <a:sym typeface="Times New Roman"/>
              </a:rPr>
              <a:t>2</a:t>
            </a:r>
            <a:r>
              <a:rPr b="0" i="0" lang="en-US" sz="2000" u="none">
                <a:solidFill>
                  <a:schemeClr val="dk1"/>
                </a:solidFill>
                <a:latin typeface="Times New Roman"/>
                <a:ea typeface="Times New Roman"/>
                <a:cs typeface="Times New Roman"/>
                <a:sym typeface="Times New Roman"/>
              </a:rPr>
              <a:t>, P</a:t>
            </a:r>
            <a:r>
              <a:rPr b="0" baseline="-25000" i="0" lang="en-US" sz="2000" u="none">
                <a:solidFill>
                  <a:schemeClr val="dk1"/>
                </a:solidFill>
                <a:latin typeface="Times New Roman"/>
                <a:ea typeface="Times New Roman"/>
                <a:cs typeface="Times New Roman"/>
                <a:sym typeface="Times New Roman"/>
              </a:rPr>
              <a:t>3</a:t>
            </a:r>
            <a:r>
              <a:rPr b="0" i="0" lang="en-US" sz="2000" u="none">
                <a:solidFill>
                  <a:schemeClr val="dk1"/>
                </a:solidFill>
                <a:latin typeface="Times New Roman"/>
                <a:ea typeface="Times New Roman"/>
                <a:cs typeface="Times New Roman"/>
                <a:sym typeface="Times New Roman"/>
              </a:rPr>
              <a:t>)    =    ( 25, 24, 15 )  (W</a:t>
            </a:r>
            <a:r>
              <a:rPr b="0" baseline="-25000" i="0" lang="en-US" sz="2000" u="none">
                <a:solidFill>
                  <a:schemeClr val="dk1"/>
                </a:solidFill>
                <a:latin typeface="Times New Roman"/>
                <a:ea typeface="Times New Roman"/>
                <a:cs typeface="Times New Roman"/>
                <a:sym typeface="Times New Roman"/>
              </a:rPr>
              <a:t>1</a:t>
            </a:r>
            <a:r>
              <a:rPr b="0" i="0" lang="en-US" sz="2000" u="none">
                <a:solidFill>
                  <a:schemeClr val="dk1"/>
                </a:solidFill>
                <a:latin typeface="Times New Roman"/>
                <a:ea typeface="Times New Roman"/>
                <a:cs typeface="Times New Roman"/>
                <a:sym typeface="Times New Roman"/>
              </a:rPr>
              <a:t>, W</a:t>
            </a:r>
            <a:r>
              <a:rPr b="0" baseline="-25000" i="0" lang="en-US" sz="2000" u="none">
                <a:solidFill>
                  <a:schemeClr val="dk1"/>
                </a:solidFill>
                <a:latin typeface="Times New Roman"/>
                <a:ea typeface="Times New Roman"/>
                <a:cs typeface="Times New Roman"/>
                <a:sym typeface="Times New Roman"/>
              </a:rPr>
              <a:t>2</a:t>
            </a:r>
            <a:r>
              <a:rPr b="0" i="0" lang="en-US" sz="2000" u="none">
                <a:solidFill>
                  <a:schemeClr val="dk1"/>
                </a:solidFill>
                <a:latin typeface="Times New Roman"/>
                <a:ea typeface="Times New Roman"/>
                <a:cs typeface="Times New Roman"/>
                <a:sym typeface="Times New Roman"/>
              </a:rPr>
              <a:t>, W</a:t>
            </a:r>
            <a:r>
              <a:rPr b="0" baseline="-25000" i="0" lang="en-US" sz="2000" u="none">
                <a:solidFill>
                  <a:schemeClr val="dk1"/>
                </a:solidFill>
                <a:latin typeface="Times New Roman"/>
                <a:ea typeface="Times New Roman"/>
                <a:cs typeface="Times New Roman"/>
                <a:sym typeface="Times New Roman"/>
              </a:rPr>
              <a:t>3</a:t>
            </a:r>
            <a:r>
              <a:rPr b="0" i="0" lang="en-US" sz="2000" u="none">
                <a:solidFill>
                  <a:schemeClr val="dk1"/>
                </a:solidFill>
                <a:latin typeface="Times New Roman"/>
                <a:ea typeface="Times New Roman"/>
                <a:cs typeface="Times New Roman"/>
                <a:sym typeface="Times New Roman"/>
              </a:rPr>
              <a:t>) =    ( 18, 15, 10 )</a:t>
            </a:r>
            <a:endParaRPr/>
          </a:p>
          <a:p>
            <a:pPr indent="-342900" lvl="0" marL="342900" marR="0" rtl="0" algn="l">
              <a:lnSpc>
                <a:spcPct val="80000"/>
              </a:lnSpc>
              <a:spcBef>
                <a:spcPts val="4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      </a:t>
            </a:r>
            <a:r>
              <a:rPr b="1" i="0" lang="en-US" sz="2000" u="none">
                <a:solidFill>
                  <a:schemeClr val="dk1"/>
                </a:solidFill>
                <a:latin typeface="Times New Roman"/>
                <a:ea typeface="Times New Roman"/>
                <a:cs typeface="Times New Roman"/>
                <a:sym typeface="Times New Roman"/>
              </a:rPr>
              <a:t>n</a:t>
            </a:r>
            <a:r>
              <a:rPr b="0" i="0" lang="en-US" sz="2000" u="none">
                <a:solidFill>
                  <a:schemeClr val="dk1"/>
                </a:solidFill>
                <a:latin typeface="Times New Roman"/>
                <a:ea typeface="Times New Roman"/>
                <a:cs typeface="Times New Roman"/>
                <a:sym typeface="Times New Roman"/>
              </a:rPr>
              <a:t>=3                 Knapsack Capacity </a:t>
            </a:r>
            <a:r>
              <a:rPr b="1" i="0" lang="en-US" sz="2000" u="none">
                <a:solidFill>
                  <a:schemeClr val="dk1"/>
                </a:solidFill>
                <a:latin typeface="Times New Roman"/>
                <a:ea typeface="Times New Roman"/>
                <a:cs typeface="Times New Roman"/>
                <a:sym typeface="Times New Roman"/>
              </a:rPr>
              <a:t>m</a:t>
            </a:r>
            <a:r>
              <a:rPr b="0" i="0" lang="en-US" sz="2000" u="none">
                <a:solidFill>
                  <a:schemeClr val="dk1"/>
                </a:solidFill>
                <a:latin typeface="Times New Roman"/>
                <a:ea typeface="Times New Roman"/>
                <a:cs typeface="Times New Roman"/>
                <a:sym typeface="Times New Roman"/>
              </a:rPr>
              <a:t>=20 </a:t>
            </a:r>
            <a:endParaRPr/>
          </a:p>
          <a:p>
            <a:pPr indent="-342900" lvl="0" marL="342900" marR="0" rtl="0" algn="l">
              <a:lnSpc>
                <a:spcPct val="80000"/>
              </a:lnSpc>
              <a:spcBef>
                <a:spcPts val="40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      Determine the optimum strategy for placing the objects in to the knapsack.  </a:t>
            </a:r>
            <a:endParaRPr/>
          </a:p>
          <a:p>
            <a:pPr indent="-342900" lvl="0" marL="342900" marR="0" rtl="0" algn="l">
              <a:lnSpc>
                <a:spcPct val="80000"/>
              </a:lnSpc>
              <a:spcBef>
                <a:spcPts val="400"/>
              </a:spcBef>
              <a:spcAft>
                <a:spcPts val="0"/>
              </a:spcAft>
              <a:buClr>
                <a:srgbClr val="0070C0"/>
              </a:buClr>
              <a:buSzPts val="2000"/>
              <a:buFont typeface="Times New Roman"/>
              <a:buNone/>
            </a:pPr>
            <a:r>
              <a:rPr b="1" i="0" lang="en-US" sz="2000" u="none">
                <a:solidFill>
                  <a:srgbClr val="0070C0"/>
                </a:solidFill>
                <a:latin typeface="Times New Roman"/>
                <a:ea typeface="Times New Roman"/>
                <a:cs typeface="Times New Roman"/>
                <a:sym typeface="Times New Roman"/>
              </a:rPr>
              <a:t>The four feasible solutions are : </a:t>
            </a:r>
            <a:endParaRPr/>
          </a:p>
          <a:p>
            <a:pPr indent="-342900" lvl="0" marL="342900" marR="0" rtl="0" algn="l">
              <a:lnSpc>
                <a:spcPct val="80000"/>
              </a:lnSpc>
              <a:spcBef>
                <a:spcPts val="40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(1) Greedy about profit</a:t>
            </a:r>
            <a:r>
              <a:rPr b="0" i="0" lang="en-US" sz="2000" u="none">
                <a:solidFill>
                  <a:schemeClr val="dk1"/>
                </a:solidFill>
                <a:latin typeface="Times New Roman"/>
                <a:ea typeface="Times New Roman"/>
                <a:cs typeface="Times New Roman"/>
                <a:sym typeface="Times New Roman"/>
              </a:rPr>
              <a:t>: -</a:t>
            </a:r>
            <a:endParaRPr b="0" i="0" sz="2000" u="none">
              <a:solidFill>
                <a:schemeClr val="dk1"/>
              </a:solidFill>
              <a:latin typeface="Times New Roman"/>
              <a:ea typeface="Times New Roman"/>
              <a:cs typeface="Times New Roman"/>
              <a:sym typeface="Times New Roman"/>
            </a:endParaRPr>
          </a:p>
        </p:txBody>
      </p:sp>
      <p:graphicFrame>
        <p:nvGraphicFramePr>
          <p:cNvPr id="997" name="Google Shape;997;g2a4cc99e909_1_116"/>
          <p:cNvGraphicFramePr/>
          <p:nvPr/>
        </p:nvGraphicFramePr>
        <p:xfrm>
          <a:off x="1727200" y="3505200"/>
          <a:ext cx="3000000" cy="3000000"/>
        </p:xfrm>
        <a:graphic>
          <a:graphicData uri="http://schemas.openxmlformats.org/drawingml/2006/table">
            <a:tbl>
              <a:tblPr>
                <a:noFill/>
                <a:tableStyleId>{43B8B119-D355-4895-95EC-22BF6B5B4762}</a:tableStyleId>
              </a:tblPr>
              <a:tblGrid>
                <a:gridCol w="1352525"/>
                <a:gridCol w="1352525"/>
                <a:gridCol w="1593825"/>
                <a:gridCol w="2038325"/>
                <a:gridCol w="2247900"/>
              </a:tblGrid>
              <a:tr h="496875">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(x</a:t>
                      </a:r>
                      <a:r>
                        <a:rPr b="1" baseline="-25000" i="0" lang="en-US" sz="1600" u="none" cap="none" strike="noStrike">
                          <a:solidFill>
                            <a:srgbClr val="000000"/>
                          </a:solidFill>
                          <a:latin typeface="Times New Roman"/>
                          <a:ea typeface="Times New Roman"/>
                          <a:cs typeface="Times New Roman"/>
                          <a:sym typeface="Times New Roman"/>
                        </a:rPr>
                        <a:t>1</a:t>
                      </a:r>
                      <a:r>
                        <a:rPr b="1" i="0" lang="en-US" sz="1600" u="none" cap="none" strike="noStrike">
                          <a:solidFill>
                            <a:srgbClr val="000000"/>
                          </a:solidFill>
                          <a:latin typeface="Times New Roman"/>
                          <a:ea typeface="Times New Roman"/>
                          <a:cs typeface="Times New Roman"/>
                          <a:sym typeface="Times New Roman"/>
                        </a:rPr>
                        <a:t>, x</a:t>
                      </a:r>
                      <a:r>
                        <a:rPr b="1" baseline="-25000" i="0" lang="en-US" sz="1600" u="none" cap="none" strike="noStrike">
                          <a:solidFill>
                            <a:srgbClr val="000000"/>
                          </a:solidFill>
                          <a:latin typeface="Times New Roman"/>
                          <a:ea typeface="Times New Roman"/>
                          <a:cs typeface="Times New Roman"/>
                          <a:sym typeface="Times New Roman"/>
                        </a:rPr>
                        <a:t>2</a:t>
                      </a:r>
                      <a:r>
                        <a:rPr b="1" i="0" lang="en-US" sz="1600" u="none" cap="none" strike="noStrike">
                          <a:solidFill>
                            <a:srgbClr val="000000"/>
                          </a:solidFill>
                          <a:latin typeface="Times New Roman"/>
                          <a:ea typeface="Times New Roman"/>
                          <a:cs typeface="Times New Roman"/>
                          <a:sym typeface="Times New Roman"/>
                        </a:rPr>
                        <a:t>, x</a:t>
                      </a:r>
                      <a:r>
                        <a:rPr b="1" baseline="-25000" i="0" lang="en-US" sz="1600" u="none" cap="none" strike="noStrike">
                          <a:solidFill>
                            <a:srgbClr val="000000"/>
                          </a:solidFill>
                          <a:latin typeface="Times New Roman"/>
                          <a:ea typeface="Times New Roman"/>
                          <a:cs typeface="Times New Roman"/>
                          <a:sym typeface="Times New Roman"/>
                        </a:rPr>
                        <a:t>3</a:t>
                      </a:r>
                      <a:r>
                        <a:rPr b="1" i="0" lang="en-US" sz="1600" u="none" cap="none" strike="noStrike">
                          <a:solidFill>
                            <a:srgbClr val="000000"/>
                          </a:solidFill>
                          <a:latin typeface="Times New Roman"/>
                          <a:ea typeface="Times New Roman"/>
                          <a:cs typeface="Times New Roman"/>
                          <a:sym typeface="Times New Roman"/>
                        </a:rPr>
                        <a:t>)</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Profit Order</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Weight Order</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 xiwi &lt;=20</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 xipi</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36550">
                <a:tc>
                  <a:txBody>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(1, 2/15, 0)</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(p1,p2,p3) (25,24,15)</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(w1,w2,w3)   (18, 15, 10 )</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18 x 1+(2/15) x 15 = 20</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25 x 1+ (2/15) x 24 = 28.2</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98" name="Google Shape;998;g2a4cc99e909_1_116"/>
          <p:cNvSpPr txBox="1"/>
          <p:nvPr/>
        </p:nvSpPr>
        <p:spPr>
          <a:xfrm>
            <a:off x="609600" y="4528925"/>
            <a:ext cx="4176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1" i="0" lang="en-US" sz="2000" u="none">
                <a:solidFill>
                  <a:schemeClr val="dk1"/>
                </a:solidFill>
                <a:latin typeface="Times New Roman"/>
                <a:ea typeface="Times New Roman"/>
                <a:cs typeface="Times New Roman"/>
                <a:sym typeface="Times New Roman"/>
              </a:rPr>
              <a:t>(2) Greedy about weight: - </a:t>
            </a:r>
            <a:endParaRPr/>
          </a:p>
        </p:txBody>
      </p:sp>
      <p:graphicFrame>
        <p:nvGraphicFramePr>
          <p:cNvPr id="999" name="Google Shape;999;g2a4cc99e909_1_116"/>
          <p:cNvGraphicFramePr/>
          <p:nvPr/>
        </p:nvGraphicFramePr>
        <p:xfrm>
          <a:off x="1727200" y="4886750"/>
          <a:ext cx="3000000" cy="3000000"/>
        </p:xfrm>
        <a:graphic>
          <a:graphicData uri="http://schemas.openxmlformats.org/drawingml/2006/table">
            <a:tbl>
              <a:tblPr>
                <a:noFill/>
                <a:tableStyleId>{43B8B119-D355-4895-95EC-22BF6B5B4762}</a:tableStyleId>
              </a:tblPr>
              <a:tblGrid>
                <a:gridCol w="1352525"/>
                <a:gridCol w="1352525"/>
                <a:gridCol w="1593825"/>
                <a:gridCol w="2038325"/>
                <a:gridCol w="2247900"/>
              </a:tblGrid>
              <a:tr h="708025">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(x</a:t>
                      </a:r>
                      <a:r>
                        <a:rPr b="1" baseline="-25000" i="0" lang="en-US" sz="1600" u="none" cap="none" strike="noStrike">
                          <a:solidFill>
                            <a:srgbClr val="000000"/>
                          </a:solidFill>
                          <a:latin typeface="Times New Roman"/>
                          <a:ea typeface="Times New Roman"/>
                          <a:cs typeface="Times New Roman"/>
                          <a:sym typeface="Times New Roman"/>
                        </a:rPr>
                        <a:t>1</a:t>
                      </a:r>
                      <a:r>
                        <a:rPr b="1" i="0" lang="en-US" sz="1600" u="none" cap="none" strike="noStrike">
                          <a:solidFill>
                            <a:srgbClr val="000000"/>
                          </a:solidFill>
                          <a:latin typeface="Times New Roman"/>
                          <a:ea typeface="Times New Roman"/>
                          <a:cs typeface="Times New Roman"/>
                          <a:sym typeface="Times New Roman"/>
                        </a:rPr>
                        <a:t>, x</a:t>
                      </a:r>
                      <a:r>
                        <a:rPr b="1" baseline="-25000" i="0" lang="en-US" sz="1600" u="none" cap="none" strike="noStrike">
                          <a:solidFill>
                            <a:srgbClr val="000000"/>
                          </a:solidFill>
                          <a:latin typeface="Times New Roman"/>
                          <a:ea typeface="Times New Roman"/>
                          <a:cs typeface="Times New Roman"/>
                          <a:sym typeface="Times New Roman"/>
                        </a:rPr>
                        <a:t>2</a:t>
                      </a:r>
                      <a:r>
                        <a:rPr b="1" i="0" lang="en-US" sz="1600" u="none" cap="none" strike="noStrike">
                          <a:solidFill>
                            <a:srgbClr val="000000"/>
                          </a:solidFill>
                          <a:latin typeface="Times New Roman"/>
                          <a:ea typeface="Times New Roman"/>
                          <a:cs typeface="Times New Roman"/>
                          <a:sym typeface="Times New Roman"/>
                        </a:rPr>
                        <a:t>, x</a:t>
                      </a:r>
                      <a:r>
                        <a:rPr b="1" baseline="-25000" i="0" lang="en-US" sz="1600" u="none" cap="none" strike="noStrike">
                          <a:solidFill>
                            <a:srgbClr val="000000"/>
                          </a:solidFill>
                          <a:latin typeface="Times New Roman"/>
                          <a:ea typeface="Times New Roman"/>
                          <a:cs typeface="Times New Roman"/>
                          <a:sym typeface="Times New Roman"/>
                        </a:rPr>
                        <a:t>3</a:t>
                      </a:r>
                      <a:r>
                        <a:rPr b="1" i="0" lang="en-US" sz="1600" u="none" cap="none" strike="noStrike">
                          <a:solidFill>
                            <a:srgbClr val="000000"/>
                          </a:solidFill>
                          <a:latin typeface="Times New Roman"/>
                          <a:ea typeface="Times New Roman"/>
                          <a:cs typeface="Times New Roman"/>
                          <a:sym typeface="Times New Roman"/>
                        </a:rPr>
                        <a:t>)</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Profit Order</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Weight Order</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 xiwi &lt;=20</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 xipi</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73075">
                <a:tc>
                  <a:txBody>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(0, 2/3, 1)</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(p3,p2,p1)</a:t>
                      </a:r>
                      <a:endParaRPr/>
                    </a:p>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(15, 24,25)</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(w3,w2,w1) (10,15,18 )</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18 x 0+(2/3) x 15+10 = 20</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25 x0+ (2/3) x 24 +25= 31</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00" name="Google Shape;1000;g2a4cc99e909_1_116"/>
          <p:cNvSpPr txBox="1"/>
          <p:nvPr>
            <p:ph type="title"/>
          </p:nvPr>
        </p:nvSpPr>
        <p:spPr>
          <a:xfrm>
            <a:off x="468215" y="-231597"/>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Knapsack Problem : Example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g2a4cc99e909_1_126"/>
          <p:cNvSpPr txBox="1"/>
          <p:nvPr>
            <p:ph idx="1" type="body"/>
          </p:nvPr>
        </p:nvSpPr>
        <p:spPr>
          <a:xfrm>
            <a:off x="527875" y="1033675"/>
            <a:ext cx="10972800" cy="41148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folHlink"/>
              </a:buClr>
              <a:buSzPts val="960"/>
              <a:buFont typeface="Noto Sans Symbols"/>
              <a:buNone/>
            </a:pPr>
            <a:r>
              <a:t/>
            </a:r>
            <a:endParaRPr b="1" i="0" sz="16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rPr b="1" i="0" lang="en-US" sz="1800" u="none">
                <a:solidFill>
                  <a:schemeClr val="dk1"/>
                </a:solidFill>
                <a:latin typeface="Times New Roman"/>
                <a:ea typeface="Times New Roman"/>
                <a:cs typeface="Times New Roman"/>
                <a:sym typeface="Times New Roman"/>
              </a:rPr>
              <a:t>(3) Greedy about profit / unit weight:</a:t>
            </a:r>
            <a:r>
              <a:rPr b="0" i="0" lang="en-US" sz="1800" u="none">
                <a:solidFill>
                  <a:schemeClr val="dk1"/>
                </a:solidFill>
                <a:latin typeface="Times New Roman"/>
                <a:ea typeface="Times New Roman"/>
                <a:cs typeface="Times New Roman"/>
                <a:sym typeface="Times New Roman"/>
              </a:rPr>
              <a:t> -</a:t>
            </a:r>
            <a:endParaRPr sz="2200"/>
          </a:p>
          <a:p>
            <a:pPr indent="-342900" lvl="0" marL="342900" marR="0" rtl="0" algn="l">
              <a:lnSpc>
                <a:spcPct val="80000"/>
              </a:lnSpc>
              <a:spcBef>
                <a:spcPts val="320"/>
              </a:spcBef>
              <a:spcAft>
                <a:spcPts val="0"/>
              </a:spcAft>
              <a:buClr>
                <a:schemeClr val="folHlink"/>
              </a:buClr>
              <a:buSzPts val="960"/>
              <a:buFont typeface="Noto Sans Symbols"/>
              <a:buNone/>
            </a:pPr>
            <a:r>
              <a:t/>
            </a:r>
            <a:endParaRPr b="0" i="0" sz="16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t/>
            </a:r>
            <a:endParaRPr b="0" i="0" sz="16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t/>
            </a:r>
            <a:endParaRPr b="0" i="0" sz="16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t/>
            </a:r>
            <a:endParaRPr b="0" i="0" sz="16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t/>
            </a:r>
            <a:endParaRPr b="0" i="0" sz="16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rPr b="0" i="0" lang="en-US" sz="1600" u="none">
                <a:solidFill>
                  <a:schemeClr val="dk1"/>
                </a:solidFill>
                <a:latin typeface="Times New Roman"/>
                <a:ea typeface="Times New Roman"/>
                <a:cs typeface="Times New Roman"/>
                <a:sym typeface="Times New Roman"/>
              </a:rPr>
              <a:t> </a:t>
            </a:r>
            <a:endParaRPr b="0" i="0" sz="16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t/>
            </a:r>
            <a:endParaRPr sz="1600">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t/>
            </a:r>
            <a:endParaRPr sz="1600">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t/>
            </a:r>
            <a:endParaRPr sz="1600">
              <a:solidFill>
                <a:schemeClr val="dk1"/>
              </a:solidFill>
              <a:latin typeface="Times New Roman"/>
              <a:ea typeface="Times New Roman"/>
              <a:cs typeface="Times New Roman"/>
              <a:sym typeface="Times New Roman"/>
            </a:endParaRPr>
          </a:p>
          <a:p>
            <a:pPr indent="-342900" lvl="0" marL="342900" marR="0" rtl="0" algn="l">
              <a:lnSpc>
                <a:spcPct val="80000"/>
              </a:lnSpc>
              <a:spcBef>
                <a:spcPts val="320"/>
              </a:spcBef>
              <a:spcAft>
                <a:spcPts val="0"/>
              </a:spcAft>
              <a:buClr>
                <a:schemeClr val="folHlink"/>
              </a:buClr>
              <a:buSzPts val="960"/>
              <a:buFont typeface="Noto Sans Symbols"/>
              <a:buNone/>
            </a:pPr>
            <a:r>
              <a:rPr b="0" i="0" lang="en-US" sz="1600" u="none">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(4)</a:t>
            </a:r>
            <a:r>
              <a:rPr b="1" i="0" lang="en-US" sz="1600" u="none">
                <a:solidFill>
                  <a:schemeClr val="dk1"/>
                </a:solidFill>
                <a:latin typeface="Times New Roman"/>
                <a:ea typeface="Times New Roman"/>
                <a:cs typeface="Times New Roman"/>
                <a:sym typeface="Times New Roman"/>
              </a:rPr>
              <a:t> </a:t>
            </a:r>
            <a:r>
              <a:rPr b="0" i="0" lang="en-US" sz="1600" u="none">
                <a:solidFill>
                  <a:schemeClr val="dk1"/>
                </a:solidFill>
                <a:latin typeface="Times New Roman"/>
                <a:ea typeface="Times New Roman"/>
                <a:cs typeface="Times New Roman"/>
                <a:sym typeface="Times New Roman"/>
              </a:rPr>
              <a:t>If an additional constraint of including each and every object is placed then the greedy strategy could be</a:t>
            </a:r>
            <a:r>
              <a:rPr b="1" i="0" lang="en-US" sz="1600" u="none">
                <a:solidFill>
                  <a:schemeClr val="dk1"/>
                </a:solidFill>
                <a:latin typeface="Times New Roman"/>
                <a:ea typeface="Times New Roman"/>
                <a:cs typeface="Times New Roman"/>
                <a:sym typeface="Times New Roman"/>
              </a:rPr>
              <a:t> </a:t>
            </a:r>
            <a:endParaRPr/>
          </a:p>
          <a:p>
            <a:pPr indent="-342900" lvl="0" marL="342900" marR="0" rtl="0" algn="l">
              <a:lnSpc>
                <a:spcPct val="80000"/>
              </a:lnSpc>
              <a:spcBef>
                <a:spcPts val="320"/>
              </a:spcBef>
              <a:spcAft>
                <a:spcPts val="0"/>
              </a:spcAft>
              <a:buClr>
                <a:schemeClr val="folHlink"/>
              </a:buClr>
              <a:buSzPts val="960"/>
              <a:buFont typeface="Noto Sans Symbols"/>
              <a:buNone/>
            </a:pPr>
            <a:r>
              <a:t/>
            </a:r>
            <a:endParaRPr b="1" i="0" sz="16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360"/>
              </a:spcBef>
              <a:spcAft>
                <a:spcPts val="0"/>
              </a:spcAft>
              <a:buClr>
                <a:schemeClr val="folHlink"/>
              </a:buClr>
              <a:buSzPts val="960"/>
              <a:buFont typeface="Noto Sans Symbols"/>
              <a:buNone/>
            </a:pPr>
            <a:r>
              <a:rPr b="1" i="0" lang="en-US" sz="1600" u="none">
                <a:solidFill>
                  <a:schemeClr val="dk1"/>
                </a:solidFill>
                <a:latin typeface="Times New Roman"/>
                <a:ea typeface="Times New Roman"/>
                <a:cs typeface="Times New Roman"/>
                <a:sym typeface="Times New Roman"/>
              </a:rPr>
              <a:t> (½, ⅓, ¼ )		</a:t>
            </a:r>
            <a:r>
              <a:rPr b="1" i="0" lang="en-US" sz="1800" u="none">
                <a:solidFill>
                  <a:srgbClr val="000000"/>
                </a:solidFill>
                <a:latin typeface="Times New Roman"/>
                <a:ea typeface="Times New Roman"/>
                <a:cs typeface="Times New Roman"/>
                <a:sym typeface="Times New Roman"/>
              </a:rPr>
              <a:t> ∑ xiwi = </a:t>
            </a:r>
            <a:r>
              <a:rPr b="0" i="0" lang="en-US" sz="1600" u="none">
                <a:solidFill>
                  <a:schemeClr val="dk1"/>
                </a:solidFill>
                <a:latin typeface="Times New Roman"/>
                <a:ea typeface="Times New Roman"/>
                <a:cs typeface="Times New Roman"/>
                <a:sym typeface="Times New Roman"/>
              </a:rPr>
              <a:t>½ x 18+⅓ x15+ ¼ x10 = 16. 5</a:t>
            </a:r>
            <a:endParaRPr/>
          </a:p>
          <a:p>
            <a:pPr indent="-342900" lvl="0" marL="342900" marR="0" rtl="0" algn="l">
              <a:lnSpc>
                <a:spcPct val="80000"/>
              </a:lnSpc>
              <a:spcBef>
                <a:spcPts val="360"/>
              </a:spcBef>
              <a:spcAft>
                <a:spcPts val="0"/>
              </a:spcAft>
              <a:buClr>
                <a:schemeClr val="folHlink"/>
              </a:buClr>
              <a:buSzPts val="960"/>
              <a:buFont typeface="Noto Sans Symbols"/>
              <a:buNone/>
            </a:pPr>
            <a:r>
              <a:rPr b="0" i="0" lang="en-US" sz="1600" u="none">
                <a:solidFill>
                  <a:schemeClr val="dk1"/>
                </a:solidFill>
                <a:latin typeface="Times New Roman"/>
                <a:ea typeface="Times New Roman"/>
                <a:cs typeface="Times New Roman"/>
                <a:sym typeface="Times New Roman"/>
              </a:rPr>
              <a:t>		</a:t>
            </a:r>
            <a:r>
              <a:rPr b="1" i="0" lang="en-US" sz="1800" u="none">
                <a:solidFill>
                  <a:srgbClr val="000000"/>
                </a:solidFill>
                <a:latin typeface="Times New Roman"/>
                <a:ea typeface="Times New Roman"/>
                <a:cs typeface="Times New Roman"/>
                <a:sym typeface="Times New Roman"/>
              </a:rPr>
              <a:t> ∑ xipi =</a:t>
            </a:r>
            <a:r>
              <a:rPr b="0" i="0" lang="en-US" sz="1600" u="none">
                <a:solidFill>
                  <a:schemeClr val="dk1"/>
                </a:solidFill>
                <a:latin typeface="Times New Roman"/>
                <a:ea typeface="Times New Roman"/>
                <a:cs typeface="Times New Roman"/>
                <a:sym typeface="Times New Roman"/>
              </a:rPr>
              <a:t>½ x 25+⅓ x24+ ¼ x15 = 12.5+8+3.75 = 24.25</a:t>
            </a:r>
            <a:r>
              <a:rPr b="1" i="0" lang="en-US" sz="1600" u="none">
                <a:solidFill>
                  <a:schemeClr val="dk1"/>
                </a:solidFill>
                <a:latin typeface="Times New Roman"/>
                <a:ea typeface="Times New Roman"/>
                <a:cs typeface="Times New Roman"/>
                <a:sym typeface="Times New Roman"/>
              </a:rPr>
              <a:t> </a:t>
            </a:r>
            <a:r>
              <a:rPr b="1" i="0" lang="en-US" sz="900" u="none">
                <a:solidFill>
                  <a:schemeClr val="dk1"/>
                </a:solidFill>
                <a:latin typeface="Times New Roman"/>
                <a:ea typeface="Times New Roman"/>
                <a:cs typeface="Times New Roman"/>
                <a:sym typeface="Times New Roman"/>
              </a:rPr>
              <a:t> </a:t>
            </a:r>
            <a:endParaRPr b="0" i="0" sz="9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180"/>
              </a:spcBef>
              <a:spcAft>
                <a:spcPts val="0"/>
              </a:spcAft>
              <a:buClr>
                <a:schemeClr val="folHlink"/>
              </a:buClr>
              <a:buSzPts val="540"/>
              <a:buFont typeface="Noto Sans Symbols"/>
              <a:buNone/>
            </a:pPr>
            <a:r>
              <a:rPr b="1" i="0" lang="en-US" sz="900" u="none">
                <a:solidFill>
                  <a:schemeClr val="dk1"/>
                </a:solidFill>
                <a:latin typeface="Times New Roman"/>
                <a:ea typeface="Times New Roman"/>
                <a:cs typeface="Times New Roman"/>
                <a:sym typeface="Times New Roman"/>
              </a:rPr>
              <a:t> </a:t>
            </a:r>
            <a:endParaRPr b="0" i="0" sz="900" u="none">
              <a:solidFill>
                <a:schemeClr val="dk1"/>
              </a:solidFill>
              <a:latin typeface="Times New Roman"/>
              <a:ea typeface="Times New Roman"/>
              <a:cs typeface="Times New Roman"/>
              <a:sym typeface="Times New Roman"/>
            </a:endParaRPr>
          </a:p>
          <a:p>
            <a:pPr indent="-342900" lvl="0" marL="342900" marR="0" rtl="0" algn="l">
              <a:lnSpc>
                <a:spcPct val="80000"/>
              </a:lnSpc>
              <a:spcBef>
                <a:spcPts val="180"/>
              </a:spcBef>
              <a:spcAft>
                <a:spcPts val="0"/>
              </a:spcAft>
              <a:buClr>
                <a:schemeClr val="folHlink"/>
              </a:buClr>
              <a:buSzPts val="540"/>
              <a:buFont typeface="Noto Sans Symbols"/>
              <a:buNone/>
            </a:pPr>
            <a:r>
              <a:rPr b="1" i="0" lang="en-US" sz="900" u="none">
                <a:solidFill>
                  <a:schemeClr val="dk1"/>
                </a:solidFill>
                <a:latin typeface="Times New Roman"/>
                <a:ea typeface="Times New Roman"/>
                <a:cs typeface="Times New Roman"/>
                <a:sym typeface="Times New Roman"/>
              </a:rPr>
              <a:t> </a:t>
            </a:r>
            <a:endParaRPr b="0" i="0" sz="900" u="none">
              <a:solidFill>
                <a:schemeClr val="dk1"/>
              </a:solidFill>
              <a:latin typeface="Times New Roman"/>
              <a:ea typeface="Times New Roman"/>
              <a:cs typeface="Times New Roman"/>
              <a:sym typeface="Times New Roman"/>
            </a:endParaRPr>
          </a:p>
          <a:p>
            <a:pPr indent="-308610" lvl="0" marL="342900" marR="0" rtl="0" algn="l">
              <a:spcBef>
                <a:spcPts val="180"/>
              </a:spcBef>
              <a:spcAft>
                <a:spcPts val="0"/>
              </a:spcAft>
              <a:buClr>
                <a:schemeClr val="folHlink"/>
              </a:buClr>
              <a:buSzPts val="540"/>
              <a:buFont typeface="Noto Sans Symbols"/>
              <a:buNone/>
            </a:pPr>
            <a:r>
              <a:t/>
            </a:r>
            <a:endParaRPr b="0" i="0" sz="900" u="none">
              <a:solidFill>
                <a:schemeClr val="dk1"/>
              </a:solidFill>
              <a:latin typeface="Times New Roman"/>
              <a:ea typeface="Times New Roman"/>
              <a:cs typeface="Times New Roman"/>
              <a:sym typeface="Times New Roman"/>
            </a:endParaRPr>
          </a:p>
        </p:txBody>
      </p:sp>
      <p:graphicFrame>
        <p:nvGraphicFramePr>
          <p:cNvPr id="1006" name="Google Shape;1006;g2a4cc99e909_1_126"/>
          <p:cNvGraphicFramePr/>
          <p:nvPr/>
        </p:nvGraphicFramePr>
        <p:xfrm>
          <a:off x="1117600" y="2057400"/>
          <a:ext cx="3000000" cy="3000000"/>
        </p:xfrm>
        <a:graphic>
          <a:graphicData uri="http://schemas.openxmlformats.org/drawingml/2006/table">
            <a:tbl>
              <a:tblPr>
                <a:noFill/>
                <a:tableStyleId>{43B8B119-D355-4895-95EC-22BF6B5B4762}</a:tableStyleId>
              </a:tblPr>
              <a:tblGrid>
                <a:gridCol w="1424500"/>
                <a:gridCol w="2146300"/>
                <a:gridCol w="2368525"/>
              </a:tblGrid>
              <a:tr h="434975">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(x</a:t>
                      </a:r>
                      <a:r>
                        <a:rPr b="1" baseline="-25000" i="0" lang="en-US" sz="1600" u="none" cap="none" strike="noStrike">
                          <a:solidFill>
                            <a:srgbClr val="000000"/>
                          </a:solidFill>
                          <a:latin typeface="Times New Roman"/>
                          <a:ea typeface="Times New Roman"/>
                          <a:cs typeface="Times New Roman"/>
                          <a:sym typeface="Times New Roman"/>
                        </a:rPr>
                        <a:t>1</a:t>
                      </a:r>
                      <a:r>
                        <a:rPr b="1" i="0" lang="en-US" sz="1600" u="none" cap="none" strike="noStrike">
                          <a:solidFill>
                            <a:srgbClr val="000000"/>
                          </a:solidFill>
                          <a:latin typeface="Times New Roman"/>
                          <a:ea typeface="Times New Roman"/>
                          <a:cs typeface="Times New Roman"/>
                          <a:sym typeface="Times New Roman"/>
                        </a:rPr>
                        <a:t>, x</a:t>
                      </a:r>
                      <a:r>
                        <a:rPr b="1" baseline="-25000" i="0" lang="en-US" sz="1600" u="none" cap="none" strike="noStrike">
                          <a:solidFill>
                            <a:srgbClr val="000000"/>
                          </a:solidFill>
                          <a:latin typeface="Times New Roman"/>
                          <a:ea typeface="Times New Roman"/>
                          <a:cs typeface="Times New Roman"/>
                          <a:sym typeface="Times New Roman"/>
                        </a:rPr>
                        <a:t>2</a:t>
                      </a:r>
                      <a:r>
                        <a:rPr b="1" i="0" lang="en-US" sz="1600" u="none" cap="none" strike="noStrike">
                          <a:solidFill>
                            <a:srgbClr val="000000"/>
                          </a:solidFill>
                          <a:latin typeface="Times New Roman"/>
                          <a:ea typeface="Times New Roman"/>
                          <a:cs typeface="Times New Roman"/>
                          <a:sym typeface="Times New Roman"/>
                        </a:rPr>
                        <a:t>, x</a:t>
                      </a:r>
                      <a:r>
                        <a:rPr b="1" baseline="-25000" i="0" lang="en-US" sz="1600" u="none" cap="none" strike="noStrike">
                          <a:solidFill>
                            <a:srgbClr val="000000"/>
                          </a:solidFill>
                          <a:latin typeface="Times New Roman"/>
                          <a:ea typeface="Times New Roman"/>
                          <a:cs typeface="Times New Roman"/>
                          <a:sym typeface="Times New Roman"/>
                        </a:rPr>
                        <a:t>3</a:t>
                      </a:r>
                      <a:r>
                        <a:rPr b="1" i="0" lang="en-US" sz="1600" u="none" cap="none" strike="noStrike">
                          <a:solidFill>
                            <a:srgbClr val="000000"/>
                          </a:solidFill>
                          <a:latin typeface="Times New Roman"/>
                          <a:ea typeface="Times New Roman"/>
                          <a:cs typeface="Times New Roman"/>
                          <a:sym typeface="Times New Roman"/>
                        </a:rPr>
                        <a:t>)</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 xiwi &lt;=20</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 xipi</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225">
                <a:tc>
                  <a:txBody>
                    <a:bodyPr/>
                    <a:lstStyle/>
                    <a:p>
                      <a:pPr indent="0" lvl="0" marL="0" marR="0" rtl="0" algn="ctr">
                        <a:lnSpc>
                          <a:spcPct val="100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(0, 1, ½ )</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18 x 0+1 x 15+(1/2)x10 = 20</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25 x 0+ 1 x 24+(1/2)x15 = 31.5</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1007" name="Google Shape;1007;g2a4cc99e909_1_126"/>
          <p:cNvGraphicFramePr/>
          <p:nvPr/>
        </p:nvGraphicFramePr>
        <p:xfrm>
          <a:off x="1422400" y="4953000"/>
          <a:ext cx="3000000" cy="3000000"/>
        </p:xfrm>
        <a:graphic>
          <a:graphicData uri="http://schemas.openxmlformats.org/drawingml/2006/table">
            <a:tbl>
              <a:tblPr>
                <a:noFill/>
                <a:tableStyleId>{43B8B119-D355-4895-95EC-22BF6B5B4762}</a:tableStyleId>
              </a:tblPr>
              <a:tblGrid>
                <a:gridCol w="1424500"/>
                <a:gridCol w="2146300"/>
                <a:gridCol w="2368525"/>
              </a:tblGrid>
              <a:tr h="434975">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(x</a:t>
                      </a:r>
                      <a:r>
                        <a:rPr b="1" baseline="-25000" i="0" lang="en-US" sz="1600" u="none" cap="none" strike="noStrike">
                          <a:solidFill>
                            <a:srgbClr val="000000"/>
                          </a:solidFill>
                          <a:latin typeface="Times New Roman"/>
                          <a:ea typeface="Times New Roman"/>
                          <a:cs typeface="Times New Roman"/>
                          <a:sym typeface="Times New Roman"/>
                        </a:rPr>
                        <a:t>1</a:t>
                      </a:r>
                      <a:r>
                        <a:rPr b="1" i="0" lang="en-US" sz="1600" u="none" cap="none" strike="noStrike">
                          <a:solidFill>
                            <a:srgbClr val="000000"/>
                          </a:solidFill>
                          <a:latin typeface="Times New Roman"/>
                          <a:ea typeface="Times New Roman"/>
                          <a:cs typeface="Times New Roman"/>
                          <a:sym typeface="Times New Roman"/>
                        </a:rPr>
                        <a:t>, x</a:t>
                      </a:r>
                      <a:r>
                        <a:rPr b="1" baseline="-25000" i="0" lang="en-US" sz="1600" u="none" cap="none" strike="noStrike">
                          <a:solidFill>
                            <a:srgbClr val="000000"/>
                          </a:solidFill>
                          <a:latin typeface="Times New Roman"/>
                          <a:ea typeface="Times New Roman"/>
                          <a:cs typeface="Times New Roman"/>
                          <a:sym typeface="Times New Roman"/>
                        </a:rPr>
                        <a:t>2</a:t>
                      </a:r>
                      <a:r>
                        <a:rPr b="1" i="0" lang="en-US" sz="1600" u="none" cap="none" strike="noStrike">
                          <a:solidFill>
                            <a:srgbClr val="000000"/>
                          </a:solidFill>
                          <a:latin typeface="Times New Roman"/>
                          <a:ea typeface="Times New Roman"/>
                          <a:cs typeface="Times New Roman"/>
                          <a:sym typeface="Times New Roman"/>
                        </a:rPr>
                        <a:t>, x</a:t>
                      </a:r>
                      <a:r>
                        <a:rPr b="1" baseline="-25000" i="0" lang="en-US" sz="1600" u="none" cap="none" strike="noStrike">
                          <a:solidFill>
                            <a:srgbClr val="000000"/>
                          </a:solidFill>
                          <a:latin typeface="Times New Roman"/>
                          <a:ea typeface="Times New Roman"/>
                          <a:cs typeface="Times New Roman"/>
                          <a:sym typeface="Times New Roman"/>
                        </a:rPr>
                        <a:t>3</a:t>
                      </a:r>
                      <a:r>
                        <a:rPr b="1" i="0" lang="en-US" sz="1600" u="none" cap="none" strike="noStrike">
                          <a:solidFill>
                            <a:srgbClr val="000000"/>
                          </a:solidFill>
                          <a:latin typeface="Times New Roman"/>
                          <a:ea typeface="Times New Roman"/>
                          <a:cs typeface="Times New Roman"/>
                          <a:sym typeface="Times New Roman"/>
                        </a:rPr>
                        <a:t>)</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 xiwi &lt;=20</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Times New Roman"/>
                        <a:buNone/>
                      </a:pPr>
                      <a:r>
                        <a:rPr b="1" i="0" lang="en-US" sz="1600" u="none" cap="none" strike="noStrike">
                          <a:solidFill>
                            <a:srgbClr val="000000"/>
                          </a:solidFill>
                          <a:latin typeface="Times New Roman"/>
                          <a:ea typeface="Times New Roman"/>
                          <a:cs typeface="Times New Roman"/>
                          <a:sym typeface="Times New Roman"/>
                        </a:rPr>
                        <a:t>∑ xipi</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3225">
                <a:tc>
                  <a:txBody>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 (½, ⅓, ¼ )	</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16.5</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24.25</a:t>
                      </a:r>
                      <a:endParaRPr/>
                    </a:p>
                  </a:txBody>
                  <a:tcPr marT="9325" marB="0" marR="9325" marL="932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008" name="Google Shape;1008;g2a4cc99e909_1_126"/>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2a4cc99e909_1_133"/>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Algorithm : Greedy Knapsack</a:t>
            </a:r>
            <a:endParaRPr/>
          </a:p>
        </p:txBody>
      </p:sp>
      <p:sp>
        <p:nvSpPr>
          <p:cNvPr id="1014" name="Google Shape;1014;g2a4cc99e909_1_133"/>
          <p:cNvSpPr txBox="1"/>
          <p:nvPr>
            <p:ph idx="1" type="body"/>
          </p:nvPr>
        </p:nvSpPr>
        <p:spPr>
          <a:xfrm>
            <a:off x="829198" y="1965025"/>
            <a:ext cx="10533600" cy="4023300"/>
          </a:xfrm>
          <a:prstGeom prst="rect">
            <a:avLst/>
          </a:prstGeom>
          <a:noFill/>
          <a:ln>
            <a:noFill/>
          </a:ln>
        </p:spPr>
        <p:txBody>
          <a:bodyPr anchorCtr="0" anchor="t" bIns="45700" lIns="91425" spcFirstLastPara="1" rIns="91425" wrap="square" tIns="45700">
            <a:normAutofit lnSpcReduction="20000"/>
          </a:bodyPr>
          <a:lstStyle/>
          <a:p>
            <a:pPr indent="-342900" lvl="0" marL="342900" marR="0" rtl="0" algn="l">
              <a:lnSpc>
                <a:spcPct val="80000"/>
              </a:lnSpc>
              <a:spcBef>
                <a:spcPts val="0"/>
              </a:spcBef>
              <a:spcAft>
                <a:spcPts val="0"/>
              </a:spcAft>
              <a:buClr>
                <a:schemeClr val="folHlink"/>
              </a:buClr>
              <a:buSzPts val="1080"/>
              <a:buFont typeface="Noto Sans Symbols"/>
              <a:buNone/>
            </a:pPr>
            <a:r>
              <a:rPr b="1" i="0" lang="en-US" sz="1800" u="none">
                <a:solidFill>
                  <a:schemeClr val="dk1"/>
                </a:solidFill>
                <a:latin typeface="Times New Roman"/>
                <a:ea typeface="Times New Roman"/>
                <a:cs typeface="Times New Roman"/>
                <a:sym typeface="Times New Roman"/>
              </a:rPr>
              <a:t>Algorithm Greedy knapsack (m, n)</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//p (1:n) and w(1:n) contain the profits and weights resp. of the n objects </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//ordered such that p(i)/W(i) ≥ p(i+1)/w (i+1). M is the knapsack size and x (1:n)</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is the solution vector</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a:t>
            </a:r>
            <a:endParaRPr/>
          </a:p>
          <a:p>
            <a:pPr indent="-342900" lvl="0" marL="342900" marR="0" rtl="0" algn="l">
              <a:lnSpc>
                <a:spcPct val="80000"/>
              </a:lnSpc>
              <a:spcBef>
                <a:spcPts val="40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for  i: = 1 to n do x(i) = 0.0i// initialize x                        </a:t>
            </a:r>
            <a:r>
              <a:rPr b="0" i="0" lang="en-US" sz="2000" u="none">
                <a:solidFill>
                  <a:schemeClr val="dk1"/>
                </a:solidFill>
                <a:latin typeface="Times New Roman"/>
                <a:ea typeface="Times New Roman"/>
                <a:cs typeface="Times New Roman"/>
                <a:sym typeface="Times New Roman"/>
              </a:rPr>
              <a:t>O(n)</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u : = m;</a:t>
            </a:r>
            <a:endParaRPr/>
          </a:p>
          <a:p>
            <a:pPr indent="-342900" lvl="0" marL="342900" marR="0" rtl="0" algn="l">
              <a:lnSpc>
                <a:spcPct val="80000"/>
              </a:lnSpc>
              <a:spcBef>
                <a:spcPts val="40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for  i: = 1 to n do                                                               </a:t>
            </a:r>
            <a:r>
              <a:rPr b="0" i="0" lang="en-US" sz="2000" u="none">
                <a:solidFill>
                  <a:schemeClr val="dk1"/>
                </a:solidFill>
                <a:latin typeface="Times New Roman"/>
                <a:ea typeface="Times New Roman"/>
                <a:cs typeface="Times New Roman"/>
                <a:sym typeface="Times New Roman"/>
              </a:rPr>
              <a:t>O(n)</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 	</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if (w(i) &gt; u) then break;</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x(i): = 1.0;</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u: = u-w(i);</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      if (i≤n) then x(i): = u/w(i);</a:t>
            </a:r>
            <a:endParaRPr/>
          </a:p>
          <a:p>
            <a:pPr indent="-342900" lvl="0" marL="342900" marR="0" rtl="0" algn="l">
              <a:lnSpc>
                <a:spcPct val="8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a:t>
            </a:r>
            <a:endParaRPr/>
          </a:p>
          <a:p>
            <a:pPr indent="-342900" lvl="0" marL="342900" marR="0" rtl="0" algn="l">
              <a:lnSpc>
                <a:spcPct val="80000"/>
              </a:lnSpc>
              <a:spcBef>
                <a:spcPts val="360"/>
              </a:spcBef>
              <a:spcAft>
                <a:spcPts val="0"/>
              </a:spcAft>
              <a:buClr>
                <a:schemeClr val="folHlink"/>
              </a:buClr>
              <a:buSzPts val="1080"/>
              <a:buFont typeface="Noto Sans Symbols"/>
              <a:buChar char="■"/>
            </a:pPr>
            <a:r>
              <a:rPr b="1" i="0" lang="en-US" sz="1800" u="none">
                <a:solidFill>
                  <a:schemeClr val="dk1"/>
                </a:solidFill>
                <a:latin typeface="Times New Roman"/>
                <a:ea typeface="Times New Roman"/>
                <a:cs typeface="Times New Roman"/>
                <a:sym typeface="Times New Roman"/>
              </a:rPr>
              <a:t>Analysis</a:t>
            </a:r>
            <a:r>
              <a:rPr b="0" i="0" lang="en-US" sz="1800" u="none">
                <a:solidFill>
                  <a:schemeClr val="dk1"/>
                </a:solidFill>
                <a:latin typeface="Times New Roman"/>
                <a:ea typeface="Times New Roman"/>
                <a:cs typeface="Times New Roman"/>
                <a:sym typeface="Times New Roman"/>
              </a:rPr>
              <a:t>: - If. we do not consider the time considered for sorting the inputs then the complexity will be </a:t>
            </a:r>
            <a:r>
              <a:rPr b="1" i="0" lang="en-US" sz="1800" u="none">
                <a:solidFill>
                  <a:schemeClr val="dk1"/>
                </a:solidFill>
                <a:latin typeface="Times New Roman"/>
                <a:ea typeface="Times New Roman"/>
                <a:cs typeface="Times New Roman"/>
                <a:sym typeface="Times New Roman"/>
              </a:rPr>
              <a:t>O(n).</a:t>
            </a:r>
            <a:endParaRPr/>
          </a:p>
          <a:p>
            <a:pPr indent="-274320" lvl="0" marL="342900" marR="0" rtl="0" algn="l">
              <a:spcBef>
                <a:spcPts val="360"/>
              </a:spcBef>
              <a:spcAft>
                <a:spcPts val="0"/>
              </a:spcAft>
              <a:buClr>
                <a:schemeClr val="folHlink"/>
              </a:buClr>
              <a:buSzPts val="1080"/>
              <a:buFont typeface="Noto Sans Symbols"/>
              <a:buNone/>
            </a:pPr>
            <a:r>
              <a:t/>
            </a:r>
            <a:endParaRPr b="1" i="0" sz="1800" u="none">
              <a:solidFill>
                <a:schemeClr val="dk1"/>
              </a:solidFill>
              <a:latin typeface="Times New Roman"/>
              <a:ea typeface="Times New Roman"/>
              <a:cs typeface="Times New Roman"/>
              <a:sym typeface="Times New Roman"/>
            </a:endParaRPr>
          </a:p>
        </p:txBody>
      </p:sp>
      <p:sp>
        <p:nvSpPr>
          <p:cNvPr id="1015" name="Google Shape;1015;g2a4cc99e909_1_133"/>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g2a4cc99e909_1_139"/>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pic>
        <p:nvPicPr>
          <p:cNvPr id="1021" name="Google Shape;1021;g2a4cc99e909_1_139"/>
          <p:cNvPicPr preferRelativeResize="0"/>
          <p:nvPr>
            <p:ph idx="1" type="body"/>
          </p:nvPr>
        </p:nvPicPr>
        <p:blipFill rotWithShape="1">
          <a:blip r:embed="rId3">
            <a:alphaModFix/>
          </a:blip>
          <a:srcRect b="0" l="0" r="0" t="0"/>
          <a:stretch/>
        </p:blipFill>
        <p:spPr>
          <a:xfrm>
            <a:off x="1625600" y="228600"/>
            <a:ext cx="9918900" cy="58674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2a4cc99e909_1_144"/>
          <p:cNvSpPr txBox="1"/>
          <p:nvPr>
            <p:ph type="title"/>
          </p:nvPr>
        </p:nvSpPr>
        <p:spPr>
          <a:xfrm>
            <a:off x="711200" y="0"/>
            <a:ext cx="10972800" cy="609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rgbClr val="993300"/>
              </a:buClr>
              <a:buSzPct val="100000"/>
              <a:buFont typeface="Times New Roman"/>
              <a:buNone/>
            </a:pPr>
            <a:r>
              <a:rPr b="0" i="0" lang="en-US" sz="3600" u="none">
                <a:solidFill>
                  <a:srgbClr val="993300"/>
                </a:solidFill>
                <a:latin typeface="Times New Roman"/>
                <a:ea typeface="Times New Roman"/>
                <a:cs typeface="Times New Roman"/>
                <a:sym typeface="Times New Roman"/>
              </a:rPr>
              <a:t>Knapsack : More examples</a:t>
            </a:r>
            <a:endParaRPr/>
          </a:p>
        </p:txBody>
      </p:sp>
      <p:sp>
        <p:nvSpPr>
          <p:cNvPr id="1027" name="Google Shape;1027;g2a4cc99e909_1_144"/>
          <p:cNvSpPr txBox="1"/>
          <p:nvPr>
            <p:ph idx="1" type="body"/>
          </p:nvPr>
        </p:nvSpPr>
        <p:spPr>
          <a:xfrm>
            <a:off x="661500" y="735500"/>
            <a:ext cx="10972800" cy="2927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200"/>
              <a:buFont typeface="Noto Sans Symbols"/>
              <a:buNone/>
            </a:pPr>
            <a:r>
              <a:rPr b="0" i="0" lang="en-US" sz="2000" u="none">
                <a:solidFill>
                  <a:schemeClr val="dk1"/>
                </a:solidFill>
                <a:latin typeface="Times New Roman"/>
                <a:ea typeface="Times New Roman"/>
                <a:cs typeface="Times New Roman"/>
                <a:sym typeface="Times New Roman"/>
              </a:rPr>
              <a:t>1) Greedy approach- consider the following instances of knapsack problem n=5, w=100, W (10, 20, 30, 40, 50) , V(20, 30, 66,  40, 60 ), find the optimal solution.</a:t>
            </a:r>
            <a:endParaRPr/>
          </a:p>
          <a:p>
            <a:pPr indent="-342900" lvl="0" marL="342900" marR="0" rtl="0" algn="l">
              <a:lnSpc>
                <a:spcPct val="100000"/>
              </a:lnSpc>
              <a:spcBef>
                <a:spcPts val="400"/>
              </a:spcBef>
              <a:spcAft>
                <a:spcPts val="0"/>
              </a:spcAft>
              <a:buClr>
                <a:schemeClr val="folHlink"/>
              </a:buClr>
              <a:buSzPts val="1200"/>
              <a:buFont typeface="Noto Sans Symbols"/>
              <a:buNone/>
            </a:pPr>
            <a:r>
              <a:rPr b="0" i="0" lang="en-US" sz="2000" u="none">
                <a:solidFill>
                  <a:schemeClr val="dk1"/>
                </a:solidFill>
                <a:latin typeface="Times New Roman"/>
                <a:ea typeface="Times New Roman"/>
                <a:cs typeface="Times New Roman"/>
                <a:sym typeface="Times New Roman"/>
              </a:rPr>
              <a:t>2) </a:t>
            </a:r>
            <a:endParaRPr/>
          </a:p>
        </p:txBody>
      </p:sp>
      <p:pic>
        <p:nvPicPr>
          <p:cNvPr descr="Untitled1.png" id="1028" name="Google Shape;1028;g2a4cc99e909_1_144"/>
          <p:cNvPicPr preferRelativeResize="0"/>
          <p:nvPr/>
        </p:nvPicPr>
        <p:blipFill rotWithShape="1">
          <a:blip r:embed="rId3">
            <a:alphaModFix/>
          </a:blip>
          <a:srcRect b="0" l="0" r="0" t="0"/>
          <a:stretch/>
        </p:blipFill>
        <p:spPr>
          <a:xfrm>
            <a:off x="3345075" y="1603525"/>
            <a:ext cx="6197601" cy="2058988"/>
          </a:xfrm>
          <a:prstGeom prst="rect">
            <a:avLst/>
          </a:prstGeom>
          <a:noFill/>
          <a:ln>
            <a:noFill/>
          </a:ln>
        </p:spPr>
      </p:pic>
      <p:graphicFrame>
        <p:nvGraphicFramePr>
          <p:cNvPr id="1029" name="Google Shape;1029;g2a4cc99e909_1_144"/>
          <p:cNvGraphicFramePr/>
          <p:nvPr/>
        </p:nvGraphicFramePr>
        <p:xfrm>
          <a:off x="1868613" y="4310275"/>
          <a:ext cx="3000000" cy="3000000"/>
        </p:xfrm>
        <a:graphic>
          <a:graphicData uri="http://schemas.openxmlformats.org/drawingml/2006/table">
            <a:tbl>
              <a:tblPr>
                <a:noFill/>
                <a:tableStyleId>{43B8B119-D355-4895-95EC-22BF6B5B4762}</a:tableStyleId>
              </a:tblPr>
              <a:tblGrid>
                <a:gridCol w="1665800"/>
                <a:gridCol w="1665800"/>
                <a:gridCol w="1667925"/>
                <a:gridCol w="1665800"/>
                <a:gridCol w="1665800"/>
              </a:tblGrid>
              <a:tr h="427025">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Item</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B</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C</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D</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r>
              <a:tr h="4254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Profit</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280</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100</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120</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120</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427025">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Weight</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40</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10</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24</a:t>
                      </a:r>
                      <a:endParaRPr/>
                    </a:p>
                  </a:txBody>
                  <a:tcPr marT="76100" marB="76100" marR="76200" marL="7620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1030" name="Google Shape;1030;g2a4cc99e909_1_144"/>
          <p:cNvSpPr txBox="1"/>
          <p:nvPr/>
        </p:nvSpPr>
        <p:spPr>
          <a:xfrm>
            <a:off x="547775" y="3707300"/>
            <a:ext cx="109728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r>
              <a:rPr b="0" i="0" lang="en-US" sz="1800" u="none">
                <a:solidFill>
                  <a:schemeClr val="dk1"/>
                </a:solidFill>
                <a:latin typeface="Times New Roman"/>
                <a:ea typeface="Times New Roman"/>
                <a:cs typeface="Times New Roman"/>
                <a:sym typeface="Times New Roman"/>
              </a:rPr>
              <a:t>)  L</a:t>
            </a:r>
            <a:r>
              <a:rPr b="0" i="0" lang="en-US" sz="1800" u="none">
                <a:solidFill>
                  <a:srgbClr val="000000"/>
                </a:solidFill>
                <a:latin typeface="Times New Roman"/>
                <a:ea typeface="Times New Roman"/>
                <a:cs typeface="Times New Roman"/>
                <a:sym typeface="Times New Roman"/>
              </a:rPr>
              <a:t>et us consider that the capacity of the knapsack </a:t>
            </a:r>
            <a:r>
              <a:rPr b="1" i="1" lang="en-US" sz="1800" u="none">
                <a:solidFill>
                  <a:srgbClr val="000000"/>
                </a:solidFill>
                <a:latin typeface="Times New Roman"/>
                <a:ea typeface="Times New Roman"/>
                <a:cs typeface="Times New Roman"/>
                <a:sym typeface="Times New Roman"/>
              </a:rPr>
              <a:t>W</a:t>
            </a:r>
            <a:r>
              <a:rPr b="1" i="0" lang="en-US" sz="1800" u="none">
                <a:solidFill>
                  <a:srgbClr val="000000"/>
                </a:solidFill>
                <a:latin typeface="Times New Roman"/>
                <a:ea typeface="Times New Roman"/>
                <a:cs typeface="Times New Roman"/>
                <a:sym typeface="Times New Roman"/>
              </a:rPr>
              <a:t> =60</a:t>
            </a:r>
            <a:r>
              <a:rPr b="0" i="0" lang="en-US" sz="1800" u="none">
                <a:solidFill>
                  <a:srgbClr val="000000"/>
                </a:solidFill>
                <a:latin typeface="Times New Roman"/>
                <a:ea typeface="Times New Roman"/>
                <a:cs typeface="Times New Roman"/>
                <a:sym typeface="Times New Roman"/>
              </a:rPr>
              <a:t> and the list of provided items are shown in the following table −</a:t>
            </a:r>
            <a:endParaRPr b="0"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31" name="Google Shape;1031;g2a4cc99e909_1_144"/>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2a4cc99e909_1_153"/>
          <p:cNvSpPr txBox="1"/>
          <p:nvPr>
            <p:ph type="title"/>
          </p:nvPr>
        </p:nvSpPr>
        <p:spPr>
          <a:xfrm>
            <a:off x="1403390" y="-91097"/>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038" name="Google Shape;1038;g2a4cc99e909_1_153"/>
          <p:cNvSpPr txBox="1"/>
          <p:nvPr>
            <p:ph idx="1" type="body"/>
          </p:nvPr>
        </p:nvSpPr>
        <p:spPr>
          <a:xfrm>
            <a:off x="914400" y="1676400"/>
            <a:ext cx="103632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Huffman codes can be used to compress information</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imes New Roman"/>
                <a:ea typeface="Times New Roman"/>
                <a:cs typeface="Times New Roman"/>
                <a:sym typeface="Times New Roman"/>
              </a:rPr>
              <a:t>JPEGs do use Huffman as part of their compression process</a:t>
            </a:r>
            <a:endParaRPr/>
          </a:p>
          <a:p>
            <a:pPr indent="-285750" lvl="1" marL="742950" rtl="0" algn="l">
              <a:lnSpc>
                <a:spcPct val="90000"/>
              </a:lnSpc>
              <a:spcBef>
                <a:spcPts val="480"/>
              </a:spcBef>
              <a:spcAft>
                <a:spcPts val="0"/>
              </a:spcAft>
              <a:buSzPts val="1320"/>
              <a:buNone/>
            </a:pPr>
            <a:r>
              <a:t/>
            </a:r>
            <a:endParaRPr b="0" i="0" sz="24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The basic idea is to store the more frequently occurring characters using fewer bits and less frequently occurring characters using more bits</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imes New Roman"/>
                <a:ea typeface="Times New Roman"/>
                <a:cs typeface="Times New Roman"/>
                <a:sym typeface="Times New Roman"/>
              </a:rPr>
              <a:t>On average this should decrease the filesize (usually ½)</a:t>
            </a:r>
            <a:endParaRPr/>
          </a:p>
        </p:txBody>
      </p:sp>
      <p:sp>
        <p:nvSpPr>
          <p:cNvPr id="1039" name="Google Shape;1039;g2a4cc99e909_1_153"/>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g2a4cc99e909_1_160"/>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046" name="Google Shape;1046;g2a4cc99e909_1_160"/>
          <p:cNvSpPr txBox="1"/>
          <p:nvPr>
            <p:ph idx="1" type="body"/>
          </p:nvPr>
        </p:nvSpPr>
        <p:spPr>
          <a:xfrm>
            <a:off x="508000" y="1828800"/>
            <a:ext cx="113793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As an example, lets take the string:</a:t>
            </a:r>
            <a:endParaRPr/>
          </a:p>
          <a:p>
            <a:pPr indent="-285750" lvl="1" marL="742950" rtl="0" algn="l">
              <a:lnSpc>
                <a:spcPct val="100000"/>
              </a:lnSpc>
              <a:spcBef>
                <a:spcPts val="480"/>
              </a:spcBef>
              <a:spcAft>
                <a:spcPts val="0"/>
              </a:spcAft>
              <a:buSzPts val="1320"/>
              <a:buNone/>
            </a:pPr>
            <a:r>
              <a:rPr b="0" i="0" lang="en-US" sz="2400" u="none">
                <a:solidFill>
                  <a:schemeClr val="dk1"/>
                </a:solidFill>
                <a:latin typeface="Times New Roman"/>
                <a:ea typeface="Times New Roman"/>
                <a:cs typeface="Times New Roman"/>
                <a:sym typeface="Times New Roman"/>
              </a:rPr>
              <a:t>		“duke blue devils”</a:t>
            </a:r>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We first to a frequency count of the characters:</a:t>
            </a:r>
            <a:endParaRPr/>
          </a:p>
          <a:p>
            <a:pPr indent="-228600" lvl="2" marL="1143000" rtl="0" algn="l">
              <a:lnSpc>
                <a:spcPct val="100000"/>
              </a:lnSpc>
              <a:spcBef>
                <a:spcPts val="400"/>
              </a:spcBef>
              <a:spcAft>
                <a:spcPts val="0"/>
              </a:spcAft>
              <a:buClr>
                <a:schemeClr val="folHlink"/>
              </a:buClr>
              <a:buSzPts val="1000"/>
              <a:buFont typeface="Noto Sans Symbols"/>
              <a:buChar char="■"/>
            </a:pPr>
            <a:r>
              <a:rPr b="0" i="0" lang="en-US" sz="2000" u="none">
                <a:solidFill>
                  <a:schemeClr val="dk1"/>
                </a:solidFill>
                <a:latin typeface="Times New Roman"/>
                <a:ea typeface="Times New Roman"/>
                <a:cs typeface="Times New Roman"/>
                <a:sym typeface="Times New Roman"/>
              </a:rPr>
              <a:t>e:3, d:2, u:2, l:2, space:2, k:1, b:1, v:1, i:1, s:1</a:t>
            </a:r>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Next we use a Greedy algorithm to build up a Huffman Tree</a:t>
            </a:r>
            <a:endParaRPr/>
          </a:p>
          <a:p>
            <a:pPr indent="-285750" lvl="1" marL="742950" rtl="0" algn="l">
              <a:lnSpc>
                <a:spcPct val="100000"/>
              </a:lnSpc>
              <a:spcBef>
                <a:spcPts val="480"/>
              </a:spcBef>
              <a:spcAft>
                <a:spcPts val="0"/>
              </a:spcAft>
              <a:buClr>
                <a:schemeClr val="hlink"/>
              </a:buClr>
              <a:buSzPts val="1320"/>
              <a:buFont typeface="Noto Sans Symbols"/>
              <a:buChar char="■"/>
            </a:pPr>
            <a:r>
              <a:rPr b="0" i="0" lang="en-US" sz="2400" u="none">
                <a:solidFill>
                  <a:schemeClr val="dk1"/>
                </a:solidFill>
                <a:latin typeface="Times New Roman"/>
                <a:ea typeface="Times New Roman"/>
                <a:cs typeface="Times New Roman"/>
                <a:sym typeface="Times New Roman"/>
              </a:rPr>
              <a:t>We start with nodes for each character</a:t>
            </a:r>
            <a:endParaRPr/>
          </a:p>
        </p:txBody>
      </p:sp>
      <p:sp>
        <p:nvSpPr>
          <p:cNvPr id="1047" name="Google Shape;1047;g2a4cc99e909_1_160"/>
          <p:cNvSpPr/>
          <p:nvPr/>
        </p:nvSpPr>
        <p:spPr>
          <a:xfrm>
            <a:off x="17272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048" name="Google Shape;1048;g2a4cc99e909_1_160"/>
          <p:cNvSpPr/>
          <p:nvPr/>
        </p:nvSpPr>
        <p:spPr>
          <a:xfrm>
            <a:off x="27432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049" name="Google Shape;1049;g2a4cc99e909_1_160"/>
          <p:cNvSpPr/>
          <p:nvPr/>
        </p:nvSpPr>
        <p:spPr>
          <a:xfrm>
            <a:off x="37592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050" name="Google Shape;1050;g2a4cc99e909_1_160"/>
          <p:cNvSpPr/>
          <p:nvPr/>
        </p:nvSpPr>
        <p:spPr>
          <a:xfrm>
            <a:off x="47752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051" name="Google Shape;1051;g2a4cc99e909_1_160"/>
          <p:cNvSpPr/>
          <p:nvPr/>
        </p:nvSpPr>
        <p:spPr>
          <a:xfrm>
            <a:off x="56896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052" name="Google Shape;1052;g2a4cc99e909_1_160"/>
          <p:cNvSpPr/>
          <p:nvPr/>
        </p:nvSpPr>
        <p:spPr>
          <a:xfrm>
            <a:off x="67056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sp>
        <p:nvSpPr>
          <p:cNvPr id="1053" name="Google Shape;1053;g2a4cc99e909_1_160"/>
          <p:cNvSpPr/>
          <p:nvPr/>
        </p:nvSpPr>
        <p:spPr>
          <a:xfrm>
            <a:off x="76200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054" name="Google Shape;1054;g2a4cc99e909_1_160"/>
          <p:cNvSpPr/>
          <p:nvPr/>
        </p:nvSpPr>
        <p:spPr>
          <a:xfrm>
            <a:off x="85344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055" name="Google Shape;1055;g2a4cc99e909_1_160"/>
          <p:cNvSpPr/>
          <p:nvPr/>
        </p:nvSpPr>
        <p:spPr>
          <a:xfrm>
            <a:off x="94488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056" name="Google Shape;1056;g2a4cc99e909_1_160"/>
          <p:cNvSpPr/>
          <p:nvPr/>
        </p:nvSpPr>
        <p:spPr>
          <a:xfrm>
            <a:off x="10363200" y="579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057" name="Google Shape;1057;g2a4cc99e909_1_160"/>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2a4cc99e909_1_177"/>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064" name="Google Shape;1064;g2a4cc99e909_1_177"/>
          <p:cNvSpPr txBox="1"/>
          <p:nvPr>
            <p:ph idx="1" type="body"/>
          </p:nvPr>
        </p:nvSpPr>
        <p:spPr>
          <a:xfrm>
            <a:off x="1463047" y="1845725"/>
            <a:ext cx="9321000" cy="4023300"/>
          </a:xfrm>
          <a:prstGeom prst="rect">
            <a:avLst/>
          </a:prstGeom>
          <a:noFill/>
          <a:ln>
            <a:noFill/>
          </a:ln>
        </p:spPr>
        <p:txBody>
          <a:bodyPr anchorCtr="0" anchor="t" bIns="45700" lIns="91425" spcFirstLastPara="1" rIns="91425" wrap="square" tIns="45700">
            <a:noAutofit/>
          </a:bodyPr>
          <a:lstStyle/>
          <a:p>
            <a:pPr indent="-236220" lvl="0" marL="342900" rtl="0" algn="l">
              <a:lnSpc>
                <a:spcPct val="90000"/>
              </a:lnSpc>
              <a:spcBef>
                <a:spcPts val="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We then pick the nodes with the smallest frequency and combine them together to form a new node</a:t>
            </a:r>
            <a:endParaRPr/>
          </a:p>
          <a:p>
            <a:pPr indent="-285750" lvl="1" marL="742950" rtl="0" algn="l">
              <a:lnSpc>
                <a:spcPct val="90000"/>
              </a:lnSpc>
              <a:spcBef>
                <a:spcPts val="480"/>
              </a:spcBef>
              <a:spcAft>
                <a:spcPts val="0"/>
              </a:spcAft>
              <a:buClr>
                <a:schemeClr val="hlink"/>
              </a:buClr>
              <a:buSzPts val="1320"/>
              <a:buFont typeface="Noto Sans Symbols"/>
              <a:buChar char="■"/>
            </a:pPr>
            <a:r>
              <a:rPr b="1" i="0" lang="en-US" sz="2400" u="none">
                <a:solidFill>
                  <a:srgbClr val="0070C0"/>
                </a:solidFill>
                <a:latin typeface="Times New Roman"/>
                <a:ea typeface="Times New Roman"/>
                <a:cs typeface="Times New Roman"/>
                <a:sym typeface="Times New Roman"/>
              </a:rPr>
              <a:t>The selection of these nodes is the Greedy part</a:t>
            </a:r>
            <a:endParaRPr/>
          </a:p>
          <a:p>
            <a:pPr indent="-201930" lvl="1" marL="742950" rtl="0" algn="l">
              <a:lnSpc>
                <a:spcPct val="90000"/>
              </a:lnSpc>
              <a:spcBef>
                <a:spcPts val="480"/>
              </a:spcBef>
              <a:spcAft>
                <a:spcPts val="0"/>
              </a:spcAft>
              <a:buClr>
                <a:schemeClr val="hlink"/>
              </a:buClr>
              <a:buSzPts val="1320"/>
              <a:buFont typeface="Noto Sans Symbols"/>
              <a:buNone/>
            </a:pPr>
            <a:r>
              <a:t/>
            </a:r>
            <a:endParaRPr b="1" i="0" sz="2400" u="none">
              <a:solidFill>
                <a:srgbClr val="0070C0"/>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The two selected nodes are removed from the set, but replace by the combined node</a:t>
            </a:r>
            <a:endParaRPr/>
          </a:p>
          <a:p>
            <a:pPr indent="-236220" lvl="0" marL="342900" rtl="0" algn="l">
              <a:lnSpc>
                <a:spcPct val="9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This continues until we have only 1 node left in the set</a:t>
            </a:r>
            <a:endParaRPr/>
          </a:p>
        </p:txBody>
      </p:sp>
      <p:sp>
        <p:nvSpPr>
          <p:cNvPr id="1065" name="Google Shape;1065;g2a4cc99e909_1_177"/>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g2a4cc99e909_1_184"/>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072" name="Google Shape;1072;g2a4cc99e909_1_184"/>
          <p:cNvSpPr/>
          <p:nvPr/>
        </p:nvSpPr>
        <p:spPr>
          <a:xfrm>
            <a:off x="1320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073" name="Google Shape;1073;g2a4cc99e909_1_184"/>
          <p:cNvSpPr/>
          <p:nvPr/>
        </p:nvSpPr>
        <p:spPr>
          <a:xfrm>
            <a:off x="2336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074" name="Google Shape;1074;g2a4cc99e909_1_184"/>
          <p:cNvSpPr/>
          <p:nvPr/>
        </p:nvSpPr>
        <p:spPr>
          <a:xfrm>
            <a:off x="3352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075" name="Google Shape;1075;g2a4cc99e909_1_184"/>
          <p:cNvSpPr/>
          <p:nvPr/>
        </p:nvSpPr>
        <p:spPr>
          <a:xfrm>
            <a:off x="4368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076" name="Google Shape;1076;g2a4cc99e909_1_184"/>
          <p:cNvSpPr/>
          <p:nvPr/>
        </p:nvSpPr>
        <p:spPr>
          <a:xfrm>
            <a:off x="52832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077" name="Google Shape;1077;g2a4cc99e909_1_184"/>
          <p:cNvSpPr/>
          <p:nvPr/>
        </p:nvSpPr>
        <p:spPr>
          <a:xfrm>
            <a:off x="62992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sp>
        <p:nvSpPr>
          <p:cNvPr id="1078" name="Google Shape;1078;g2a4cc99e909_1_184"/>
          <p:cNvSpPr/>
          <p:nvPr/>
        </p:nvSpPr>
        <p:spPr>
          <a:xfrm>
            <a:off x="72136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079" name="Google Shape;1079;g2a4cc99e909_1_184"/>
          <p:cNvSpPr/>
          <p:nvPr/>
        </p:nvSpPr>
        <p:spPr>
          <a:xfrm>
            <a:off x="81280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080" name="Google Shape;1080;g2a4cc99e909_1_184"/>
          <p:cNvSpPr/>
          <p:nvPr/>
        </p:nvSpPr>
        <p:spPr>
          <a:xfrm>
            <a:off x="90424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081" name="Google Shape;1081;g2a4cc99e909_1_184"/>
          <p:cNvSpPr/>
          <p:nvPr/>
        </p:nvSpPr>
        <p:spPr>
          <a:xfrm>
            <a:off x="9956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082" name="Google Shape;1082;g2a4cc99e909_1_184"/>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2a4cc99e909_1_200"/>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089" name="Google Shape;1089;g2a4cc99e909_1_200"/>
          <p:cNvSpPr/>
          <p:nvPr/>
        </p:nvSpPr>
        <p:spPr>
          <a:xfrm>
            <a:off x="1320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090" name="Google Shape;1090;g2a4cc99e909_1_200"/>
          <p:cNvSpPr/>
          <p:nvPr/>
        </p:nvSpPr>
        <p:spPr>
          <a:xfrm>
            <a:off x="2336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091" name="Google Shape;1091;g2a4cc99e909_1_200"/>
          <p:cNvSpPr/>
          <p:nvPr/>
        </p:nvSpPr>
        <p:spPr>
          <a:xfrm>
            <a:off x="3352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092" name="Google Shape;1092;g2a4cc99e909_1_200"/>
          <p:cNvSpPr/>
          <p:nvPr/>
        </p:nvSpPr>
        <p:spPr>
          <a:xfrm>
            <a:off x="4368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093" name="Google Shape;1093;g2a4cc99e909_1_200"/>
          <p:cNvSpPr/>
          <p:nvPr/>
        </p:nvSpPr>
        <p:spPr>
          <a:xfrm>
            <a:off x="52832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094" name="Google Shape;1094;g2a4cc99e909_1_200"/>
          <p:cNvSpPr/>
          <p:nvPr/>
        </p:nvSpPr>
        <p:spPr>
          <a:xfrm>
            <a:off x="62992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sp>
        <p:nvSpPr>
          <p:cNvPr id="1095" name="Google Shape;1095;g2a4cc99e909_1_200"/>
          <p:cNvSpPr/>
          <p:nvPr/>
        </p:nvSpPr>
        <p:spPr>
          <a:xfrm>
            <a:off x="72136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096" name="Google Shape;1096;g2a4cc99e909_1_200"/>
          <p:cNvSpPr/>
          <p:nvPr/>
        </p:nvSpPr>
        <p:spPr>
          <a:xfrm>
            <a:off x="81280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097" name="Google Shape;1097;g2a4cc99e909_1_200"/>
          <p:cNvSpPr/>
          <p:nvPr/>
        </p:nvSpPr>
        <p:spPr>
          <a:xfrm>
            <a:off x="90424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098" name="Google Shape;1098;g2a4cc99e909_1_200"/>
          <p:cNvSpPr/>
          <p:nvPr/>
        </p:nvSpPr>
        <p:spPr>
          <a:xfrm>
            <a:off x="9956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099" name="Google Shape;1099;g2a4cc99e909_1_200"/>
          <p:cNvSpPr/>
          <p:nvPr/>
        </p:nvSpPr>
        <p:spPr>
          <a:xfrm>
            <a:off x="9448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100" name="Google Shape;1100;g2a4cc99e909_1_200"/>
          <p:cNvCxnSpPr/>
          <p:nvPr/>
        </p:nvCxnSpPr>
        <p:spPr>
          <a:xfrm flipH="1">
            <a:off x="9448900" y="2438400"/>
            <a:ext cx="2031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01" name="Google Shape;1101;g2a4cc99e909_1_200"/>
          <p:cNvCxnSpPr/>
          <p:nvPr/>
        </p:nvCxnSpPr>
        <p:spPr>
          <a:xfrm>
            <a:off x="9956800" y="2438400"/>
            <a:ext cx="304800" cy="304800"/>
          </a:xfrm>
          <a:prstGeom prst="straightConnector1">
            <a:avLst/>
          </a:prstGeom>
          <a:noFill/>
          <a:ln cap="flat" cmpd="sng" w="9525">
            <a:solidFill>
              <a:schemeClr val="dk1"/>
            </a:solidFill>
            <a:prstDash val="solid"/>
            <a:miter lim="800000"/>
            <a:headEnd len="med" w="med" type="none"/>
            <a:tailEnd len="med" w="med" type="none"/>
          </a:ln>
        </p:spPr>
      </p:cxnSp>
      <p:sp>
        <p:nvSpPr>
          <p:cNvPr id="1102" name="Google Shape;1102;g2a4cc99e909_1_200"/>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2a4cc99e909_1_219"/>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109" name="Google Shape;1109;g2a4cc99e909_1_219"/>
          <p:cNvSpPr/>
          <p:nvPr/>
        </p:nvSpPr>
        <p:spPr>
          <a:xfrm>
            <a:off x="1320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110" name="Google Shape;1110;g2a4cc99e909_1_219"/>
          <p:cNvSpPr/>
          <p:nvPr/>
        </p:nvSpPr>
        <p:spPr>
          <a:xfrm>
            <a:off x="2336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111" name="Google Shape;1111;g2a4cc99e909_1_219"/>
          <p:cNvSpPr/>
          <p:nvPr/>
        </p:nvSpPr>
        <p:spPr>
          <a:xfrm>
            <a:off x="3352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112" name="Google Shape;1112;g2a4cc99e909_1_219"/>
          <p:cNvSpPr/>
          <p:nvPr/>
        </p:nvSpPr>
        <p:spPr>
          <a:xfrm>
            <a:off x="4368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113" name="Google Shape;1113;g2a4cc99e909_1_219"/>
          <p:cNvSpPr/>
          <p:nvPr/>
        </p:nvSpPr>
        <p:spPr>
          <a:xfrm>
            <a:off x="52832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114" name="Google Shape;1114;g2a4cc99e909_1_219"/>
          <p:cNvSpPr/>
          <p:nvPr/>
        </p:nvSpPr>
        <p:spPr>
          <a:xfrm>
            <a:off x="62992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sp>
        <p:nvSpPr>
          <p:cNvPr id="1115" name="Google Shape;1115;g2a4cc99e909_1_219"/>
          <p:cNvSpPr/>
          <p:nvPr/>
        </p:nvSpPr>
        <p:spPr>
          <a:xfrm>
            <a:off x="72136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116" name="Google Shape;1116;g2a4cc99e909_1_219"/>
          <p:cNvSpPr/>
          <p:nvPr/>
        </p:nvSpPr>
        <p:spPr>
          <a:xfrm>
            <a:off x="81280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117" name="Google Shape;1117;g2a4cc99e909_1_219"/>
          <p:cNvSpPr/>
          <p:nvPr/>
        </p:nvSpPr>
        <p:spPr>
          <a:xfrm>
            <a:off x="90424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118" name="Google Shape;1118;g2a4cc99e909_1_219"/>
          <p:cNvSpPr/>
          <p:nvPr/>
        </p:nvSpPr>
        <p:spPr>
          <a:xfrm>
            <a:off x="9956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119" name="Google Shape;1119;g2a4cc99e909_1_219"/>
          <p:cNvSpPr/>
          <p:nvPr/>
        </p:nvSpPr>
        <p:spPr>
          <a:xfrm>
            <a:off x="9448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120" name="Google Shape;1120;g2a4cc99e909_1_219"/>
          <p:cNvCxnSpPr/>
          <p:nvPr/>
        </p:nvCxnSpPr>
        <p:spPr>
          <a:xfrm flipH="1">
            <a:off x="9448900" y="2438400"/>
            <a:ext cx="2031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21" name="Google Shape;1121;g2a4cc99e909_1_219"/>
          <p:cNvCxnSpPr/>
          <p:nvPr/>
        </p:nvCxnSpPr>
        <p:spPr>
          <a:xfrm>
            <a:off x="9956800" y="2438400"/>
            <a:ext cx="304800" cy="304800"/>
          </a:xfrm>
          <a:prstGeom prst="straightConnector1">
            <a:avLst/>
          </a:prstGeom>
          <a:noFill/>
          <a:ln cap="flat" cmpd="sng" w="9525">
            <a:solidFill>
              <a:schemeClr val="dk1"/>
            </a:solidFill>
            <a:prstDash val="solid"/>
            <a:miter lim="800000"/>
            <a:headEnd len="med" w="med" type="none"/>
            <a:tailEnd len="med" w="med" type="none"/>
          </a:ln>
        </p:spPr>
      </p:cxnSp>
      <p:sp>
        <p:nvSpPr>
          <p:cNvPr id="1122" name="Google Shape;1122;g2a4cc99e909_1_219"/>
          <p:cNvSpPr/>
          <p:nvPr/>
        </p:nvSpPr>
        <p:spPr>
          <a:xfrm>
            <a:off x="76200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123" name="Google Shape;1123;g2a4cc99e909_1_219"/>
          <p:cNvCxnSpPr/>
          <p:nvPr/>
        </p:nvCxnSpPr>
        <p:spPr>
          <a:xfrm flipH="1">
            <a:off x="7620100" y="2438400"/>
            <a:ext cx="2031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24" name="Google Shape;1124;g2a4cc99e909_1_219"/>
          <p:cNvCxnSpPr/>
          <p:nvPr/>
        </p:nvCxnSpPr>
        <p:spPr>
          <a:xfrm>
            <a:off x="8128000" y="2438400"/>
            <a:ext cx="304800" cy="304800"/>
          </a:xfrm>
          <a:prstGeom prst="straightConnector1">
            <a:avLst/>
          </a:prstGeom>
          <a:noFill/>
          <a:ln cap="flat" cmpd="sng" w="9525">
            <a:solidFill>
              <a:schemeClr val="dk1"/>
            </a:solidFill>
            <a:prstDash val="solid"/>
            <a:miter lim="800000"/>
            <a:headEnd len="med" w="med" type="none"/>
            <a:tailEnd len="med" w="med" type="none"/>
          </a:ln>
        </p:spPr>
      </p:cxnSp>
      <p:sp>
        <p:nvSpPr>
          <p:cNvPr id="1125" name="Google Shape;1125;g2a4cc99e909_1_219"/>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2a4cc99e909_1_241"/>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132" name="Google Shape;1132;g2a4cc99e909_1_241"/>
          <p:cNvSpPr/>
          <p:nvPr/>
        </p:nvSpPr>
        <p:spPr>
          <a:xfrm>
            <a:off x="1320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133" name="Google Shape;1133;g2a4cc99e909_1_241"/>
          <p:cNvSpPr/>
          <p:nvPr/>
        </p:nvSpPr>
        <p:spPr>
          <a:xfrm>
            <a:off x="2336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134" name="Google Shape;1134;g2a4cc99e909_1_241"/>
          <p:cNvSpPr/>
          <p:nvPr/>
        </p:nvSpPr>
        <p:spPr>
          <a:xfrm>
            <a:off x="3352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135" name="Google Shape;1135;g2a4cc99e909_1_241"/>
          <p:cNvSpPr/>
          <p:nvPr/>
        </p:nvSpPr>
        <p:spPr>
          <a:xfrm>
            <a:off x="4368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136" name="Google Shape;1136;g2a4cc99e909_1_241"/>
          <p:cNvSpPr/>
          <p:nvPr/>
        </p:nvSpPr>
        <p:spPr>
          <a:xfrm>
            <a:off x="52832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137" name="Google Shape;1137;g2a4cc99e909_1_241"/>
          <p:cNvSpPr/>
          <p:nvPr/>
        </p:nvSpPr>
        <p:spPr>
          <a:xfrm>
            <a:off x="62992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grpSp>
        <p:nvGrpSpPr>
          <p:cNvPr id="1138" name="Google Shape;1138;g2a4cc99e909_1_241"/>
          <p:cNvGrpSpPr/>
          <p:nvPr/>
        </p:nvGrpSpPr>
        <p:grpSpPr>
          <a:xfrm>
            <a:off x="9042400" y="1981200"/>
            <a:ext cx="1549400" cy="1238250"/>
            <a:chOff x="4272" y="1248"/>
            <a:chExt cx="732" cy="780"/>
          </a:xfrm>
        </p:grpSpPr>
        <p:sp>
          <p:nvSpPr>
            <p:cNvPr id="1139" name="Google Shape;1139;g2a4cc99e909_1_241"/>
            <p:cNvSpPr/>
            <p:nvPr/>
          </p:nvSpPr>
          <p:spPr>
            <a:xfrm>
              <a:off x="4272"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140" name="Google Shape;1140;g2a4cc99e909_1_241"/>
            <p:cNvSpPr/>
            <p:nvPr/>
          </p:nvSpPr>
          <p:spPr>
            <a:xfrm>
              <a:off x="4704"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141" name="Google Shape;1141;g2a4cc99e909_1_241"/>
            <p:cNvSpPr/>
            <p:nvPr/>
          </p:nvSpPr>
          <p:spPr>
            <a:xfrm>
              <a:off x="4464"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142" name="Google Shape;1142;g2a4cc99e909_1_241"/>
            <p:cNvCxnSpPr/>
            <p:nvPr/>
          </p:nvCxnSpPr>
          <p:spPr>
            <a:xfrm>
              <a:off x="4560"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143" name="Google Shape;1143;g2a4cc99e909_1_241"/>
            <p:cNvCxnSpPr/>
            <p:nvPr/>
          </p:nvCxnSpPr>
          <p:spPr>
            <a:xfrm>
              <a:off x="4704" y="1536"/>
              <a:ext cx="0" cy="300"/>
            </a:xfrm>
            <a:prstGeom prst="straightConnector1">
              <a:avLst/>
            </a:prstGeom>
            <a:noFill/>
            <a:ln cap="flat" cmpd="sng" w="9525">
              <a:solidFill>
                <a:schemeClr val="dk1"/>
              </a:solidFill>
              <a:prstDash val="solid"/>
              <a:miter lim="800000"/>
              <a:headEnd len="med" w="med" type="none"/>
              <a:tailEnd len="med" w="med" type="none"/>
            </a:ln>
          </p:spPr>
        </p:cxnSp>
      </p:grpSp>
      <p:grpSp>
        <p:nvGrpSpPr>
          <p:cNvPr id="1144" name="Google Shape;1144;g2a4cc99e909_1_241"/>
          <p:cNvGrpSpPr/>
          <p:nvPr/>
        </p:nvGrpSpPr>
        <p:grpSpPr>
          <a:xfrm>
            <a:off x="7213600" y="2743200"/>
            <a:ext cx="1549400" cy="1238250"/>
            <a:chOff x="3408" y="1248"/>
            <a:chExt cx="732" cy="780"/>
          </a:xfrm>
        </p:grpSpPr>
        <p:sp>
          <p:nvSpPr>
            <p:cNvPr id="1145" name="Google Shape;1145;g2a4cc99e909_1_241"/>
            <p:cNvSpPr/>
            <p:nvPr/>
          </p:nvSpPr>
          <p:spPr>
            <a:xfrm>
              <a:off x="3408"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146" name="Google Shape;1146;g2a4cc99e909_1_241"/>
            <p:cNvSpPr/>
            <p:nvPr/>
          </p:nvSpPr>
          <p:spPr>
            <a:xfrm>
              <a:off x="3840"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147" name="Google Shape;1147;g2a4cc99e909_1_241"/>
            <p:cNvSpPr/>
            <p:nvPr/>
          </p:nvSpPr>
          <p:spPr>
            <a:xfrm>
              <a:off x="3600"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148" name="Google Shape;1148;g2a4cc99e909_1_241"/>
            <p:cNvCxnSpPr/>
            <p:nvPr/>
          </p:nvCxnSpPr>
          <p:spPr>
            <a:xfrm>
              <a:off x="3696"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149" name="Google Shape;1149;g2a4cc99e909_1_241"/>
            <p:cNvCxnSpPr/>
            <p:nvPr/>
          </p:nvCxnSpPr>
          <p:spPr>
            <a:xfrm>
              <a:off x="3840" y="1536"/>
              <a:ext cx="0" cy="300"/>
            </a:xfrm>
            <a:prstGeom prst="straightConnector1">
              <a:avLst/>
            </a:prstGeom>
            <a:noFill/>
            <a:ln cap="flat" cmpd="sng" w="9525">
              <a:solidFill>
                <a:schemeClr val="dk1"/>
              </a:solidFill>
              <a:prstDash val="solid"/>
              <a:miter lim="800000"/>
              <a:headEnd len="med" w="med" type="none"/>
              <a:tailEnd len="med" w="med" type="none"/>
            </a:ln>
          </p:spPr>
        </p:cxnSp>
      </p:grpSp>
      <p:cxnSp>
        <p:nvCxnSpPr>
          <p:cNvPr id="1150" name="Google Shape;1150;g2a4cc99e909_1_241"/>
          <p:cNvCxnSpPr/>
          <p:nvPr/>
        </p:nvCxnSpPr>
        <p:spPr>
          <a:xfrm flipH="1">
            <a:off x="9448900" y="2438400"/>
            <a:ext cx="2031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51" name="Google Shape;1151;g2a4cc99e909_1_241"/>
          <p:cNvCxnSpPr/>
          <p:nvPr/>
        </p:nvCxnSpPr>
        <p:spPr>
          <a:xfrm>
            <a:off x="9956800" y="2438400"/>
            <a:ext cx="304800" cy="304800"/>
          </a:xfrm>
          <a:prstGeom prst="straightConnector1">
            <a:avLst/>
          </a:prstGeom>
          <a:noFill/>
          <a:ln cap="flat" cmpd="sng" w="9525">
            <a:solidFill>
              <a:schemeClr val="dk1"/>
            </a:solidFill>
            <a:prstDash val="solid"/>
            <a:miter lim="800000"/>
            <a:headEnd len="med" w="med" type="none"/>
            <a:tailEnd len="med" w="med" type="none"/>
          </a:ln>
        </p:spPr>
      </p:cxnSp>
      <p:sp>
        <p:nvSpPr>
          <p:cNvPr id="1152" name="Google Shape;1152;g2a4cc99e909_1_241"/>
          <p:cNvSpPr/>
          <p:nvPr/>
        </p:nvSpPr>
        <p:spPr>
          <a:xfrm>
            <a:off x="6908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cxnSp>
        <p:nvCxnSpPr>
          <p:cNvPr id="1153" name="Google Shape;1153;g2a4cc99e909_1_241"/>
          <p:cNvCxnSpPr/>
          <p:nvPr/>
        </p:nvCxnSpPr>
        <p:spPr>
          <a:xfrm flipH="1">
            <a:off x="6705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54" name="Google Shape;1154;g2a4cc99e909_1_241"/>
          <p:cNvCxnSpPr/>
          <p:nvPr/>
        </p:nvCxnSpPr>
        <p:spPr>
          <a:xfrm>
            <a:off x="7416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155" name="Google Shape;1155;g2a4cc99e909_1_241"/>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g2a4cc99e909_1_270"/>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162" name="Google Shape;1162;g2a4cc99e909_1_270"/>
          <p:cNvSpPr/>
          <p:nvPr/>
        </p:nvSpPr>
        <p:spPr>
          <a:xfrm>
            <a:off x="1320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163" name="Google Shape;1163;g2a4cc99e909_1_270"/>
          <p:cNvSpPr/>
          <p:nvPr/>
        </p:nvSpPr>
        <p:spPr>
          <a:xfrm>
            <a:off x="2336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164" name="Google Shape;1164;g2a4cc99e909_1_270"/>
          <p:cNvSpPr/>
          <p:nvPr/>
        </p:nvSpPr>
        <p:spPr>
          <a:xfrm>
            <a:off x="3352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165" name="Google Shape;1165;g2a4cc99e909_1_270"/>
          <p:cNvSpPr/>
          <p:nvPr/>
        </p:nvSpPr>
        <p:spPr>
          <a:xfrm>
            <a:off x="4368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166" name="Google Shape;1166;g2a4cc99e909_1_270"/>
          <p:cNvSpPr/>
          <p:nvPr/>
        </p:nvSpPr>
        <p:spPr>
          <a:xfrm>
            <a:off x="52832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167" name="Google Shape;1167;g2a4cc99e909_1_270"/>
          <p:cNvSpPr/>
          <p:nvPr/>
        </p:nvSpPr>
        <p:spPr>
          <a:xfrm>
            <a:off x="62992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grpSp>
        <p:nvGrpSpPr>
          <p:cNvPr id="1168" name="Google Shape;1168;g2a4cc99e909_1_270"/>
          <p:cNvGrpSpPr/>
          <p:nvPr/>
        </p:nvGrpSpPr>
        <p:grpSpPr>
          <a:xfrm>
            <a:off x="9042400" y="1981200"/>
            <a:ext cx="1549400" cy="1238250"/>
            <a:chOff x="4272" y="1248"/>
            <a:chExt cx="732" cy="780"/>
          </a:xfrm>
        </p:grpSpPr>
        <p:sp>
          <p:nvSpPr>
            <p:cNvPr id="1169" name="Google Shape;1169;g2a4cc99e909_1_270"/>
            <p:cNvSpPr/>
            <p:nvPr/>
          </p:nvSpPr>
          <p:spPr>
            <a:xfrm>
              <a:off x="4272"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170" name="Google Shape;1170;g2a4cc99e909_1_270"/>
            <p:cNvSpPr/>
            <p:nvPr/>
          </p:nvSpPr>
          <p:spPr>
            <a:xfrm>
              <a:off x="4704"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171" name="Google Shape;1171;g2a4cc99e909_1_270"/>
            <p:cNvSpPr/>
            <p:nvPr/>
          </p:nvSpPr>
          <p:spPr>
            <a:xfrm>
              <a:off x="4464"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172" name="Google Shape;1172;g2a4cc99e909_1_270"/>
            <p:cNvCxnSpPr/>
            <p:nvPr/>
          </p:nvCxnSpPr>
          <p:spPr>
            <a:xfrm>
              <a:off x="4560"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173" name="Google Shape;1173;g2a4cc99e909_1_270"/>
            <p:cNvCxnSpPr/>
            <p:nvPr/>
          </p:nvCxnSpPr>
          <p:spPr>
            <a:xfrm>
              <a:off x="4704" y="1536"/>
              <a:ext cx="0" cy="300"/>
            </a:xfrm>
            <a:prstGeom prst="straightConnector1">
              <a:avLst/>
            </a:prstGeom>
            <a:noFill/>
            <a:ln cap="flat" cmpd="sng" w="9525">
              <a:solidFill>
                <a:schemeClr val="dk1"/>
              </a:solidFill>
              <a:prstDash val="solid"/>
              <a:miter lim="800000"/>
              <a:headEnd len="med" w="med" type="none"/>
              <a:tailEnd len="med" w="med" type="none"/>
            </a:ln>
          </p:spPr>
        </p:cxnSp>
      </p:grpSp>
      <p:grpSp>
        <p:nvGrpSpPr>
          <p:cNvPr id="1174" name="Google Shape;1174;g2a4cc99e909_1_270"/>
          <p:cNvGrpSpPr/>
          <p:nvPr/>
        </p:nvGrpSpPr>
        <p:grpSpPr>
          <a:xfrm>
            <a:off x="7213600" y="2743200"/>
            <a:ext cx="1549400" cy="1238250"/>
            <a:chOff x="3408" y="1248"/>
            <a:chExt cx="732" cy="780"/>
          </a:xfrm>
        </p:grpSpPr>
        <p:sp>
          <p:nvSpPr>
            <p:cNvPr id="1175" name="Google Shape;1175;g2a4cc99e909_1_270"/>
            <p:cNvSpPr/>
            <p:nvPr/>
          </p:nvSpPr>
          <p:spPr>
            <a:xfrm>
              <a:off x="3408"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176" name="Google Shape;1176;g2a4cc99e909_1_270"/>
            <p:cNvSpPr/>
            <p:nvPr/>
          </p:nvSpPr>
          <p:spPr>
            <a:xfrm>
              <a:off x="3840"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177" name="Google Shape;1177;g2a4cc99e909_1_270"/>
            <p:cNvSpPr/>
            <p:nvPr/>
          </p:nvSpPr>
          <p:spPr>
            <a:xfrm>
              <a:off x="3600"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178" name="Google Shape;1178;g2a4cc99e909_1_270"/>
            <p:cNvCxnSpPr/>
            <p:nvPr/>
          </p:nvCxnSpPr>
          <p:spPr>
            <a:xfrm>
              <a:off x="3696"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179" name="Google Shape;1179;g2a4cc99e909_1_270"/>
            <p:cNvCxnSpPr/>
            <p:nvPr/>
          </p:nvCxnSpPr>
          <p:spPr>
            <a:xfrm>
              <a:off x="3840" y="1536"/>
              <a:ext cx="0" cy="300"/>
            </a:xfrm>
            <a:prstGeom prst="straightConnector1">
              <a:avLst/>
            </a:prstGeom>
            <a:noFill/>
            <a:ln cap="flat" cmpd="sng" w="9525">
              <a:solidFill>
                <a:schemeClr val="dk1"/>
              </a:solidFill>
              <a:prstDash val="solid"/>
              <a:miter lim="800000"/>
              <a:headEnd len="med" w="med" type="none"/>
              <a:tailEnd len="med" w="med" type="none"/>
            </a:ln>
          </p:spPr>
        </p:cxnSp>
      </p:grpSp>
      <p:cxnSp>
        <p:nvCxnSpPr>
          <p:cNvPr id="1180" name="Google Shape;1180;g2a4cc99e909_1_270"/>
          <p:cNvCxnSpPr/>
          <p:nvPr/>
        </p:nvCxnSpPr>
        <p:spPr>
          <a:xfrm flipH="1">
            <a:off x="9448900" y="2438400"/>
            <a:ext cx="2031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81" name="Google Shape;1181;g2a4cc99e909_1_270"/>
          <p:cNvCxnSpPr/>
          <p:nvPr/>
        </p:nvCxnSpPr>
        <p:spPr>
          <a:xfrm>
            <a:off x="9956800" y="2438400"/>
            <a:ext cx="304800" cy="304800"/>
          </a:xfrm>
          <a:prstGeom prst="straightConnector1">
            <a:avLst/>
          </a:prstGeom>
          <a:noFill/>
          <a:ln cap="flat" cmpd="sng" w="9525">
            <a:solidFill>
              <a:schemeClr val="dk1"/>
            </a:solidFill>
            <a:prstDash val="solid"/>
            <a:miter lim="800000"/>
            <a:headEnd len="med" w="med" type="none"/>
            <a:tailEnd len="med" w="med" type="none"/>
          </a:ln>
        </p:spPr>
      </p:cxnSp>
      <p:sp>
        <p:nvSpPr>
          <p:cNvPr id="1182" name="Google Shape;1182;g2a4cc99e909_1_270"/>
          <p:cNvSpPr/>
          <p:nvPr/>
        </p:nvSpPr>
        <p:spPr>
          <a:xfrm>
            <a:off x="6908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cxnSp>
        <p:nvCxnSpPr>
          <p:cNvPr id="1183" name="Google Shape;1183;g2a4cc99e909_1_270"/>
          <p:cNvCxnSpPr/>
          <p:nvPr/>
        </p:nvCxnSpPr>
        <p:spPr>
          <a:xfrm flipH="1">
            <a:off x="6705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84" name="Google Shape;1184;g2a4cc99e909_1_270"/>
          <p:cNvCxnSpPr/>
          <p:nvPr/>
        </p:nvCxnSpPr>
        <p:spPr>
          <a:xfrm>
            <a:off x="7416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185" name="Google Shape;1185;g2a4cc99e909_1_270"/>
          <p:cNvSpPr/>
          <p:nvPr/>
        </p:nvSpPr>
        <p:spPr>
          <a:xfrm>
            <a:off x="4876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186" name="Google Shape;1186;g2a4cc99e909_1_270"/>
          <p:cNvCxnSpPr/>
          <p:nvPr/>
        </p:nvCxnSpPr>
        <p:spPr>
          <a:xfrm flipH="1">
            <a:off x="4673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187" name="Google Shape;1187;g2a4cc99e909_1_270"/>
          <p:cNvCxnSpPr/>
          <p:nvPr/>
        </p:nvCxnSpPr>
        <p:spPr>
          <a:xfrm>
            <a:off x="5384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188" name="Google Shape;1188;g2a4cc99e909_1_270"/>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g2a4cc99e909_1_302"/>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195" name="Google Shape;1195;g2a4cc99e909_1_302"/>
          <p:cNvSpPr/>
          <p:nvPr/>
        </p:nvSpPr>
        <p:spPr>
          <a:xfrm>
            <a:off x="1320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196" name="Google Shape;1196;g2a4cc99e909_1_302"/>
          <p:cNvSpPr/>
          <p:nvPr/>
        </p:nvSpPr>
        <p:spPr>
          <a:xfrm>
            <a:off x="2336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197" name="Google Shape;1197;g2a4cc99e909_1_302"/>
          <p:cNvSpPr/>
          <p:nvPr/>
        </p:nvSpPr>
        <p:spPr>
          <a:xfrm>
            <a:off x="3352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198" name="Google Shape;1198;g2a4cc99e909_1_302"/>
          <p:cNvSpPr/>
          <p:nvPr/>
        </p:nvSpPr>
        <p:spPr>
          <a:xfrm>
            <a:off x="4368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199" name="Google Shape;1199;g2a4cc99e909_1_302"/>
          <p:cNvSpPr/>
          <p:nvPr/>
        </p:nvSpPr>
        <p:spPr>
          <a:xfrm>
            <a:off x="52832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200" name="Google Shape;1200;g2a4cc99e909_1_302"/>
          <p:cNvSpPr/>
          <p:nvPr/>
        </p:nvSpPr>
        <p:spPr>
          <a:xfrm>
            <a:off x="62992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sp>
        <p:nvSpPr>
          <p:cNvPr id="1201" name="Google Shape;1201;g2a4cc99e909_1_302"/>
          <p:cNvSpPr/>
          <p:nvPr/>
        </p:nvSpPr>
        <p:spPr>
          <a:xfrm>
            <a:off x="90424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202" name="Google Shape;1202;g2a4cc99e909_1_302"/>
          <p:cNvSpPr/>
          <p:nvPr/>
        </p:nvSpPr>
        <p:spPr>
          <a:xfrm>
            <a:off x="9956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203" name="Google Shape;1203;g2a4cc99e909_1_302"/>
          <p:cNvSpPr/>
          <p:nvPr/>
        </p:nvSpPr>
        <p:spPr>
          <a:xfrm>
            <a:off x="9448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204" name="Google Shape;1204;g2a4cc99e909_1_302"/>
          <p:cNvCxnSpPr/>
          <p:nvPr/>
        </p:nvCxnSpPr>
        <p:spPr>
          <a:xfrm flipH="1">
            <a:off x="9448900" y="2438400"/>
            <a:ext cx="2031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05" name="Google Shape;1205;g2a4cc99e909_1_302"/>
          <p:cNvCxnSpPr/>
          <p:nvPr/>
        </p:nvCxnSpPr>
        <p:spPr>
          <a:xfrm>
            <a:off x="9956800" y="2438400"/>
            <a:ext cx="304800" cy="304800"/>
          </a:xfrm>
          <a:prstGeom prst="straightConnector1">
            <a:avLst/>
          </a:prstGeom>
          <a:noFill/>
          <a:ln cap="flat" cmpd="sng" w="9525">
            <a:solidFill>
              <a:schemeClr val="dk1"/>
            </a:solidFill>
            <a:prstDash val="solid"/>
            <a:miter lim="800000"/>
            <a:headEnd len="med" w="med" type="none"/>
            <a:tailEnd len="med" w="med" type="none"/>
          </a:ln>
        </p:spPr>
      </p:cxnSp>
      <p:grpSp>
        <p:nvGrpSpPr>
          <p:cNvPr id="1206" name="Google Shape;1206;g2a4cc99e909_1_302"/>
          <p:cNvGrpSpPr/>
          <p:nvPr/>
        </p:nvGrpSpPr>
        <p:grpSpPr>
          <a:xfrm>
            <a:off x="7213600" y="2743200"/>
            <a:ext cx="1549400" cy="1238250"/>
            <a:chOff x="3408" y="1248"/>
            <a:chExt cx="732" cy="780"/>
          </a:xfrm>
        </p:grpSpPr>
        <p:sp>
          <p:nvSpPr>
            <p:cNvPr id="1207" name="Google Shape;1207;g2a4cc99e909_1_302"/>
            <p:cNvSpPr/>
            <p:nvPr/>
          </p:nvSpPr>
          <p:spPr>
            <a:xfrm>
              <a:off x="3408"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208" name="Google Shape;1208;g2a4cc99e909_1_302"/>
            <p:cNvSpPr/>
            <p:nvPr/>
          </p:nvSpPr>
          <p:spPr>
            <a:xfrm>
              <a:off x="3840"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209" name="Google Shape;1209;g2a4cc99e909_1_302"/>
            <p:cNvSpPr/>
            <p:nvPr/>
          </p:nvSpPr>
          <p:spPr>
            <a:xfrm>
              <a:off x="3600"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210" name="Google Shape;1210;g2a4cc99e909_1_302"/>
            <p:cNvCxnSpPr/>
            <p:nvPr/>
          </p:nvCxnSpPr>
          <p:spPr>
            <a:xfrm>
              <a:off x="3696"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211" name="Google Shape;1211;g2a4cc99e909_1_302"/>
            <p:cNvCxnSpPr/>
            <p:nvPr/>
          </p:nvCxnSpPr>
          <p:spPr>
            <a:xfrm>
              <a:off x="3840" y="1536"/>
              <a:ext cx="0" cy="300"/>
            </a:xfrm>
            <a:prstGeom prst="straightConnector1">
              <a:avLst/>
            </a:prstGeom>
            <a:noFill/>
            <a:ln cap="flat" cmpd="sng" w="9525">
              <a:solidFill>
                <a:schemeClr val="dk1"/>
              </a:solidFill>
              <a:prstDash val="solid"/>
              <a:miter lim="800000"/>
              <a:headEnd len="med" w="med" type="none"/>
              <a:tailEnd len="med" w="med" type="none"/>
            </a:ln>
          </p:spPr>
        </p:cxnSp>
      </p:grpSp>
      <p:cxnSp>
        <p:nvCxnSpPr>
          <p:cNvPr id="1212" name="Google Shape;1212;g2a4cc99e909_1_302"/>
          <p:cNvCxnSpPr/>
          <p:nvPr/>
        </p:nvCxnSpPr>
        <p:spPr>
          <a:xfrm flipH="1">
            <a:off x="9448900" y="2438400"/>
            <a:ext cx="2031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13" name="Google Shape;1213;g2a4cc99e909_1_302"/>
          <p:cNvCxnSpPr/>
          <p:nvPr/>
        </p:nvCxnSpPr>
        <p:spPr>
          <a:xfrm>
            <a:off x="9956800" y="2438400"/>
            <a:ext cx="304800" cy="304800"/>
          </a:xfrm>
          <a:prstGeom prst="straightConnector1">
            <a:avLst/>
          </a:prstGeom>
          <a:noFill/>
          <a:ln cap="flat" cmpd="sng" w="9525">
            <a:solidFill>
              <a:schemeClr val="dk1"/>
            </a:solidFill>
            <a:prstDash val="solid"/>
            <a:miter lim="800000"/>
            <a:headEnd len="med" w="med" type="none"/>
            <a:tailEnd len="med" w="med" type="none"/>
          </a:ln>
        </p:spPr>
      </p:cxnSp>
      <p:sp>
        <p:nvSpPr>
          <p:cNvPr id="1214" name="Google Shape;1214;g2a4cc99e909_1_302"/>
          <p:cNvSpPr/>
          <p:nvPr/>
        </p:nvSpPr>
        <p:spPr>
          <a:xfrm>
            <a:off x="6908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cxnSp>
        <p:nvCxnSpPr>
          <p:cNvPr id="1215" name="Google Shape;1215;g2a4cc99e909_1_302"/>
          <p:cNvCxnSpPr/>
          <p:nvPr/>
        </p:nvCxnSpPr>
        <p:spPr>
          <a:xfrm flipH="1">
            <a:off x="6705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16" name="Google Shape;1216;g2a4cc99e909_1_302"/>
          <p:cNvCxnSpPr/>
          <p:nvPr/>
        </p:nvCxnSpPr>
        <p:spPr>
          <a:xfrm>
            <a:off x="7416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17" name="Google Shape;1217;g2a4cc99e909_1_302"/>
          <p:cNvSpPr/>
          <p:nvPr/>
        </p:nvSpPr>
        <p:spPr>
          <a:xfrm>
            <a:off x="4876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218" name="Google Shape;1218;g2a4cc99e909_1_302"/>
          <p:cNvCxnSpPr/>
          <p:nvPr/>
        </p:nvCxnSpPr>
        <p:spPr>
          <a:xfrm flipH="1">
            <a:off x="4673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19" name="Google Shape;1219;g2a4cc99e909_1_302"/>
          <p:cNvCxnSpPr/>
          <p:nvPr/>
        </p:nvCxnSpPr>
        <p:spPr>
          <a:xfrm>
            <a:off x="5384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20" name="Google Shape;1220;g2a4cc99e909_1_302"/>
          <p:cNvSpPr/>
          <p:nvPr/>
        </p:nvSpPr>
        <p:spPr>
          <a:xfrm>
            <a:off x="2844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221" name="Google Shape;1221;g2a4cc99e909_1_302"/>
          <p:cNvCxnSpPr/>
          <p:nvPr/>
        </p:nvCxnSpPr>
        <p:spPr>
          <a:xfrm flipH="1">
            <a:off x="2641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22" name="Google Shape;1222;g2a4cc99e909_1_302"/>
          <p:cNvCxnSpPr/>
          <p:nvPr/>
        </p:nvCxnSpPr>
        <p:spPr>
          <a:xfrm>
            <a:off x="3352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23" name="Google Shape;1223;g2a4cc99e909_1_302"/>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g2a4cc99e909_1_336"/>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230" name="Google Shape;1230;g2a4cc99e909_1_336"/>
          <p:cNvSpPr/>
          <p:nvPr/>
        </p:nvSpPr>
        <p:spPr>
          <a:xfrm>
            <a:off x="1320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231" name="Google Shape;1231;g2a4cc99e909_1_336"/>
          <p:cNvSpPr/>
          <p:nvPr/>
        </p:nvSpPr>
        <p:spPr>
          <a:xfrm>
            <a:off x="2336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232" name="Google Shape;1232;g2a4cc99e909_1_336"/>
          <p:cNvSpPr/>
          <p:nvPr/>
        </p:nvSpPr>
        <p:spPr>
          <a:xfrm>
            <a:off x="3352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233" name="Google Shape;1233;g2a4cc99e909_1_336"/>
          <p:cNvSpPr/>
          <p:nvPr/>
        </p:nvSpPr>
        <p:spPr>
          <a:xfrm>
            <a:off x="4368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234" name="Google Shape;1234;g2a4cc99e909_1_336"/>
          <p:cNvSpPr/>
          <p:nvPr/>
        </p:nvSpPr>
        <p:spPr>
          <a:xfrm>
            <a:off x="52832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235" name="Google Shape;1235;g2a4cc99e909_1_336"/>
          <p:cNvSpPr/>
          <p:nvPr/>
        </p:nvSpPr>
        <p:spPr>
          <a:xfrm>
            <a:off x="88392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grpSp>
        <p:nvGrpSpPr>
          <p:cNvPr id="1236" name="Google Shape;1236;g2a4cc99e909_1_336"/>
          <p:cNvGrpSpPr/>
          <p:nvPr/>
        </p:nvGrpSpPr>
        <p:grpSpPr>
          <a:xfrm>
            <a:off x="6604000" y="2743200"/>
            <a:ext cx="1549400" cy="1238250"/>
            <a:chOff x="4272" y="1248"/>
            <a:chExt cx="732" cy="780"/>
          </a:xfrm>
        </p:grpSpPr>
        <p:sp>
          <p:nvSpPr>
            <p:cNvPr id="1237" name="Google Shape;1237;g2a4cc99e909_1_336"/>
            <p:cNvSpPr/>
            <p:nvPr/>
          </p:nvSpPr>
          <p:spPr>
            <a:xfrm>
              <a:off x="4272"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238" name="Google Shape;1238;g2a4cc99e909_1_336"/>
            <p:cNvSpPr/>
            <p:nvPr/>
          </p:nvSpPr>
          <p:spPr>
            <a:xfrm>
              <a:off x="4704"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239" name="Google Shape;1239;g2a4cc99e909_1_336"/>
            <p:cNvSpPr/>
            <p:nvPr/>
          </p:nvSpPr>
          <p:spPr>
            <a:xfrm>
              <a:off x="4464"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240" name="Google Shape;1240;g2a4cc99e909_1_336"/>
            <p:cNvCxnSpPr/>
            <p:nvPr/>
          </p:nvCxnSpPr>
          <p:spPr>
            <a:xfrm>
              <a:off x="4560"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241" name="Google Shape;1241;g2a4cc99e909_1_336"/>
            <p:cNvCxnSpPr/>
            <p:nvPr/>
          </p:nvCxnSpPr>
          <p:spPr>
            <a:xfrm>
              <a:off x="4704" y="1536"/>
              <a:ext cx="0" cy="300"/>
            </a:xfrm>
            <a:prstGeom prst="straightConnector1">
              <a:avLst/>
            </a:prstGeom>
            <a:noFill/>
            <a:ln cap="flat" cmpd="sng" w="9525">
              <a:solidFill>
                <a:schemeClr val="dk1"/>
              </a:solidFill>
              <a:prstDash val="solid"/>
              <a:miter lim="800000"/>
              <a:headEnd len="med" w="med" type="none"/>
              <a:tailEnd len="med" w="med" type="none"/>
            </a:ln>
          </p:spPr>
        </p:cxnSp>
      </p:grpSp>
      <p:grpSp>
        <p:nvGrpSpPr>
          <p:cNvPr id="1242" name="Google Shape;1242;g2a4cc99e909_1_336"/>
          <p:cNvGrpSpPr/>
          <p:nvPr/>
        </p:nvGrpSpPr>
        <p:grpSpPr>
          <a:xfrm>
            <a:off x="9753600" y="3505200"/>
            <a:ext cx="1549400" cy="1238250"/>
            <a:chOff x="3408" y="1248"/>
            <a:chExt cx="732" cy="780"/>
          </a:xfrm>
        </p:grpSpPr>
        <p:sp>
          <p:nvSpPr>
            <p:cNvPr id="1243" name="Google Shape;1243;g2a4cc99e909_1_336"/>
            <p:cNvSpPr/>
            <p:nvPr/>
          </p:nvSpPr>
          <p:spPr>
            <a:xfrm>
              <a:off x="3408"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244" name="Google Shape;1244;g2a4cc99e909_1_336"/>
            <p:cNvSpPr/>
            <p:nvPr/>
          </p:nvSpPr>
          <p:spPr>
            <a:xfrm>
              <a:off x="3840"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245" name="Google Shape;1245;g2a4cc99e909_1_336"/>
            <p:cNvSpPr/>
            <p:nvPr/>
          </p:nvSpPr>
          <p:spPr>
            <a:xfrm>
              <a:off x="3600"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246" name="Google Shape;1246;g2a4cc99e909_1_336"/>
            <p:cNvCxnSpPr/>
            <p:nvPr/>
          </p:nvCxnSpPr>
          <p:spPr>
            <a:xfrm>
              <a:off x="3696"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247" name="Google Shape;1247;g2a4cc99e909_1_336"/>
            <p:cNvCxnSpPr/>
            <p:nvPr/>
          </p:nvCxnSpPr>
          <p:spPr>
            <a:xfrm>
              <a:off x="3840" y="1536"/>
              <a:ext cx="0" cy="300"/>
            </a:xfrm>
            <a:prstGeom prst="straightConnector1">
              <a:avLst/>
            </a:prstGeom>
            <a:noFill/>
            <a:ln cap="flat" cmpd="sng" w="9525">
              <a:solidFill>
                <a:schemeClr val="dk1"/>
              </a:solidFill>
              <a:prstDash val="solid"/>
              <a:miter lim="800000"/>
              <a:headEnd len="med" w="med" type="none"/>
              <a:tailEnd len="med" w="med" type="none"/>
            </a:ln>
          </p:spPr>
        </p:cxnSp>
      </p:grpSp>
      <p:sp>
        <p:nvSpPr>
          <p:cNvPr id="1248" name="Google Shape;1248;g2a4cc99e909_1_336"/>
          <p:cNvSpPr/>
          <p:nvPr/>
        </p:nvSpPr>
        <p:spPr>
          <a:xfrm>
            <a:off x="9448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cxnSp>
        <p:nvCxnSpPr>
          <p:cNvPr id="1249" name="Google Shape;1249;g2a4cc99e909_1_336"/>
          <p:cNvCxnSpPr/>
          <p:nvPr/>
        </p:nvCxnSpPr>
        <p:spPr>
          <a:xfrm flipH="1">
            <a:off x="9245600" y="3200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50" name="Google Shape;1250;g2a4cc99e909_1_336"/>
          <p:cNvCxnSpPr/>
          <p:nvPr/>
        </p:nvCxnSpPr>
        <p:spPr>
          <a:xfrm>
            <a:off x="9956800" y="3200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51" name="Google Shape;1251;g2a4cc99e909_1_336"/>
          <p:cNvSpPr/>
          <p:nvPr/>
        </p:nvSpPr>
        <p:spPr>
          <a:xfrm>
            <a:off x="48768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252" name="Google Shape;1252;g2a4cc99e909_1_336"/>
          <p:cNvCxnSpPr/>
          <p:nvPr/>
        </p:nvCxnSpPr>
        <p:spPr>
          <a:xfrm flipH="1">
            <a:off x="4673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53" name="Google Shape;1253;g2a4cc99e909_1_336"/>
          <p:cNvCxnSpPr/>
          <p:nvPr/>
        </p:nvCxnSpPr>
        <p:spPr>
          <a:xfrm>
            <a:off x="5384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54" name="Google Shape;1254;g2a4cc99e909_1_336"/>
          <p:cNvSpPr/>
          <p:nvPr/>
        </p:nvSpPr>
        <p:spPr>
          <a:xfrm>
            <a:off x="2844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255" name="Google Shape;1255;g2a4cc99e909_1_336"/>
          <p:cNvCxnSpPr/>
          <p:nvPr/>
        </p:nvCxnSpPr>
        <p:spPr>
          <a:xfrm flipH="1">
            <a:off x="2641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56" name="Google Shape;1256;g2a4cc99e909_1_336"/>
          <p:cNvCxnSpPr/>
          <p:nvPr/>
        </p:nvCxnSpPr>
        <p:spPr>
          <a:xfrm>
            <a:off x="3352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57" name="Google Shape;1257;g2a4cc99e909_1_336"/>
          <p:cNvSpPr/>
          <p:nvPr/>
        </p:nvSpPr>
        <p:spPr>
          <a:xfrm>
            <a:off x="82296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5</a:t>
            </a:r>
            <a:endParaRPr/>
          </a:p>
        </p:txBody>
      </p:sp>
      <p:cxnSp>
        <p:nvCxnSpPr>
          <p:cNvPr id="1258" name="Google Shape;1258;g2a4cc99e909_1_336"/>
          <p:cNvCxnSpPr/>
          <p:nvPr/>
        </p:nvCxnSpPr>
        <p:spPr>
          <a:xfrm flipH="1">
            <a:off x="7518500" y="2362200"/>
            <a:ext cx="8127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259" name="Google Shape;1259;g2a4cc99e909_1_336"/>
          <p:cNvCxnSpPr/>
          <p:nvPr/>
        </p:nvCxnSpPr>
        <p:spPr>
          <a:xfrm>
            <a:off x="8839200" y="2362200"/>
            <a:ext cx="914400" cy="457200"/>
          </a:xfrm>
          <a:prstGeom prst="straightConnector1">
            <a:avLst/>
          </a:prstGeom>
          <a:noFill/>
          <a:ln cap="flat" cmpd="sng" w="9525">
            <a:solidFill>
              <a:schemeClr val="dk1"/>
            </a:solidFill>
            <a:prstDash val="solid"/>
            <a:miter lim="800000"/>
            <a:headEnd len="med" w="med" type="none"/>
            <a:tailEnd len="med" w="med" type="none"/>
          </a:ln>
        </p:spPr>
      </p:cxnSp>
      <p:sp>
        <p:nvSpPr>
          <p:cNvPr id="1260" name="Google Shape;1260;g2a4cc99e909_1_336"/>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5" name="Shape 1265"/>
        <p:cNvGrpSpPr/>
        <p:nvPr/>
      </p:nvGrpSpPr>
      <p:grpSpPr>
        <a:xfrm>
          <a:off x="0" y="0"/>
          <a:ext cx="0" cy="0"/>
          <a:chOff x="0" y="0"/>
          <a:chExt cx="0" cy="0"/>
        </a:xfrm>
      </p:grpSpPr>
      <p:sp>
        <p:nvSpPr>
          <p:cNvPr id="1266" name="Google Shape;1266;g2a4cc99e909_1_372"/>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267" name="Google Shape;1267;g2a4cc99e909_1_372"/>
          <p:cNvSpPr/>
          <p:nvPr/>
        </p:nvSpPr>
        <p:spPr>
          <a:xfrm>
            <a:off x="1320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268" name="Google Shape;1268;g2a4cc99e909_1_372"/>
          <p:cNvSpPr/>
          <p:nvPr/>
        </p:nvSpPr>
        <p:spPr>
          <a:xfrm>
            <a:off x="2336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269" name="Google Shape;1269;g2a4cc99e909_1_372"/>
          <p:cNvSpPr/>
          <p:nvPr/>
        </p:nvSpPr>
        <p:spPr>
          <a:xfrm>
            <a:off x="3352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270" name="Google Shape;1270;g2a4cc99e909_1_372"/>
          <p:cNvSpPr/>
          <p:nvPr/>
        </p:nvSpPr>
        <p:spPr>
          <a:xfrm>
            <a:off x="4368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271" name="Google Shape;1271;g2a4cc99e909_1_372"/>
          <p:cNvSpPr/>
          <p:nvPr/>
        </p:nvSpPr>
        <p:spPr>
          <a:xfrm>
            <a:off x="52832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272" name="Google Shape;1272;g2a4cc99e909_1_372"/>
          <p:cNvSpPr/>
          <p:nvPr/>
        </p:nvSpPr>
        <p:spPr>
          <a:xfrm>
            <a:off x="88392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grpSp>
        <p:nvGrpSpPr>
          <p:cNvPr id="1273" name="Google Shape;1273;g2a4cc99e909_1_372"/>
          <p:cNvGrpSpPr/>
          <p:nvPr/>
        </p:nvGrpSpPr>
        <p:grpSpPr>
          <a:xfrm>
            <a:off x="6604000" y="2743200"/>
            <a:ext cx="1549400" cy="1238250"/>
            <a:chOff x="4272" y="1248"/>
            <a:chExt cx="732" cy="780"/>
          </a:xfrm>
        </p:grpSpPr>
        <p:sp>
          <p:nvSpPr>
            <p:cNvPr id="1274" name="Google Shape;1274;g2a4cc99e909_1_372"/>
            <p:cNvSpPr/>
            <p:nvPr/>
          </p:nvSpPr>
          <p:spPr>
            <a:xfrm>
              <a:off x="4272"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275" name="Google Shape;1275;g2a4cc99e909_1_372"/>
            <p:cNvSpPr/>
            <p:nvPr/>
          </p:nvSpPr>
          <p:spPr>
            <a:xfrm>
              <a:off x="4704"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276" name="Google Shape;1276;g2a4cc99e909_1_372"/>
            <p:cNvSpPr/>
            <p:nvPr/>
          </p:nvSpPr>
          <p:spPr>
            <a:xfrm>
              <a:off x="4464"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277" name="Google Shape;1277;g2a4cc99e909_1_372"/>
            <p:cNvCxnSpPr/>
            <p:nvPr/>
          </p:nvCxnSpPr>
          <p:spPr>
            <a:xfrm>
              <a:off x="4560"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278" name="Google Shape;1278;g2a4cc99e909_1_372"/>
            <p:cNvCxnSpPr/>
            <p:nvPr/>
          </p:nvCxnSpPr>
          <p:spPr>
            <a:xfrm>
              <a:off x="4704" y="1536"/>
              <a:ext cx="0" cy="300"/>
            </a:xfrm>
            <a:prstGeom prst="straightConnector1">
              <a:avLst/>
            </a:prstGeom>
            <a:noFill/>
            <a:ln cap="flat" cmpd="sng" w="9525">
              <a:solidFill>
                <a:schemeClr val="dk1"/>
              </a:solidFill>
              <a:prstDash val="solid"/>
              <a:miter lim="800000"/>
              <a:headEnd len="med" w="med" type="none"/>
              <a:tailEnd len="med" w="med" type="none"/>
            </a:ln>
          </p:spPr>
        </p:cxnSp>
      </p:grpSp>
      <p:grpSp>
        <p:nvGrpSpPr>
          <p:cNvPr id="1279" name="Google Shape;1279;g2a4cc99e909_1_372"/>
          <p:cNvGrpSpPr/>
          <p:nvPr/>
        </p:nvGrpSpPr>
        <p:grpSpPr>
          <a:xfrm>
            <a:off x="9753600" y="3505200"/>
            <a:ext cx="1549400" cy="1238250"/>
            <a:chOff x="3408" y="1248"/>
            <a:chExt cx="732" cy="780"/>
          </a:xfrm>
        </p:grpSpPr>
        <p:sp>
          <p:nvSpPr>
            <p:cNvPr id="1280" name="Google Shape;1280;g2a4cc99e909_1_372"/>
            <p:cNvSpPr/>
            <p:nvPr/>
          </p:nvSpPr>
          <p:spPr>
            <a:xfrm>
              <a:off x="3408"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281" name="Google Shape;1281;g2a4cc99e909_1_372"/>
            <p:cNvSpPr/>
            <p:nvPr/>
          </p:nvSpPr>
          <p:spPr>
            <a:xfrm>
              <a:off x="3840"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282" name="Google Shape;1282;g2a4cc99e909_1_372"/>
            <p:cNvSpPr/>
            <p:nvPr/>
          </p:nvSpPr>
          <p:spPr>
            <a:xfrm>
              <a:off x="3600"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283" name="Google Shape;1283;g2a4cc99e909_1_372"/>
            <p:cNvCxnSpPr/>
            <p:nvPr/>
          </p:nvCxnSpPr>
          <p:spPr>
            <a:xfrm>
              <a:off x="3696"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284" name="Google Shape;1284;g2a4cc99e909_1_372"/>
            <p:cNvCxnSpPr/>
            <p:nvPr/>
          </p:nvCxnSpPr>
          <p:spPr>
            <a:xfrm>
              <a:off x="3840" y="1536"/>
              <a:ext cx="0" cy="300"/>
            </a:xfrm>
            <a:prstGeom prst="straightConnector1">
              <a:avLst/>
            </a:prstGeom>
            <a:noFill/>
            <a:ln cap="flat" cmpd="sng" w="9525">
              <a:solidFill>
                <a:schemeClr val="dk1"/>
              </a:solidFill>
              <a:prstDash val="solid"/>
              <a:miter lim="800000"/>
              <a:headEnd len="med" w="med" type="none"/>
              <a:tailEnd len="med" w="med" type="none"/>
            </a:ln>
          </p:spPr>
        </p:cxnSp>
      </p:grpSp>
      <p:sp>
        <p:nvSpPr>
          <p:cNvPr id="1285" name="Google Shape;1285;g2a4cc99e909_1_372"/>
          <p:cNvSpPr/>
          <p:nvPr/>
        </p:nvSpPr>
        <p:spPr>
          <a:xfrm>
            <a:off x="9448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cxnSp>
        <p:nvCxnSpPr>
          <p:cNvPr id="1286" name="Google Shape;1286;g2a4cc99e909_1_372"/>
          <p:cNvCxnSpPr/>
          <p:nvPr/>
        </p:nvCxnSpPr>
        <p:spPr>
          <a:xfrm flipH="1">
            <a:off x="9245600" y="3200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87" name="Google Shape;1287;g2a4cc99e909_1_372"/>
          <p:cNvCxnSpPr/>
          <p:nvPr/>
        </p:nvCxnSpPr>
        <p:spPr>
          <a:xfrm>
            <a:off x="9956800" y="3200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88" name="Google Shape;1288;g2a4cc99e909_1_372"/>
          <p:cNvSpPr/>
          <p:nvPr/>
        </p:nvSpPr>
        <p:spPr>
          <a:xfrm>
            <a:off x="48768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289" name="Google Shape;1289;g2a4cc99e909_1_372"/>
          <p:cNvCxnSpPr/>
          <p:nvPr/>
        </p:nvCxnSpPr>
        <p:spPr>
          <a:xfrm flipH="1">
            <a:off x="4673600" y="2438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90" name="Google Shape;1290;g2a4cc99e909_1_372"/>
          <p:cNvCxnSpPr/>
          <p:nvPr/>
        </p:nvCxnSpPr>
        <p:spPr>
          <a:xfrm>
            <a:off x="5384800" y="2438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91" name="Google Shape;1291;g2a4cc99e909_1_372"/>
          <p:cNvSpPr/>
          <p:nvPr/>
        </p:nvSpPr>
        <p:spPr>
          <a:xfrm>
            <a:off x="2844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292" name="Google Shape;1292;g2a4cc99e909_1_372"/>
          <p:cNvCxnSpPr/>
          <p:nvPr/>
        </p:nvCxnSpPr>
        <p:spPr>
          <a:xfrm flipH="1">
            <a:off x="2641600" y="3200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93" name="Google Shape;1293;g2a4cc99e909_1_372"/>
          <p:cNvCxnSpPr/>
          <p:nvPr/>
        </p:nvCxnSpPr>
        <p:spPr>
          <a:xfrm>
            <a:off x="3352800" y="3200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294" name="Google Shape;1294;g2a4cc99e909_1_372"/>
          <p:cNvSpPr/>
          <p:nvPr/>
        </p:nvSpPr>
        <p:spPr>
          <a:xfrm>
            <a:off x="82296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5</a:t>
            </a:r>
            <a:endParaRPr/>
          </a:p>
        </p:txBody>
      </p:sp>
      <p:cxnSp>
        <p:nvCxnSpPr>
          <p:cNvPr id="1295" name="Google Shape;1295;g2a4cc99e909_1_372"/>
          <p:cNvCxnSpPr/>
          <p:nvPr/>
        </p:nvCxnSpPr>
        <p:spPr>
          <a:xfrm flipH="1">
            <a:off x="7518500" y="2362200"/>
            <a:ext cx="8127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296" name="Google Shape;1296;g2a4cc99e909_1_372"/>
          <p:cNvCxnSpPr/>
          <p:nvPr/>
        </p:nvCxnSpPr>
        <p:spPr>
          <a:xfrm>
            <a:off x="8839200" y="2362200"/>
            <a:ext cx="914400" cy="457200"/>
          </a:xfrm>
          <a:prstGeom prst="straightConnector1">
            <a:avLst/>
          </a:prstGeom>
          <a:noFill/>
          <a:ln cap="flat" cmpd="sng" w="9525">
            <a:solidFill>
              <a:schemeClr val="dk1"/>
            </a:solidFill>
            <a:prstDash val="solid"/>
            <a:miter lim="800000"/>
            <a:headEnd len="med" w="med" type="none"/>
            <a:tailEnd len="med" w="med" type="none"/>
          </a:ln>
        </p:spPr>
      </p:cxnSp>
      <p:sp>
        <p:nvSpPr>
          <p:cNvPr id="1297" name="Google Shape;1297;g2a4cc99e909_1_372"/>
          <p:cNvSpPr/>
          <p:nvPr/>
        </p:nvSpPr>
        <p:spPr>
          <a:xfrm>
            <a:off x="2032000" y="1981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7</a:t>
            </a:r>
            <a:endParaRPr/>
          </a:p>
        </p:txBody>
      </p:sp>
      <p:cxnSp>
        <p:nvCxnSpPr>
          <p:cNvPr id="1298" name="Google Shape;1298;g2a4cc99e909_1_372"/>
          <p:cNvCxnSpPr/>
          <p:nvPr/>
        </p:nvCxnSpPr>
        <p:spPr>
          <a:xfrm flipH="1">
            <a:off x="1828700" y="2438400"/>
            <a:ext cx="4065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299" name="Google Shape;1299;g2a4cc99e909_1_372"/>
          <p:cNvCxnSpPr/>
          <p:nvPr/>
        </p:nvCxnSpPr>
        <p:spPr>
          <a:xfrm>
            <a:off x="2540000" y="2438400"/>
            <a:ext cx="507900" cy="381000"/>
          </a:xfrm>
          <a:prstGeom prst="straightConnector1">
            <a:avLst/>
          </a:prstGeom>
          <a:noFill/>
          <a:ln cap="flat" cmpd="sng" w="9525">
            <a:solidFill>
              <a:schemeClr val="dk1"/>
            </a:solidFill>
            <a:prstDash val="solid"/>
            <a:miter lim="800000"/>
            <a:headEnd len="med" w="med" type="none"/>
            <a:tailEnd len="med" w="med" type="none"/>
          </a:ln>
        </p:spPr>
      </p:cxnSp>
      <p:sp>
        <p:nvSpPr>
          <p:cNvPr id="1300" name="Google Shape;1300;g2a4cc99e909_1_372"/>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g2a4cc99e909_1_411"/>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307" name="Google Shape;1307;g2a4cc99e909_1_411"/>
          <p:cNvSpPr/>
          <p:nvPr/>
        </p:nvSpPr>
        <p:spPr>
          <a:xfrm>
            <a:off x="1320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308" name="Google Shape;1308;g2a4cc99e909_1_411"/>
          <p:cNvSpPr/>
          <p:nvPr/>
        </p:nvSpPr>
        <p:spPr>
          <a:xfrm>
            <a:off x="2336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309" name="Google Shape;1309;g2a4cc99e909_1_411"/>
          <p:cNvSpPr/>
          <p:nvPr/>
        </p:nvSpPr>
        <p:spPr>
          <a:xfrm>
            <a:off x="3352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310" name="Google Shape;1310;g2a4cc99e909_1_411"/>
          <p:cNvSpPr/>
          <p:nvPr/>
        </p:nvSpPr>
        <p:spPr>
          <a:xfrm>
            <a:off x="4368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311" name="Google Shape;1311;g2a4cc99e909_1_411"/>
          <p:cNvSpPr/>
          <p:nvPr/>
        </p:nvSpPr>
        <p:spPr>
          <a:xfrm>
            <a:off x="52832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312" name="Google Shape;1312;g2a4cc99e909_1_411"/>
          <p:cNvSpPr/>
          <p:nvPr/>
        </p:nvSpPr>
        <p:spPr>
          <a:xfrm>
            <a:off x="8839200" y="4267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grpSp>
        <p:nvGrpSpPr>
          <p:cNvPr id="1313" name="Google Shape;1313;g2a4cc99e909_1_411"/>
          <p:cNvGrpSpPr/>
          <p:nvPr/>
        </p:nvGrpSpPr>
        <p:grpSpPr>
          <a:xfrm>
            <a:off x="6604000" y="3505200"/>
            <a:ext cx="1549400" cy="1238250"/>
            <a:chOff x="4272" y="1248"/>
            <a:chExt cx="732" cy="780"/>
          </a:xfrm>
        </p:grpSpPr>
        <p:sp>
          <p:nvSpPr>
            <p:cNvPr id="1314" name="Google Shape;1314;g2a4cc99e909_1_411"/>
            <p:cNvSpPr/>
            <p:nvPr/>
          </p:nvSpPr>
          <p:spPr>
            <a:xfrm>
              <a:off x="4272"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315" name="Google Shape;1315;g2a4cc99e909_1_411"/>
            <p:cNvSpPr/>
            <p:nvPr/>
          </p:nvSpPr>
          <p:spPr>
            <a:xfrm>
              <a:off x="4704"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316" name="Google Shape;1316;g2a4cc99e909_1_411"/>
            <p:cNvSpPr/>
            <p:nvPr/>
          </p:nvSpPr>
          <p:spPr>
            <a:xfrm>
              <a:off x="4464"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317" name="Google Shape;1317;g2a4cc99e909_1_411"/>
            <p:cNvCxnSpPr/>
            <p:nvPr/>
          </p:nvCxnSpPr>
          <p:spPr>
            <a:xfrm>
              <a:off x="4560"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318" name="Google Shape;1318;g2a4cc99e909_1_411"/>
            <p:cNvCxnSpPr/>
            <p:nvPr/>
          </p:nvCxnSpPr>
          <p:spPr>
            <a:xfrm>
              <a:off x="4704" y="1536"/>
              <a:ext cx="0" cy="300"/>
            </a:xfrm>
            <a:prstGeom prst="straightConnector1">
              <a:avLst/>
            </a:prstGeom>
            <a:noFill/>
            <a:ln cap="flat" cmpd="sng" w="9525">
              <a:solidFill>
                <a:schemeClr val="dk1"/>
              </a:solidFill>
              <a:prstDash val="solid"/>
              <a:miter lim="800000"/>
              <a:headEnd len="med" w="med" type="none"/>
              <a:tailEnd len="med" w="med" type="none"/>
            </a:ln>
          </p:spPr>
        </p:cxnSp>
      </p:grpSp>
      <p:grpSp>
        <p:nvGrpSpPr>
          <p:cNvPr id="1319" name="Google Shape;1319;g2a4cc99e909_1_411"/>
          <p:cNvGrpSpPr/>
          <p:nvPr/>
        </p:nvGrpSpPr>
        <p:grpSpPr>
          <a:xfrm>
            <a:off x="9753600" y="4267200"/>
            <a:ext cx="1549400" cy="1238250"/>
            <a:chOff x="3408" y="1248"/>
            <a:chExt cx="732" cy="780"/>
          </a:xfrm>
        </p:grpSpPr>
        <p:sp>
          <p:nvSpPr>
            <p:cNvPr id="1320" name="Google Shape;1320;g2a4cc99e909_1_411"/>
            <p:cNvSpPr/>
            <p:nvPr/>
          </p:nvSpPr>
          <p:spPr>
            <a:xfrm>
              <a:off x="3408"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321" name="Google Shape;1321;g2a4cc99e909_1_411"/>
            <p:cNvSpPr/>
            <p:nvPr/>
          </p:nvSpPr>
          <p:spPr>
            <a:xfrm>
              <a:off x="3840"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322" name="Google Shape;1322;g2a4cc99e909_1_411"/>
            <p:cNvSpPr/>
            <p:nvPr/>
          </p:nvSpPr>
          <p:spPr>
            <a:xfrm>
              <a:off x="3600"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323" name="Google Shape;1323;g2a4cc99e909_1_411"/>
            <p:cNvCxnSpPr/>
            <p:nvPr/>
          </p:nvCxnSpPr>
          <p:spPr>
            <a:xfrm>
              <a:off x="3696"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324" name="Google Shape;1324;g2a4cc99e909_1_411"/>
            <p:cNvCxnSpPr/>
            <p:nvPr/>
          </p:nvCxnSpPr>
          <p:spPr>
            <a:xfrm>
              <a:off x="3840" y="1536"/>
              <a:ext cx="0" cy="300"/>
            </a:xfrm>
            <a:prstGeom prst="straightConnector1">
              <a:avLst/>
            </a:prstGeom>
            <a:noFill/>
            <a:ln cap="flat" cmpd="sng" w="9525">
              <a:solidFill>
                <a:schemeClr val="dk1"/>
              </a:solidFill>
              <a:prstDash val="solid"/>
              <a:miter lim="800000"/>
              <a:headEnd len="med" w="med" type="none"/>
              <a:tailEnd len="med" w="med" type="none"/>
            </a:ln>
          </p:spPr>
        </p:cxnSp>
      </p:grpSp>
      <p:sp>
        <p:nvSpPr>
          <p:cNvPr id="1325" name="Google Shape;1325;g2a4cc99e909_1_411"/>
          <p:cNvSpPr/>
          <p:nvPr/>
        </p:nvSpPr>
        <p:spPr>
          <a:xfrm>
            <a:off x="9448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cxnSp>
        <p:nvCxnSpPr>
          <p:cNvPr id="1326" name="Google Shape;1326;g2a4cc99e909_1_411"/>
          <p:cNvCxnSpPr/>
          <p:nvPr/>
        </p:nvCxnSpPr>
        <p:spPr>
          <a:xfrm flipH="1">
            <a:off x="9245600" y="3962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327" name="Google Shape;1327;g2a4cc99e909_1_411"/>
          <p:cNvCxnSpPr/>
          <p:nvPr/>
        </p:nvCxnSpPr>
        <p:spPr>
          <a:xfrm>
            <a:off x="9956800" y="3962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328" name="Google Shape;1328;g2a4cc99e909_1_411"/>
          <p:cNvSpPr/>
          <p:nvPr/>
        </p:nvSpPr>
        <p:spPr>
          <a:xfrm>
            <a:off x="4876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329" name="Google Shape;1329;g2a4cc99e909_1_411"/>
          <p:cNvCxnSpPr/>
          <p:nvPr/>
        </p:nvCxnSpPr>
        <p:spPr>
          <a:xfrm flipH="1">
            <a:off x="4673600" y="3200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330" name="Google Shape;1330;g2a4cc99e909_1_411"/>
          <p:cNvCxnSpPr/>
          <p:nvPr/>
        </p:nvCxnSpPr>
        <p:spPr>
          <a:xfrm>
            <a:off x="5384800" y="3200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331" name="Google Shape;1331;g2a4cc99e909_1_411"/>
          <p:cNvSpPr/>
          <p:nvPr/>
        </p:nvSpPr>
        <p:spPr>
          <a:xfrm>
            <a:off x="28448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332" name="Google Shape;1332;g2a4cc99e909_1_411"/>
          <p:cNvCxnSpPr/>
          <p:nvPr/>
        </p:nvCxnSpPr>
        <p:spPr>
          <a:xfrm flipH="1">
            <a:off x="2641600" y="3200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333" name="Google Shape;1333;g2a4cc99e909_1_411"/>
          <p:cNvCxnSpPr/>
          <p:nvPr/>
        </p:nvCxnSpPr>
        <p:spPr>
          <a:xfrm>
            <a:off x="3352800" y="3200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334" name="Google Shape;1334;g2a4cc99e909_1_411"/>
          <p:cNvSpPr/>
          <p:nvPr/>
        </p:nvSpPr>
        <p:spPr>
          <a:xfrm>
            <a:off x="82296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5</a:t>
            </a:r>
            <a:endParaRPr/>
          </a:p>
        </p:txBody>
      </p:sp>
      <p:cxnSp>
        <p:nvCxnSpPr>
          <p:cNvPr id="1335" name="Google Shape;1335;g2a4cc99e909_1_411"/>
          <p:cNvCxnSpPr/>
          <p:nvPr/>
        </p:nvCxnSpPr>
        <p:spPr>
          <a:xfrm flipH="1">
            <a:off x="7518500" y="3124200"/>
            <a:ext cx="8127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336" name="Google Shape;1336;g2a4cc99e909_1_411"/>
          <p:cNvCxnSpPr/>
          <p:nvPr/>
        </p:nvCxnSpPr>
        <p:spPr>
          <a:xfrm>
            <a:off x="8839200" y="3124200"/>
            <a:ext cx="914400" cy="457200"/>
          </a:xfrm>
          <a:prstGeom prst="straightConnector1">
            <a:avLst/>
          </a:prstGeom>
          <a:noFill/>
          <a:ln cap="flat" cmpd="sng" w="9525">
            <a:solidFill>
              <a:schemeClr val="dk1"/>
            </a:solidFill>
            <a:prstDash val="solid"/>
            <a:miter lim="800000"/>
            <a:headEnd len="med" w="med" type="none"/>
            <a:tailEnd len="med" w="med" type="none"/>
          </a:ln>
        </p:spPr>
      </p:cxnSp>
      <p:sp>
        <p:nvSpPr>
          <p:cNvPr id="1337" name="Google Shape;1337;g2a4cc99e909_1_411"/>
          <p:cNvSpPr/>
          <p:nvPr/>
        </p:nvSpPr>
        <p:spPr>
          <a:xfrm>
            <a:off x="20320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7</a:t>
            </a:r>
            <a:endParaRPr/>
          </a:p>
        </p:txBody>
      </p:sp>
      <p:cxnSp>
        <p:nvCxnSpPr>
          <p:cNvPr id="1338" name="Google Shape;1338;g2a4cc99e909_1_411"/>
          <p:cNvCxnSpPr/>
          <p:nvPr/>
        </p:nvCxnSpPr>
        <p:spPr>
          <a:xfrm flipH="1">
            <a:off x="1828700" y="2438400"/>
            <a:ext cx="4065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339" name="Google Shape;1339;g2a4cc99e909_1_411"/>
          <p:cNvCxnSpPr/>
          <p:nvPr/>
        </p:nvCxnSpPr>
        <p:spPr>
          <a:xfrm>
            <a:off x="2540000" y="2438400"/>
            <a:ext cx="507900" cy="381000"/>
          </a:xfrm>
          <a:prstGeom prst="straightConnector1">
            <a:avLst/>
          </a:prstGeom>
          <a:noFill/>
          <a:ln cap="flat" cmpd="sng" w="9525">
            <a:solidFill>
              <a:schemeClr val="dk1"/>
            </a:solidFill>
            <a:prstDash val="solid"/>
            <a:miter lim="800000"/>
            <a:headEnd len="med" w="med" type="none"/>
            <a:tailEnd len="med" w="med" type="none"/>
          </a:ln>
        </p:spPr>
      </p:cxnSp>
      <p:sp>
        <p:nvSpPr>
          <p:cNvPr id="1340" name="Google Shape;1340;g2a4cc99e909_1_411"/>
          <p:cNvSpPr/>
          <p:nvPr/>
        </p:nvSpPr>
        <p:spPr>
          <a:xfrm>
            <a:off x="6502400" y="1981200"/>
            <a:ext cx="711300" cy="533400"/>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9</a:t>
            </a:r>
            <a:endParaRPr/>
          </a:p>
        </p:txBody>
      </p:sp>
      <p:cxnSp>
        <p:nvCxnSpPr>
          <p:cNvPr id="1341" name="Google Shape;1341;g2a4cc99e909_1_411"/>
          <p:cNvCxnSpPr/>
          <p:nvPr/>
        </p:nvCxnSpPr>
        <p:spPr>
          <a:xfrm flipH="1">
            <a:off x="5384800" y="2362200"/>
            <a:ext cx="12192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342" name="Google Shape;1342;g2a4cc99e909_1_411"/>
          <p:cNvCxnSpPr/>
          <p:nvPr/>
        </p:nvCxnSpPr>
        <p:spPr>
          <a:xfrm>
            <a:off x="7112000" y="2362200"/>
            <a:ext cx="1219200" cy="457200"/>
          </a:xfrm>
          <a:prstGeom prst="straightConnector1">
            <a:avLst/>
          </a:prstGeom>
          <a:noFill/>
          <a:ln cap="flat" cmpd="sng" w="9525">
            <a:solidFill>
              <a:schemeClr val="dk1"/>
            </a:solidFill>
            <a:prstDash val="solid"/>
            <a:miter lim="800000"/>
            <a:headEnd len="med" w="med" type="none"/>
            <a:tailEnd len="med" w="med" type="none"/>
          </a:ln>
        </p:spPr>
      </p:cxnSp>
      <p:sp>
        <p:nvSpPr>
          <p:cNvPr id="1343" name="Google Shape;1343;g2a4cc99e909_1_411"/>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g2a4cc99e909_1_453"/>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350" name="Google Shape;1350;g2a4cc99e909_1_453"/>
          <p:cNvSpPr/>
          <p:nvPr/>
        </p:nvSpPr>
        <p:spPr>
          <a:xfrm>
            <a:off x="1320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351" name="Google Shape;1351;g2a4cc99e909_1_453"/>
          <p:cNvSpPr/>
          <p:nvPr/>
        </p:nvSpPr>
        <p:spPr>
          <a:xfrm>
            <a:off x="2336800" y="4267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352" name="Google Shape;1352;g2a4cc99e909_1_453"/>
          <p:cNvSpPr/>
          <p:nvPr/>
        </p:nvSpPr>
        <p:spPr>
          <a:xfrm>
            <a:off x="3352800" y="4267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353" name="Google Shape;1353;g2a4cc99e909_1_453"/>
          <p:cNvSpPr/>
          <p:nvPr/>
        </p:nvSpPr>
        <p:spPr>
          <a:xfrm>
            <a:off x="4368800" y="4267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354" name="Google Shape;1354;g2a4cc99e909_1_453"/>
          <p:cNvSpPr/>
          <p:nvPr/>
        </p:nvSpPr>
        <p:spPr>
          <a:xfrm>
            <a:off x="5283200" y="4267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355" name="Google Shape;1355;g2a4cc99e909_1_453"/>
          <p:cNvSpPr/>
          <p:nvPr/>
        </p:nvSpPr>
        <p:spPr>
          <a:xfrm>
            <a:off x="8839200" y="5029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grpSp>
        <p:nvGrpSpPr>
          <p:cNvPr id="1356" name="Google Shape;1356;g2a4cc99e909_1_453"/>
          <p:cNvGrpSpPr/>
          <p:nvPr/>
        </p:nvGrpSpPr>
        <p:grpSpPr>
          <a:xfrm>
            <a:off x="6604000" y="4267200"/>
            <a:ext cx="1549400" cy="1238250"/>
            <a:chOff x="4272" y="1248"/>
            <a:chExt cx="732" cy="780"/>
          </a:xfrm>
        </p:grpSpPr>
        <p:sp>
          <p:nvSpPr>
            <p:cNvPr id="1357" name="Google Shape;1357;g2a4cc99e909_1_453"/>
            <p:cNvSpPr/>
            <p:nvPr/>
          </p:nvSpPr>
          <p:spPr>
            <a:xfrm>
              <a:off x="4272"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358" name="Google Shape;1358;g2a4cc99e909_1_453"/>
            <p:cNvSpPr/>
            <p:nvPr/>
          </p:nvSpPr>
          <p:spPr>
            <a:xfrm>
              <a:off x="4704"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359" name="Google Shape;1359;g2a4cc99e909_1_453"/>
            <p:cNvSpPr/>
            <p:nvPr/>
          </p:nvSpPr>
          <p:spPr>
            <a:xfrm>
              <a:off x="4464"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360" name="Google Shape;1360;g2a4cc99e909_1_453"/>
            <p:cNvCxnSpPr/>
            <p:nvPr/>
          </p:nvCxnSpPr>
          <p:spPr>
            <a:xfrm>
              <a:off x="4560"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361" name="Google Shape;1361;g2a4cc99e909_1_453"/>
            <p:cNvCxnSpPr/>
            <p:nvPr/>
          </p:nvCxnSpPr>
          <p:spPr>
            <a:xfrm>
              <a:off x="4704" y="1536"/>
              <a:ext cx="0" cy="300"/>
            </a:xfrm>
            <a:prstGeom prst="straightConnector1">
              <a:avLst/>
            </a:prstGeom>
            <a:noFill/>
            <a:ln cap="flat" cmpd="sng" w="9525">
              <a:solidFill>
                <a:schemeClr val="dk1"/>
              </a:solidFill>
              <a:prstDash val="solid"/>
              <a:miter lim="800000"/>
              <a:headEnd len="med" w="med" type="none"/>
              <a:tailEnd len="med" w="med" type="none"/>
            </a:ln>
          </p:spPr>
        </p:cxnSp>
      </p:grpSp>
      <p:grpSp>
        <p:nvGrpSpPr>
          <p:cNvPr id="1362" name="Google Shape;1362;g2a4cc99e909_1_453"/>
          <p:cNvGrpSpPr/>
          <p:nvPr/>
        </p:nvGrpSpPr>
        <p:grpSpPr>
          <a:xfrm>
            <a:off x="9753600" y="5029200"/>
            <a:ext cx="1549400" cy="1238250"/>
            <a:chOff x="3408" y="1248"/>
            <a:chExt cx="732" cy="780"/>
          </a:xfrm>
        </p:grpSpPr>
        <p:sp>
          <p:nvSpPr>
            <p:cNvPr id="1363" name="Google Shape;1363;g2a4cc99e909_1_453"/>
            <p:cNvSpPr/>
            <p:nvPr/>
          </p:nvSpPr>
          <p:spPr>
            <a:xfrm>
              <a:off x="3408"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364" name="Google Shape;1364;g2a4cc99e909_1_453"/>
            <p:cNvSpPr/>
            <p:nvPr/>
          </p:nvSpPr>
          <p:spPr>
            <a:xfrm>
              <a:off x="3840"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365" name="Google Shape;1365;g2a4cc99e909_1_453"/>
            <p:cNvSpPr/>
            <p:nvPr/>
          </p:nvSpPr>
          <p:spPr>
            <a:xfrm>
              <a:off x="3600"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366" name="Google Shape;1366;g2a4cc99e909_1_453"/>
            <p:cNvCxnSpPr/>
            <p:nvPr/>
          </p:nvCxnSpPr>
          <p:spPr>
            <a:xfrm>
              <a:off x="3696"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367" name="Google Shape;1367;g2a4cc99e909_1_453"/>
            <p:cNvCxnSpPr/>
            <p:nvPr/>
          </p:nvCxnSpPr>
          <p:spPr>
            <a:xfrm>
              <a:off x="3840" y="1536"/>
              <a:ext cx="0" cy="300"/>
            </a:xfrm>
            <a:prstGeom prst="straightConnector1">
              <a:avLst/>
            </a:prstGeom>
            <a:noFill/>
            <a:ln cap="flat" cmpd="sng" w="9525">
              <a:solidFill>
                <a:schemeClr val="dk1"/>
              </a:solidFill>
              <a:prstDash val="solid"/>
              <a:miter lim="800000"/>
              <a:headEnd len="med" w="med" type="none"/>
              <a:tailEnd len="med" w="med" type="none"/>
            </a:ln>
          </p:spPr>
        </p:cxnSp>
      </p:grpSp>
      <p:sp>
        <p:nvSpPr>
          <p:cNvPr id="1368" name="Google Shape;1368;g2a4cc99e909_1_453"/>
          <p:cNvSpPr/>
          <p:nvPr/>
        </p:nvSpPr>
        <p:spPr>
          <a:xfrm>
            <a:off x="9448800" y="4267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cxnSp>
        <p:nvCxnSpPr>
          <p:cNvPr id="1369" name="Google Shape;1369;g2a4cc99e909_1_453"/>
          <p:cNvCxnSpPr/>
          <p:nvPr/>
        </p:nvCxnSpPr>
        <p:spPr>
          <a:xfrm flipH="1">
            <a:off x="9245600" y="4724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370" name="Google Shape;1370;g2a4cc99e909_1_453"/>
          <p:cNvCxnSpPr/>
          <p:nvPr/>
        </p:nvCxnSpPr>
        <p:spPr>
          <a:xfrm>
            <a:off x="9956800" y="4724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371" name="Google Shape;1371;g2a4cc99e909_1_453"/>
          <p:cNvSpPr/>
          <p:nvPr/>
        </p:nvSpPr>
        <p:spPr>
          <a:xfrm>
            <a:off x="4876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372" name="Google Shape;1372;g2a4cc99e909_1_453"/>
          <p:cNvCxnSpPr/>
          <p:nvPr/>
        </p:nvCxnSpPr>
        <p:spPr>
          <a:xfrm flipH="1">
            <a:off x="4673600" y="3962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373" name="Google Shape;1373;g2a4cc99e909_1_453"/>
          <p:cNvCxnSpPr/>
          <p:nvPr/>
        </p:nvCxnSpPr>
        <p:spPr>
          <a:xfrm>
            <a:off x="5384800" y="3962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374" name="Google Shape;1374;g2a4cc99e909_1_453"/>
          <p:cNvSpPr/>
          <p:nvPr/>
        </p:nvSpPr>
        <p:spPr>
          <a:xfrm>
            <a:off x="28448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375" name="Google Shape;1375;g2a4cc99e909_1_453"/>
          <p:cNvCxnSpPr/>
          <p:nvPr/>
        </p:nvCxnSpPr>
        <p:spPr>
          <a:xfrm flipH="1">
            <a:off x="2641600" y="39624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376" name="Google Shape;1376;g2a4cc99e909_1_453"/>
          <p:cNvCxnSpPr/>
          <p:nvPr/>
        </p:nvCxnSpPr>
        <p:spPr>
          <a:xfrm>
            <a:off x="3352800" y="39624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377" name="Google Shape;1377;g2a4cc99e909_1_453"/>
          <p:cNvSpPr/>
          <p:nvPr/>
        </p:nvSpPr>
        <p:spPr>
          <a:xfrm>
            <a:off x="8229600" y="3505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5</a:t>
            </a:r>
            <a:endParaRPr/>
          </a:p>
        </p:txBody>
      </p:sp>
      <p:cxnSp>
        <p:nvCxnSpPr>
          <p:cNvPr id="1378" name="Google Shape;1378;g2a4cc99e909_1_453"/>
          <p:cNvCxnSpPr/>
          <p:nvPr/>
        </p:nvCxnSpPr>
        <p:spPr>
          <a:xfrm flipH="1">
            <a:off x="7518500" y="3886200"/>
            <a:ext cx="8127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379" name="Google Shape;1379;g2a4cc99e909_1_453"/>
          <p:cNvCxnSpPr/>
          <p:nvPr/>
        </p:nvCxnSpPr>
        <p:spPr>
          <a:xfrm>
            <a:off x="8839200" y="3886200"/>
            <a:ext cx="914400" cy="457200"/>
          </a:xfrm>
          <a:prstGeom prst="straightConnector1">
            <a:avLst/>
          </a:prstGeom>
          <a:noFill/>
          <a:ln cap="flat" cmpd="sng" w="9525">
            <a:solidFill>
              <a:schemeClr val="dk1"/>
            </a:solidFill>
            <a:prstDash val="solid"/>
            <a:miter lim="800000"/>
            <a:headEnd len="med" w="med" type="none"/>
            <a:tailEnd len="med" w="med" type="none"/>
          </a:ln>
        </p:spPr>
      </p:cxnSp>
      <p:sp>
        <p:nvSpPr>
          <p:cNvPr id="1380" name="Google Shape;1380;g2a4cc99e909_1_453"/>
          <p:cNvSpPr/>
          <p:nvPr/>
        </p:nvSpPr>
        <p:spPr>
          <a:xfrm>
            <a:off x="20320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7</a:t>
            </a:r>
            <a:endParaRPr/>
          </a:p>
        </p:txBody>
      </p:sp>
      <p:cxnSp>
        <p:nvCxnSpPr>
          <p:cNvPr id="1381" name="Google Shape;1381;g2a4cc99e909_1_453"/>
          <p:cNvCxnSpPr/>
          <p:nvPr/>
        </p:nvCxnSpPr>
        <p:spPr>
          <a:xfrm flipH="1">
            <a:off x="1828700" y="3200400"/>
            <a:ext cx="4065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382" name="Google Shape;1382;g2a4cc99e909_1_453"/>
          <p:cNvCxnSpPr/>
          <p:nvPr/>
        </p:nvCxnSpPr>
        <p:spPr>
          <a:xfrm>
            <a:off x="2540000" y="3200400"/>
            <a:ext cx="507900" cy="381000"/>
          </a:xfrm>
          <a:prstGeom prst="straightConnector1">
            <a:avLst/>
          </a:prstGeom>
          <a:noFill/>
          <a:ln cap="flat" cmpd="sng" w="9525">
            <a:solidFill>
              <a:schemeClr val="dk1"/>
            </a:solidFill>
            <a:prstDash val="solid"/>
            <a:miter lim="800000"/>
            <a:headEnd len="med" w="med" type="none"/>
            <a:tailEnd len="med" w="med" type="none"/>
          </a:ln>
        </p:spPr>
      </p:cxnSp>
      <p:sp>
        <p:nvSpPr>
          <p:cNvPr id="1383" name="Google Shape;1383;g2a4cc99e909_1_453"/>
          <p:cNvSpPr/>
          <p:nvPr/>
        </p:nvSpPr>
        <p:spPr>
          <a:xfrm>
            <a:off x="6502400" y="27432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9</a:t>
            </a:r>
            <a:endParaRPr/>
          </a:p>
        </p:txBody>
      </p:sp>
      <p:cxnSp>
        <p:nvCxnSpPr>
          <p:cNvPr id="1384" name="Google Shape;1384;g2a4cc99e909_1_453"/>
          <p:cNvCxnSpPr/>
          <p:nvPr/>
        </p:nvCxnSpPr>
        <p:spPr>
          <a:xfrm flipH="1">
            <a:off x="5384800" y="3124200"/>
            <a:ext cx="12192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385" name="Google Shape;1385;g2a4cc99e909_1_453"/>
          <p:cNvCxnSpPr/>
          <p:nvPr/>
        </p:nvCxnSpPr>
        <p:spPr>
          <a:xfrm>
            <a:off x="7112000" y="3124200"/>
            <a:ext cx="1219200" cy="457200"/>
          </a:xfrm>
          <a:prstGeom prst="straightConnector1">
            <a:avLst/>
          </a:prstGeom>
          <a:noFill/>
          <a:ln cap="flat" cmpd="sng" w="9525">
            <a:solidFill>
              <a:schemeClr val="dk1"/>
            </a:solidFill>
            <a:prstDash val="solid"/>
            <a:miter lim="800000"/>
            <a:headEnd len="med" w="med" type="none"/>
            <a:tailEnd len="med" w="med" type="none"/>
          </a:ln>
        </p:spPr>
      </p:cxnSp>
      <p:sp>
        <p:nvSpPr>
          <p:cNvPr id="1386" name="Google Shape;1386;g2a4cc99e909_1_453"/>
          <p:cNvSpPr/>
          <p:nvPr/>
        </p:nvSpPr>
        <p:spPr>
          <a:xfrm>
            <a:off x="4470400" y="20574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16</a:t>
            </a:r>
            <a:endParaRPr/>
          </a:p>
        </p:txBody>
      </p:sp>
      <p:cxnSp>
        <p:nvCxnSpPr>
          <p:cNvPr id="1387" name="Google Shape;1387;g2a4cc99e909_1_453"/>
          <p:cNvCxnSpPr/>
          <p:nvPr/>
        </p:nvCxnSpPr>
        <p:spPr>
          <a:xfrm flipH="1">
            <a:off x="2641600" y="2438400"/>
            <a:ext cx="18288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388" name="Google Shape;1388;g2a4cc99e909_1_453"/>
          <p:cNvCxnSpPr/>
          <p:nvPr/>
        </p:nvCxnSpPr>
        <p:spPr>
          <a:xfrm>
            <a:off x="5181600" y="2438400"/>
            <a:ext cx="1422300" cy="457200"/>
          </a:xfrm>
          <a:prstGeom prst="straightConnector1">
            <a:avLst/>
          </a:prstGeom>
          <a:noFill/>
          <a:ln cap="flat" cmpd="sng" w="9525">
            <a:solidFill>
              <a:schemeClr val="dk1"/>
            </a:solidFill>
            <a:prstDash val="solid"/>
            <a:miter lim="800000"/>
            <a:headEnd len="med" w="med" type="none"/>
            <a:tailEnd len="med" w="med" type="none"/>
          </a:ln>
        </p:spPr>
      </p:cxnSp>
      <p:sp>
        <p:nvSpPr>
          <p:cNvPr id="1389" name="Google Shape;1389;g2a4cc99e909_1_453"/>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4" name="Shape 1394"/>
        <p:cNvGrpSpPr/>
        <p:nvPr/>
      </p:nvGrpSpPr>
      <p:grpSpPr>
        <a:xfrm>
          <a:off x="0" y="0"/>
          <a:ext cx="0" cy="0"/>
          <a:chOff x="0" y="0"/>
          <a:chExt cx="0" cy="0"/>
        </a:xfrm>
      </p:grpSpPr>
      <p:sp>
        <p:nvSpPr>
          <p:cNvPr id="1395" name="Google Shape;1395;g2a4cc99e909_1_498"/>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396" name="Google Shape;1396;g2a4cc99e909_1_498"/>
          <p:cNvSpPr txBox="1"/>
          <p:nvPr>
            <p:ph idx="1" type="body"/>
          </p:nvPr>
        </p:nvSpPr>
        <p:spPr>
          <a:xfrm>
            <a:off x="1463047" y="1998125"/>
            <a:ext cx="9937200" cy="40233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Now we assign codes to the tree by placing a 0 on every left branch and a 1 on every right branch</a:t>
            </a:r>
            <a:endParaRPr/>
          </a:p>
          <a:p>
            <a:pPr indent="-236220" lvl="0" marL="342900" rtl="0" algn="l">
              <a:lnSpc>
                <a:spcPct val="9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36220" lvl="0" marL="342900" rtl="0" algn="l">
              <a:lnSpc>
                <a:spcPct val="9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A traversal of the tree from root to leaf give the Huffman code for that particular leaf character</a:t>
            </a:r>
            <a:endParaRPr/>
          </a:p>
          <a:p>
            <a:pPr indent="-236220" lvl="0" marL="342900" rtl="0" algn="l">
              <a:lnSpc>
                <a:spcPct val="9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236220" lvl="0" marL="342900" rtl="0" algn="l">
              <a:lnSpc>
                <a:spcPct val="9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Note that no code is the prefix of another code</a:t>
            </a:r>
            <a:endParaRPr/>
          </a:p>
        </p:txBody>
      </p:sp>
      <p:sp>
        <p:nvSpPr>
          <p:cNvPr id="1397" name="Google Shape;1397;g2a4cc99e909_1_498"/>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g2a4cc99e909_1_505"/>
          <p:cNvSpPr txBox="1"/>
          <p:nvPr>
            <p:ph type="title"/>
          </p:nvPr>
        </p:nvSpPr>
        <p:spPr>
          <a:xfrm>
            <a:off x="1422390" y="-2997"/>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404" name="Google Shape;1404;g2a4cc99e909_1_505"/>
          <p:cNvSpPr/>
          <p:nvPr/>
        </p:nvSpPr>
        <p:spPr>
          <a:xfrm>
            <a:off x="203200" y="2895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e,3</a:t>
            </a:r>
            <a:endParaRPr/>
          </a:p>
        </p:txBody>
      </p:sp>
      <p:sp>
        <p:nvSpPr>
          <p:cNvPr id="1405" name="Google Shape;1405;g2a4cc99e909_1_505"/>
          <p:cNvSpPr/>
          <p:nvPr/>
        </p:nvSpPr>
        <p:spPr>
          <a:xfrm>
            <a:off x="1219200" y="3657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d,2</a:t>
            </a:r>
            <a:endParaRPr/>
          </a:p>
        </p:txBody>
      </p:sp>
      <p:sp>
        <p:nvSpPr>
          <p:cNvPr id="1406" name="Google Shape;1406;g2a4cc99e909_1_505"/>
          <p:cNvSpPr/>
          <p:nvPr/>
        </p:nvSpPr>
        <p:spPr>
          <a:xfrm>
            <a:off x="2235200" y="3657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u,2</a:t>
            </a:r>
            <a:endParaRPr/>
          </a:p>
        </p:txBody>
      </p:sp>
      <p:sp>
        <p:nvSpPr>
          <p:cNvPr id="1407" name="Google Shape;1407;g2a4cc99e909_1_505"/>
          <p:cNvSpPr/>
          <p:nvPr/>
        </p:nvSpPr>
        <p:spPr>
          <a:xfrm>
            <a:off x="3251200" y="3657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l,2</a:t>
            </a:r>
            <a:endParaRPr/>
          </a:p>
        </p:txBody>
      </p:sp>
      <p:sp>
        <p:nvSpPr>
          <p:cNvPr id="1408" name="Google Shape;1408;g2a4cc99e909_1_505"/>
          <p:cNvSpPr/>
          <p:nvPr/>
        </p:nvSpPr>
        <p:spPr>
          <a:xfrm>
            <a:off x="4165600" y="3657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sp,2</a:t>
            </a:r>
            <a:endParaRPr/>
          </a:p>
        </p:txBody>
      </p:sp>
      <p:sp>
        <p:nvSpPr>
          <p:cNvPr id="1409" name="Google Shape;1409;g2a4cc99e909_1_505"/>
          <p:cNvSpPr/>
          <p:nvPr/>
        </p:nvSpPr>
        <p:spPr>
          <a:xfrm>
            <a:off x="7721600" y="4419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k,1</a:t>
            </a:r>
            <a:endParaRPr/>
          </a:p>
        </p:txBody>
      </p:sp>
      <p:grpSp>
        <p:nvGrpSpPr>
          <p:cNvPr id="1410" name="Google Shape;1410;g2a4cc99e909_1_505"/>
          <p:cNvGrpSpPr/>
          <p:nvPr/>
        </p:nvGrpSpPr>
        <p:grpSpPr>
          <a:xfrm>
            <a:off x="5486400" y="3657600"/>
            <a:ext cx="1549400" cy="1238250"/>
            <a:chOff x="4272" y="1248"/>
            <a:chExt cx="732" cy="780"/>
          </a:xfrm>
        </p:grpSpPr>
        <p:sp>
          <p:nvSpPr>
            <p:cNvPr id="1411" name="Google Shape;1411;g2a4cc99e909_1_505"/>
            <p:cNvSpPr/>
            <p:nvPr/>
          </p:nvSpPr>
          <p:spPr>
            <a:xfrm>
              <a:off x="4272"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i,1</a:t>
              </a:r>
              <a:endParaRPr/>
            </a:p>
          </p:txBody>
        </p:sp>
        <p:sp>
          <p:nvSpPr>
            <p:cNvPr id="1412" name="Google Shape;1412;g2a4cc99e909_1_505"/>
            <p:cNvSpPr/>
            <p:nvPr/>
          </p:nvSpPr>
          <p:spPr>
            <a:xfrm>
              <a:off x="4704"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s,1</a:t>
              </a:r>
              <a:endParaRPr/>
            </a:p>
          </p:txBody>
        </p:sp>
        <p:sp>
          <p:nvSpPr>
            <p:cNvPr id="1413" name="Google Shape;1413;g2a4cc99e909_1_505"/>
            <p:cNvSpPr/>
            <p:nvPr/>
          </p:nvSpPr>
          <p:spPr>
            <a:xfrm>
              <a:off x="4464"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414" name="Google Shape;1414;g2a4cc99e909_1_505"/>
            <p:cNvCxnSpPr/>
            <p:nvPr/>
          </p:nvCxnSpPr>
          <p:spPr>
            <a:xfrm>
              <a:off x="4560"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415" name="Google Shape;1415;g2a4cc99e909_1_505"/>
            <p:cNvCxnSpPr/>
            <p:nvPr/>
          </p:nvCxnSpPr>
          <p:spPr>
            <a:xfrm>
              <a:off x="4704" y="1536"/>
              <a:ext cx="0" cy="300"/>
            </a:xfrm>
            <a:prstGeom prst="straightConnector1">
              <a:avLst/>
            </a:prstGeom>
            <a:noFill/>
            <a:ln cap="flat" cmpd="sng" w="9525">
              <a:solidFill>
                <a:schemeClr val="dk1"/>
              </a:solidFill>
              <a:prstDash val="solid"/>
              <a:miter lim="800000"/>
              <a:headEnd len="med" w="med" type="none"/>
              <a:tailEnd len="med" w="med" type="none"/>
            </a:ln>
          </p:spPr>
        </p:cxnSp>
      </p:grpSp>
      <p:grpSp>
        <p:nvGrpSpPr>
          <p:cNvPr id="1416" name="Google Shape;1416;g2a4cc99e909_1_505"/>
          <p:cNvGrpSpPr/>
          <p:nvPr/>
        </p:nvGrpSpPr>
        <p:grpSpPr>
          <a:xfrm>
            <a:off x="8636000" y="4419600"/>
            <a:ext cx="1549400" cy="1238250"/>
            <a:chOff x="3408" y="1248"/>
            <a:chExt cx="732" cy="780"/>
          </a:xfrm>
        </p:grpSpPr>
        <p:sp>
          <p:nvSpPr>
            <p:cNvPr id="1417" name="Google Shape;1417;g2a4cc99e909_1_505"/>
            <p:cNvSpPr/>
            <p:nvPr/>
          </p:nvSpPr>
          <p:spPr>
            <a:xfrm>
              <a:off x="3408"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b,1</a:t>
              </a:r>
              <a:endParaRPr/>
            </a:p>
          </p:txBody>
        </p:sp>
        <p:sp>
          <p:nvSpPr>
            <p:cNvPr id="1418" name="Google Shape;1418;g2a4cc99e909_1_505"/>
            <p:cNvSpPr/>
            <p:nvPr/>
          </p:nvSpPr>
          <p:spPr>
            <a:xfrm>
              <a:off x="3840" y="172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v,1</a:t>
              </a:r>
              <a:endParaRPr/>
            </a:p>
          </p:txBody>
        </p:sp>
        <p:sp>
          <p:nvSpPr>
            <p:cNvPr id="1419" name="Google Shape;1419;g2a4cc99e909_1_505"/>
            <p:cNvSpPr/>
            <p:nvPr/>
          </p:nvSpPr>
          <p:spPr>
            <a:xfrm>
              <a:off x="3600" y="1248"/>
              <a:ext cx="300" cy="3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2</a:t>
              </a:r>
              <a:endParaRPr/>
            </a:p>
          </p:txBody>
        </p:sp>
        <p:cxnSp>
          <p:nvCxnSpPr>
            <p:cNvPr id="1420" name="Google Shape;1420;g2a4cc99e909_1_505"/>
            <p:cNvCxnSpPr/>
            <p:nvPr/>
          </p:nvCxnSpPr>
          <p:spPr>
            <a:xfrm>
              <a:off x="3696" y="1536"/>
              <a:ext cx="0" cy="300"/>
            </a:xfrm>
            <a:prstGeom prst="straightConnector1">
              <a:avLst/>
            </a:prstGeom>
            <a:noFill/>
            <a:ln cap="flat" cmpd="sng" w="9525">
              <a:solidFill>
                <a:schemeClr val="dk1"/>
              </a:solidFill>
              <a:prstDash val="solid"/>
              <a:miter lim="800000"/>
              <a:headEnd len="med" w="med" type="none"/>
              <a:tailEnd len="med" w="med" type="none"/>
            </a:ln>
          </p:spPr>
        </p:cxnSp>
        <p:cxnSp>
          <p:nvCxnSpPr>
            <p:cNvPr id="1421" name="Google Shape;1421;g2a4cc99e909_1_505"/>
            <p:cNvCxnSpPr/>
            <p:nvPr/>
          </p:nvCxnSpPr>
          <p:spPr>
            <a:xfrm>
              <a:off x="3840" y="1536"/>
              <a:ext cx="0" cy="300"/>
            </a:xfrm>
            <a:prstGeom prst="straightConnector1">
              <a:avLst/>
            </a:prstGeom>
            <a:noFill/>
            <a:ln cap="flat" cmpd="sng" w="9525">
              <a:solidFill>
                <a:schemeClr val="dk1"/>
              </a:solidFill>
              <a:prstDash val="solid"/>
              <a:miter lim="800000"/>
              <a:headEnd len="med" w="med" type="none"/>
              <a:tailEnd len="med" w="med" type="none"/>
            </a:ln>
          </p:spPr>
        </p:cxnSp>
      </p:grpSp>
      <p:sp>
        <p:nvSpPr>
          <p:cNvPr id="1422" name="Google Shape;1422;g2a4cc99e909_1_505"/>
          <p:cNvSpPr/>
          <p:nvPr/>
        </p:nvSpPr>
        <p:spPr>
          <a:xfrm>
            <a:off x="8331200" y="3657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3</a:t>
            </a:r>
            <a:endParaRPr/>
          </a:p>
        </p:txBody>
      </p:sp>
      <p:cxnSp>
        <p:nvCxnSpPr>
          <p:cNvPr id="1423" name="Google Shape;1423;g2a4cc99e909_1_505"/>
          <p:cNvCxnSpPr/>
          <p:nvPr/>
        </p:nvCxnSpPr>
        <p:spPr>
          <a:xfrm flipH="1">
            <a:off x="8128000" y="41148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424" name="Google Shape;1424;g2a4cc99e909_1_505"/>
          <p:cNvCxnSpPr/>
          <p:nvPr/>
        </p:nvCxnSpPr>
        <p:spPr>
          <a:xfrm>
            <a:off x="8839200" y="41148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425" name="Google Shape;1425;g2a4cc99e909_1_505"/>
          <p:cNvSpPr/>
          <p:nvPr/>
        </p:nvSpPr>
        <p:spPr>
          <a:xfrm>
            <a:off x="3759200" y="2895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426" name="Google Shape;1426;g2a4cc99e909_1_505"/>
          <p:cNvCxnSpPr/>
          <p:nvPr/>
        </p:nvCxnSpPr>
        <p:spPr>
          <a:xfrm flipH="1">
            <a:off x="3556000" y="33528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427" name="Google Shape;1427;g2a4cc99e909_1_505"/>
          <p:cNvCxnSpPr/>
          <p:nvPr/>
        </p:nvCxnSpPr>
        <p:spPr>
          <a:xfrm>
            <a:off x="4267200" y="33528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428" name="Google Shape;1428;g2a4cc99e909_1_505"/>
          <p:cNvSpPr/>
          <p:nvPr/>
        </p:nvSpPr>
        <p:spPr>
          <a:xfrm>
            <a:off x="1727200" y="2895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4</a:t>
            </a:r>
            <a:endParaRPr/>
          </a:p>
        </p:txBody>
      </p:sp>
      <p:cxnSp>
        <p:nvCxnSpPr>
          <p:cNvPr id="1429" name="Google Shape;1429;g2a4cc99e909_1_505"/>
          <p:cNvCxnSpPr/>
          <p:nvPr/>
        </p:nvCxnSpPr>
        <p:spPr>
          <a:xfrm flipH="1">
            <a:off x="1524000" y="3352800"/>
            <a:ext cx="3048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430" name="Google Shape;1430;g2a4cc99e909_1_505"/>
          <p:cNvCxnSpPr/>
          <p:nvPr/>
        </p:nvCxnSpPr>
        <p:spPr>
          <a:xfrm>
            <a:off x="2235200" y="3352800"/>
            <a:ext cx="304800" cy="381000"/>
          </a:xfrm>
          <a:prstGeom prst="straightConnector1">
            <a:avLst/>
          </a:prstGeom>
          <a:noFill/>
          <a:ln cap="flat" cmpd="sng" w="9525">
            <a:solidFill>
              <a:schemeClr val="dk1"/>
            </a:solidFill>
            <a:prstDash val="solid"/>
            <a:miter lim="800000"/>
            <a:headEnd len="med" w="med" type="none"/>
            <a:tailEnd len="med" w="med" type="none"/>
          </a:ln>
        </p:spPr>
      </p:cxnSp>
      <p:sp>
        <p:nvSpPr>
          <p:cNvPr id="1431" name="Google Shape;1431;g2a4cc99e909_1_505"/>
          <p:cNvSpPr/>
          <p:nvPr/>
        </p:nvSpPr>
        <p:spPr>
          <a:xfrm>
            <a:off x="7112000" y="2895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5</a:t>
            </a:r>
            <a:endParaRPr/>
          </a:p>
        </p:txBody>
      </p:sp>
      <p:cxnSp>
        <p:nvCxnSpPr>
          <p:cNvPr id="1432" name="Google Shape;1432;g2a4cc99e909_1_505"/>
          <p:cNvCxnSpPr/>
          <p:nvPr/>
        </p:nvCxnSpPr>
        <p:spPr>
          <a:xfrm flipH="1">
            <a:off x="6400900" y="3276600"/>
            <a:ext cx="8127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433" name="Google Shape;1433;g2a4cc99e909_1_505"/>
          <p:cNvCxnSpPr/>
          <p:nvPr/>
        </p:nvCxnSpPr>
        <p:spPr>
          <a:xfrm>
            <a:off x="7721600" y="3276600"/>
            <a:ext cx="914400" cy="457200"/>
          </a:xfrm>
          <a:prstGeom prst="straightConnector1">
            <a:avLst/>
          </a:prstGeom>
          <a:noFill/>
          <a:ln cap="flat" cmpd="sng" w="9525">
            <a:solidFill>
              <a:schemeClr val="dk1"/>
            </a:solidFill>
            <a:prstDash val="solid"/>
            <a:miter lim="800000"/>
            <a:headEnd len="med" w="med" type="none"/>
            <a:tailEnd len="med" w="med" type="none"/>
          </a:ln>
        </p:spPr>
      </p:cxnSp>
      <p:sp>
        <p:nvSpPr>
          <p:cNvPr id="1434" name="Google Shape;1434;g2a4cc99e909_1_505"/>
          <p:cNvSpPr/>
          <p:nvPr/>
        </p:nvSpPr>
        <p:spPr>
          <a:xfrm>
            <a:off x="914400" y="2133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7</a:t>
            </a:r>
            <a:endParaRPr/>
          </a:p>
        </p:txBody>
      </p:sp>
      <p:cxnSp>
        <p:nvCxnSpPr>
          <p:cNvPr id="1435" name="Google Shape;1435;g2a4cc99e909_1_505"/>
          <p:cNvCxnSpPr/>
          <p:nvPr/>
        </p:nvCxnSpPr>
        <p:spPr>
          <a:xfrm flipH="1">
            <a:off x="711100" y="2590800"/>
            <a:ext cx="406500" cy="381000"/>
          </a:xfrm>
          <a:prstGeom prst="straightConnector1">
            <a:avLst/>
          </a:prstGeom>
          <a:noFill/>
          <a:ln cap="flat" cmpd="sng" w="9525">
            <a:solidFill>
              <a:schemeClr val="dk1"/>
            </a:solidFill>
            <a:prstDash val="solid"/>
            <a:miter lim="800000"/>
            <a:headEnd len="med" w="med" type="none"/>
            <a:tailEnd len="med" w="med" type="none"/>
          </a:ln>
        </p:spPr>
      </p:cxnSp>
      <p:cxnSp>
        <p:nvCxnSpPr>
          <p:cNvPr id="1436" name="Google Shape;1436;g2a4cc99e909_1_505"/>
          <p:cNvCxnSpPr/>
          <p:nvPr/>
        </p:nvCxnSpPr>
        <p:spPr>
          <a:xfrm>
            <a:off x="1422400" y="2590800"/>
            <a:ext cx="507900" cy="381000"/>
          </a:xfrm>
          <a:prstGeom prst="straightConnector1">
            <a:avLst/>
          </a:prstGeom>
          <a:noFill/>
          <a:ln cap="flat" cmpd="sng" w="9525">
            <a:solidFill>
              <a:schemeClr val="dk1"/>
            </a:solidFill>
            <a:prstDash val="solid"/>
            <a:miter lim="800000"/>
            <a:headEnd len="med" w="med" type="none"/>
            <a:tailEnd len="med" w="med" type="none"/>
          </a:ln>
        </p:spPr>
      </p:cxnSp>
      <p:sp>
        <p:nvSpPr>
          <p:cNvPr id="1437" name="Google Shape;1437;g2a4cc99e909_1_505"/>
          <p:cNvSpPr/>
          <p:nvPr/>
        </p:nvSpPr>
        <p:spPr>
          <a:xfrm>
            <a:off x="5384800" y="21336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9</a:t>
            </a:r>
            <a:endParaRPr/>
          </a:p>
        </p:txBody>
      </p:sp>
      <p:cxnSp>
        <p:nvCxnSpPr>
          <p:cNvPr id="1438" name="Google Shape;1438;g2a4cc99e909_1_505"/>
          <p:cNvCxnSpPr/>
          <p:nvPr/>
        </p:nvCxnSpPr>
        <p:spPr>
          <a:xfrm flipH="1">
            <a:off x="4267200" y="2514600"/>
            <a:ext cx="12192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439" name="Google Shape;1439;g2a4cc99e909_1_505"/>
          <p:cNvCxnSpPr/>
          <p:nvPr/>
        </p:nvCxnSpPr>
        <p:spPr>
          <a:xfrm>
            <a:off x="5994400" y="2514600"/>
            <a:ext cx="1219200" cy="457200"/>
          </a:xfrm>
          <a:prstGeom prst="straightConnector1">
            <a:avLst/>
          </a:prstGeom>
          <a:noFill/>
          <a:ln cap="flat" cmpd="sng" w="9525">
            <a:solidFill>
              <a:schemeClr val="dk1"/>
            </a:solidFill>
            <a:prstDash val="solid"/>
            <a:miter lim="800000"/>
            <a:headEnd len="med" w="med" type="none"/>
            <a:tailEnd len="med" w="med" type="none"/>
          </a:ln>
        </p:spPr>
      </p:cxnSp>
      <p:sp>
        <p:nvSpPr>
          <p:cNvPr id="1440" name="Google Shape;1440;g2a4cc99e909_1_505"/>
          <p:cNvSpPr/>
          <p:nvPr/>
        </p:nvSpPr>
        <p:spPr>
          <a:xfrm>
            <a:off x="3352800" y="1447800"/>
            <a:ext cx="711300" cy="533400"/>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a:buNone/>
            </a:pPr>
            <a:r>
              <a:rPr b="0" i="0" lang="en-US" sz="2400" u="none">
                <a:solidFill>
                  <a:schemeClr val="dk1"/>
                </a:solidFill>
                <a:latin typeface="Times"/>
                <a:ea typeface="Times"/>
                <a:cs typeface="Times"/>
                <a:sym typeface="Times"/>
              </a:rPr>
              <a:t>16</a:t>
            </a:r>
            <a:endParaRPr/>
          </a:p>
        </p:txBody>
      </p:sp>
      <p:cxnSp>
        <p:nvCxnSpPr>
          <p:cNvPr id="1441" name="Google Shape;1441;g2a4cc99e909_1_505"/>
          <p:cNvCxnSpPr/>
          <p:nvPr/>
        </p:nvCxnSpPr>
        <p:spPr>
          <a:xfrm flipH="1">
            <a:off x="1524000" y="1828800"/>
            <a:ext cx="1828800" cy="457200"/>
          </a:xfrm>
          <a:prstGeom prst="straightConnector1">
            <a:avLst/>
          </a:prstGeom>
          <a:noFill/>
          <a:ln cap="flat" cmpd="sng" w="9525">
            <a:solidFill>
              <a:schemeClr val="dk1"/>
            </a:solidFill>
            <a:prstDash val="solid"/>
            <a:miter lim="800000"/>
            <a:headEnd len="med" w="med" type="none"/>
            <a:tailEnd len="med" w="med" type="none"/>
          </a:ln>
        </p:spPr>
      </p:cxnSp>
      <p:cxnSp>
        <p:nvCxnSpPr>
          <p:cNvPr id="1442" name="Google Shape;1442;g2a4cc99e909_1_505"/>
          <p:cNvCxnSpPr/>
          <p:nvPr/>
        </p:nvCxnSpPr>
        <p:spPr>
          <a:xfrm>
            <a:off x="4064000" y="1828800"/>
            <a:ext cx="1422300" cy="457200"/>
          </a:xfrm>
          <a:prstGeom prst="straightConnector1">
            <a:avLst/>
          </a:prstGeom>
          <a:noFill/>
          <a:ln cap="flat" cmpd="sng" w="9525">
            <a:solidFill>
              <a:schemeClr val="dk1"/>
            </a:solidFill>
            <a:prstDash val="solid"/>
            <a:miter lim="800000"/>
            <a:headEnd len="med" w="med" type="none"/>
            <a:tailEnd len="med" w="med" type="none"/>
          </a:ln>
        </p:spPr>
      </p:cxnSp>
      <p:sp>
        <p:nvSpPr>
          <p:cNvPr id="1443" name="Google Shape;1443;g2a4cc99e909_1_505"/>
          <p:cNvSpPr/>
          <p:nvPr/>
        </p:nvSpPr>
        <p:spPr>
          <a:xfrm>
            <a:off x="609600" y="25146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44" name="Google Shape;1444;g2a4cc99e909_1_505"/>
          <p:cNvSpPr/>
          <p:nvPr/>
        </p:nvSpPr>
        <p:spPr>
          <a:xfrm>
            <a:off x="4572000" y="16764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sp>
        <p:nvSpPr>
          <p:cNvPr id="1445" name="Google Shape;1445;g2a4cc99e909_1_505"/>
          <p:cNvSpPr/>
          <p:nvPr/>
        </p:nvSpPr>
        <p:spPr>
          <a:xfrm>
            <a:off x="2438400" y="16764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46" name="Google Shape;1446;g2a4cc99e909_1_505"/>
          <p:cNvSpPr/>
          <p:nvPr/>
        </p:nvSpPr>
        <p:spPr>
          <a:xfrm>
            <a:off x="1320800" y="32766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47" name="Google Shape;1447;g2a4cc99e909_1_505"/>
          <p:cNvSpPr/>
          <p:nvPr/>
        </p:nvSpPr>
        <p:spPr>
          <a:xfrm>
            <a:off x="3454400" y="32766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48" name="Google Shape;1448;g2a4cc99e909_1_505"/>
          <p:cNvSpPr/>
          <p:nvPr/>
        </p:nvSpPr>
        <p:spPr>
          <a:xfrm>
            <a:off x="4673600" y="24384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49" name="Google Shape;1449;g2a4cc99e909_1_505"/>
          <p:cNvSpPr/>
          <p:nvPr/>
        </p:nvSpPr>
        <p:spPr>
          <a:xfrm>
            <a:off x="6604000" y="32766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50" name="Google Shape;1450;g2a4cc99e909_1_505"/>
          <p:cNvSpPr/>
          <p:nvPr/>
        </p:nvSpPr>
        <p:spPr>
          <a:xfrm>
            <a:off x="5689600" y="41148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51" name="Google Shape;1451;g2a4cc99e909_1_505"/>
          <p:cNvSpPr/>
          <p:nvPr/>
        </p:nvSpPr>
        <p:spPr>
          <a:xfrm>
            <a:off x="7924800" y="40386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52" name="Google Shape;1452;g2a4cc99e909_1_505"/>
          <p:cNvSpPr/>
          <p:nvPr/>
        </p:nvSpPr>
        <p:spPr>
          <a:xfrm>
            <a:off x="8839200" y="4876800"/>
            <a:ext cx="3048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0 </a:t>
            </a:r>
          </a:p>
        </p:txBody>
      </p:sp>
      <p:sp>
        <p:nvSpPr>
          <p:cNvPr id="1453" name="Google Shape;1453;g2a4cc99e909_1_505"/>
          <p:cNvSpPr/>
          <p:nvPr/>
        </p:nvSpPr>
        <p:spPr>
          <a:xfrm>
            <a:off x="1727200" y="25146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sp>
        <p:nvSpPr>
          <p:cNvPr id="1454" name="Google Shape;1454;g2a4cc99e909_1_505"/>
          <p:cNvSpPr/>
          <p:nvPr/>
        </p:nvSpPr>
        <p:spPr>
          <a:xfrm>
            <a:off x="2438400" y="32766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sp>
        <p:nvSpPr>
          <p:cNvPr id="1455" name="Google Shape;1455;g2a4cc99e909_1_505"/>
          <p:cNvSpPr/>
          <p:nvPr/>
        </p:nvSpPr>
        <p:spPr>
          <a:xfrm>
            <a:off x="4470400" y="32766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sp>
        <p:nvSpPr>
          <p:cNvPr id="1456" name="Google Shape;1456;g2a4cc99e909_1_505"/>
          <p:cNvSpPr/>
          <p:nvPr/>
        </p:nvSpPr>
        <p:spPr>
          <a:xfrm>
            <a:off x="6502400" y="24384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sp>
        <p:nvSpPr>
          <p:cNvPr id="1457" name="Google Shape;1457;g2a4cc99e909_1_505"/>
          <p:cNvSpPr/>
          <p:nvPr/>
        </p:nvSpPr>
        <p:spPr>
          <a:xfrm>
            <a:off x="8026400" y="32004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sp>
        <p:nvSpPr>
          <p:cNvPr id="1458" name="Google Shape;1458;g2a4cc99e909_1_505"/>
          <p:cNvSpPr/>
          <p:nvPr/>
        </p:nvSpPr>
        <p:spPr>
          <a:xfrm>
            <a:off x="9042400" y="41148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sp>
        <p:nvSpPr>
          <p:cNvPr id="1459" name="Google Shape;1459;g2a4cc99e909_1_505"/>
          <p:cNvSpPr/>
          <p:nvPr/>
        </p:nvSpPr>
        <p:spPr>
          <a:xfrm>
            <a:off x="9753600" y="48006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graphicFrame>
        <p:nvGraphicFramePr>
          <p:cNvPr id="1460" name="Google Shape;1460;g2a4cc99e909_1_505"/>
          <p:cNvGraphicFramePr/>
          <p:nvPr/>
        </p:nvGraphicFramePr>
        <p:xfrm>
          <a:off x="10185400" y="1828800"/>
          <a:ext cx="3000000" cy="3000000"/>
        </p:xfrm>
        <a:graphic>
          <a:graphicData uri="http://schemas.openxmlformats.org/drawingml/2006/table">
            <a:tbl>
              <a:tblPr>
                <a:noFill/>
                <a:tableStyleId>{43B8B119-D355-4895-95EC-22BF6B5B4762}</a:tableStyleId>
              </a:tblPr>
              <a:tblGrid>
                <a:gridCol w="609600"/>
                <a:gridCol w="1219200"/>
              </a:tblGrid>
              <a:tr h="3968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e</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00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52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d</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010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8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u</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011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52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l</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100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8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sp</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101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8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1100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52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s</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1101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8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k</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1110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52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b</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11110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8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v</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11111</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461" name="Google Shape;1461;g2a4cc99e909_1_505"/>
          <p:cNvSpPr/>
          <p:nvPr/>
        </p:nvSpPr>
        <p:spPr>
          <a:xfrm>
            <a:off x="6604000" y="4114800"/>
            <a:ext cx="203200" cy="304800"/>
          </a:xfrm>
          <a:prstGeom prst="rect">
            <a:avLst/>
          </a:prstGeom>
        </p:spPr>
        <p:txBody>
          <a:bodyPr>
            <a:prstTxWarp prst="textPlain"/>
          </a:bodyPr>
          <a:lstStyle/>
          <a:p>
            <a:pPr lvl="0" algn="l"/>
            <a:r>
              <a:rPr b="0" i="0">
                <a:ln cap="flat" cmpd="sng" w="9525">
                  <a:solidFill>
                    <a:srgbClr val="000000"/>
                  </a:solidFill>
                  <a:prstDash val="solid"/>
                  <a:miter lim="800000"/>
                  <a:headEnd len="sm" w="sm" type="none"/>
                  <a:tailEnd len="sm" w="sm" type="none"/>
                </a:ln>
                <a:solidFill>
                  <a:schemeClr val="dk1"/>
                </a:solidFill>
                <a:latin typeface="Arial Black"/>
              </a:rPr>
              <a:t>1 </a:t>
            </a:r>
          </a:p>
        </p:txBody>
      </p:sp>
      <p:sp>
        <p:nvSpPr>
          <p:cNvPr id="1462" name="Google Shape;1462;g2a4cc99e909_1_505"/>
          <p:cNvSpPr txBox="1"/>
          <p:nvPr/>
        </p:nvSpPr>
        <p:spPr>
          <a:xfrm>
            <a:off x="711200" y="5638800"/>
            <a:ext cx="69087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a:solidFill>
                  <a:schemeClr val="dk1"/>
                </a:solidFill>
                <a:latin typeface="Times New Roman"/>
                <a:ea typeface="Times New Roman"/>
                <a:cs typeface="Times New Roman"/>
                <a:sym typeface="Times New Roman"/>
              </a:rPr>
              <a:t> * Using variable length encoding</a:t>
            </a:r>
            <a:endParaRPr/>
          </a:p>
        </p:txBody>
      </p:sp>
      <p:sp>
        <p:nvSpPr>
          <p:cNvPr id="1463" name="Google Shape;1463;g2a4cc99e909_1_505"/>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g2a4cc99e909_1_570"/>
          <p:cNvSpPr txBox="1"/>
          <p:nvPr>
            <p:ph type="title"/>
          </p:nvPr>
        </p:nvSpPr>
        <p:spPr>
          <a:xfrm>
            <a:off x="548640" y="-307797"/>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Encoding </a:t>
            </a:r>
            <a:r>
              <a:rPr b="0" i="0" lang="en-US" sz="2000" u="none">
                <a:solidFill>
                  <a:srgbClr val="993300"/>
                </a:solidFill>
                <a:latin typeface="Times New Roman"/>
                <a:ea typeface="Times New Roman"/>
                <a:cs typeface="Times New Roman"/>
                <a:sym typeface="Times New Roman"/>
              </a:rPr>
              <a:t>cormen</a:t>
            </a:r>
            <a:endParaRPr/>
          </a:p>
        </p:txBody>
      </p:sp>
      <p:sp>
        <p:nvSpPr>
          <p:cNvPr id="1469" name="Google Shape;1469;g2a4cc99e909_1_570"/>
          <p:cNvSpPr txBox="1"/>
          <p:nvPr>
            <p:ph idx="1" type="body"/>
          </p:nvPr>
        </p:nvSpPr>
        <p:spPr>
          <a:xfrm>
            <a:off x="508000" y="1143000"/>
            <a:ext cx="11432100" cy="4761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HUFFMAN (C )</a:t>
            </a:r>
            <a:endParaRPr/>
          </a:p>
          <a:p>
            <a:pPr indent="-342900" lvl="0" marL="342900" marR="0" rtl="0" algn="l">
              <a:lnSpc>
                <a:spcPct val="10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1. n= |C|</a:t>
            </a:r>
            <a:endParaRPr/>
          </a:p>
          <a:p>
            <a:pPr indent="-342900" lvl="0" marL="342900" marR="0" rtl="0" algn="l">
              <a:lnSpc>
                <a:spcPct val="100000"/>
              </a:lnSpc>
              <a:spcBef>
                <a:spcPts val="400"/>
              </a:spcBef>
              <a:spcAft>
                <a:spcPts val="0"/>
              </a:spcAft>
              <a:buClr>
                <a:schemeClr val="folHlink"/>
              </a:buClr>
              <a:buSzPts val="1200"/>
              <a:buFont typeface="Noto Sans Symbols"/>
              <a:buNone/>
            </a:pPr>
            <a:r>
              <a:rPr b="0" i="0" lang="en-US" sz="2000" u="none">
                <a:solidFill>
                  <a:schemeClr val="dk1"/>
                </a:solidFill>
                <a:latin typeface="Times New Roman"/>
                <a:ea typeface="Times New Roman"/>
                <a:cs typeface="Times New Roman"/>
                <a:sym typeface="Times New Roman"/>
              </a:rPr>
              <a:t>//</a:t>
            </a:r>
            <a:r>
              <a:rPr b="0" i="0" lang="en-US" sz="1800" u="none">
                <a:solidFill>
                  <a:schemeClr val="dk1"/>
                </a:solidFill>
                <a:latin typeface="Times New Roman"/>
                <a:ea typeface="Times New Roman"/>
                <a:cs typeface="Times New Roman"/>
                <a:sym typeface="Times New Roman"/>
              </a:rPr>
              <a:t>initializes the min-priority queue Q with the characters in C</a:t>
            </a:r>
            <a:endParaRPr/>
          </a:p>
          <a:p>
            <a:pPr indent="-342900" lvl="0" marL="342900" marR="0" rtl="0" algn="l">
              <a:lnSpc>
                <a:spcPct val="100000"/>
              </a:lnSpc>
              <a:spcBef>
                <a:spcPts val="48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2. Q = C                                                                         </a:t>
            </a:r>
            <a:r>
              <a:rPr b="0" i="0" lang="en-US" sz="2400" u="none">
                <a:solidFill>
                  <a:schemeClr val="accent2"/>
                </a:solidFill>
                <a:latin typeface="Trebuchet MS"/>
                <a:ea typeface="Trebuchet MS"/>
                <a:cs typeface="Trebuchet MS"/>
                <a:sym typeface="Trebuchet MS"/>
              </a:rPr>
              <a:t>O(n)</a:t>
            </a:r>
            <a:r>
              <a:rPr b="0" i="0" lang="en-US" sz="1800" u="none">
                <a:solidFill>
                  <a:schemeClr val="dk1"/>
                </a:solidFill>
                <a:latin typeface="Times New Roman"/>
                <a:ea typeface="Times New Roman"/>
                <a:cs typeface="Times New Roman"/>
                <a:sym typeface="Times New Roman"/>
              </a:rPr>
              <a:t>	</a:t>
            </a:r>
            <a:endParaRPr/>
          </a:p>
          <a:p>
            <a:pPr indent="-342900" lvl="0" marL="342900" marR="0" rtl="0" algn="l">
              <a:lnSpc>
                <a:spcPct val="100000"/>
              </a:lnSpc>
              <a:spcBef>
                <a:spcPts val="320"/>
              </a:spcBef>
              <a:spcAft>
                <a:spcPts val="0"/>
              </a:spcAft>
              <a:buClr>
                <a:schemeClr val="folHlink"/>
              </a:buClr>
              <a:buSzPts val="960"/>
              <a:buFont typeface="Noto Sans Symbols"/>
              <a:buNone/>
            </a:pPr>
            <a:r>
              <a:rPr b="0" i="0" lang="en-US" sz="1600" u="none">
                <a:solidFill>
                  <a:schemeClr val="dk1"/>
                </a:solidFill>
                <a:latin typeface="Times New Roman"/>
                <a:ea typeface="Times New Roman"/>
                <a:cs typeface="Times New Roman"/>
                <a:sym typeface="Times New Roman"/>
              </a:rPr>
              <a:t>//loop extracts the two nodes x and y of lowest frequency from the queue</a:t>
            </a:r>
            <a:endParaRPr/>
          </a:p>
          <a:p>
            <a:pPr indent="-342900" lvl="0" marL="342900" marR="0" rtl="0" algn="l">
              <a:lnSpc>
                <a:spcPct val="100000"/>
              </a:lnSpc>
              <a:spcBef>
                <a:spcPts val="48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3. </a:t>
            </a:r>
            <a:r>
              <a:rPr b="1" i="0" lang="en-US" sz="1800" u="none">
                <a:solidFill>
                  <a:schemeClr val="dk1"/>
                </a:solidFill>
                <a:latin typeface="Times New Roman"/>
                <a:ea typeface="Times New Roman"/>
                <a:cs typeface="Times New Roman"/>
                <a:sym typeface="Times New Roman"/>
              </a:rPr>
              <a:t>for i = 1 to n – 1</a:t>
            </a:r>
            <a:r>
              <a:rPr b="0" i="0" lang="en-US" sz="2400" u="none">
                <a:solidFill>
                  <a:schemeClr val="accent2"/>
                </a:solidFill>
                <a:latin typeface="Trebuchet MS"/>
                <a:ea typeface="Trebuchet MS"/>
                <a:cs typeface="Trebuchet MS"/>
                <a:sym typeface="Trebuchet MS"/>
              </a:rPr>
              <a:t>                                   O(n log n)</a:t>
            </a:r>
            <a:endParaRPr/>
          </a:p>
          <a:p>
            <a:pPr indent="-342900" lvl="0" marL="342900" marR="0" rtl="0" algn="l">
              <a:lnSpc>
                <a:spcPct val="10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a:t>
            </a:r>
            <a:r>
              <a:rPr b="0" i="0" lang="en-US" sz="1600" u="none">
                <a:solidFill>
                  <a:schemeClr val="dk1"/>
                </a:solidFill>
                <a:latin typeface="Times New Roman"/>
                <a:ea typeface="Times New Roman"/>
                <a:cs typeface="Times New Roman"/>
                <a:sym typeface="Times New Roman"/>
              </a:rPr>
              <a:t>replacing them in the queue with a new node  z  representing their  merger</a:t>
            </a:r>
            <a:endParaRPr/>
          </a:p>
          <a:p>
            <a:pPr indent="-342900" lvl="0" marL="342900" marR="0" rtl="0" algn="l">
              <a:lnSpc>
                <a:spcPct val="10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4. 		allocate a new node  z</a:t>
            </a:r>
            <a:endParaRPr/>
          </a:p>
          <a:p>
            <a:pPr indent="-342900" lvl="0" marL="342900" marR="0" rtl="0" algn="l">
              <a:lnSpc>
                <a:spcPct val="100000"/>
              </a:lnSpc>
              <a:spcBef>
                <a:spcPts val="48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5. 		z.</a:t>
            </a:r>
            <a:r>
              <a:rPr b="0" i="1" lang="en-US" sz="1800" u="none">
                <a:solidFill>
                  <a:schemeClr val="dk1"/>
                </a:solidFill>
                <a:latin typeface="Times New Roman"/>
                <a:ea typeface="Times New Roman"/>
                <a:cs typeface="Times New Roman"/>
                <a:sym typeface="Times New Roman"/>
              </a:rPr>
              <a:t>left = x = EXTRACT-MIN(Q)                      </a:t>
            </a:r>
            <a:r>
              <a:rPr b="0" i="0" lang="en-US" sz="2400" u="none">
                <a:solidFill>
                  <a:schemeClr val="accent2"/>
                </a:solidFill>
                <a:latin typeface="Trebuchet MS"/>
                <a:ea typeface="Trebuchet MS"/>
                <a:cs typeface="Trebuchet MS"/>
                <a:sym typeface="Trebuchet MS"/>
              </a:rPr>
              <a:t>O(log n)</a:t>
            </a:r>
            <a:endParaRPr/>
          </a:p>
          <a:p>
            <a:pPr indent="-342900" lvl="0" marL="342900" marR="0" rtl="0" algn="l">
              <a:lnSpc>
                <a:spcPct val="10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6. 		z.</a:t>
            </a:r>
            <a:r>
              <a:rPr b="0" i="1" lang="en-US" sz="1800" u="none">
                <a:solidFill>
                  <a:schemeClr val="dk1"/>
                </a:solidFill>
                <a:latin typeface="Times New Roman"/>
                <a:ea typeface="Times New Roman"/>
                <a:cs typeface="Times New Roman"/>
                <a:sym typeface="Times New Roman"/>
              </a:rPr>
              <a:t>right = y = EXTRACT-MIN(Q)</a:t>
            </a:r>
            <a:endParaRPr/>
          </a:p>
          <a:p>
            <a:pPr indent="-342900" lvl="0" marL="342900" marR="0" rtl="0" algn="l">
              <a:lnSpc>
                <a:spcPct val="10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7.		z.</a:t>
            </a:r>
            <a:r>
              <a:rPr b="0" i="1" lang="en-US" sz="1800" u="none">
                <a:solidFill>
                  <a:schemeClr val="dk1"/>
                </a:solidFill>
                <a:latin typeface="Times New Roman"/>
                <a:ea typeface="Times New Roman"/>
                <a:cs typeface="Times New Roman"/>
                <a:sym typeface="Times New Roman"/>
              </a:rPr>
              <a:t>freq = x:freq + y:freq</a:t>
            </a:r>
            <a:endParaRPr/>
          </a:p>
          <a:p>
            <a:pPr indent="-342900" lvl="0" marL="342900" marR="0" rtl="0" algn="l">
              <a:lnSpc>
                <a:spcPct val="10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8. INSERT (Q,z)</a:t>
            </a:r>
            <a:endParaRPr/>
          </a:p>
          <a:p>
            <a:pPr indent="-342900" lvl="0" marL="342900" marR="0" rtl="0" algn="l">
              <a:lnSpc>
                <a:spcPct val="100000"/>
              </a:lnSpc>
              <a:spcBef>
                <a:spcPts val="320"/>
              </a:spcBef>
              <a:spcAft>
                <a:spcPts val="0"/>
              </a:spcAft>
              <a:buClr>
                <a:schemeClr val="folHlink"/>
              </a:buClr>
              <a:buSzPts val="960"/>
              <a:buFont typeface="Noto Sans Symbols"/>
              <a:buNone/>
            </a:pPr>
            <a:r>
              <a:rPr b="0" i="0" lang="en-US" sz="1600" u="none">
                <a:solidFill>
                  <a:schemeClr val="dk1"/>
                </a:solidFill>
                <a:latin typeface="Times New Roman"/>
                <a:ea typeface="Times New Roman"/>
                <a:cs typeface="Times New Roman"/>
                <a:sym typeface="Times New Roman"/>
              </a:rPr>
              <a:t>//After n-1 mergers, line 9 returns the one node left in the queue,which is the root of the code tree</a:t>
            </a:r>
            <a:endParaRPr/>
          </a:p>
          <a:p>
            <a:pPr indent="-342900" lvl="0" marL="342900" marR="0" rtl="0" algn="l">
              <a:lnSpc>
                <a:spcPct val="100000"/>
              </a:lnSpc>
              <a:spcBef>
                <a:spcPts val="36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9. </a:t>
            </a:r>
            <a:r>
              <a:rPr b="1" i="0" lang="en-US" sz="1800" u="none">
                <a:solidFill>
                  <a:schemeClr val="dk1"/>
                </a:solidFill>
                <a:latin typeface="Times New Roman"/>
                <a:ea typeface="Times New Roman"/>
                <a:cs typeface="Times New Roman"/>
                <a:sym typeface="Times New Roman"/>
              </a:rPr>
              <a:t>return EXTRACT-MIN(Q) // return the root of the tree</a:t>
            </a:r>
            <a:endParaRPr/>
          </a:p>
          <a:p>
            <a:pPr indent="-342900" lvl="0" marL="342900" marR="0" rtl="0" algn="l">
              <a:lnSpc>
                <a:spcPct val="100000"/>
              </a:lnSpc>
              <a:spcBef>
                <a:spcPts val="480"/>
              </a:spcBef>
              <a:spcAft>
                <a:spcPts val="0"/>
              </a:spcAft>
              <a:buClr>
                <a:schemeClr val="folHlink"/>
              </a:buClr>
              <a:buSzPts val="1080"/>
              <a:buFont typeface="Noto Sans Symbols"/>
              <a:buNone/>
            </a:pPr>
            <a:r>
              <a:rPr b="0" i="0" lang="en-US" sz="1800" u="none">
                <a:solidFill>
                  <a:schemeClr val="dk1"/>
                </a:solidFill>
                <a:latin typeface="Times New Roman"/>
                <a:ea typeface="Times New Roman"/>
                <a:cs typeface="Times New Roman"/>
                <a:sym typeface="Times New Roman"/>
              </a:rPr>
              <a:t>Analysis : Must sort </a:t>
            </a:r>
            <a:r>
              <a:rPr b="0" i="0" lang="en-US" sz="1800" u="none">
                <a:solidFill>
                  <a:schemeClr val="accent2"/>
                </a:solidFill>
                <a:latin typeface="Trebuchet MS"/>
                <a:ea typeface="Trebuchet MS"/>
                <a:cs typeface="Trebuchet MS"/>
                <a:sym typeface="Trebuchet MS"/>
              </a:rPr>
              <a:t>n</a:t>
            </a:r>
            <a:r>
              <a:rPr b="0" i="0" lang="en-US" sz="1800" u="none">
                <a:solidFill>
                  <a:schemeClr val="dk1"/>
                </a:solidFill>
                <a:latin typeface="Times New Roman"/>
                <a:ea typeface="Times New Roman"/>
                <a:cs typeface="Times New Roman"/>
                <a:sym typeface="Times New Roman"/>
              </a:rPr>
              <a:t> values before making </a:t>
            </a:r>
            <a:r>
              <a:rPr b="0" i="0" lang="en-US" sz="1800" u="none">
                <a:solidFill>
                  <a:schemeClr val="accent2"/>
                </a:solidFill>
                <a:latin typeface="Trebuchet MS"/>
                <a:ea typeface="Trebuchet MS"/>
                <a:cs typeface="Trebuchet MS"/>
                <a:sym typeface="Trebuchet MS"/>
              </a:rPr>
              <a:t>n</a:t>
            </a:r>
            <a:r>
              <a:rPr b="0" i="0" lang="en-US" sz="1800" u="none">
                <a:solidFill>
                  <a:schemeClr val="dk1"/>
                </a:solidFill>
                <a:latin typeface="Times New Roman"/>
                <a:ea typeface="Times New Roman"/>
                <a:cs typeface="Times New Roman"/>
                <a:sym typeface="Times New Roman"/>
              </a:rPr>
              <a:t> choices. </a:t>
            </a:r>
            <a:r>
              <a:rPr b="0" i="0" lang="en-US" sz="1600" u="none">
                <a:solidFill>
                  <a:schemeClr val="dk1"/>
                </a:solidFill>
                <a:latin typeface="Times New Roman"/>
                <a:ea typeface="Times New Roman"/>
                <a:cs typeface="Times New Roman"/>
                <a:sym typeface="Times New Roman"/>
              </a:rPr>
              <a:t>Therefore, Huffman is   </a:t>
            </a:r>
            <a:r>
              <a:rPr b="0" i="0" lang="en-US" sz="2400" u="none">
                <a:solidFill>
                  <a:schemeClr val="accent2"/>
                </a:solidFill>
                <a:latin typeface="Trebuchet MS"/>
                <a:ea typeface="Trebuchet MS"/>
                <a:cs typeface="Trebuchet MS"/>
                <a:sym typeface="Trebuchet MS"/>
              </a:rPr>
              <a:t>O(n log n) + O(n) = O(n log n)</a:t>
            </a:r>
            <a:endParaRPr/>
          </a:p>
          <a:p>
            <a:pPr indent="-251459" lvl="0" marL="342900" marR="0" rtl="0" algn="l">
              <a:spcBef>
                <a:spcPts val="480"/>
              </a:spcBef>
              <a:spcAft>
                <a:spcPts val="0"/>
              </a:spcAft>
              <a:buClr>
                <a:schemeClr val="folHlink"/>
              </a:buClr>
              <a:buSzPts val="1440"/>
              <a:buFont typeface="Noto Sans Symbols"/>
              <a:buNone/>
            </a:pPr>
            <a:r>
              <a:t/>
            </a:r>
            <a:endParaRPr b="0" i="0" sz="2400" u="none">
              <a:solidFill>
                <a:schemeClr val="accent2"/>
              </a:solidFill>
              <a:latin typeface="Trebuchet MS"/>
              <a:ea typeface="Trebuchet MS"/>
              <a:cs typeface="Trebuchet MS"/>
              <a:sym typeface="Trebuchet MS"/>
            </a:endParaRPr>
          </a:p>
        </p:txBody>
      </p:sp>
      <p:sp>
        <p:nvSpPr>
          <p:cNvPr id="1470" name="Google Shape;1470;g2a4cc99e909_1_570"/>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74" name="Shape 1474"/>
        <p:cNvGrpSpPr/>
        <p:nvPr/>
      </p:nvGrpSpPr>
      <p:grpSpPr>
        <a:xfrm>
          <a:off x="0" y="0"/>
          <a:ext cx="0" cy="0"/>
          <a:chOff x="0" y="0"/>
          <a:chExt cx="0" cy="0"/>
        </a:xfrm>
      </p:grpSpPr>
      <p:sp>
        <p:nvSpPr>
          <p:cNvPr id="1475" name="Google Shape;1475;g2a4cc99e909_1_576"/>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Analysis of Huffman Encoding</a:t>
            </a:r>
            <a:endParaRPr/>
          </a:p>
        </p:txBody>
      </p:sp>
      <p:sp>
        <p:nvSpPr>
          <p:cNvPr id="1476" name="Google Shape;1476;g2a4cc99e909_1_576"/>
          <p:cNvSpPr txBox="1"/>
          <p:nvPr>
            <p:ph idx="1" type="body"/>
          </p:nvPr>
        </p:nvSpPr>
        <p:spPr>
          <a:xfrm>
            <a:off x="1463046" y="1845725"/>
            <a:ext cx="8287200" cy="40233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To analyze the running time of Huffman’s algorithm, we assume that Q is implemented as a binary min-heap</a:t>
            </a:r>
            <a:endParaRPr/>
          </a:p>
        </p:txBody>
      </p:sp>
      <p:sp>
        <p:nvSpPr>
          <p:cNvPr id="1477" name="Google Shape;1477;g2a4cc99e909_1_576"/>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g2a4cc99e909_1_582"/>
          <p:cNvSpPr txBox="1"/>
          <p:nvPr>
            <p:ph type="title"/>
          </p:nvPr>
        </p:nvSpPr>
        <p:spPr>
          <a:xfrm>
            <a:off x="479065" y="1494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Huffman Coding</a:t>
            </a:r>
            <a:endParaRPr/>
          </a:p>
        </p:txBody>
      </p:sp>
      <p:sp>
        <p:nvSpPr>
          <p:cNvPr id="1484" name="Google Shape;1484;g2a4cc99e909_1_582"/>
          <p:cNvSpPr txBox="1"/>
          <p:nvPr>
            <p:ph idx="1" type="body"/>
          </p:nvPr>
        </p:nvSpPr>
        <p:spPr>
          <a:xfrm>
            <a:off x="304800" y="1600200"/>
            <a:ext cx="11480700" cy="4114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These codes are then used to encode the string</a:t>
            </a:r>
            <a:endParaRPr/>
          </a:p>
          <a:p>
            <a:pPr indent="-236220" lvl="0" marL="342900" rtl="0" algn="l">
              <a:lnSpc>
                <a:spcPct val="100000"/>
              </a:lnSpc>
              <a:spcBef>
                <a:spcPts val="560"/>
              </a:spcBef>
              <a:spcAft>
                <a:spcPts val="0"/>
              </a:spcAft>
              <a:buClr>
                <a:schemeClr val="folHlink"/>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Thus, “duke blue devils” turns into:</a:t>
            </a:r>
            <a:endParaRPr/>
          </a:p>
          <a:p>
            <a:pPr indent="-342900" lvl="0" marL="342900" rtl="0" algn="l">
              <a:lnSpc>
                <a:spcPct val="100000"/>
              </a:lnSpc>
              <a:spcBef>
                <a:spcPts val="400"/>
              </a:spcBef>
              <a:spcAft>
                <a:spcPts val="0"/>
              </a:spcAft>
              <a:buSzPts val="1200"/>
              <a:buNone/>
            </a:pPr>
            <a:r>
              <a:rPr b="0" i="0" lang="en-US" sz="2000" u="none">
                <a:solidFill>
                  <a:schemeClr val="dk1"/>
                </a:solidFill>
                <a:latin typeface="Times New Roman"/>
                <a:ea typeface="Times New Roman"/>
                <a:cs typeface="Times New Roman"/>
                <a:sym typeface="Times New Roman"/>
              </a:rPr>
              <a:t>010 011 1110 00 101 11110 100 011 00 101 010 00 11111 1100 100 1101</a:t>
            </a:r>
            <a:endParaRPr/>
          </a:p>
          <a:p>
            <a:pPr indent="-342900" lvl="0" marL="342900" rtl="0" algn="l">
              <a:lnSpc>
                <a:spcPct val="100000"/>
              </a:lnSpc>
              <a:spcBef>
                <a:spcPts val="400"/>
              </a:spcBef>
              <a:spcAft>
                <a:spcPts val="0"/>
              </a:spcAft>
              <a:buSzPts val="1200"/>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When grouped into 8-bit bytes:</a:t>
            </a:r>
            <a:endParaRPr/>
          </a:p>
          <a:p>
            <a:pPr indent="-342900" lvl="0" marL="342900" rtl="0" algn="l">
              <a:lnSpc>
                <a:spcPct val="100000"/>
              </a:lnSpc>
              <a:spcBef>
                <a:spcPts val="400"/>
              </a:spcBef>
              <a:spcAft>
                <a:spcPts val="0"/>
              </a:spcAft>
              <a:buSzPts val="1200"/>
              <a:buNone/>
            </a:pPr>
            <a:r>
              <a:rPr b="0" i="0" lang="en-US" sz="2000" u="none">
                <a:solidFill>
                  <a:schemeClr val="dk1"/>
                </a:solidFill>
                <a:latin typeface="Times New Roman"/>
                <a:ea typeface="Times New Roman"/>
                <a:cs typeface="Times New Roman"/>
                <a:sym typeface="Times New Roman"/>
              </a:rPr>
              <a:t>01001111  10001011  11101000  11001010  10001111  11100100   1101xxxx</a:t>
            </a:r>
            <a:endParaRPr/>
          </a:p>
          <a:p>
            <a:pPr indent="-342900" lvl="0" marL="342900" rtl="0" algn="l">
              <a:lnSpc>
                <a:spcPct val="100000"/>
              </a:lnSpc>
              <a:spcBef>
                <a:spcPts val="400"/>
              </a:spcBef>
              <a:spcAft>
                <a:spcPts val="0"/>
              </a:spcAft>
              <a:buSzPts val="1200"/>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Thus it takes 7 bytes of space compared to 16 characters * 1 byte/char = 16 bytes uncompressed</a:t>
            </a:r>
            <a:endParaRPr/>
          </a:p>
        </p:txBody>
      </p:sp>
      <p:sp>
        <p:nvSpPr>
          <p:cNvPr id="1485" name="Google Shape;1485;g2a4cc99e909_1_582"/>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g2a4cc99e909_1_589"/>
          <p:cNvSpPr txBox="1"/>
          <p:nvPr>
            <p:ph idx="1" type="body"/>
          </p:nvPr>
        </p:nvSpPr>
        <p:spPr>
          <a:xfrm>
            <a:off x="609600" y="1371600"/>
            <a:ext cx="10972800" cy="106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Solve the following using Huffman's code generation algorithm</a:t>
            </a:r>
            <a:endParaRPr/>
          </a:p>
        </p:txBody>
      </p:sp>
      <p:sp>
        <p:nvSpPr>
          <p:cNvPr id="1491" name="Google Shape;1491;g2a4cc99e909_1_589"/>
          <p:cNvSpPr txBox="1"/>
          <p:nvPr>
            <p:ph type="title"/>
          </p:nvPr>
        </p:nvSpPr>
        <p:spPr>
          <a:xfrm>
            <a:off x="727565" y="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Examples : Huffman Coding</a:t>
            </a:r>
            <a:endParaRPr/>
          </a:p>
        </p:txBody>
      </p:sp>
      <p:pic>
        <p:nvPicPr>
          <p:cNvPr id="1492" name="Google Shape;1492;g2a4cc99e909_1_589"/>
          <p:cNvPicPr preferRelativeResize="0"/>
          <p:nvPr/>
        </p:nvPicPr>
        <p:blipFill rotWithShape="1">
          <a:blip r:embed="rId3">
            <a:alphaModFix/>
          </a:blip>
          <a:srcRect b="0" l="0" r="0" t="0"/>
          <a:stretch/>
        </p:blipFill>
        <p:spPr>
          <a:xfrm>
            <a:off x="1320800" y="2590800"/>
            <a:ext cx="2540000" cy="1143000"/>
          </a:xfrm>
          <a:prstGeom prst="rect">
            <a:avLst/>
          </a:prstGeom>
          <a:noFill/>
          <a:ln>
            <a:noFill/>
          </a:ln>
        </p:spPr>
      </p:pic>
      <p:graphicFrame>
        <p:nvGraphicFramePr>
          <p:cNvPr id="1493" name="Google Shape;1493;g2a4cc99e909_1_589"/>
          <p:cNvGraphicFramePr/>
          <p:nvPr/>
        </p:nvGraphicFramePr>
        <p:xfrm>
          <a:off x="1524000" y="5257800"/>
          <a:ext cx="3000000" cy="3000000"/>
        </p:xfrm>
        <a:graphic>
          <a:graphicData uri="http://schemas.openxmlformats.org/drawingml/2006/table">
            <a:tbl>
              <a:tblPr>
                <a:noFill/>
                <a:tableStyleId>{43B8B119-D355-4895-95EC-22BF6B5B4762}</a:tableStyleId>
              </a:tblPr>
              <a:tblGrid>
                <a:gridCol w="1162025"/>
                <a:gridCol w="1159925"/>
                <a:gridCol w="1162025"/>
                <a:gridCol w="1159925"/>
                <a:gridCol w="1162025"/>
                <a:gridCol w="1159925"/>
                <a:gridCol w="1162025"/>
              </a:tblGrid>
              <a:tr h="274625">
                <a:tc>
                  <a:txBody>
                    <a:bodyPr/>
                    <a:lstStyle/>
                    <a:p>
                      <a:pPr indent="0" lvl="0" marL="0" marR="0" rtl="0" algn="l">
                        <a:lnSpc>
                          <a:spcPct val="100000"/>
                        </a:lnSpc>
                        <a:spcBef>
                          <a:spcPts val="0"/>
                        </a:spcBef>
                        <a:spcAft>
                          <a:spcPts val="0"/>
                        </a:spcAft>
                        <a:buClr>
                          <a:schemeClr val="dk1"/>
                        </a:buClr>
                        <a:buSzPts val="1800"/>
                        <a:buFont typeface="Verdana"/>
                        <a:buNone/>
                      </a:pPr>
                      <a:r>
                        <a:rPr b="1" i="0" lang="en-US" sz="1800" u="none" cap="none" strike="noStrike">
                          <a:solidFill>
                            <a:schemeClr val="dk1"/>
                          </a:solidFill>
                          <a:latin typeface="Verdana"/>
                          <a:ea typeface="Verdana"/>
                          <a:cs typeface="Verdana"/>
                          <a:sym typeface="Verdana"/>
                        </a:rPr>
                        <a:t>Value</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A</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B</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C</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D</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E</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F</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822325">
                <a:tc>
                  <a:txBody>
                    <a:bodyPr/>
                    <a:lstStyle/>
                    <a:p>
                      <a:pPr indent="0" lvl="0" marL="0" marR="0" rtl="0" algn="l">
                        <a:lnSpc>
                          <a:spcPct val="100000"/>
                        </a:lnSpc>
                        <a:spcBef>
                          <a:spcPts val="0"/>
                        </a:spcBef>
                        <a:spcAft>
                          <a:spcPts val="0"/>
                        </a:spcAft>
                        <a:buClr>
                          <a:schemeClr val="dk1"/>
                        </a:buClr>
                        <a:buSzPts val="1800"/>
                        <a:buFont typeface="Verdana"/>
                        <a:buNone/>
                      </a:pPr>
                      <a:r>
                        <a:rPr b="1" i="0" lang="en-US" sz="1800" u="none" cap="none" strike="noStrike">
                          <a:solidFill>
                            <a:schemeClr val="dk1"/>
                          </a:solidFill>
                          <a:latin typeface="Verdana"/>
                          <a:ea typeface="Verdana"/>
                          <a:cs typeface="Verdana"/>
                          <a:sym typeface="Verdana"/>
                        </a:rPr>
                        <a:t>Frequency</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5</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25</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7</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15</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4</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Verdana"/>
                        <a:buNone/>
                      </a:pPr>
                      <a:r>
                        <a:rPr b="0" i="0" lang="en-US" sz="1800" u="none" cap="none" strike="noStrike">
                          <a:solidFill>
                            <a:schemeClr val="dk1"/>
                          </a:solidFill>
                          <a:latin typeface="Verdana"/>
                          <a:ea typeface="Verdana"/>
                          <a:cs typeface="Verdana"/>
                          <a:sym typeface="Verdana"/>
                        </a:rPr>
                        <a:t>12</a:t>
                      </a:r>
                      <a:endParaRPr/>
                    </a:p>
                  </a:txBody>
                  <a:tcPr marT="0" marB="0" marR="67000" marL="670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494" name="Google Shape;1494;g2a4cc99e909_1_589"/>
          <p:cNvSpPr txBox="1"/>
          <p:nvPr/>
        </p:nvSpPr>
        <p:spPr>
          <a:xfrm>
            <a:off x="812800" y="3810000"/>
            <a:ext cx="10570800" cy="985200"/>
          </a:xfrm>
          <a:prstGeom prst="rect">
            <a:avLst/>
          </a:prstGeom>
          <a:solidFill>
            <a:srgbClr val="FFFFFF"/>
          </a:solid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Times"/>
              <a:buNone/>
            </a:pPr>
            <a:r>
              <a:rPr b="0" i="0" lang="en-US" sz="3200" u="none">
                <a:solidFill>
                  <a:schemeClr val="dk1"/>
                </a:solidFill>
                <a:latin typeface="Times"/>
                <a:ea typeface="Times"/>
                <a:cs typeface="Times"/>
                <a:sym typeface="Times"/>
              </a:rPr>
              <a:t>Huffman Coding Algorithm Example</a:t>
            </a:r>
            <a:endParaRPr/>
          </a:p>
          <a:p>
            <a:pPr indent="0" lvl="0" marL="0" marR="0" rtl="0" algn="l">
              <a:lnSpc>
                <a:spcPct val="100000"/>
              </a:lnSpc>
              <a:spcBef>
                <a:spcPts val="0"/>
              </a:spcBef>
              <a:spcAft>
                <a:spcPts val="0"/>
              </a:spcAft>
              <a:buClr>
                <a:schemeClr val="dk1"/>
              </a:buClr>
              <a:buSzPts val="3200"/>
              <a:buFont typeface="Times"/>
              <a:buNone/>
            </a:pPr>
            <a:r>
              <a:rPr b="0" i="0" lang="en-US" sz="3200" u="none">
                <a:solidFill>
                  <a:schemeClr val="dk1"/>
                </a:solidFill>
                <a:latin typeface="Times"/>
                <a:ea typeface="Times"/>
                <a:cs typeface="Times"/>
                <a:sym typeface="Times"/>
              </a:rPr>
              <a:t>Construct a Huffman tree by using these nodes</a:t>
            </a:r>
            <a:endParaRPr/>
          </a:p>
        </p:txBody>
      </p:sp>
      <p:sp>
        <p:nvSpPr>
          <p:cNvPr id="1495" name="Google Shape;1495;g2a4cc99e909_1_589"/>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g2a4cc99e909_1_598"/>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501" name="Google Shape;1501;g2a4cc99e909_1_598"/>
          <p:cNvSpPr txBox="1"/>
          <p:nvPr>
            <p:ph type="title"/>
          </p:nvPr>
        </p:nvSpPr>
        <p:spPr>
          <a:xfrm>
            <a:off x="1463040" y="286603"/>
            <a:ext cx="13411200" cy="14508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Other greedy algorithms</a:t>
            </a:r>
            <a:endParaRPr/>
          </a:p>
        </p:txBody>
      </p:sp>
      <p:sp>
        <p:nvSpPr>
          <p:cNvPr id="1502" name="Google Shape;1502;g2a4cc99e909_1_598"/>
          <p:cNvSpPr txBox="1"/>
          <p:nvPr>
            <p:ph idx="1" type="body"/>
          </p:nvPr>
        </p:nvSpPr>
        <p:spPr>
          <a:xfrm>
            <a:off x="1463040" y="1845734"/>
            <a:ext cx="13411200" cy="40233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Dijkstra’s algorithm for finding the shortest path in a graph</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imes New Roman"/>
                <a:ea typeface="Times New Roman"/>
                <a:cs typeface="Times New Roman"/>
                <a:sym typeface="Times New Roman"/>
              </a:rPr>
              <a:t>Always takes the </a:t>
            </a:r>
            <a:r>
              <a:rPr b="0" i="1" lang="en-US" sz="2400" u="none">
                <a:solidFill>
                  <a:schemeClr val="dk1"/>
                </a:solidFill>
                <a:latin typeface="Times New Roman"/>
                <a:ea typeface="Times New Roman"/>
                <a:cs typeface="Times New Roman"/>
                <a:sym typeface="Times New Roman"/>
              </a:rPr>
              <a:t>shortest</a:t>
            </a:r>
            <a:r>
              <a:rPr b="0" i="0" lang="en-US" sz="2400" u="none">
                <a:solidFill>
                  <a:schemeClr val="dk1"/>
                </a:solidFill>
                <a:latin typeface="Times New Roman"/>
                <a:ea typeface="Times New Roman"/>
                <a:cs typeface="Times New Roman"/>
                <a:sym typeface="Times New Roman"/>
              </a:rPr>
              <a:t> edge connecting a known node to an unknown node</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Kruskal’s algorithm for finding a minimum-cost spanning tree</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imes New Roman"/>
                <a:ea typeface="Times New Roman"/>
                <a:cs typeface="Times New Roman"/>
                <a:sym typeface="Times New Roman"/>
              </a:rPr>
              <a:t>Always tries the </a:t>
            </a:r>
            <a:r>
              <a:rPr b="0" i="1" lang="en-US" sz="2400" u="none">
                <a:solidFill>
                  <a:schemeClr val="dk1"/>
                </a:solidFill>
                <a:latin typeface="Times New Roman"/>
                <a:ea typeface="Times New Roman"/>
                <a:cs typeface="Times New Roman"/>
                <a:sym typeface="Times New Roman"/>
              </a:rPr>
              <a:t>lowest-cost</a:t>
            </a:r>
            <a:r>
              <a:rPr b="0" i="0" lang="en-US" sz="2400" u="none">
                <a:solidFill>
                  <a:schemeClr val="dk1"/>
                </a:solidFill>
                <a:latin typeface="Times New Roman"/>
                <a:ea typeface="Times New Roman"/>
                <a:cs typeface="Times New Roman"/>
                <a:sym typeface="Times New Roman"/>
              </a:rPr>
              <a:t> remaining edge</a:t>
            </a:r>
            <a:endParaRPr/>
          </a:p>
          <a:p>
            <a:pPr indent="-342900" lvl="0" marL="342900" rtl="0" algn="l">
              <a:lnSpc>
                <a:spcPct val="90000"/>
              </a:lnSpc>
              <a:spcBef>
                <a:spcPts val="560"/>
              </a:spcBef>
              <a:spcAft>
                <a:spcPts val="0"/>
              </a:spcAft>
              <a:buClr>
                <a:schemeClr val="folHlink"/>
              </a:buClr>
              <a:buSzPts val="1680"/>
              <a:buFont typeface="Noto Sans Symbols"/>
              <a:buChar char="■"/>
            </a:pPr>
            <a:r>
              <a:rPr b="0" i="0" lang="en-US" sz="2800" u="none">
                <a:solidFill>
                  <a:schemeClr val="dk1"/>
                </a:solidFill>
                <a:latin typeface="Times New Roman"/>
                <a:ea typeface="Times New Roman"/>
                <a:cs typeface="Times New Roman"/>
                <a:sym typeface="Times New Roman"/>
              </a:rPr>
              <a:t>Prim’s algorithm for finding a minimum-cost spanning tree</a:t>
            </a:r>
            <a:endParaRPr/>
          </a:p>
          <a:p>
            <a:pPr indent="-285750" lvl="1" marL="742950" rtl="0" algn="l">
              <a:lnSpc>
                <a:spcPct val="90000"/>
              </a:lnSpc>
              <a:spcBef>
                <a:spcPts val="480"/>
              </a:spcBef>
              <a:spcAft>
                <a:spcPts val="0"/>
              </a:spcAft>
              <a:buClr>
                <a:schemeClr val="hlink"/>
              </a:buClr>
              <a:buSzPts val="1320"/>
              <a:buFont typeface="Noto Sans Symbols"/>
              <a:buChar char="■"/>
            </a:pPr>
            <a:r>
              <a:rPr b="0" i="0" lang="en-US" sz="2400" u="none">
                <a:solidFill>
                  <a:schemeClr val="dk1"/>
                </a:solidFill>
                <a:latin typeface="Times New Roman"/>
                <a:ea typeface="Times New Roman"/>
                <a:cs typeface="Times New Roman"/>
                <a:sym typeface="Times New Roman"/>
              </a:rPr>
              <a:t>Always takes the </a:t>
            </a:r>
            <a:r>
              <a:rPr b="0" i="1" lang="en-US" sz="2400" u="none">
                <a:solidFill>
                  <a:schemeClr val="dk1"/>
                </a:solidFill>
                <a:latin typeface="Times New Roman"/>
                <a:ea typeface="Times New Roman"/>
                <a:cs typeface="Times New Roman"/>
                <a:sym typeface="Times New Roman"/>
              </a:rPr>
              <a:t>lowest-cost</a:t>
            </a:r>
            <a:r>
              <a:rPr b="0" i="0" lang="en-US" sz="2400" u="none">
                <a:solidFill>
                  <a:schemeClr val="dk1"/>
                </a:solidFill>
                <a:latin typeface="Times New Roman"/>
                <a:ea typeface="Times New Roman"/>
                <a:cs typeface="Times New Roman"/>
                <a:sym typeface="Times New Roman"/>
              </a:rPr>
              <a:t> edge between nodes in the spanning tree and nodes not yet in the spanning tree</a:t>
            </a:r>
            <a:endParaRPr/>
          </a:p>
          <a:p>
            <a:pPr indent="-251459" lvl="0" marL="342900" rtl="0" algn="l">
              <a:spcBef>
                <a:spcPts val="480"/>
              </a:spcBef>
              <a:spcAft>
                <a:spcPts val="0"/>
              </a:spcAft>
              <a:buSzPts val="1440"/>
              <a:buNone/>
            </a:pPr>
            <a:r>
              <a:t/>
            </a:r>
            <a:endParaRPr b="0" i="0" sz="2400" u="none">
              <a:solidFill>
                <a:schemeClr val="dk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g2a4cc99e909_1_604"/>
          <p:cNvSpPr txBox="1"/>
          <p:nvPr/>
        </p:nvSpPr>
        <p:spPr>
          <a:xfrm>
            <a:off x="8737600" y="6248400"/>
            <a:ext cx="2540100" cy="457200"/>
          </a:xfrm>
          <a:prstGeom prst="rect">
            <a:avLst/>
          </a:prstGeom>
          <a:noFill/>
          <a:ln>
            <a:noFill/>
          </a:ln>
        </p:spPr>
        <p:txBody>
          <a:bodyPr anchorCtr="0" anchor="t"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Times"/>
              <a:buNone/>
            </a:pPr>
            <a:fld id="{00000000-1234-1234-1234-123412341234}" type="slidenum">
              <a:rPr b="0" i="0" lang="en-US" sz="1400" u="none">
                <a:solidFill>
                  <a:srgbClr val="000000"/>
                </a:solidFill>
                <a:latin typeface="Times"/>
                <a:ea typeface="Times"/>
                <a:cs typeface="Times"/>
                <a:sym typeface="Times"/>
              </a:rPr>
              <a:t>‹#›</a:t>
            </a:fld>
            <a:endParaRPr/>
          </a:p>
        </p:txBody>
      </p:sp>
      <p:sp>
        <p:nvSpPr>
          <p:cNvPr id="1509" name="Google Shape;1509;g2a4cc99e909_1_604"/>
          <p:cNvSpPr txBox="1"/>
          <p:nvPr/>
        </p:nvSpPr>
        <p:spPr>
          <a:xfrm>
            <a:off x="1524000" y="396875"/>
            <a:ext cx="11074500" cy="1431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JOB SEQUENCING WITH DEADLINES</a:t>
            </a:r>
            <a:endParaRPr/>
          </a:p>
        </p:txBody>
      </p:sp>
      <p:sp>
        <p:nvSpPr>
          <p:cNvPr id="1510" name="Google Shape;1510;g2a4cc99e909_1_604"/>
          <p:cNvSpPr txBox="1"/>
          <p:nvPr/>
        </p:nvSpPr>
        <p:spPr>
          <a:xfrm>
            <a:off x="914400" y="1981200"/>
            <a:ext cx="10566300" cy="4114800"/>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Times New Roman"/>
              <a:buNone/>
            </a:pPr>
            <a:r>
              <a:rPr b="1" i="0" lang="en-US" sz="2800" u="none">
                <a:solidFill>
                  <a:srgbClr val="000000"/>
                </a:solidFill>
                <a:latin typeface="Times New Roman"/>
                <a:ea typeface="Times New Roman"/>
                <a:cs typeface="Times New Roman"/>
                <a:sym typeface="Times New Roman"/>
              </a:rPr>
              <a:t>The problem is stated as below.</a:t>
            </a:r>
            <a:endParaRPr/>
          </a:p>
          <a:p>
            <a:pPr indent="-341312" lvl="0" marL="342900" marR="0" rtl="0" algn="just">
              <a:lnSpc>
                <a:spcPct val="100000"/>
              </a:lnSpc>
              <a:spcBef>
                <a:spcPts val="70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There are n jobs to be processed on a machine.</a:t>
            </a:r>
            <a:endParaRPr/>
          </a:p>
          <a:p>
            <a:pPr indent="-341312" lvl="0" marL="342900" marR="0" rtl="0" algn="just">
              <a:lnSpc>
                <a:spcPct val="100000"/>
              </a:lnSpc>
              <a:spcBef>
                <a:spcPts val="70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Each job i has a deadline d</a:t>
            </a:r>
            <a:r>
              <a:rPr b="0" baseline="-25000" i="0" lang="en-US" sz="2800" u="none">
                <a:solidFill>
                  <a:srgbClr val="000000"/>
                </a:solidFill>
                <a:latin typeface="Times New Roman"/>
                <a:ea typeface="Times New Roman"/>
                <a:cs typeface="Times New Roman"/>
                <a:sym typeface="Times New Roman"/>
              </a:rPr>
              <a:t>i</a:t>
            </a:r>
            <a:r>
              <a:rPr b="0" i="0" lang="en-US" sz="2800" u="none">
                <a:solidFill>
                  <a:srgbClr val="000000"/>
                </a:solidFill>
                <a:latin typeface="Times New Roman"/>
                <a:ea typeface="Times New Roman"/>
                <a:cs typeface="Times New Roman"/>
                <a:sym typeface="Times New Roman"/>
              </a:rPr>
              <a:t>≥</a:t>
            </a:r>
            <a:r>
              <a:rPr b="0" baseline="-25000" i="0" lang="en-US" sz="2800" u="none">
                <a:solidFill>
                  <a:srgbClr val="000000"/>
                </a:solidFill>
                <a:latin typeface="Times New Roman"/>
                <a:ea typeface="Times New Roman"/>
                <a:cs typeface="Times New Roman"/>
                <a:sym typeface="Times New Roman"/>
              </a:rPr>
              <a:t> </a:t>
            </a:r>
            <a:r>
              <a:rPr b="0" i="0" lang="en-US" sz="2800" u="none">
                <a:solidFill>
                  <a:srgbClr val="000000"/>
                </a:solidFill>
                <a:latin typeface="Times New Roman"/>
                <a:ea typeface="Times New Roman"/>
                <a:cs typeface="Times New Roman"/>
                <a:sym typeface="Times New Roman"/>
              </a:rPr>
              <a:t>0 and profit p</a:t>
            </a:r>
            <a:r>
              <a:rPr b="0" baseline="-25000" i="0" lang="en-US" sz="2800" u="none">
                <a:solidFill>
                  <a:srgbClr val="000000"/>
                </a:solidFill>
                <a:latin typeface="Times New Roman"/>
                <a:ea typeface="Times New Roman"/>
                <a:cs typeface="Times New Roman"/>
                <a:sym typeface="Times New Roman"/>
              </a:rPr>
              <a:t>i</a:t>
            </a:r>
            <a:r>
              <a:rPr b="0" i="0" lang="en-US" sz="2800" u="none">
                <a:solidFill>
                  <a:srgbClr val="000000"/>
                </a:solidFill>
                <a:latin typeface="Times New Roman"/>
                <a:ea typeface="Times New Roman"/>
                <a:cs typeface="Times New Roman"/>
                <a:sym typeface="Times New Roman"/>
              </a:rPr>
              <a:t>≥0 .</a:t>
            </a:r>
            <a:endParaRPr/>
          </a:p>
          <a:p>
            <a:pPr indent="-341312" lvl="0" marL="342900" marR="0" rtl="0" algn="just">
              <a:lnSpc>
                <a:spcPct val="100000"/>
              </a:lnSpc>
              <a:spcBef>
                <a:spcPts val="70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Pi is earned iff the job is completed by its deadline.</a:t>
            </a:r>
            <a:endParaRPr/>
          </a:p>
          <a:p>
            <a:pPr indent="-341312" lvl="0" marL="342900" marR="0" rtl="0" algn="just">
              <a:lnSpc>
                <a:spcPct val="100000"/>
              </a:lnSpc>
              <a:spcBef>
                <a:spcPts val="70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The job is completed if it is processed on a machine for unit time.</a:t>
            </a:r>
            <a:endParaRPr/>
          </a:p>
          <a:p>
            <a:pPr indent="-341312" lvl="0" marL="342900" marR="0" rtl="0" algn="just">
              <a:lnSpc>
                <a:spcPct val="100000"/>
              </a:lnSpc>
              <a:spcBef>
                <a:spcPts val="70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Only one machine is available for processing jobs.</a:t>
            </a:r>
            <a:endParaRPr/>
          </a:p>
          <a:p>
            <a:pPr indent="-341312" lvl="0" marL="342900" marR="0" rtl="0" algn="just">
              <a:lnSpc>
                <a:spcPct val="100000"/>
              </a:lnSpc>
              <a:spcBef>
                <a:spcPts val="70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Only one job is processed at a time on the machine.</a:t>
            </a:r>
            <a:endParaRPr/>
          </a:p>
        </p:txBody>
      </p:sp>
      <p:sp>
        <p:nvSpPr>
          <p:cNvPr id="1511" name="Google Shape;1511;g2a4cc99e909_1_604"/>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sp>
        <p:nvSpPr>
          <p:cNvPr id="1517" name="Google Shape;1517;g2a4cc99e909_1_612"/>
          <p:cNvSpPr txBox="1"/>
          <p:nvPr/>
        </p:nvSpPr>
        <p:spPr>
          <a:xfrm>
            <a:off x="8737600" y="6248400"/>
            <a:ext cx="2540100" cy="457200"/>
          </a:xfrm>
          <a:prstGeom prst="rect">
            <a:avLst/>
          </a:prstGeom>
          <a:noFill/>
          <a:ln>
            <a:noFill/>
          </a:ln>
        </p:spPr>
        <p:txBody>
          <a:bodyPr anchorCtr="0" anchor="t"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Times"/>
              <a:buNone/>
            </a:pPr>
            <a:fld id="{00000000-1234-1234-1234-123412341234}" type="slidenum">
              <a:rPr b="0" i="0" lang="en-US" sz="1400" u="none">
                <a:solidFill>
                  <a:srgbClr val="000000"/>
                </a:solidFill>
                <a:latin typeface="Times"/>
                <a:ea typeface="Times"/>
                <a:cs typeface="Times"/>
                <a:sym typeface="Times"/>
              </a:rPr>
              <a:t>‹#›</a:t>
            </a:fld>
            <a:endParaRPr/>
          </a:p>
        </p:txBody>
      </p:sp>
      <p:sp>
        <p:nvSpPr>
          <p:cNvPr id="1518" name="Google Shape;1518;g2a4cc99e909_1_612"/>
          <p:cNvSpPr txBox="1"/>
          <p:nvPr/>
        </p:nvSpPr>
        <p:spPr>
          <a:xfrm>
            <a:off x="914400" y="1981200"/>
            <a:ext cx="10566300" cy="4114800"/>
          </a:xfrm>
          <a:prstGeom prst="rect">
            <a:avLst/>
          </a:prstGeom>
          <a:noFill/>
          <a:ln>
            <a:noFill/>
          </a:ln>
        </p:spPr>
        <p:txBody>
          <a:bodyPr anchorCtr="0" anchor="t" bIns="45700" lIns="91425" spcFirstLastPara="1" rIns="91425" wrap="square" tIns="45700">
            <a:noAutofit/>
          </a:bodyPr>
          <a:lstStyle/>
          <a:p>
            <a:pPr indent="-341312" lvl="0" marL="341312" marR="0" rtl="0" algn="just">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a:ea typeface="Times"/>
                <a:cs typeface="Times"/>
                <a:sym typeface="Times"/>
              </a:rPr>
              <a:t>A feasible solution is a subset of jobs J such that each job is completed by its deadline.</a:t>
            </a:r>
            <a:endParaRPr/>
          </a:p>
          <a:p>
            <a:pPr indent="-341312" lvl="0" marL="341312" marR="0" rtl="0" algn="just">
              <a:lnSpc>
                <a:spcPct val="100000"/>
              </a:lnSpc>
              <a:spcBef>
                <a:spcPts val="700"/>
              </a:spcBef>
              <a:spcAft>
                <a:spcPts val="0"/>
              </a:spcAft>
              <a:buClr>
                <a:srgbClr val="000000"/>
              </a:buClr>
              <a:buSzPts val="2800"/>
              <a:buFont typeface="Times New Roman"/>
              <a:buChar char="•"/>
            </a:pPr>
            <a:r>
              <a:rPr b="0" i="0" lang="en-US" sz="2800" u="none">
                <a:solidFill>
                  <a:srgbClr val="000000"/>
                </a:solidFill>
                <a:latin typeface="Times"/>
                <a:ea typeface="Times"/>
                <a:cs typeface="Times"/>
                <a:sym typeface="Times"/>
              </a:rPr>
              <a:t>An optimal solution is a feasible solution with maximum profit value.</a:t>
            </a:r>
            <a:endParaRPr/>
          </a:p>
          <a:p>
            <a:pPr indent="-341312" lvl="0" marL="341312" marR="0" rtl="0" algn="just">
              <a:lnSpc>
                <a:spcPct val="100000"/>
              </a:lnSpc>
              <a:spcBef>
                <a:spcPts val="700"/>
              </a:spcBef>
              <a:spcAft>
                <a:spcPts val="0"/>
              </a:spcAft>
              <a:buClr>
                <a:srgbClr val="000000"/>
              </a:buClr>
              <a:buSzPts val="2800"/>
              <a:buFont typeface="Times New Roman"/>
              <a:buChar char="•"/>
            </a:pPr>
            <a:r>
              <a:rPr b="0" i="0" lang="en-US" sz="2800" u="none">
                <a:solidFill>
                  <a:srgbClr val="000000"/>
                </a:solidFill>
                <a:latin typeface="Times"/>
                <a:ea typeface="Times"/>
                <a:cs typeface="Times"/>
                <a:sym typeface="Times"/>
              </a:rPr>
              <a:t>NO LATER THAN THEIR RESPECTIVE DEADLINES.</a:t>
            </a:r>
            <a:endParaRPr/>
          </a:p>
          <a:p>
            <a:pPr indent="-341312" lvl="0" marL="341312" marR="0" rtl="0" algn="just">
              <a:lnSpc>
                <a:spcPct val="100000"/>
              </a:lnSpc>
              <a:spcBef>
                <a:spcPts val="700"/>
              </a:spcBef>
              <a:spcAft>
                <a:spcPts val="0"/>
              </a:spcAft>
              <a:buClr>
                <a:srgbClr val="000000"/>
              </a:buClr>
              <a:buSzPts val="2800"/>
              <a:buFont typeface="Times"/>
              <a:buNone/>
            </a:pPr>
            <a:r>
              <a:rPr b="0" i="0" lang="en-US" sz="2800" u="none">
                <a:solidFill>
                  <a:srgbClr val="000000"/>
                </a:solidFill>
                <a:latin typeface="Times"/>
                <a:ea typeface="Times"/>
                <a:cs typeface="Times"/>
                <a:sym typeface="Times"/>
              </a:rPr>
              <a:t>	</a:t>
            </a:r>
            <a:r>
              <a:rPr b="1" i="0" lang="en-US" sz="2800" u="none">
                <a:solidFill>
                  <a:srgbClr val="000000"/>
                </a:solidFill>
                <a:latin typeface="Times"/>
                <a:ea typeface="Times"/>
                <a:cs typeface="Times"/>
                <a:sym typeface="Times"/>
              </a:rPr>
              <a:t>Example</a:t>
            </a:r>
            <a:r>
              <a:rPr b="0" i="0" lang="en-US" sz="2800" u="none">
                <a:solidFill>
                  <a:srgbClr val="000000"/>
                </a:solidFill>
                <a:latin typeface="Times"/>
                <a:ea typeface="Times"/>
                <a:cs typeface="Times"/>
                <a:sym typeface="Times"/>
              </a:rPr>
              <a:t> : Let n = 4, (p</a:t>
            </a:r>
            <a:r>
              <a:rPr b="0" baseline="-25000" i="0" lang="en-US" sz="2800" u="none">
                <a:solidFill>
                  <a:srgbClr val="000000"/>
                </a:solidFill>
                <a:latin typeface="Times"/>
                <a:ea typeface="Times"/>
                <a:cs typeface="Times"/>
                <a:sym typeface="Times"/>
              </a:rPr>
              <a:t>1</a:t>
            </a:r>
            <a:r>
              <a:rPr b="0" i="0" lang="en-US" sz="2800" u="none">
                <a:solidFill>
                  <a:srgbClr val="000000"/>
                </a:solidFill>
                <a:latin typeface="Times"/>
                <a:ea typeface="Times"/>
                <a:cs typeface="Times"/>
                <a:sym typeface="Times"/>
              </a:rPr>
              <a:t>,p</a:t>
            </a:r>
            <a:r>
              <a:rPr b="0" baseline="-25000" i="0" lang="en-US" sz="2800" u="none">
                <a:solidFill>
                  <a:srgbClr val="000000"/>
                </a:solidFill>
                <a:latin typeface="Times"/>
                <a:ea typeface="Times"/>
                <a:cs typeface="Times"/>
                <a:sym typeface="Times"/>
              </a:rPr>
              <a:t>2</a:t>
            </a:r>
            <a:r>
              <a:rPr b="0" i="0" lang="en-US" sz="2800" u="none">
                <a:solidFill>
                  <a:srgbClr val="000000"/>
                </a:solidFill>
                <a:latin typeface="Times"/>
                <a:ea typeface="Times"/>
                <a:cs typeface="Times"/>
                <a:sym typeface="Times"/>
              </a:rPr>
              <a:t>,p</a:t>
            </a:r>
            <a:r>
              <a:rPr b="0" baseline="-25000" i="0" lang="en-US" sz="2800" u="none">
                <a:solidFill>
                  <a:srgbClr val="000000"/>
                </a:solidFill>
                <a:latin typeface="Times"/>
                <a:ea typeface="Times"/>
                <a:cs typeface="Times"/>
                <a:sym typeface="Times"/>
              </a:rPr>
              <a:t>3</a:t>
            </a:r>
            <a:r>
              <a:rPr b="0" i="0" lang="en-US" sz="2800" u="none">
                <a:solidFill>
                  <a:srgbClr val="000000"/>
                </a:solidFill>
                <a:latin typeface="Times"/>
                <a:ea typeface="Times"/>
                <a:cs typeface="Times"/>
                <a:sym typeface="Times"/>
              </a:rPr>
              <a:t>,p</a:t>
            </a:r>
            <a:r>
              <a:rPr b="0" baseline="-25000" i="0" lang="en-US" sz="2800" u="none">
                <a:solidFill>
                  <a:srgbClr val="000000"/>
                </a:solidFill>
                <a:latin typeface="Times"/>
                <a:ea typeface="Times"/>
                <a:cs typeface="Times"/>
                <a:sym typeface="Times"/>
              </a:rPr>
              <a:t>4</a:t>
            </a:r>
            <a:r>
              <a:rPr b="0" i="0" lang="en-US" sz="2800" u="none">
                <a:solidFill>
                  <a:srgbClr val="000000"/>
                </a:solidFill>
                <a:latin typeface="Times"/>
                <a:ea typeface="Times"/>
                <a:cs typeface="Times"/>
                <a:sym typeface="Times"/>
              </a:rPr>
              <a:t>) = (100,10,15,27), (d</a:t>
            </a:r>
            <a:r>
              <a:rPr b="0" baseline="-25000" i="0" lang="en-US" sz="2800" u="none">
                <a:solidFill>
                  <a:srgbClr val="000000"/>
                </a:solidFill>
                <a:latin typeface="Times"/>
                <a:ea typeface="Times"/>
                <a:cs typeface="Times"/>
                <a:sym typeface="Times"/>
              </a:rPr>
              <a:t>1</a:t>
            </a:r>
            <a:r>
              <a:rPr b="0" i="0" lang="en-US" sz="2800" u="none">
                <a:solidFill>
                  <a:srgbClr val="000000"/>
                </a:solidFill>
                <a:latin typeface="Times"/>
                <a:ea typeface="Times"/>
                <a:cs typeface="Times"/>
                <a:sym typeface="Times"/>
              </a:rPr>
              <a:t>,d</a:t>
            </a:r>
            <a:r>
              <a:rPr b="0" baseline="-25000" i="0" lang="en-US" sz="2800" u="none">
                <a:solidFill>
                  <a:srgbClr val="000000"/>
                </a:solidFill>
                <a:latin typeface="Times"/>
                <a:ea typeface="Times"/>
                <a:cs typeface="Times"/>
                <a:sym typeface="Times"/>
              </a:rPr>
              <a:t>2</a:t>
            </a:r>
            <a:r>
              <a:rPr b="0" i="0" lang="en-US" sz="2800" u="none">
                <a:solidFill>
                  <a:srgbClr val="000000"/>
                </a:solidFill>
                <a:latin typeface="Times"/>
                <a:ea typeface="Times"/>
                <a:cs typeface="Times"/>
                <a:sym typeface="Times"/>
              </a:rPr>
              <a:t>,d</a:t>
            </a:r>
            <a:r>
              <a:rPr b="0" baseline="-25000" i="0" lang="en-US" sz="2800" u="none">
                <a:solidFill>
                  <a:srgbClr val="000000"/>
                </a:solidFill>
                <a:latin typeface="Times"/>
                <a:ea typeface="Times"/>
                <a:cs typeface="Times"/>
                <a:sym typeface="Times"/>
              </a:rPr>
              <a:t>3</a:t>
            </a:r>
            <a:r>
              <a:rPr b="0" i="0" lang="en-US" sz="2800" u="none">
                <a:solidFill>
                  <a:srgbClr val="000000"/>
                </a:solidFill>
                <a:latin typeface="Times"/>
                <a:ea typeface="Times"/>
                <a:cs typeface="Times"/>
                <a:sym typeface="Times"/>
              </a:rPr>
              <a:t>,d</a:t>
            </a:r>
            <a:r>
              <a:rPr b="0" baseline="-25000" i="0" lang="en-US" sz="2800" u="none">
                <a:solidFill>
                  <a:srgbClr val="000000"/>
                </a:solidFill>
                <a:latin typeface="Times"/>
                <a:ea typeface="Times"/>
                <a:cs typeface="Times"/>
                <a:sym typeface="Times"/>
              </a:rPr>
              <a:t>4</a:t>
            </a:r>
            <a:r>
              <a:rPr b="0" i="0" lang="en-US" sz="2800" u="none">
                <a:solidFill>
                  <a:srgbClr val="000000"/>
                </a:solidFill>
                <a:latin typeface="Times"/>
                <a:ea typeface="Times"/>
                <a:cs typeface="Times"/>
                <a:sym typeface="Times"/>
              </a:rPr>
              <a:t>) = (2,1,2,1)</a:t>
            </a:r>
            <a:endParaRPr/>
          </a:p>
          <a:p>
            <a:pPr indent="-341312" lvl="0" marL="341312" marR="0" rtl="0" algn="l">
              <a:lnSpc>
                <a:spcPct val="100000"/>
              </a:lnSpc>
              <a:spcBef>
                <a:spcPts val="700"/>
              </a:spcBef>
              <a:spcAft>
                <a:spcPts val="0"/>
              </a:spcAft>
              <a:buClr>
                <a:schemeClr val="dk1"/>
              </a:buClr>
              <a:buSzPts val="2800"/>
              <a:buFont typeface="Times"/>
              <a:buNone/>
            </a:pPr>
            <a:r>
              <a:t/>
            </a:r>
            <a:endParaRPr b="0" i="0" sz="2800" u="none">
              <a:solidFill>
                <a:srgbClr val="000000"/>
              </a:solidFill>
              <a:latin typeface="Times"/>
              <a:ea typeface="Times"/>
              <a:cs typeface="Times"/>
              <a:sym typeface="Times"/>
            </a:endParaRPr>
          </a:p>
          <a:p>
            <a:pPr indent="0" lvl="0" marL="0" marR="0" rtl="0" algn="l">
              <a:lnSpc>
                <a:spcPct val="100000"/>
              </a:lnSpc>
              <a:spcBef>
                <a:spcPts val="0"/>
              </a:spcBef>
              <a:spcAft>
                <a:spcPts val="0"/>
              </a:spcAft>
              <a:buNone/>
            </a:pPr>
            <a:r>
              <a:t/>
            </a:r>
            <a:endParaRPr b="0" i="0" sz="2800" u="none">
              <a:solidFill>
                <a:srgbClr val="000000"/>
              </a:solidFill>
              <a:latin typeface="Times"/>
              <a:ea typeface="Times"/>
              <a:cs typeface="Times"/>
              <a:sym typeface="Times"/>
            </a:endParaRPr>
          </a:p>
        </p:txBody>
      </p:sp>
      <p:sp>
        <p:nvSpPr>
          <p:cNvPr id="1519" name="Google Shape;1519;g2a4cc99e909_1_612"/>
          <p:cNvSpPr txBox="1"/>
          <p:nvPr/>
        </p:nvSpPr>
        <p:spPr>
          <a:xfrm>
            <a:off x="1524000" y="396875"/>
            <a:ext cx="11074500" cy="1431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JOB SEQUENCING WITH DEADLINES (contd..)</a:t>
            </a:r>
            <a:endParaRPr/>
          </a:p>
        </p:txBody>
      </p:sp>
      <p:sp>
        <p:nvSpPr>
          <p:cNvPr id="1520" name="Google Shape;1520;g2a4cc99e909_1_612"/>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g2a4cc99e909_1_620"/>
          <p:cNvSpPr txBox="1"/>
          <p:nvPr/>
        </p:nvSpPr>
        <p:spPr>
          <a:xfrm>
            <a:off x="8737600" y="6248400"/>
            <a:ext cx="2540100" cy="457200"/>
          </a:xfrm>
          <a:prstGeom prst="rect">
            <a:avLst/>
          </a:prstGeom>
          <a:noFill/>
          <a:ln>
            <a:noFill/>
          </a:ln>
        </p:spPr>
        <p:txBody>
          <a:bodyPr anchorCtr="0" anchor="t"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Times"/>
              <a:buNone/>
            </a:pPr>
            <a:fld id="{00000000-1234-1234-1234-123412341234}" type="slidenum">
              <a:rPr b="0" i="0" lang="en-US" sz="1400" u="none">
                <a:solidFill>
                  <a:srgbClr val="000000"/>
                </a:solidFill>
                <a:latin typeface="Times"/>
                <a:ea typeface="Times"/>
                <a:cs typeface="Times"/>
                <a:sym typeface="Times"/>
              </a:rPr>
              <a:t>‹#›</a:t>
            </a:fld>
            <a:endParaRPr/>
          </a:p>
        </p:txBody>
      </p:sp>
      <p:sp>
        <p:nvSpPr>
          <p:cNvPr id="1527" name="Google Shape;1527;g2a4cc99e909_1_620"/>
          <p:cNvSpPr txBox="1"/>
          <p:nvPr/>
        </p:nvSpPr>
        <p:spPr>
          <a:xfrm>
            <a:off x="795125" y="2191575"/>
            <a:ext cx="10363200" cy="4114800"/>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000"/>
              <a:buFont typeface="Times"/>
              <a:buNone/>
            </a:pPr>
            <a:r>
              <a:rPr b="1" i="0" lang="en-US" sz="2000" u="none">
                <a:solidFill>
                  <a:srgbClr val="000000"/>
                </a:solidFill>
                <a:latin typeface="Times"/>
                <a:ea typeface="Times"/>
                <a:cs typeface="Times"/>
                <a:sym typeface="Times"/>
              </a:rPr>
              <a:t>Sr.No.	Feasible 	Processing	Profit value</a:t>
            </a:r>
            <a:endParaRPr/>
          </a:p>
          <a:p>
            <a:pPr indent="-341312" lvl="0" marL="342900" marR="0" rtl="0" algn="l">
              <a:lnSpc>
                <a:spcPct val="100000"/>
              </a:lnSpc>
              <a:spcBef>
                <a:spcPts val="500"/>
              </a:spcBef>
              <a:spcAft>
                <a:spcPts val="0"/>
              </a:spcAft>
              <a:buClr>
                <a:srgbClr val="000000"/>
              </a:buClr>
              <a:buSzPts val="2000"/>
              <a:buFont typeface="Times"/>
              <a:buNone/>
            </a:pPr>
            <a:r>
              <a:rPr b="1" i="0" lang="en-US" sz="2000" u="none">
                <a:solidFill>
                  <a:srgbClr val="000000"/>
                </a:solidFill>
                <a:latin typeface="Times"/>
                <a:ea typeface="Times"/>
                <a:cs typeface="Times"/>
                <a:sym typeface="Times"/>
              </a:rPr>
              <a:t>		Solution		Sequence</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(i)		(1,2)		(2,1)		110</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(ii)		(1,3)		(1,3) or (3,1)	115</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(iii)	(1,4)		(4,1)		127    is the optimal one</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(iv)	(2,3)		(2,3)		25</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(v)		(3,4)		(4,3)		42</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(vi)	(1)		        (1)		100</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(vii)	(2)		        (2)		10</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(viii)(3)		        (3)		15</a:t>
            </a:r>
            <a:endParaRPr/>
          </a:p>
          <a:p>
            <a:pPr indent="-341312" lvl="0" marL="342900" marR="0" rtl="0" algn="l">
              <a:lnSpc>
                <a:spcPct val="100000"/>
              </a:lnSpc>
              <a:spcBef>
                <a:spcPts val="500"/>
              </a:spcBef>
              <a:spcAft>
                <a:spcPts val="0"/>
              </a:spcAft>
              <a:buClr>
                <a:srgbClr val="000000"/>
              </a:buClr>
              <a:buSzPts val="2000"/>
              <a:buFont typeface="Times"/>
              <a:buNone/>
            </a:pPr>
            <a:r>
              <a:rPr b="0" i="0" lang="en-US" sz="2000" u="none">
                <a:solidFill>
                  <a:srgbClr val="000000"/>
                </a:solidFill>
                <a:latin typeface="Times"/>
                <a:ea typeface="Times"/>
                <a:cs typeface="Times"/>
                <a:sym typeface="Times"/>
              </a:rPr>
              <a:t>(ix)	(4)		        (4)		27</a:t>
            </a:r>
            <a:endParaRPr/>
          </a:p>
        </p:txBody>
      </p:sp>
      <p:cxnSp>
        <p:nvCxnSpPr>
          <p:cNvPr id="1528" name="Google Shape;1528;g2a4cc99e909_1_620"/>
          <p:cNvCxnSpPr/>
          <p:nvPr/>
        </p:nvCxnSpPr>
        <p:spPr>
          <a:xfrm>
            <a:off x="1056216" y="4535487"/>
            <a:ext cx="6705600" cy="1500"/>
          </a:xfrm>
          <a:prstGeom prst="straightConnector1">
            <a:avLst/>
          </a:prstGeom>
          <a:noFill/>
          <a:ln cap="flat" cmpd="sng" w="9525">
            <a:solidFill>
              <a:srgbClr val="000000"/>
            </a:solidFill>
            <a:prstDash val="solid"/>
            <a:miter lim="800000"/>
            <a:headEnd len="med" w="med" type="none"/>
            <a:tailEnd len="med" w="med" type="none"/>
          </a:ln>
        </p:spPr>
      </p:cxnSp>
      <p:cxnSp>
        <p:nvCxnSpPr>
          <p:cNvPr id="1529" name="Google Shape;1529;g2a4cc99e909_1_620"/>
          <p:cNvCxnSpPr/>
          <p:nvPr/>
        </p:nvCxnSpPr>
        <p:spPr>
          <a:xfrm flipH="1" rot="10800000">
            <a:off x="7776633" y="4317875"/>
            <a:ext cx="2100" cy="231900"/>
          </a:xfrm>
          <a:prstGeom prst="straightConnector1">
            <a:avLst/>
          </a:prstGeom>
          <a:noFill/>
          <a:ln cap="flat" cmpd="sng" w="9525">
            <a:solidFill>
              <a:srgbClr val="000000"/>
            </a:solidFill>
            <a:prstDash val="solid"/>
            <a:miter lim="800000"/>
            <a:headEnd len="med" w="med" type="none"/>
            <a:tailEnd len="med" w="med" type="triangle"/>
          </a:ln>
        </p:spPr>
      </p:cxnSp>
      <p:sp>
        <p:nvSpPr>
          <p:cNvPr id="1530" name="Google Shape;1530;g2a4cc99e909_1_620"/>
          <p:cNvSpPr txBox="1"/>
          <p:nvPr/>
        </p:nvSpPr>
        <p:spPr>
          <a:xfrm>
            <a:off x="457200" y="1407287"/>
            <a:ext cx="11277600" cy="1003200"/>
          </a:xfrm>
          <a:prstGeom prst="rect">
            <a:avLst/>
          </a:prstGeom>
          <a:noFill/>
          <a:ln>
            <a:noFill/>
          </a:ln>
        </p:spPr>
        <p:txBody>
          <a:bodyPr anchorCtr="0" anchor="t" bIns="46800" lIns="90000" spcFirstLastPara="1" rIns="90000" wrap="square" tIns="46800">
            <a:noAutofit/>
          </a:bodyPr>
          <a:lstStyle/>
          <a:p>
            <a:pPr indent="0" lvl="0" marL="0" marR="0" rtl="0" algn="just">
              <a:lnSpc>
                <a:spcPct val="100000"/>
              </a:lnSpc>
              <a:spcBef>
                <a:spcPts val="0"/>
              </a:spcBef>
              <a:spcAft>
                <a:spcPts val="0"/>
              </a:spcAft>
              <a:buClr>
                <a:srgbClr val="000000"/>
              </a:buClr>
              <a:buSzPts val="2800"/>
              <a:buFont typeface="Times"/>
              <a:buNone/>
            </a:pPr>
            <a:r>
              <a:rPr b="1" i="0" lang="en-US" sz="2800" u="none">
                <a:solidFill>
                  <a:srgbClr val="000000"/>
                </a:solidFill>
                <a:latin typeface="Times"/>
                <a:ea typeface="Times"/>
                <a:cs typeface="Times"/>
                <a:sym typeface="Times"/>
              </a:rPr>
              <a:t>Example</a:t>
            </a:r>
            <a:r>
              <a:rPr b="0" i="0" lang="en-US" sz="2800" u="none">
                <a:solidFill>
                  <a:srgbClr val="000000"/>
                </a:solidFill>
                <a:latin typeface="Times"/>
                <a:ea typeface="Times"/>
                <a:cs typeface="Times"/>
                <a:sym typeface="Times"/>
              </a:rPr>
              <a:t> : Let n = 4, (p</a:t>
            </a:r>
            <a:r>
              <a:rPr b="0" baseline="-25000" i="0" lang="en-US" sz="2800" u="none">
                <a:solidFill>
                  <a:srgbClr val="000000"/>
                </a:solidFill>
                <a:latin typeface="Times"/>
                <a:ea typeface="Times"/>
                <a:cs typeface="Times"/>
                <a:sym typeface="Times"/>
              </a:rPr>
              <a:t>1</a:t>
            </a:r>
            <a:r>
              <a:rPr b="0" i="0" lang="en-US" sz="2800" u="none">
                <a:solidFill>
                  <a:srgbClr val="000000"/>
                </a:solidFill>
                <a:latin typeface="Times"/>
                <a:ea typeface="Times"/>
                <a:cs typeface="Times"/>
                <a:sym typeface="Times"/>
              </a:rPr>
              <a:t>,p</a:t>
            </a:r>
            <a:r>
              <a:rPr b="0" baseline="-25000" i="0" lang="en-US" sz="2800" u="none">
                <a:solidFill>
                  <a:srgbClr val="000000"/>
                </a:solidFill>
                <a:latin typeface="Times"/>
                <a:ea typeface="Times"/>
                <a:cs typeface="Times"/>
                <a:sym typeface="Times"/>
              </a:rPr>
              <a:t>2</a:t>
            </a:r>
            <a:r>
              <a:rPr b="0" i="0" lang="en-US" sz="2800" u="none">
                <a:solidFill>
                  <a:srgbClr val="000000"/>
                </a:solidFill>
                <a:latin typeface="Times"/>
                <a:ea typeface="Times"/>
                <a:cs typeface="Times"/>
                <a:sym typeface="Times"/>
              </a:rPr>
              <a:t>,p</a:t>
            </a:r>
            <a:r>
              <a:rPr b="0" baseline="-25000" i="0" lang="en-US" sz="2800" u="none">
                <a:solidFill>
                  <a:srgbClr val="000000"/>
                </a:solidFill>
                <a:latin typeface="Times"/>
                <a:ea typeface="Times"/>
                <a:cs typeface="Times"/>
                <a:sym typeface="Times"/>
              </a:rPr>
              <a:t>3</a:t>
            </a:r>
            <a:r>
              <a:rPr b="0" i="0" lang="en-US" sz="2800" u="none">
                <a:solidFill>
                  <a:srgbClr val="000000"/>
                </a:solidFill>
                <a:latin typeface="Times"/>
                <a:ea typeface="Times"/>
                <a:cs typeface="Times"/>
                <a:sym typeface="Times"/>
              </a:rPr>
              <a:t>,p</a:t>
            </a:r>
            <a:r>
              <a:rPr b="0" baseline="-25000" i="0" lang="en-US" sz="2800" u="none">
                <a:solidFill>
                  <a:srgbClr val="000000"/>
                </a:solidFill>
                <a:latin typeface="Times"/>
                <a:ea typeface="Times"/>
                <a:cs typeface="Times"/>
                <a:sym typeface="Times"/>
              </a:rPr>
              <a:t>4</a:t>
            </a:r>
            <a:r>
              <a:rPr b="0" i="0" lang="en-US" sz="2800" u="none">
                <a:solidFill>
                  <a:srgbClr val="000000"/>
                </a:solidFill>
                <a:latin typeface="Times"/>
                <a:ea typeface="Times"/>
                <a:cs typeface="Times"/>
                <a:sym typeface="Times"/>
              </a:rPr>
              <a:t>) = (100,10,15,27), (d</a:t>
            </a:r>
            <a:r>
              <a:rPr b="0" baseline="-25000" i="0" lang="en-US" sz="2800" u="none">
                <a:solidFill>
                  <a:srgbClr val="000000"/>
                </a:solidFill>
                <a:latin typeface="Times"/>
                <a:ea typeface="Times"/>
                <a:cs typeface="Times"/>
                <a:sym typeface="Times"/>
              </a:rPr>
              <a:t>1</a:t>
            </a:r>
            <a:r>
              <a:rPr b="0" i="0" lang="en-US" sz="2800" u="none">
                <a:solidFill>
                  <a:srgbClr val="000000"/>
                </a:solidFill>
                <a:latin typeface="Times"/>
                <a:ea typeface="Times"/>
                <a:cs typeface="Times"/>
                <a:sym typeface="Times"/>
              </a:rPr>
              <a:t>,d</a:t>
            </a:r>
            <a:r>
              <a:rPr b="0" baseline="-25000" i="0" lang="en-US" sz="2800" u="none">
                <a:solidFill>
                  <a:srgbClr val="000000"/>
                </a:solidFill>
                <a:latin typeface="Times"/>
                <a:ea typeface="Times"/>
                <a:cs typeface="Times"/>
                <a:sym typeface="Times"/>
              </a:rPr>
              <a:t>2</a:t>
            </a:r>
            <a:r>
              <a:rPr b="0" i="0" lang="en-US" sz="2800" u="none">
                <a:solidFill>
                  <a:srgbClr val="000000"/>
                </a:solidFill>
                <a:latin typeface="Times"/>
                <a:ea typeface="Times"/>
                <a:cs typeface="Times"/>
                <a:sym typeface="Times"/>
              </a:rPr>
              <a:t>,d</a:t>
            </a:r>
            <a:r>
              <a:rPr b="0" baseline="-25000" i="0" lang="en-US" sz="2800" u="none">
                <a:solidFill>
                  <a:srgbClr val="000000"/>
                </a:solidFill>
                <a:latin typeface="Times"/>
                <a:ea typeface="Times"/>
                <a:cs typeface="Times"/>
                <a:sym typeface="Times"/>
              </a:rPr>
              <a:t>3</a:t>
            </a:r>
            <a:r>
              <a:rPr b="0" i="0" lang="en-US" sz="2800" u="none">
                <a:solidFill>
                  <a:srgbClr val="000000"/>
                </a:solidFill>
                <a:latin typeface="Times"/>
                <a:ea typeface="Times"/>
                <a:cs typeface="Times"/>
                <a:sym typeface="Times"/>
              </a:rPr>
              <a:t>,d</a:t>
            </a:r>
            <a:r>
              <a:rPr b="0" baseline="-25000" i="0" lang="en-US" sz="2800" u="none">
                <a:solidFill>
                  <a:srgbClr val="000000"/>
                </a:solidFill>
                <a:latin typeface="Times"/>
                <a:ea typeface="Times"/>
                <a:cs typeface="Times"/>
                <a:sym typeface="Times"/>
              </a:rPr>
              <a:t>4</a:t>
            </a:r>
            <a:r>
              <a:rPr b="0" i="0" lang="en-US" sz="2800" u="none">
                <a:solidFill>
                  <a:srgbClr val="000000"/>
                </a:solidFill>
                <a:latin typeface="Times"/>
                <a:ea typeface="Times"/>
                <a:cs typeface="Times"/>
                <a:sym typeface="Times"/>
              </a:rPr>
              <a:t>) = (2,1,2,1)</a:t>
            </a:r>
            <a:endParaRPr/>
          </a:p>
        </p:txBody>
      </p:sp>
      <p:sp>
        <p:nvSpPr>
          <p:cNvPr id="1531" name="Google Shape;1531;g2a4cc99e909_1_620"/>
          <p:cNvSpPr txBox="1"/>
          <p:nvPr/>
        </p:nvSpPr>
        <p:spPr>
          <a:xfrm>
            <a:off x="508000" y="135850"/>
            <a:ext cx="11074500" cy="1431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JOB SEQUENCING WITH DEADLINES (contd..)</a:t>
            </a:r>
            <a:endParaRPr/>
          </a:p>
        </p:txBody>
      </p:sp>
      <p:sp>
        <p:nvSpPr>
          <p:cNvPr id="1532" name="Google Shape;1532;g2a4cc99e909_1_620"/>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7" name="Shape 1537"/>
        <p:cNvGrpSpPr/>
        <p:nvPr/>
      </p:nvGrpSpPr>
      <p:grpSpPr>
        <a:xfrm>
          <a:off x="0" y="0"/>
          <a:ext cx="0" cy="0"/>
          <a:chOff x="0" y="0"/>
          <a:chExt cx="0" cy="0"/>
        </a:xfrm>
      </p:grpSpPr>
      <p:sp>
        <p:nvSpPr>
          <p:cNvPr id="1538" name="Google Shape;1538;g2a4cc99e909_1_631"/>
          <p:cNvSpPr txBox="1"/>
          <p:nvPr/>
        </p:nvSpPr>
        <p:spPr>
          <a:xfrm>
            <a:off x="8737600" y="6248400"/>
            <a:ext cx="2540100" cy="457200"/>
          </a:xfrm>
          <a:prstGeom prst="rect">
            <a:avLst/>
          </a:prstGeom>
          <a:noFill/>
          <a:ln>
            <a:noFill/>
          </a:ln>
        </p:spPr>
        <p:txBody>
          <a:bodyPr anchorCtr="0" anchor="t"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Times"/>
              <a:buNone/>
            </a:pPr>
            <a:fld id="{00000000-1234-1234-1234-123412341234}" type="slidenum">
              <a:rPr b="0" i="0" lang="en-US" sz="1400" u="none">
                <a:solidFill>
                  <a:srgbClr val="000000"/>
                </a:solidFill>
                <a:latin typeface="Times"/>
                <a:ea typeface="Times"/>
                <a:cs typeface="Times"/>
                <a:sym typeface="Times"/>
              </a:rPr>
              <a:t>‹#›</a:t>
            </a:fld>
            <a:endParaRPr/>
          </a:p>
        </p:txBody>
      </p:sp>
      <p:sp>
        <p:nvSpPr>
          <p:cNvPr id="1539" name="Google Shape;1539;g2a4cc99e909_1_631"/>
          <p:cNvSpPr txBox="1"/>
          <p:nvPr/>
        </p:nvSpPr>
        <p:spPr>
          <a:xfrm>
            <a:off x="1016000" y="0"/>
            <a:ext cx="10363200" cy="1188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Example Explanation</a:t>
            </a:r>
            <a:endParaRPr/>
          </a:p>
        </p:txBody>
      </p:sp>
      <p:sp>
        <p:nvSpPr>
          <p:cNvPr id="1540" name="Google Shape;1540;g2a4cc99e909_1_631"/>
          <p:cNvSpPr txBox="1"/>
          <p:nvPr/>
        </p:nvSpPr>
        <p:spPr>
          <a:xfrm>
            <a:off x="914400" y="1295400"/>
            <a:ext cx="10363200" cy="4118100"/>
          </a:xfrm>
          <a:prstGeom prst="rect">
            <a:avLst/>
          </a:prstGeom>
          <a:noFill/>
          <a:ln>
            <a:noFill/>
          </a:ln>
        </p:spPr>
        <p:txBody>
          <a:bodyPr anchorCtr="0" anchor="t" bIns="45700" lIns="91425" spcFirstLastPara="1" rIns="91425" wrap="square" tIns="45700">
            <a:noAutofit/>
          </a:bodyPr>
          <a:lstStyle/>
          <a:p>
            <a:pPr indent="-341312" lvl="0" marL="341312" marR="0" rtl="0" algn="just">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Consider the jobs in the non increasing order of profits subject to the constraint that the resulting job sequence J is a feasible solution.</a:t>
            </a:r>
            <a:endParaRPr/>
          </a:p>
          <a:p>
            <a:pPr indent="-341312" lvl="0" marL="341312" marR="0" rtl="0" algn="just">
              <a:lnSpc>
                <a:spcPct val="100000"/>
              </a:lnSpc>
              <a:spcBef>
                <a:spcPts val="80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In the example considered before, the non-increasing profit vector is </a:t>
            </a:r>
            <a:endParaRPr/>
          </a:p>
          <a:p>
            <a:pPr indent="-284162" lvl="1" marL="457200" marR="0" rtl="0" algn="just">
              <a:lnSpc>
                <a:spcPct val="100000"/>
              </a:lnSpc>
              <a:spcBef>
                <a:spcPts val="70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(100   27    15    10)         (2    1    2    1) 	    p</a:t>
            </a:r>
            <a:r>
              <a:rPr b="0" baseline="-25000" i="0" lang="en-US" sz="2400" u="none" cap="none" strike="noStrike">
                <a:solidFill>
                  <a:srgbClr val="000000"/>
                </a:solidFill>
                <a:latin typeface="Times New Roman"/>
                <a:ea typeface="Times New Roman"/>
                <a:cs typeface="Times New Roman"/>
                <a:sym typeface="Times New Roman"/>
              </a:rPr>
              <a:t>1</a:t>
            </a:r>
            <a:r>
              <a:rPr b="0" i="0" lang="en-US" sz="2400" u="none" cap="none" strike="noStrike">
                <a:solidFill>
                  <a:srgbClr val="000000"/>
                </a:solidFill>
                <a:latin typeface="Times New Roman"/>
                <a:ea typeface="Times New Roman"/>
                <a:cs typeface="Times New Roman"/>
                <a:sym typeface="Times New Roman"/>
              </a:rPr>
              <a:t>  p</a:t>
            </a:r>
            <a:r>
              <a:rPr b="0" baseline="-25000" i="0" lang="en-US" sz="2400" u="none" cap="none" strike="noStrike">
                <a:solidFill>
                  <a:srgbClr val="000000"/>
                </a:solidFill>
                <a:latin typeface="Times New Roman"/>
                <a:ea typeface="Times New Roman"/>
                <a:cs typeface="Times New Roman"/>
                <a:sym typeface="Times New Roman"/>
              </a:rPr>
              <a:t>4</a:t>
            </a:r>
            <a:r>
              <a:rPr b="0" i="0" lang="en-US" sz="2400" u="none" cap="none" strike="noStrike">
                <a:solidFill>
                  <a:srgbClr val="000000"/>
                </a:solidFill>
                <a:latin typeface="Times New Roman"/>
                <a:ea typeface="Times New Roman"/>
                <a:cs typeface="Times New Roman"/>
                <a:sym typeface="Times New Roman"/>
              </a:rPr>
              <a:t>	    p</a:t>
            </a:r>
            <a:r>
              <a:rPr b="0" baseline="-25000" i="0" lang="en-US" sz="2400" u="none" cap="none" strike="noStrike">
                <a:solidFill>
                  <a:srgbClr val="000000"/>
                </a:solidFill>
                <a:latin typeface="Times New Roman"/>
                <a:ea typeface="Times New Roman"/>
                <a:cs typeface="Times New Roman"/>
                <a:sym typeface="Times New Roman"/>
              </a:rPr>
              <a:t>3</a:t>
            </a:r>
            <a:r>
              <a:rPr b="0" i="0" lang="en-US" sz="2400" u="none" cap="none" strike="noStrike">
                <a:solidFill>
                  <a:srgbClr val="000000"/>
                </a:solidFill>
                <a:latin typeface="Times New Roman"/>
                <a:ea typeface="Times New Roman"/>
                <a:cs typeface="Times New Roman"/>
                <a:sym typeface="Times New Roman"/>
              </a:rPr>
              <a:t>	   p</a:t>
            </a:r>
            <a:r>
              <a:rPr b="0" baseline="-25000" i="0" lang="en-US" sz="2400" u="none" cap="none" strike="noStrike">
                <a:solidFill>
                  <a:srgbClr val="000000"/>
                </a:solidFill>
                <a:latin typeface="Times New Roman"/>
                <a:ea typeface="Times New Roman"/>
                <a:cs typeface="Times New Roman"/>
                <a:sym typeface="Times New Roman"/>
              </a:rPr>
              <a:t>2                </a:t>
            </a:r>
            <a:r>
              <a:rPr b="0" i="0" lang="en-US" sz="2400" u="none" cap="none" strike="noStrike">
                <a:solidFill>
                  <a:srgbClr val="000000"/>
                </a:solidFill>
                <a:latin typeface="Times New Roman"/>
                <a:ea typeface="Times New Roman"/>
                <a:cs typeface="Times New Roman"/>
                <a:sym typeface="Times New Roman"/>
              </a:rPr>
              <a:t>  d</a:t>
            </a:r>
            <a:r>
              <a:rPr b="0" baseline="-25000" i="0" lang="en-US" sz="2400" u="none" cap="none" strike="noStrike">
                <a:solidFill>
                  <a:srgbClr val="000000"/>
                </a:solidFill>
                <a:latin typeface="Times New Roman"/>
                <a:ea typeface="Times New Roman"/>
                <a:cs typeface="Times New Roman"/>
                <a:sym typeface="Times New Roman"/>
              </a:rPr>
              <a:t>1</a:t>
            </a:r>
            <a:r>
              <a:rPr b="0" i="0" lang="en-US" sz="2400" u="none" cap="none" strike="noStrike">
                <a:solidFill>
                  <a:srgbClr val="000000"/>
                </a:solidFill>
                <a:latin typeface="Times New Roman"/>
                <a:ea typeface="Times New Roman"/>
                <a:cs typeface="Times New Roman"/>
                <a:sym typeface="Times New Roman"/>
              </a:rPr>
              <a:t>  d</a:t>
            </a:r>
            <a:r>
              <a:rPr b="0" baseline="-25000" i="0" lang="en-US" sz="2400" u="none" cap="none" strike="noStrike">
                <a:solidFill>
                  <a:srgbClr val="000000"/>
                </a:solidFill>
                <a:latin typeface="Times New Roman"/>
                <a:ea typeface="Times New Roman"/>
                <a:cs typeface="Times New Roman"/>
                <a:sym typeface="Times New Roman"/>
              </a:rPr>
              <a:t>4</a:t>
            </a:r>
            <a:r>
              <a:rPr b="0" i="0" lang="en-US" sz="2400" u="none" cap="none" strike="noStrike">
                <a:solidFill>
                  <a:srgbClr val="000000"/>
                </a:solidFill>
                <a:latin typeface="Times New Roman"/>
                <a:ea typeface="Times New Roman"/>
                <a:cs typeface="Times New Roman"/>
                <a:sym typeface="Times New Roman"/>
              </a:rPr>
              <a:t>	d</a:t>
            </a:r>
            <a:r>
              <a:rPr b="0" baseline="-25000" i="0" lang="en-US" sz="2400" u="none" cap="none" strike="noStrike">
                <a:solidFill>
                  <a:srgbClr val="000000"/>
                </a:solidFill>
                <a:latin typeface="Times New Roman"/>
                <a:ea typeface="Times New Roman"/>
                <a:cs typeface="Times New Roman"/>
                <a:sym typeface="Times New Roman"/>
              </a:rPr>
              <a:t>3</a:t>
            </a:r>
            <a:r>
              <a:rPr b="0" i="0" lang="en-US" sz="2400" u="none" cap="none" strike="noStrike">
                <a:solidFill>
                  <a:srgbClr val="000000"/>
                </a:solidFill>
                <a:latin typeface="Times New Roman"/>
                <a:ea typeface="Times New Roman"/>
                <a:cs typeface="Times New Roman"/>
                <a:sym typeface="Times New Roman"/>
              </a:rPr>
              <a:t>   d</a:t>
            </a:r>
            <a:r>
              <a:rPr b="0" baseline="-25000" i="0" lang="en-US" sz="2400" u="none" cap="none" strike="noStrike">
                <a:solidFill>
                  <a:srgbClr val="000000"/>
                </a:solidFill>
                <a:latin typeface="Times New Roman"/>
                <a:ea typeface="Times New Roman"/>
                <a:cs typeface="Times New Roman"/>
                <a:sym typeface="Times New Roman"/>
              </a:rPr>
              <a:t>2</a:t>
            </a:r>
            <a:endParaRPr/>
          </a:p>
        </p:txBody>
      </p:sp>
      <p:sp>
        <p:nvSpPr>
          <p:cNvPr id="1541" name="Google Shape;1541;g2a4cc99e909_1_631"/>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g2a4cc99e909_1_639"/>
          <p:cNvSpPr txBox="1"/>
          <p:nvPr/>
        </p:nvSpPr>
        <p:spPr>
          <a:xfrm>
            <a:off x="8737600" y="6248400"/>
            <a:ext cx="2540100" cy="457200"/>
          </a:xfrm>
          <a:prstGeom prst="rect">
            <a:avLst/>
          </a:prstGeom>
          <a:noFill/>
          <a:ln>
            <a:noFill/>
          </a:ln>
        </p:spPr>
        <p:txBody>
          <a:bodyPr anchorCtr="0" anchor="t"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Times"/>
              <a:buNone/>
            </a:pPr>
            <a:fld id="{00000000-1234-1234-1234-123412341234}" type="slidenum">
              <a:rPr b="0" i="0" lang="en-US" sz="1400" u="none">
                <a:solidFill>
                  <a:srgbClr val="000000"/>
                </a:solidFill>
                <a:latin typeface="Times"/>
                <a:ea typeface="Times"/>
                <a:cs typeface="Times"/>
                <a:sym typeface="Times"/>
              </a:rPr>
              <a:t>‹#›</a:t>
            </a:fld>
            <a:endParaRPr/>
          </a:p>
        </p:txBody>
      </p:sp>
      <p:sp>
        <p:nvSpPr>
          <p:cNvPr id="1548" name="Google Shape;1548;g2a4cc99e909_1_639"/>
          <p:cNvSpPr txBox="1"/>
          <p:nvPr/>
        </p:nvSpPr>
        <p:spPr>
          <a:xfrm>
            <a:off x="1219200" y="381000"/>
            <a:ext cx="103632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3300"/>
              </a:buClr>
              <a:buSzPts val="3600"/>
              <a:buFont typeface="Times New Roman"/>
              <a:buNone/>
            </a:pPr>
            <a:r>
              <a:rPr b="0" i="0" lang="en-US" sz="3600" u="none">
                <a:solidFill>
                  <a:srgbClr val="993300"/>
                </a:solidFill>
                <a:latin typeface="Times New Roman"/>
                <a:ea typeface="Times New Roman"/>
                <a:cs typeface="Times New Roman"/>
                <a:sym typeface="Times New Roman"/>
              </a:rPr>
              <a:t>GREEDY ALGORITHM TO OBTAIN AN OPTIMAL SOLUTION (Contd..)</a:t>
            </a:r>
            <a:endParaRPr/>
          </a:p>
        </p:txBody>
      </p:sp>
      <p:sp>
        <p:nvSpPr>
          <p:cNvPr id="1549" name="Google Shape;1549;g2a4cc99e909_1_639"/>
          <p:cNvSpPr txBox="1"/>
          <p:nvPr/>
        </p:nvSpPr>
        <p:spPr>
          <a:xfrm>
            <a:off x="914400" y="1981200"/>
            <a:ext cx="10363200" cy="4495800"/>
          </a:xfrm>
          <a:prstGeom prst="rect">
            <a:avLst/>
          </a:prstGeom>
          <a:noFill/>
          <a:ln>
            <a:noFill/>
          </a:ln>
        </p:spPr>
        <p:txBody>
          <a:bodyPr anchorCtr="0" anchor="t" bIns="45700" lIns="91425" spcFirstLastPara="1" rIns="91425" wrap="square" tIns="45700">
            <a:noAutofit/>
          </a:bodyPr>
          <a:lstStyle/>
          <a:p>
            <a:pPr indent="-341312" lvl="1" marL="342900" marR="0" rtl="0" algn="l">
              <a:lnSpc>
                <a:spcPct val="100000"/>
              </a:lnSpc>
              <a:spcBef>
                <a:spcPts val="0"/>
              </a:spcBef>
              <a:spcAft>
                <a:spcPts val="0"/>
              </a:spcAft>
              <a:buClr>
                <a:srgbClr val="000000"/>
              </a:buClr>
              <a:buSzPts val="2800"/>
              <a:buFont typeface="Times"/>
              <a:buNone/>
            </a:pPr>
            <a:r>
              <a:rPr b="0" i="0" lang="en-US" sz="2800" u="none" cap="none" strike="noStrike">
                <a:solidFill>
                  <a:srgbClr val="000000"/>
                </a:solidFill>
                <a:latin typeface="Times"/>
                <a:ea typeface="Times"/>
                <a:cs typeface="Times"/>
                <a:sym typeface="Times"/>
              </a:rPr>
              <a:t>	(100   27    15    10)         (2    1    2    1) 	  </a:t>
            </a:r>
            <a:endParaRPr/>
          </a:p>
          <a:p>
            <a:pPr indent="-341312" lvl="1" marL="342900" marR="0" rtl="0" algn="l">
              <a:lnSpc>
                <a:spcPct val="100000"/>
              </a:lnSpc>
              <a:spcBef>
                <a:spcPts val="800"/>
              </a:spcBef>
              <a:spcAft>
                <a:spcPts val="0"/>
              </a:spcAft>
              <a:buClr>
                <a:srgbClr val="000000"/>
              </a:buClr>
              <a:buSzPts val="2800"/>
              <a:buFont typeface="Times"/>
              <a:buNone/>
            </a:pPr>
            <a:r>
              <a:rPr b="0" i="0" lang="en-US" sz="2800" u="none" cap="none" strike="noStrike">
                <a:solidFill>
                  <a:srgbClr val="000000"/>
                </a:solidFill>
                <a:latin typeface="Times"/>
                <a:ea typeface="Times"/>
                <a:cs typeface="Times"/>
                <a:sym typeface="Times"/>
              </a:rPr>
              <a:t>      p</a:t>
            </a:r>
            <a:r>
              <a:rPr b="0" baseline="-25000" i="0" lang="en-US" sz="2800" u="none" cap="none" strike="noStrike">
                <a:solidFill>
                  <a:srgbClr val="000000"/>
                </a:solidFill>
                <a:latin typeface="Times"/>
                <a:ea typeface="Times"/>
                <a:cs typeface="Times"/>
                <a:sym typeface="Times"/>
              </a:rPr>
              <a:t>1</a:t>
            </a:r>
            <a:r>
              <a:rPr b="0" i="0" lang="en-US" sz="2800" u="none" cap="none" strike="noStrike">
                <a:solidFill>
                  <a:srgbClr val="000000"/>
                </a:solidFill>
                <a:latin typeface="Times"/>
                <a:ea typeface="Times"/>
                <a:cs typeface="Times"/>
                <a:sym typeface="Times"/>
              </a:rPr>
              <a:t>      p</a:t>
            </a:r>
            <a:r>
              <a:rPr b="0" baseline="-25000" i="0" lang="en-US" sz="2800" u="none" cap="none" strike="noStrike">
                <a:solidFill>
                  <a:srgbClr val="000000"/>
                </a:solidFill>
                <a:latin typeface="Times"/>
                <a:ea typeface="Times"/>
                <a:cs typeface="Times"/>
                <a:sym typeface="Times"/>
              </a:rPr>
              <a:t>4</a:t>
            </a:r>
            <a:r>
              <a:rPr b="0" i="0" lang="en-US" sz="2800" u="none" cap="none" strike="noStrike">
                <a:solidFill>
                  <a:srgbClr val="000000"/>
                </a:solidFill>
                <a:latin typeface="Times"/>
                <a:ea typeface="Times"/>
                <a:cs typeface="Times"/>
                <a:sym typeface="Times"/>
              </a:rPr>
              <a:t>	   p</a:t>
            </a:r>
            <a:r>
              <a:rPr b="0" baseline="-25000" i="0" lang="en-US" sz="2800" u="none" cap="none" strike="noStrike">
                <a:solidFill>
                  <a:srgbClr val="000000"/>
                </a:solidFill>
                <a:latin typeface="Times"/>
                <a:ea typeface="Times"/>
                <a:cs typeface="Times"/>
                <a:sym typeface="Times"/>
              </a:rPr>
              <a:t>3</a:t>
            </a:r>
            <a:r>
              <a:rPr b="0" i="0" lang="en-US" sz="2800" u="none" cap="none" strike="noStrike">
                <a:solidFill>
                  <a:srgbClr val="000000"/>
                </a:solidFill>
                <a:latin typeface="Times"/>
                <a:ea typeface="Times"/>
                <a:cs typeface="Times"/>
                <a:sym typeface="Times"/>
              </a:rPr>
              <a:t>   p</a:t>
            </a:r>
            <a:r>
              <a:rPr b="0" baseline="-25000" i="0" lang="en-US" sz="2800" u="none" cap="none" strike="noStrike">
                <a:solidFill>
                  <a:srgbClr val="000000"/>
                </a:solidFill>
                <a:latin typeface="Times"/>
                <a:ea typeface="Times"/>
                <a:cs typeface="Times"/>
                <a:sym typeface="Times"/>
              </a:rPr>
              <a:t>2                </a:t>
            </a:r>
            <a:r>
              <a:rPr b="0" i="0" lang="en-US" sz="2800" u="none" cap="none" strike="noStrike">
                <a:solidFill>
                  <a:srgbClr val="000000"/>
                </a:solidFill>
                <a:latin typeface="Times"/>
                <a:ea typeface="Times"/>
                <a:cs typeface="Times"/>
                <a:sym typeface="Times"/>
              </a:rPr>
              <a:t>  d</a:t>
            </a:r>
            <a:r>
              <a:rPr b="0" baseline="-25000" i="0" lang="en-US" sz="2800" u="none" cap="none" strike="noStrike">
                <a:solidFill>
                  <a:srgbClr val="000000"/>
                </a:solidFill>
                <a:latin typeface="Times"/>
                <a:ea typeface="Times"/>
                <a:cs typeface="Times"/>
                <a:sym typeface="Times"/>
              </a:rPr>
              <a:t>1</a:t>
            </a:r>
            <a:r>
              <a:rPr b="0" i="0" lang="en-US" sz="2800" u="none" cap="none" strike="noStrike">
                <a:solidFill>
                  <a:srgbClr val="000000"/>
                </a:solidFill>
                <a:latin typeface="Times"/>
                <a:ea typeface="Times"/>
                <a:cs typeface="Times"/>
                <a:sym typeface="Times"/>
              </a:rPr>
              <a:t>  d</a:t>
            </a:r>
            <a:r>
              <a:rPr b="0" baseline="-25000" i="0" lang="en-US" sz="2800" u="none" cap="none" strike="noStrike">
                <a:solidFill>
                  <a:srgbClr val="000000"/>
                </a:solidFill>
                <a:latin typeface="Times"/>
                <a:ea typeface="Times"/>
                <a:cs typeface="Times"/>
                <a:sym typeface="Times"/>
              </a:rPr>
              <a:t>4</a:t>
            </a:r>
            <a:r>
              <a:rPr b="0" i="0" lang="en-US" sz="2800" u="none" cap="none" strike="noStrike">
                <a:solidFill>
                  <a:srgbClr val="000000"/>
                </a:solidFill>
                <a:latin typeface="Times"/>
                <a:ea typeface="Times"/>
                <a:cs typeface="Times"/>
                <a:sym typeface="Times"/>
              </a:rPr>
              <a:t>   d</a:t>
            </a:r>
            <a:r>
              <a:rPr b="0" baseline="-25000" i="0" lang="en-US" sz="2800" u="none" cap="none" strike="noStrike">
                <a:solidFill>
                  <a:srgbClr val="000000"/>
                </a:solidFill>
                <a:latin typeface="Times"/>
                <a:ea typeface="Times"/>
                <a:cs typeface="Times"/>
                <a:sym typeface="Times"/>
              </a:rPr>
              <a:t>3</a:t>
            </a:r>
            <a:r>
              <a:rPr b="0" i="0" lang="en-US" sz="2800" u="none" cap="none" strike="noStrike">
                <a:solidFill>
                  <a:srgbClr val="000000"/>
                </a:solidFill>
                <a:latin typeface="Times"/>
                <a:ea typeface="Times"/>
                <a:cs typeface="Times"/>
                <a:sym typeface="Times"/>
              </a:rPr>
              <a:t>   d</a:t>
            </a:r>
            <a:r>
              <a:rPr b="0" baseline="-25000" i="0" lang="en-US" sz="2800" u="none" cap="none" strike="noStrike">
                <a:solidFill>
                  <a:srgbClr val="000000"/>
                </a:solidFill>
                <a:latin typeface="Times"/>
                <a:ea typeface="Times"/>
                <a:cs typeface="Times"/>
                <a:sym typeface="Times"/>
              </a:rPr>
              <a:t>2</a:t>
            </a:r>
            <a:endParaRPr/>
          </a:p>
          <a:p>
            <a:pPr indent="-341312" lvl="0" marL="342900" marR="0" rtl="0" algn="l">
              <a:lnSpc>
                <a:spcPct val="100000"/>
              </a:lnSpc>
              <a:spcBef>
                <a:spcPts val="8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    J = { 1} is a feasible one</a:t>
            </a:r>
            <a:endParaRPr/>
          </a:p>
          <a:p>
            <a:pPr indent="-341312" lvl="0" marL="342900" marR="0" rtl="0" algn="l">
              <a:lnSpc>
                <a:spcPct val="100000"/>
              </a:lnSpc>
              <a:spcBef>
                <a:spcPts val="6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    J = { 1, 4} is a feasible one </a:t>
            </a:r>
            <a:r>
              <a:rPr b="0" i="0" lang="en-US" sz="2400" u="none">
                <a:solidFill>
                  <a:srgbClr val="000000"/>
                </a:solidFill>
                <a:latin typeface="Times"/>
                <a:ea typeface="Times"/>
                <a:cs typeface="Times"/>
                <a:sym typeface="Times"/>
              </a:rPr>
              <a:t>with processing 				    sequence ( 4,1)</a:t>
            </a:r>
            <a:endParaRPr/>
          </a:p>
          <a:p>
            <a:pPr indent="-341312" lvl="0" marL="342900" marR="0" rtl="0" algn="l">
              <a:lnSpc>
                <a:spcPct val="100000"/>
              </a:lnSpc>
              <a:spcBef>
                <a:spcPts val="8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	J = { 1, 3, 4} is not feasible </a:t>
            </a:r>
            <a:endParaRPr/>
          </a:p>
          <a:p>
            <a:pPr indent="-341312" lvl="0" marL="342900" marR="0" rtl="0" algn="l">
              <a:lnSpc>
                <a:spcPct val="100000"/>
              </a:lnSpc>
              <a:spcBef>
                <a:spcPts val="8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	J = { 1, 2, 4} is not feasible </a:t>
            </a:r>
            <a:endParaRPr/>
          </a:p>
          <a:p>
            <a:pPr indent="-341312" lvl="0" marL="342900" marR="0" rtl="0" algn="l">
              <a:lnSpc>
                <a:spcPct val="100000"/>
              </a:lnSpc>
              <a:spcBef>
                <a:spcPts val="800"/>
              </a:spcBef>
              <a:spcAft>
                <a:spcPts val="0"/>
              </a:spcAft>
              <a:buClr>
                <a:srgbClr val="000000"/>
              </a:buClr>
              <a:buSzPts val="3200"/>
              <a:buFont typeface="Times"/>
              <a:buNone/>
            </a:pPr>
            <a:r>
              <a:rPr b="0" i="0" lang="en-US" sz="3200" u="none">
                <a:solidFill>
                  <a:srgbClr val="000000"/>
                </a:solidFill>
                <a:latin typeface="Times"/>
                <a:ea typeface="Times"/>
                <a:cs typeface="Times"/>
                <a:sym typeface="Times"/>
              </a:rPr>
              <a:t>	J = { 1, 4} is optimal</a:t>
            </a:r>
            <a:endParaRPr/>
          </a:p>
          <a:p>
            <a:pPr indent="0" lvl="0" marL="0" marR="0" rtl="0" algn="l">
              <a:lnSpc>
                <a:spcPct val="100000"/>
              </a:lnSpc>
              <a:spcBef>
                <a:spcPts val="0"/>
              </a:spcBef>
              <a:spcAft>
                <a:spcPts val="0"/>
              </a:spcAft>
              <a:buNone/>
            </a:pPr>
            <a:r>
              <a:t/>
            </a:r>
            <a:endParaRPr b="0" i="0" sz="3200" u="none">
              <a:solidFill>
                <a:srgbClr val="000000"/>
              </a:solidFill>
              <a:latin typeface="Times"/>
              <a:ea typeface="Times"/>
              <a:cs typeface="Times"/>
              <a:sym typeface="Times"/>
            </a:endParaRPr>
          </a:p>
        </p:txBody>
      </p:sp>
      <p:sp>
        <p:nvSpPr>
          <p:cNvPr id="1550" name="Google Shape;1550;g2a4cc99e909_1_639"/>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g2a4cc99e909_1_647"/>
          <p:cNvSpPr txBox="1"/>
          <p:nvPr/>
        </p:nvSpPr>
        <p:spPr>
          <a:xfrm>
            <a:off x="8737600" y="6248400"/>
            <a:ext cx="2540100" cy="457200"/>
          </a:xfrm>
          <a:prstGeom prst="rect">
            <a:avLst/>
          </a:prstGeom>
          <a:noFill/>
          <a:ln>
            <a:noFill/>
          </a:ln>
        </p:spPr>
        <p:txBody>
          <a:bodyPr anchorCtr="0" anchor="t"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Times"/>
              <a:buNone/>
            </a:pPr>
            <a:fld id="{00000000-1234-1234-1234-123412341234}" type="slidenum">
              <a:rPr b="0" i="0" lang="en-US" sz="1400" u="none">
                <a:solidFill>
                  <a:srgbClr val="000000"/>
                </a:solidFill>
                <a:latin typeface="Times"/>
                <a:ea typeface="Times"/>
                <a:cs typeface="Times"/>
                <a:sym typeface="Times"/>
              </a:rPr>
              <a:t>‹#›</a:t>
            </a:fld>
            <a:endParaRPr/>
          </a:p>
        </p:txBody>
      </p:sp>
      <p:sp>
        <p:nvSpPr>
          <p:cNvPr id="1557" name="Google Shape;1557;g2a4cc99e909_1_647"/>
          <p:cNvSpPr txBox="1"/>
          <p:nvPr/>
        </p:nvSpPr>
        <p:spPr>
          <a:xfrm>
            <a:off x="914400" y="1981200"/>
            <a:ext cx="10363200" cy="4114800"/>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J(r+1)i ;  k k+1</a:t>
            </a:r>
            <a:endParaRPr/>
          </a:p>
          <a:p>
            <a:pPr indent="-341312" lvl="0" marL="342900" marR="0" rtl="0" algn="l">
              <a:lnSpc>
                <a:spcPct val="100000"/>
              </a:lnSpc>
              <a:spcBef>
                <a:spcPts val="70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 i is inserted at position r+1 //</a:t>
            </a:r>
            <a:endParaRPr/>
          </a:p>
          <a:p>
            <a:pPr indent="-341312" lvl="0" marL="342900" marR="0" rtl="0" algn="l">
              <a:lnSpc>
                <a:spcPct val="100000"/>
              </a:lnSpc>
              <a:spcBef>
                <a:spcPts val="70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 and total jobs in J are increased by one //</a:t>
            </a:r>
            <a:endParaRPr/>
          </a:p>
          <a:p>
            <a:pPr indent="-341312" lvl="0" marL="342900" marR="0" rtl="0" algn="l">
              <a:lnSpc>
                <a:spcPct val="100000"/>
              </a:lnSpc>
              <a:spcBef>
                <a:spcPts val="70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repeat</a:t>
            </a:r>
            <a:endParaRPr/>
          </a:p>
          <a:p>
            <a:pPr indent="-341312" lvl="0" marL="342900" marR="0" rtl="0" algn="l">
              <a:lnSpc>
                <a:spcPct val="100000"/>
              </a:lnSpc>
              <a:spcBef>
                <a:spcPts val="70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end JS</a:t>
            </a:r>
            <a:endParaRPr/>
          </a:p>
          <a:p>
            <a:pPr indent="0" lvl="0" marL="0" marR="0" rtl="0" algn="l">
              <a:lnSpc>
                <a:spcPct val="100000"/>
              </a:lnSpc>
              <a:spcBef>
                <a:spcPts val="0"/>
              </a:spcBef>
              <a:spcAft>
                <a:spcPts val="0"/>
              </a:spcAft>
              <a:buNone/>
            </a:pPr>
            <a:r>
              <a:t/>
            </a:r>
            <a:endParaRPr b="0" i="0" sz="2400" u="none">
              <a:solidFill>
                <a:srgbClr val="000000"/>
              </a:solidFill>
              <a:latin typeface="Times New Roman"/>
              <a:ea typeface="Times New Roman"/>
              <a:cs typeface="Times New Roman"/>
              <a:sym typeface="Times New Roman"/>
            </a:endParaRPr>
          </a:p>
        </p:txBody>
      </p:sp>
      <p:sp>
        <p:nvSpPr>
          <p:cNvPr id="1558" name="Google Shape;1558;g2a4cc99e909_1_647"/>
          <p:cNvSpPr txBox="1"/>
          <p:nvPr/>
        </p:nvSpPr>
        <p:spPr>
          <a:xfrm>
            <a:off x="1219200" y="381000"/>
            <a:ext cx="103632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93300"/>
              </a:buClr>
              <a:buSzPts val="3600"/>
              <a:buFont typeface="Times New Roman"/>
              <a:buNone/>
            </a:pPr>
            <a:r>
              <a:rPr b="0" i="0" lang="en-US" sz="3600" u="none">
                <a:solidFill>
                  <a:srgbClr val="993300"/>
                </a:solidFill>
                <a:latin typeface="Times New Roman"/>
                <a:ea typeface="Times New Roman"/>
                <a:cs typeface="Times New Roman"/>
                <a:sym typeface="Times New Roman"/>
              </a:rPr>
              <a:t>GREEDY ALGORITHM TO OBTAIN AN OPTIMAL SOLUTION (Contd..)</a:t>
            </a:r>
            <a:endParaRPr/>
          </a:p>
        </p:txBody>
      </p:sp>
      <p:sp>
        <p:nvSpPr>
          <p:cNvPr id="1559" name="Google Shape;1559;g2a4cc99e909_1_647"/>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pic>
        <p:nvPicPr>
          <p:cNvPr id="1564" name="Google Shape;1564;g2a4cc99e909_1_655"/>
          <p:cNvPicPr preferRelativeResize="0"/>
          <p:nvPr/>
        </p:nvPicPr>
        <p:blipFill rotWithShape="1">
          <a:blip r:embed="rId3">
            <a:alphaModFix/>
          </a:blip>
          <a:srcRect b="0" l="0" r="0" t="0"/>
          <a:stretch/>
        </p:blipFill>
        <p:spPr>
          <a:xfrm>
            <a:off x="1117600" y="984225"/>
            <a:ext cx="8940800" cy="5337050"/>
          </a:xfrm>
          <a:prstGeom prst="rect">
            <a:avLst/>
          </a:prstGeom>
          <a:noFill/>
          <a:ln>
            <a:noFill/>
          </a:ln>
        </p:spPr>
      </p:pic>
      <p:sp>
        <p:nvSpPr>
          <p:cNvPr id="1565" name="Google Shape;1565;g2a4cc99e909_1_655"/>
          <p:cNvSpPr txBox="1"/>
          <p:nvPr/>
        </p:nvSpPr>
        <p:spPr>
          <a:xfrm>
            <a:off x="1727200" y="276225"/>
            <a:ext cx="9753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Algorithm for Job sequencing with Deadlines </a:t>
            </a:r>
            <a:endParaRPr/>
          </a:p>
        </p:txBody>
      </p:sp>
      <p:sp>
        <p:nvSpPr>
          <p:cNvPr id="1566" name="Google Shape;1566;g2a4cc99e909_1_655"/>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g2a4cc99e909_1_661"/>
          <p:cNvSpPr txBox="1"/>
          <p:nvPr/>
        </p:nvSpPr>
        <p:spPr>
          <a:xfrm>
            <a:off x="8737600" y="6248400"/>
            <a:ext cx="2540100" cy="457200"/>
          </a:xfrm>
          <a:prstGeom prst="rect">
            <a:avLst/>
          </a:prstGeom>
          <a:noFill/>
          <a:ln>
            <a:noFill/>
          </a:ln>
        </p:spPr>
        <p:txBody>
          <a:bodyPr anchorCtr="0" anchor="t" bIns="46800" lIns="90000" spcFirstLastPara="1" rIns="90000" wrap="square" tIns="46800">
            <a:noAutofit/>
          </a:bodyPr>
          <a:lstStyle/>
          <a:p>
            <a:pPr indent="0" lvl="0" marL="0" marR="0" rtl="0" algn="r">
              <a:lnSpc>
                <a:spcPct val="100000"/>
              </a:lnSpc>
              <a:spcBef>
                <a:spcPts val="0"/>
              </a:spcBef>
              <a:spcAft>
                <a:spcPts val="0"/>
              </a:spcAft>
              <a:buClr>
                <a:srgbClr val="000000"/>
              </a:buClr>
              <a:buSzPts val="1400"/>
              <a:buFont typeface="Times"/>
              <a:buNone/>
            </a:pPr>
            <a:fld id="{00000000-1234-1234-1234-123412341234}" type="slidenum">
              <a:rPr b="0" i="0" lang="en-US" sz="1400" u="none">
                <a:solidFill>
                  <a:srgbClr val="000000"/>
                </a:solidFill>
                <a:latin typeface="Times"/>
                <a:ea typeface="Times"/>
                <a:cs typeface="Times"/>
                <a:sym typeface="Times"/>
              </a:rPr>
              <a:t>‹#›</a:t>
            </a:fld>
            <a:endParaRPr/>
          </a:p>
        </p:txBody>
      </p:sp>
      <p:sp>
        <p:nvSpPr>
          <p:cNvPr id="1573" name="Google Shape;1573;g2a4cc99e909_1_661"/>
          <p:cNvSpPr txBox="1"/>
          <p:nvPr/>
        </p:nvSpPr>
        <p:spPr>
          <a:xfrm>
            <a:off x="1422400" y="304800"/>
            <a:ext cx="10363200" cy="1431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COMPLEXITY ANALYSIS OF JS ALGORITHM</a:t>
            </a:r>
            <a:endParaRPr/>
          </a:p>
        </p:txBody>
      </p:sp>
      <p:sp>
        <p:nvSpPr>
          <p:cNvPr id="1574" name="Google Shape;1574;g2a4cc99e909_1_661"/>
          <p:cNvSpPr txBox="1"/>
          <p:nvPr/>
        </p:nvSpPr>
        <p:spPr>
          <a:xfrm>
            <a:off x="914400" y="1981200"/>
            <a:ext cx="10464900" cy="4425900"/>
          </a:xfrm>
          <a:prstGeom prst="rect">
            <a:avLst/>
          </a:prstGeom>
          <a:noFill/>
          <a:ln>
            <a:noFill/>
          </a:ln>
        </p:spPr>
        <p:txBody>
          <a:bodyPr anchorCtr="0" anchor="t" bIns="45700" lIns="91425" spcFirstLastPara="1" rIns="91425" wrap="square" tIns="45700">
            <a:noAutofit/>
          </a:bodyPr>
          <a:lstStyle/>
          <a:p>
            <a:pPr indent="-341312" lvl="0" marL="341312" marR="0" rtl="0" algn="l">
              <a:lnSpc>
                <a:spcPct val="90000"/>
              </a:lnSpc>
              <a:spcBef>
                <a:spcPts val="0"/>
              </a:spcBef>
              <a:spcAft>
                <a:spcPts val="0"/>
              </a:spcAft>
              <a:buClr>
                <a:srgbClr val="000000"/>
              </a:buClr>
              <a:buSzPts val="2800"/>
              <a:buFont typeface="Times New Roman"/>
              <a:buChar char="•"/>
            </a:pPr>
            <a:r>
              <a:rPr b="0" i="0" lang="en-US" sz="2800" u="none">
                <a:solidFill>
                  <a:srgbClr val="000000"/>
                </a:solidFill>
                <a:latin typeface="Times"/>
                <a:ea typeface="Times"/>
                <a:cs typeface="Times"/>
                <a:sym typeface="Times"/>
              </a:rPr>
              <a:t>Let n be the number of jobs and s be the number of jobs included in the solution. </a:t>
            </a:r>
            <a:endParaRPr/>
          </a:p>
          <a:p>
            <a:pPr indent="-341312" lvl="0" marL="341312" marR="0" rtl="0" algn="l">
              <a:lnSpc>
                <a:spcPct val="90000"/>
              </a:lnSpc>
              <a:spcBef>
                <a:spcPts val="700"/>
              </a:spcBef>
              <a:spcAft>
                <a:spcPts val="0"/>
              </a:spcAft>
              <a:buClr>
                <a:srgbClr val="000000"/>
              </a:buClr>
              <a:buSzPts val="2800"/>
              <a:buFont typeface="Times New Roman"/>
              <a:buChar char="•"/>
            </a:pPr>
            <a:r>
              <a:rPr b="0" i="0" lang="en-US" sz="2800" u="none">
                <a:solidFill>
                  <a:srgbClr val="000000"/>
                </a:solidFill>
                <a:latin typeface="Times"/>
                <a:ea typeface="Times"/>
                <a:cs typeface="Times"/>
                <a:sym typeface="Times"/>
              </a:rPr>
              <a:t>The loop between lines 4-15 (the for-loop) is iterated  (n-1)times.</a:t>
            </a:r>
            <a:endParaRPr/>
          </a:p>
          <a:p>
            <a:pPr indent="-341312" lvl="0" marL="341312" marR="0" rtl="0" algn="l">
              <a:lnSpc>
                <a:spcPct val="90000"/>
              </a:lnSpc>
              <a:spcBef>
                <a:spcPts val="700"/>
              </a:spcBef>
              <a:spcAft>
                <a:spcPts val="0"/>
              </a:spcAft>
              <a:buClr>
                <a:srgbClr val="000000"/>
              </a:buClr>
              <a:buSzPts val="2800"/>
              <a:buFont typeface="Times New Roman"/>
              <a:buChar char="•"/>
            </a:pPr>
            <a:r>
              <a:rPr b="0" i="0" lang="en-US" sz="2800" u="none">
                <a:solidFill>
                  <a:srgbClr val="000000"/>
                </a:solidFill>
                <a:latin typeface="Times"/>
                <a:ea typeface="Times"/>
                <a:cs typeface="Times"/>
                <a:sym typeface="Times"/>
              </a:rPr>
              <a:t>Each iteration takes O(k) where k is the number of existing jobs.</a:t>
            </a:r>
            <a:endParaRPr/>
          </a:p>
          <a:p>
            <a:pPr indent="-341312" lvl="0" marL="341312" marR="0" rtl="0" algn="l">
              <a:lnSpc>
                <a:spcPct val="90000"/>
              </a:lnSpc>
              <a:spcBef>
                <a:spcPts val="700"/>
              </a:spcBef>
              <a:spcAft>
                <a:spcPts val="0"/>
              </a:spcAft>
              <a:buClr>
                <a:srgbClr val="000000"/>
              </a:buClr>
              <a:buSzPts val="2800"/>
              <a:buFont typeface="Noto Sans Symbols"/>
              <a:buChar char="∴"/>
            </a:pPr>
            <a:r>
              <a:rPr b="0" i="0" lang="en-US" sz="2800" u="none">
                <a:solidFill>
                  <a:srgbClr val="000000"/>
                </a:solidFill>
                <a:latin typeface="Times"/>
                <a:ea typeface="Times"/>
                <a:cs typeface="Times"/>
                <a:sym typeface="Times"/>
              </a:rPr>
              <a:t>The time needed by the algorithm is 0(sn) s </a:t>
            </a:r>
            <a:r>
              <a:rPr b="0" i="0" lang="en-US" sz="2400" u="none">
                <a:solidFill>
                  <a:srgbClr val="000000"/>
                </a:solidFill>
                <a:latin typeface="Noto Sans Symbols"/>
                <a:ea typeface="Noto Sans Symbols"/>
                <a:cs typeface="Noto Sans Symbols"/>
                <a:sym typeface="Noto Sans Symbols"/>
              </a:rPr>
              <a:t>≤</a:t>
            </a:r>
            <a:r>
              <a:rPr b="0" i="0" lang="en-US" sz="2800" u="none">
                <a:solidFill>
                  <a:srgbClr val="000000"/>
                </a:solidFill>
                <a:latin typeface="Times"/>
                <a:ea typeface="Times"/>
                <a:cs typeface="Times"/>
                <a:sym typeface="Times"/>
              </a:rPr>
              <a:t> n so the worst case time is 0(n</a:t>
            </a:r>
            <a:r>
              <a:rPr b="0" baseline="30000" i="0" lang="en-US" sz="2800" u="none">
                <a:solidFill>
                  <a:srgbClr val="000000"/>
                </a:solidFill>
                <a:latin typeface="Times"/>
                <a:ea typeface="Times"/>
                <a:cs typeface="Times"/>
                <a:sym typeface="Times"/>
              </a:rPr>
              <a:t>2</a:t>
            </a:r>
            <a:r>
              <a:rPr b="0" i="0" lang="en-US" sz="2800" u="none">
                <a:solidFill>
                  <a:srgbClr val="000000"/>
                </a:solidFill>
                <a:latin typeface="Times"/>
                <a:ea typeface="Times"/>
                <a:cs typeface="Times"/>
                <a:sym typeface="Times"/>
              </a:rPr>
              <a:t>). </a:t>
            </a:r>
            <a:endParaRPr/>
          </a:p>
          <a:p>
            <a:pPr indent="-341312" lvl="0" marL="341312" marR="0" rtl="0" algn="l">
              <a:lnSpc>
                <a:spcPct val="90000"/>
              </a:lnSpc>
              <a:spcBef>
                <a:spcPts val="700"/>
              </a:spcBef>
              <a:spcAft>
                <a:spcPts val="0"/>
              </a:spcAft>
              <a:buClr>
                <a:srgbClr val="000000"/>
              </a:buClr>
              <a:buSzPts val="2800"/>
              <a:buFont typeface="Times"/>
              <a:buNone/>
            </a:pPr>
            <a:r>
              <a:rPr b="0" i="0" lang="en-US" sz="2800" u="none">
                <a:solidFill>
                  <a:srgbClr val="000000"/>
                </a:solidFill>
                <a:latin typeface="Times"/>
                <a:ea typeface="Times"/>
                <a:cs typeface="Times"/>
                <a:sym typeface="Times"/>
              </a:rPr>
              <a:t>	If d</a:t>
            </a:r>
            <a:r>
              <a:rPr b="0" baseline="-25000" i="0" lang="en-US" sz="2800" u="none">
                <a:solidFill>
                  <a:srgbClr val="000000"/>
                </a:solidFill>
                <a:latin typeface="Times"/>
                <a:ea typeface="Times"/>
                <a:cs typeface="Times"/>
                <a:sym typeface="Times"/>
              </a:rPr>
              <a:t>i</a:t>
            </a:r>
            <a:r>
              <a:rPr b="0" i="0" lang="en-US" sz="2800" u="none">
                <a:solidFill>
                  <a:srgbClr val="000000"/>
                </a:solidFill>
                <a:latin typeface="Times"/>
                <a:ea typeface="Times"/>
                <a:cs typeface="Times"/>
                <a:sym typeface="Times"/>
              </a:rPr>
              <a:t> = n - i+1   1 </a:t>
            </a:r>
            <a:r>
              <a:rPr b="0" i="0" lang="en-US" sz="2400" u="none">
                <a:solidFill>
                  <a:srgbClr val="000000"/>
                </a:solidFill>
                <a:latin typeface="Noto Sans Symbols"/>
                <a:ea typeface="Noto Sans Symbols"/>
                <a:cs typeface="Noto Sans Symbols"/>
                <a:sym typeface="Noto Sans Symbols"/>
              </a:rPr>
              <a:t>≤</a:t>
            </a:r>
            <a:r>
              <a:rPr b="0" i="0" lang="en-US" sz="2800" u="none">
                <a:solidFill>
                  <a:srgbClr val="000000"/>
                </a:solidFill>
                <a:latin typeface="Times"/>
                <a:ea typeface="Times"/>
                <a:cs typeface="Times"/>
                <a:sym typeface="Times"/>
              </a:rPr>
              <a:t> i </a:t>
            </a:r>
            <a:r>
              <a:rPr b="0" i="0" lang="en-US" sz="2400" u="none">
                <a:solidFill>
                  <a:srgbClr val="000000"/>
                </a:solidFill>
                <a:latin typeface="Noto Sans Symbols"/>
                <a:ea typeface="Noto Sans Symbols"/>
                <a:cs typeface="Noto Sans Symbols"/>
                <a:sym typeface="Noto Sans Symbols"/>
              </a:rPr>
              <a:t>≤</a:t>
            </a:r>
            <a:r>
              <a:rPr b="0" i="0" lang="en-US" sz="2800" u="none">
                <a:solidFill>
                  <a:srgbClr val="000000"/>
                </a:solidFill>
                <a:latin typeface="Times"/>
                <a:ea typeface="Times"/>
                <a:cs typeface="Times"/>
                <a:sym typeface="Times"/>
              </a:rPr>
              <a:t> n, JS takes θ(n</a:t>
            </a:r>
            <a:r>
              <a:rPr b="0" baseline="30000" i="0" lang="en-US" sz="2800" u="none">
                <a:solidFill>
                  <a:srgbClr val="000000"/>
                </a:solidFill>
                <a:latin typeface="Times"/>
                <a:ea typeface="Times"/>
                <a:cs typeface="Times"/>
                <a:sym typeface="Times"/>
              </a:rPr>
              <a:t>2</a:t>
            </a:r>
            <a:r>
              <a:rPr b="0" i="0" lang="en-US" sz="2800" u="none">
                <a:solidFill>
                  <a:srgbClr val="000000"/>
                </a:solidFill>
                <a:latin typeface="Times"/>
                <a:ea typeface="Times"/>
                <a:cs typeface="Times"/>
                <a:sym typeface="Times"/>
              </a:rPr>
              <a:t>) time </a:t>
            </a:r>
            <a:endParaRPr/>
          </a:p>
          <a:p>
            <a:pPr indent="-341312" lvl="0" marL="341312" marR="0" rtl="0" algn="l">
              <a:lnSpc>
                <a:spcPct val="90000"/>
              </a:lnSpc>
              <a:spcBef>
                <a:spcPts val="700"/>
              </a:spcBef>
              <a:spcAft>
                <a:spcPts val="0"/>
              </a:spcAft>
              <a:buClr>
                <a:srgbClr val="000000"/>
              </a:buClr>
              <a:buSzPts val="2800"/>
              <a:buFont typeface="Times"/>
              <a:buNone/>
            </a:pPr>
            <a:r>
              <a:rPr b="0" i="0" lang="en-US" sz="2800" u="none">
                <a:solidFill>
                  <a:srgbClr val="000000"/>
                </a:solidFill>
                <a:latin typeface="Times"/>
                <a:ea typeface="Times"/>
                <a:cs typeface="Times"/>
                <a:sym typeface="Times"/>
              </a:rPr>
              <a:t>	D and J need θ(s) amount of space.</a:t>
            </a:r>
            <a:endParaRPr/>
          </a:p>
        </p:txBody>
      </p:sp>
      <p:sp>
        <p:nvSpPr>
          <p:cNvPr id="1575" name="Google Shape;1575;g2a4cc99e909_1_661"/>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9" name="Shape 1579"/>
        <p:cNvGrpSpPr/>
        <p:nvPr/>
      </p:nvGrpSpPr>
      <p:grpSpPr>
        <a:xfrm>
          <a:off x="0" y="0"/>
          <a:ext cx="0" cy="0"/>
          <a:chOff x="0" y="0"/>
          <a:chExt cx="0" cy="0"/>
        </a:xfrm>
      </p:grpSpPr>
      <p:sp>
        <p:nvSpPr>
          <p:cNvPr id="1580" name="Google Shape;1580;g2a4cc99e909_1_669"/>
          <p:cNvSpPr txBox="1"/>
          <p:nvPr/>
        </p:nvSpPr>
        <p:spPr>
          <a:xfrm>
            <a:off x="609600" y="0"/>
            <a:ext cx="95505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0" i="0" lang="en-US" sz="3200" u="none">
                <a:solidFill>
                  <a:schemeClr val="dk1"/>
                </a:solidFill>
                <a:latin typeface="Times"/>
                <a:ea typeface="Times"/>
                <a:cs typeface="Times"/>
                <a:sym typeface="Times"/>
              </a:rPr>
              <a:t>Examples :Job Sequencing Problems:</a:t>
            </a:r>
            <a:endParaRPr/>
          </a:p>
          <a:p>
            <a:pPr indent="0" lvl="0" marL="0" marR="0" rtl="0" algn="l">
              <a:lnSpc>
                <a:spcPct val="100000"/>
              </a:lnSpc>
              <a:spcBef>
                <a:spcPts val="0"/>
              </a:spcBef>
              <a:spcAft>
                <a:spcPts val="0"/>
              </a:spcAft>
              <a:buNone/>
            </a:pPr>
            <a:r>
              <a:t/>
            </a:r>
            <a:endParaRPr b="0" i="0" sz="3200" u="none">
              <a:solidFill>
                <a:schemeClr val="dk1"/>
              </a:solidFill>
              <a:latin typeface="Times"/>
              <a:ea typeface="Times"/>
              <a:cs typeface="Times"/>
              <a:sym typeface="Times"/>
            </a:endParaRPr>
          </a:p>
        </p:txBody>
      </p:sp>
      <p:sp>
        <p:nvSpPr>
          <p:cNvPr id="1581" name="Google Shape;1581;g2a4cc99e909_1_669"/>
          <p:cNvSpPr txBox="1"/>
          <p:nvPr/>
        </p:nvSpPr>
        <p:spPr>
          <a:xfrm>
            <a:off x="609600" y="609600"/>
            <a:ext cx="10972800" cy="56643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Bookman Old Style"/>
              <a:buNone/>
            </a:pPr>
            <a:r>
              <a:rPr b="1" i="0" lang="en-US" sz="1400" u="none">
                <a:solidFill>
                  <a:schemeClr val="dk1"/>
                </a:solidFill>
                <a:latin typeface="Bookman Old Style"/>
                <a:ea typeface="Bookman Old Style"/>
                <a:cs typeface="Bookman Old Style"/>
                <a:sym typeface="Bookman Old Style"/>
              </a:rPr>
              <a:t>1) Write a greedy algorithm for sequencing unit time jobs with deadlines </a:t>
            </a:r>
            <a:endParaRPr/>
          </a:p>
          <a:p>
            <a:pPr indent="0" lvl="0" marL="0" marR="0" rtl="0" algn="l">
              <a:lnSpc>
                <a:spcPct val="100000"/>
              </a:lnSpc>
              <a:spcBef>
                <a:spcPts val="0"/>
              </a:spcBef>
              <a:spcAft>
                <a:spcPts val="0"/>
              </a:spcAft>
              <a:buClr>
                <a:schemeClr val="dk1"/>
              </a:buClr>
              <a:buSzPts val="1400"/>
              <a:buFont typeface="Bookman Old Style"/>
              <a:buNone/>
            </a:pPr>
            <a:r>
              <a:rPr b="1" i="0" lang="en-US" sz="1400" u="none">
                <a:solidFill>
                  <a:schemeClr val="dk1"/>
                </a:solidFill>
                <a:latin typeface="Bookman Old Style"/>
                <a:ea typeface="Bookman Old Style"/>
                <a:cs typeface="Bookman Old Style"/>
                <a:sym typeface="Bookman Old Style"/>
              </a:rPr>
              <a:t>and profits.  Using this algorithm, find the optimal solutions when</a:t>
            </a:r>
            <a:endParaRPr/>
          </a:p>
          <a:p>
            <a:pPr indent="0" lvl="0" marL="0" marR="0" rtl="0" algn="l">
              <a:lnSpc>
                <a:spcPct val="100000"/>
              </a:lnSpc>
              <a:spcBef>
                <a:spcPts val="0"/>
              </a:spcBef>
              <a:spcAft>
                <a:spcPts val="0"/>
              </a:spcAft>
              <a:buClr>
                <a:schemeClr val="dk1"/>
              </a:buClr>
              <a:buSzPts val="1400"/>
              <a:buFont typeface="Bookman Old Style"/>
              <a:buNone/>
            </a:pPr>
            <a:r>
              <a:rPr b="1" i="0" lang="en-US" sz="1400" u="none">
                <a:solidFill>
                  <a:schemeClr val="dk1"/>
                </a:solidFill>
                <a:latin typeface="Bookman Old Style"/>
                <a:ea typeface="Bookman Old Style"/>
                <a:cs typeface="Bookman Old Style"/>
                <a:sym typeface="Bookman Old Style"/>
              </a:rPr>
              <a:t> n=5,(p1,p2,p3,p4,p5)=(20,15,10,5,1) and (d1,d2,d3,d4,d5)=(2,2,1,3,3). </a:t>
            </a:r>
            <a:endParaRPr/>
          </a:p>
          <a:p>
            <a:pPr indent="0" lvl="0" marL="0" marR="0" rtl="0" algn="l">
              <a:lnSpc>
                <a:spcPct val="100000"/>
              </a:lnSpc>
              <a:spcBef>
                <a:spcPts val="0"/>
              </a:spcBef>
              <a:spcAft>
                <a:spcPts val="0"/>
              </a:spcAft>
              <a:buClr>
                <a:schemeClr val="dk1"/>
              </a:buClr>
              <a:buSzPts val="1800"/>
              <a:buFont typeface="Times"/>
              <a:buNone/>
            </a:pPr>
            <a:r>
              <a:t/>
            </a:r>
            <a:endParaRPr b="1" i="0" sz="1800" u="none">
              <a:solidFill>
                <a:schemeClr val="dk1"/>
              </a:solidFill>
              <a:latin typeface="Bookman Old Style"/>
              <a:ea typeface="Bookman Old Style"/>
              <a:cs typeface="Bookman Old Style"/>
              <a:sym typeface="Bookman Old Style"/>
            </a:endParaRPr>
          </a:p>
          <a:p>
            <a:pPr indent="0" lvl="0" marL="0" marR="0" rtl="0" algn="l">
              <a:lnSpc>
                <a:spcPct val="100000"/>
              </a:lnSpc>
              <a:spcBef>
                <a:spcPts val="0"/>
              </a:spcBef>
              <a:spcAft>
                <a:spcPts val="0"/>
              </a:spcAft>
              <a:buClr>
                <a:schemeClr val="dk1"/>
              </a:buClr>
              <a:buSzPts val="1400"/>
              <a:buFont typeface="Bookman Old Style"/>
              <a:buNone/>
            </a:pPr>
            <a:r>
              <a:rPr b="1" i="0" lang="en-US" sz="1400" u="none">
                <a:solidFill>
                  <a:schemeClr val="dk1"/>
                </a:solidFill>
                <a:latin typeface="Bookman Old Style"/>
                <a:ea typeface="Bookman Old Style"/>
                <a:cs typeface="Bookman Old Style"/>
                <a:sym typeface="Bookman Old Style"/>
              </a:rPr>
              <a:t>2)  Find the correct sequence for jobs using following instances,</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JobID        Deadline        Profit</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1                       4               20</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2                       1              10</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3                       1              40</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4                       1              30</a:t>
            </a:r>
            <a:endParaRPr/>
          </a:p>
          <a:p>
            <a:pPr indent="0" lvl="0" marL="0" marR="0" rtl="0" algn="l">
              <a:lnSpc>
                <a:spcPct val="100000"/>
              </a:lnSpc>
              <a:spcBef>
                <a:spcPts val="0"/>
              </a:spcBef>
              <a:spcAft>
                <a:spcPts val="0"/>
              </a:spcAft>
              <a:buClr>
                <a:schemeClr val="dk1"/>
              </a:buClr>
              <a:buSzPts val="1400"/>
              <a:buFont typeface="Bookman Old Style"/>
              <a:buNone/>
            </a:pPr>
            <a:r>
              <a:rPr b="1" i="0" lang="en-US" sz="1400" u="none">
                <a:solidFill>
                  <a:schemeClr val="dk1"/>
                </a:solidFill>
                <a:latin typeface="Bookman Old Style"/>
                <a:ea typeface="Bookman Old Style"/>
                <a:cs typeface="Bookman Old Style"/>
                <a:sym typeface="Bookman Old Style"/>
              </a:rPr>
              <a:t>3)Find the correct sequence for jobs using following instances,</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JobID        Deadline        Profit</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1                       2        100</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2                       1        19</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3                       2        27</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a:solidFill>
                  <a:schemeClr val="dk1"/>
                </a:solidFill>
                <a:latin typeface="Times New Roman"/>
                <a:ea typeface="Times New Roman"/>
                <a:cs typeface="Times New Roman"/>
                <a:sym typeface="Times New Roman"/>
              </a:rPr>
              <a:t>4                       1        25</a:t>
            </a:r>
            <a:endParaRPr/>
          </a:p>
          <a:p>
            <a:pPr indent="-114300" lvl="0" marL="0" marR="0" rtl="0" algn="l">
              <a:lnSpc>
                <a:spcPct val="100000"/>
              </a:lnSpc>
              <a:spcBef>
                <a:spcPts val="0"/>
              </a:spcBef>
              <a:spcAft>
                <a:spcPts val="0"/>
              </a:spcAft>
              <a:buClr>
                <a:schemeClr val="dk1"/>
              </a:buClr>
              <a:buSzPts val="1800"/>
              <a:buFont typeface="Times New Roman"/>
              <a:buAutoNum type="arabicPlain" startAt="5"/>
            </a:pPr>
            <a:r>
              <a:rPr b="0" i="0" lang="en-US" sz="1800" u="none">
                <a:solidFill>
                  <a:schemeClr val="dk1"/>
                </a:solidFill>
                <a:latin typeface="Times New Roman"/>
                <a:ea typeface="Times New Roman"/>
                <a:cs typeface="Times New Roman"/>
                <a:sym typeface="Times New Roman"/>
              </a:rPr>
              <a:t>                   3        15</a:t>
            </a:r>
            <a:endParaRPr/>
          </a:p>
          <a:p>
            <a:pPr indent="0" lvl="0" marL="0" marR="0" rtl="0" algn="l">
              <a:lnSpc>
                <a:spcPct val="100000"/>
              </a:lnSpc>
              <a:spcBef>
                <a:spcPts val="0"/>
              </a:spcBef>
              <a:spcAft>
                <a:spcPts val="0"/>
              </a:spcAft>
              <a:buClr>
                <a:schemeClr val="dk1"/>
              </a:buClr>
              <a:buSzPts val="1400"/>
              <a:buFont typeface="Bookman Old Style"/>
              <a:buNone/>
            </a:pPr>
            <a:r>
              <a:rPr b="1" i="0" lang="en-US" sz="1400" u="none">
                <a:solidFill>
                  <a:schemeClr val="dk1"/>
                </a:solidFill>
                <a:latin typeface="Bookman Old Style"/>
                <a:ea typeface="Bookman Old Style"/>
                <a:cs typeface="Bookman Old Style"/>
                <a:sym typeface="Bookman Old Style"/>
              </a:rPr>
              <a:t>4)Find the optimum job sequence for the following problem.</a:t>
            </a:r>
            <a:endParaRPr/>
          </a:p>
          <a:p>
            <a:pPr indent="0" lvl="0" marL="0" marR="0" rtl="0" algn="l">
              <a:lnSpc>
                <a:spcPct val="100000"/>
              </a:lnSpc>
              <a:spcBef>
                <a:spcPts val="0"/>
              </a:spcBef>
              <a:spcAft>
                <a:spcPts val="0"/>
              </a:spcAft>
              <a:buClr>
                <a:schemeClr val="dk1"/>
              </a:buClr>
              <a:buSzPts val="1000"/>
              <a:buFont typeface="Bookman Old Style"/>
              <a:buNone/>
            </a:pPr>
            <a:r>
              <a:rPr b="0" i="0" lang="en-US" sz="1000" u="none">
                <a:solidFill>
                  <a:schemeClr val="dk1"/>
                </a:solidFill>
                <a:latin typeface="Bookman Old Style"/>
                <a:ea typeface="Bookman Old Style"/>
                <a:cs typeface="Bookman Old Style"/>
                <a:sym typeface="Bookman Old Style"/>
              </a:rPr>
              <a:t>n = 7             P</a:t>
            </a:r>
            <a:r>
              <a:rPr b="0" baseline="-25000" i="0" lang="en-US" sz="1000" u="none">
                <a:solidFill>
                  <a:schemeClr val="dk1"/>
                </a:solidFill>
                <a:latin typeface="Bookman Old Style"/>
                <a:ea typeface="Bookman Old Style"/>
                <a:cs typeface="Bookman Old Style"/>
                <a:sym typeface="Bookman Old Style"/>
              </a:rPr>
              <a:t>7    </a:t>
            </a:r>
            <a:r>
              <a:rPr b="0" i="0" lang="en-US" sz="1000" u="none">
                <a:solidFill>
                  <a:schemeClr val="dk1"/>
                </a:solidFill>
                <a:latin typeface="Bookman Old Style"/>
                <a:ea typeface="Bookman Old Style"/>
                <a:cs typeface="Bookman Old Style"/>
                <a:sym typeface="Bookman Old Style"/>
              </a:rPr>
              <a:t>        J</a:t>
            </a:r>
            <a:r>
              <a:rPr b="0" baseline="-25000" i="0" lang="en-US" sz="1000" u="none">
                <a:solidFill>
                  <a:schemeClr val="dk1"/>
                </a:solidFill>
                <a:latin typeface="Bookman Old Style"/>
                <a:ea typeface="Bookman Old Style"/>
                <a:cs typeface="Bookman Old Style"/>
                <a:sym typeface="Bookman Old Style"/>
              </a:rPr>
              <a:t>1</a:t>
            </a:r>
            <a:r>
              <a:rPr b="0" i="0" lang="en-US" sz="1000" u="none">
                <a:solidFill>
                  <a:schemeClr val="dk1"/>
                </a:solidFill>
                <a:latin typeface="Bookman Old Style"/>
                <a:ea typeface="Bookman Old Style"/>
                <a:cs typeface="Bookman Old Style"/>
                <a:sym typeface="Bookman Old Style"/>
              </a:rPr>
              <a:t>  j</a:t>
            </a:r>
            <a:r>
              <a:rPr b="0" baseline="-25000" i="0" lang="en-US" sz="1000" u="none">
                <a:solidFill>
                  <a:schemeClr val="dk1"/>
                </a:solidFill>
                <a:latin typeface="Bookman Old Style"/>
                <a:ea typeface="Bookman Old Style"/>
                <a:cs typeface="Bookman Old Style"/>
                <a:sym typeface="Bookman Old Style"/>
              </a:rPr>
              <a:t>2 </a:t>
            </a:r>
            <a:r>
              <a:rPr b="0" i="0" lang="en-US" sz="1000" u="none">
                <a:solidFill>
                  <a:schemeClr val="dk1"/>
                </a:solidFill>
                <a:latin typeface="Bookman Old Style"/>
                <a:ea typeface="Bookman Old Style"/>
                <a:cs typeface="Bookman Old Style"/>
                <a:sym typeface="Bookman Old Style"/>
              </a:rPr>
              <a:t>  j</a:t>
            </a:r>
            <a:r>
              <a:rPr b="0" baseline="-25000" i="0" lang="en-US" sz="1000" u="none">
                <a:solidFill>
                  <a:schemeClr val="dk1"/>
                </a:solidFill>
                <a:latin typeface="Bookman Old Style"/>
                <a:ea typeface="Bookman Old Style"/>
                <a:cs typeface="Bookman Old Style"/>
                <a:sym typeface="Bookman Old Style"/>
              </a:rPr>
              <a:t>3 </a:t>
            </a:r>
            <a:r>
              <a:rPr b="0" i="0" lang="en-US" sz="1000" u="none">
                <a:solidFill>
                  <a:schemeClr val="dk1"/>
                </a:solidFill>
                <a:latin typeface="Bookman Old Style"/>
                <a:ea typeface="Bookman Old Style"/>
                <a:cs typeface="Bookman Old Style"/>
                <a:sym typeface="Bookman Old Style"/>
              </a:rPr>
              <a:t>    j</a:t>
            </a:r>
            <a:r>
              <a:rPr b="0" baseline="-25000" i="0" lang="en-US" sz="1000" u="none">
                <a:solidFill>
                  <a:schemeClr val="dk1"/>
                </a:solidFill>
                <a:latin typeface="Bookman Old Style"/>
                <a:ea typeface="Bookman Old Style"/>
                <a:cs typeface="Bookman Old Style"/>
                <a:sym typeface="Bookman Old Style"/>
              </a:rPr>
              <a:t>4</a:t>
            </a:r>
            <a:r>
              <a:rPr b="0" i="0" lang="en-US" sz="1000" u="none">
                <a:solidFill>
                  <a:schemeClr val="dk1"/>
                </a:solidFill>
                <a:latin typeface="Bookman Old Style"/>
                <a:ea typeface="Bookman Old Style"/>
                <a:cs typeface="Bookman Old Style"/>
                <a:sym typeface="Bookman Old Style"/>
              </a:rPr>
              <a:t>   j</a:t>
            </a:r>
            <a:r>
              <a:rPr b="0" baseline="-25000" i="0" lang="en-US" sz="1000" u="none">
                <a:solidFill>
                  <a:schemeClr val="dk1"/>
                </a:solidFill>
                <a:latin typeface="Bookman Old Style"/>
                <a:ea typeface="Bookman Old Style"/>
                <a:cs typeface="Bookman Old Style"/>
                <a:sym typeface="Bookman Old Style"/>
              </a:rPr>
              <a:t>5</a:t>
            </a:r>
            <a:r>
              <a:rPr b="0" i="0" lang="en-US" sz="1000" u="none">
                <a:solidFill>
                  <a:schemeClr val="dk1"/>
                </a:solidFill>
                <a:latin typeface="Bookman Old Style"/>
                <a:ea typeface="Bookman Old Style"/>
                <a:cs typeface="Bookman Old Style"/>
                <a:sym typeface="Bookman Old Style"/>
              </a:rPr>
              <a:t>  j</a:t>
            </a:r>
            <a:r>
              <a:rPr b="0" baseline="-25000" i="0" lang="en-US" sz="1000" u="none">
                <a:solidFill>
                  <a:schemeClr val="dk1"/>
                </a:solidFill>
                <a:latin typeface="Bookman Old Style"/>
                <a:ea typeface="Bookman Old Style"/>
                <a:cs typeface="Bookman Old Style"/>
                <a:sym typeface="Bookman Old Style"/>
              </a:rPr>
              <a:t>6</a:t>
            </a:r>
            <a:r>
              <a:rPr b="0" i="0" lang="en-US" sz="1000" u="none">
                <a:solidFill>
                  <a:schemeClr val="dk1"/>
                </a:solidFill>
                <a:latin typeface="Bookman Old Style"/>
                <a:ea typeface="Bookman Old Style"/>
                <a:cs typeface="Bookman Old Style"/>
                <a:sym typeface="Bookman Old Style"/>
              </a:rPr>
              <a:t>   j</a:t>
            </a:r>
            <a:r>
              <a:rPr b="0" baseline="-25000" i="0" lang="en-US" sz="1000" u="none">
                <a:solidFill>
                  <a:schemeClr val="dk1"/>
                </a:solidFill>
                <a:latin typeface="Bookman Old Style"/>
                <a:ea typeface="Bookman Old Style"/>
                <a:cs typeface="Bookman Old Style"/>
                <a:sym typeface="Bookman Old Style"/>
              </a:rPr>
              <a:t>7</a:t>
            </a:r>
            <a:endParaRPr b="0" i="0" sz="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Bookman Old Style"/>
              <a:buNone/>
            </a:pPr>
            <a:r>
              <a:rPr b="0" i="0" lang="en-US" sz="1100" u="none">
                <a:solidFill>
                  <a:schemeClr val="dk1"/>
                </a:solidFill>
                <a:latin typeface="Bookman Old Style"/>
                <a:ea typeface="Bookman Old Style"/>
                <a:cs typeface="Bookman Old Style"/>
                <a:sym typeface="Bookman Old Style"/>
              </a:rPr>
              <a:t>(P</a:t>
            </a:r>
            <a:r>
              <a:rPr b="0" baseline="-25000" i="0" lang="en-US" sz="1100" u="none">
                <a:solidFill>
                  <a:schemeClr val="dk1"/>
                </a:solidFill>
                <a:latin typeface="Bookman Old Style"/>
                <a:ea typeface="Bookman Old Style"/>
                <a:cs typeface="Bookman Old Style"/>
                <a:sym typeface="Bookman Old Style"/>
              </a:rPr>
              <a:t>1</a:t>
            </a:r>
            <a:r>
              <a:rPr b="0" i="0" lang="en-US" sz="1100" u="none">
                <a:solidFill>
                  <a:schemeClr val="dk1"/>
                </a:solidFill>
                <a:latin typeface="Bookman Old Style"/>
                <a:ea typeface="Bookman Old Style"/>
                <a:cs typeface="Bookman Old Style"/>
                <a:sym typeface="Bookman Old Style"/>
              </a:rPr>
              <a:t>, P</a:t>
            </a:r>
            <a:r>
              <a:rPr b="0" baseline="-25000" i="0" lang="en-US" sz="1100" u="none">
                <a:solidFill>
                  <a:schemeClr val="dk1"/>
                </a:solidFill>
                <a:latin typeface="Bookman Old Style"/>
                <a:ea typeface="Bookman Old Style"/>
                <a:cs typeface="Bookman Old Style"/>
                <a:sym typeface="Bookman Old Style"/>
              </a:rPr>
              <a:t>2</a:t>
            </a:r>
            <a:r>
              <a:rPr b="0" i="0" lang="en-US" sz="1100" u="none">
                <a:solidFill>
                  <a:schemeClr val="dk1"/>
                </a:solidFill>
                <a:latin typeface="Bookman Old Style"/>
                <a:ea typeface="Bookman Old Style"/>
                <a:cs typeface="Bookman Old Style"/>
                <a:sym typeface="Bookman Old Style"/>
              </a:rPr>
              <a:t>, P</a:t>
            </a:r>
            <a:r>
              <a:rPr b="0" baseline="-25000" i="0" lang="en-US" sz="1100" u="none">
                <a:solidFill>
                  <a:schemeClr val="dk1"/>
                </a:solidFill>
                <a:latin typeface="Bookman Old Style"/>
                <a:ea typeface="Bookman Old Style"/>
                <a:cs typeface="Bookman Old Style"/>
                <a:sym typeface="Bookman Old Style"/>
              </a:rPr>
              <a:t>3</a:t>
            </a:r>
            <a:r>
              <a:rPr b="0" i="0" lang="en-US" sz="1100" u="none">
                <a:solidFill>
                  <a:schemeClr val="dk1"/>
                </a:solidFill>
                <a:latin typeface="Bookman Old Style"/>
                <a:ea typeface="Bookman Old Style"/>
                <a:cs typeface="Bookman Old Style"/>
                <a:sym typeface="Bookman Old Style"/>
              </a:rPr>
              <a:t>, P</a:t>
            </a:r>
            <a:r>
              <a:rPr b="0" baseline="-25000" i="0" lang="en-US" sz="1100" u="none">
                <a:solidFill>
                  <a:schemeClr val="dk1"/>
                </a:solidFill>
                <a:latin typeface="Bookman Old Style"/>
                <a:ea typeface="Bookman Old Style"/>
                <a:cs typeface="Bookman Old Style"/>
                <a:sym typeface="Bookman Old Style"/>
              </a:rPr>
              <a:t>4</a:t>
            </a:r>
            <a:r>
              <a:rPr b="0" i="0" lang="en-US" sz="1100" u="none">
                <a:solidFill>
                  <a:schemeClr val="dk1"/>
                </a:solidFill>
                <a:latin typeface="Bookman Old Style"/>
                <a:ea typeface="Bookman Old Style"/>
                <a:cs typeface="Bookman Old Style"/>
                <a:sym typeface="Bookman Old Style"/>
              </a:rPr>
              <a:t>, P</a:t>
            </a:r>
            <a:r>
              <a:rPr b="0" baseline="-25000" i="0" lang="en-US" sz="1100" u="none">
                <a:solidFill>
                  <a:schemeClr val="dk1"/>
                </a:solidFill>
                <a:latin typeface="Bookman Old Style"/>
                <a:ea typeface="Bookman Old Style"/>
                <a:cs typeface="Bookman Old Style"/>
                <a:sym typeface="Bookman Old Style"/>
              </a:rPr>
              <a:t>5</a:t>
            </a:r>
            <a:r>
              <a:rPr b="0" i="0" lang="en-US" sz="1100" u="none">
                <a:solidFill>
                  <a:schemeClr val="dk1"/>
                </a:solidFill>
                <a:latin typeface="Bookman Old Style"/>
                <a:ea typeface="Bookman Old Style"/>
                <a:cs typeface="Bookman Old Style"/>
                <a:sym typeface="Bookman Old Style"/>
              </a:rPr>
              <a:t>, P</a:t>
            </a:r>
            <a:r>
              <a:rPr b="0" baseline="-25000" i="0" lang="en-US" sz="1100" u="none">
                <a:solidFill>
                  <a:schemeClr val="dk1"/>
                </a:solidFill>
                <a:latin typeface="Bookman Old Style"/>
                <a:ea typeface="Bookman Old Style"/>
                <a:cs typeface="Bookman Old Style"/>
                <a:sym typeface="Bookman Old Style"/>
              </a:rPr>
              <a:t>6</a:t>
            </a:r>
            <a:r>
              <a:rPr b="0" i="0" lang="en-US" sz="1100" u="none">
                <a:solidFill>
                  <a:schemeClr val="dk1"/>
                </a:solidFill>
                <a:latin typeface="Bookman Old Style"/>
                <a:ea typeface="Bookman Old Style"/>
                <a:cs typeface="Bookman Old Style"/>
                <a:sym typeface="Bookman Old Style"/>
              </a:rPr>
              <a:t>)	=	(3, 5, 10, 18, 1, 6, 30)</a:t>
            </a:r>
            <a:endParaRPr b="0" i="0" sz="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Bookman Old Style"/>
              <a:buNone/>
            </a:pPr>
            <a:r>
              <a:rPr b="0" i="0" lang="en-US" sz="1100" u="none">
                <a:solidFill>
                  <a:schemeClr val="dk1"/>
                </a:solidFill>
                <a:latin typeface="Bookman Old Style"/>
                <a:ea typeface="Bookman Old Style"/>
                <a:cs typeface="Bookman Old Style"/>
                <a:sym typeface="Bookman Old Style"/>
              </a:rPr>
              <a:t>, d</a:t>
            </a:r>
            <a:r>
              <a:rPr b="0" baseline="-25000" i="0" lang="en-US" sz="1100" u="none">
                <a:solidFill>
                  <a:schemeClr val="dk1"/>
                </a:solidFill>
                <a:latin typeface="Bookman Old Style"/>
                <a:ea typeface="Bookman Old Style"/>
                <a:cs typeface="Bookman Old Style"/>
                <a:sym typeface="Bookman Old Style"/>
              </a:rPr>
              <a:t>4</a:t>
            </a:r>
            <a:r>
              <a:rPr b="0" i="0" lang="en-US" sz="1100" u="none">
                <a:solidFill>
                  <a:schemeClr val="dk1"/>
                </a:solidFill>
                <a:latin typeface="Bookman Old Style"/>
                <a:ea typeface="Bookman Old Style"/>
                <a:cs typeface="Bookman Old Style"/>
                <a:sym typeface="Bookman Old Style"/>
              </a:rPr>
              <a:t>, d</a:t>
            </a:r>
            <a:r>
              <a:rPr b="0" baseline="-25000" i="0" lang="en-US" sz="1100" u="none">
                <a:solidFill>
                  <a:schemeClr val="dk1"/>
                </a:solidFill>
                <a:latin typeface="Bookman Old Style"/>
                <a:ea typeface="Bookman Old Style"/>
                <a:cs typeface="Bookman Old Style"/>
                <a:sym typeface="Bookman Old Style"/>
              </a:rPr>
              <a:t>5</a:t>
            </a:r>
            <a:r>
              <a:rPr b="0" i="0" lang="en-US" sz="1100" u="none">
                <a:solidFill>
                  <a:schemeClr val="dk1"/>
                </a:solidFill>
                <a:latin typeface="Bookman Old Style"/>
                <a:ea typeface="Bookman Old Style"/>
                <a:cs typeface="Bookman Old Style"/>
                <a:sym typeface="Bookman Old Style"/>
              </a:rPr>
              <a:t>, d</a:t>
            </a:r>
            <a:r>
              <a:rPr b="0" baseline="-25000" i="0" lang="en-US" sz="1100" u="none">
                <a:solidFill>
                  <a:schemeClr val="dk1"/>
                </a:solidFill>
                <a:latin typeface="Bookman Old Style"/>
                <a:ea typeface="Bookman Old Style"/>
                <a:cs typeface="Bookman Old Style"/>
                <a:sym typeface="Bookman Old Style"/>
              </a:rPr>
              <a:t>6</a:t>
            </a:r>
            <a:r>
              <a:rPr b="0" i="0" lang="en-US" sz="1100" u="none">
                <a:solidFill>
                  <a:schemeClr val="dk1"/>
                </a:solidFill>
                <a:latin typeface="Bookman Old Style"/>
                <a:ea typeface="Bookman Old Style"/>
                <a:cs typeface="Bookman Old Style"/>
                <a:sym typeface="Bookman Old Style"/>
              </a:rPr>
              <a:t>)	=	(1,3, 4, 3, 2, 1, 2)</a:t>
            </a:r>
            <a:endParaRPr b="0" i="0" sz="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Bookman Old Style"/>
              <a:buNone/>
            </a:pPr>
            <a:r>
              <a:rPr b="1" i="0" lang="en-US" sz="1100" u="none">
                <a:solidFill>
                  <a:schemeClr val="dk1"/>
                </a:solidFill>
                <a:latin typeface="Bookman Old Style"/>
                <a:ea typeface="Bookman Old Style"/>
                <a:cs typeface="Bookman Old Style"/>
                <a:sym typeface="Bookman Old Style"/>
              </a:rPr>
              <a:t>Feasible soln.		Processing Sequence	        Value</a:t>
            </a:r>
            <a:endParaRPr b="0" i="0" sz="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Bookman Old Style"/>
              <a:buNone/>
            </a:pPr>
            <a:r>
              <a:rPr b="0" i="0" lang="en-US" sz="1100" u="none">
                <a:solidFill>
                  <a:schemeClr val="dk1"/>
                </a:solidFill>
                <a:latin typeface="Bookman Old Style"/>
                <a:ea typeface="Bookman Old Style"/>
                <a:cs typeface="Bookman Old Style"/>
                <a:sym typeface="Bookman Old Style"/>
              </a:rPr>
              <a:t>(1, 2, 3, 4)		  (1,2,4,3) or (1,4,2,3)             3+5+10+18= 36</a:t>
            </a:r>
            <a:endParaRPr b="0" i="0" sz="8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800" u="none">
              <a:solidFill>
                <a:schemeClr val="dk1"/>
              </a:solidFill>
              <a:latin typeface="Times New Roman"/>
              <a:ea typeface="Times New Roman"/>
              <a:cs typeface="Times New Roman"/>
              <a:sym typeface="Times New Roman"/>
            </a:endParaRPr>
          </a:p>
        </p:txBody>
      </p:sp>
      <p:sp>
        <p:nvSpPr>
          <p:cNvPr id="1582" name="Google Shape;1582;g2a4cc99e909_1_669"/>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g2a4cc99e909_1_675"/>
          <p:cNvSpPr txBox="1"/>
          <p:nvPr/>
        </p:nvSpPr>
        <p:spPr>
          <a:xfrm>
            <a:off x="9652000" y="6400800"/>
            <a:ext cx="25401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en-US" sz="1400" u="none">
                <a:solidFill>
                  <a:schemeClr val="dk1"/>
                </a:solidFill>
                <a:latin typeface="Arial"/>
                <a:ea typeface="Arial"/>
                <a:cs typeface="Arial"/>
                <a:sym typeface="Arial"/>
              </a:rPr>
              <a:t>‹#›</a:t>
            </a:fld>
            <a:endParaRPr/>
          </a:p>
        </p:txBody>
      </p:sp>
      <p:sp>
        <p:nvSpPr>
          <p:cNvPr id="1592" name="Google Shape;1592;g2a4cc99e909_1_675"/>
          <p:cNvSpPr txBox="1"/>
          <p:nvPr/>
        </p:nvSpPr>
        <p:spPr>
          <a:xfrm>
            <a:off x="914400" y="6248400"/>
            <a:ext cx="2540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593" name="Google Shape;1593;g2a4cc99e909_1_675"/>
          <p:cNvSpPr txBox="1"/>
          <p:nvPr/>
        </p:nvSpPr>
        <p:spPr>
          <a:xfrm>
            <a:off x="4165600" y="6248400"/>
            <a:ext cx="38607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a:ea typeface="Times"/>
              <a:cs typeface="Times"/>
              <a:sym typeface="Times"/>
            </a:endParaRPr>
          </a:p>
        </p:txBody>
      </p:sp>
      <p:sp>
        <p:nvSpPr>
          <p:cNvPr id="1594" name="Google Shape;1594;g2a4cc99e909_1_675"/>
          <p:cNvSpPr txBox="1"/>
          <p:nvPr>
            <p:ph type="title"/>
          </p:nvPr>
        </p:nvSpPr>
        <p:spPr>
          <a:xfrm>
            <a:off x="1625600" y="381000"/>
            <a:ext cx="10390800" cy="6858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Clr>
                <a:srgbClr val="993300"/>
              </a:buClr>
              <a:buSzPts val="4000"/>
              <a:buFont typeface="Times New Roman"/>
              <a:buNone/>
            </a:pPr>
            <a:r>
              <a:rPr b="0" i="0" lang="en-US" sz="4000" u="none">
                <a:solidFill>
                  <a:srgbClr val="993300"/>
                </a:solidFill>
                <a:latin typeface="Times New Roman"/>
                <a:ea typeface="Times New Roman"/>
                <a:cs typeface="Times New Roman"/>
                <a:sym typeface="Times New Roman"/>
              </a:rPr>
              <a:t>The 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p122">
  <a:themeElements>
    <a:clrScheme name="comp122 8">
      <a:dk1>
        <a:srgbClr val="000000"/>
      </a:dk1>
      <a:lt1>
        <a:srgbClr val="FFFFCC"/>
      </a:lt1>
      <a:dk2>
        <a:srgbClr val="0000FF"/>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lobal">
  <a:themeElements>
    <a:clrScheme name="">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AF6A5F"/>
      </a:hlink>
      <a:folHlink>
        <a:srgbClr val="CCB3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S1">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Retrospect">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Himangi Pande</dc:creator>
</cp:coreProperties>
</file>