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theme/theme3.xml" ContentType="application/vnd.openxmlformats-officedocument.theme+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95" r:id="rId1"/>
    <p:sldMasterId id="2147483696" r:id="rId2"/>
    <p:sldMasterId id="2147483697" r:id="rId3"/>
    <p:sldMasterId id="2147483698" r:id="rId4"/>
  </p:sldMasterIdLst>
  <p:notesMasterIdLst>
    <p:notesMasterId r:id="rId60"/>
  </p:notesMasterIdLst>
  <p:sldIdLst>
    <p:sldId id="256" r:id="rId5"/>
    <p:sldId id="257" r:id="rId6"/>
    <p:sldId id="321" r:id="rId7"/>
    <p:sldId id="258" r:id="rId8"/>
    <p:sldId id="259" r:id="rId9"/>
    <p:sldId id="260" r:id="rId10"/>
    <p:sldId id="270"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318" r:id="rId35"/>
    <p:sldId id="319" r:id="rId36"/>
    <p:sldId id="294" r:id="rId37"/>
    <p:sldId id="295" r:id="rId38"/>
    <p:sldId id="296" r:id="rId39"/>
    <p:sldId id="31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Lst>
  <p:sldSz cx="12192000" cy="6858000"/>
  <p:notesSz cx="6858000" cy="9144000"/>
  <p:embeddedFontLst>
    <p:embeddedFont>
      <p:font typeface="Calibri" panose="020F0502020204030204" pitchFamily="34" charset="0"/>
      <p:regular r:id="rId61"/>
      <p:bold r:id="rId62"/>
      <p:italic r:id="rId63"/>
      <p:boldItalic r:id="rId64"/>
    </p:embeddedFont>
    <p:embeddedFont>
      <p:font typeface="Merriweather Sans" panose="020B0604020202020204" charset="0"/>
      <p:regular r:id="rId65"/>
      <p:bold r:id="rId66"/>
      <p:italic r:id="rId67"/>
      <p:boldItalic r:id="rId68"/>
    </p:embeddedFont>
    <p:embeddedFont>
      <p:font typeface="Tahoma" panose="020B0604030504040204" pitchFamily="34" charset="0"/>
      <p:regular r:id="rId69"/>
      <p:bold r:id="rId70"/>
    </p:embeddedFont>
    <p:embeddedFont>
      <p:font typeface="Georgia" panose="02040502050405020303" pitchFamily="18" charset="0"/>
      <p:regular r:id="rId71"/>
      <p:bold r:id="rId72"/>
      <p:italic r:id="rId73"/>
      <p:boldItalic r:id="rId74"/>
    </p:embeddedFont>
    <p:embeddedFont>
      <p:font typeface="Arial Narrow" panose="020B0606020202030204" pitchFamily="34" charset="0"/>
      <p:regular r:id="rId75"/>
      <p:bold r:id="rId76"/>
      <p:italic r:id="rId77"/>
      <p:boldItalic r:id="rId7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font" Target="fonts/font3.fntdata"/><Relationship Id="rId68" Type="http://schemas.openxmlformats.org/officeDocument/2006/relationships/font" Target="fonts/font8.fntdata"/><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font" Target="fonts/font14.fntdata"/><Relationship Id="rId79" Type="http://schemas.openxmlformats.org/officeDocument/2006/relationships/presProps" Target="presProps.xml"/><Relationship Id="rId5" Type="http://schemas.openxmlformats.org/officeDocument/2006/relationships/slide" Target="slides/slide1.xml"/><Relationship Id="rId61" Type="http://schemas.openxmlformats.org/officeDocument/2006/relationships/font" Target="fonts/font1.fntdata"/><Relationship Id="rId82" Type="http://schemas.openxmlformats.org/officeDocument/2006/relationships/tableStyles" Target="tableStyles.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font" Target="fonts/font4.fntdata"/><Relationship Id="rId69" Type="http://schemas.openxmlformats.org/officeDocument/2006/relationships/font" Target="fonts/font9.fntdata"/><Relationship Id="rId77" Type="http://schemas.openxmlformats.org/officeDocument/2006/relationships/font" Target="fonts/font17.fntdata"/><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font" Target="fonts/font12.fntdata"/><Relationship Id="rId80"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font" Target="fonts/font7.fntdata"/><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font" Target="fonts/font2.fntdata"/><Relationship Id="rId70" Type="http://schemas.openxmlformats.org/officeDocument/2006/relationships/font" Target="fonts/font10.fntdata"/><Relationship Id="rId75" Type="http://schemas.openxmlformats.org/officeDocument/2006/relationships/font" Target="fonts/font15.fntdata"/><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notesMaster" Target="notesMasters/notesMaster1.xml"/><Relationship Id="rId65" Type="http://schemas.openxmlformats.org/officeDocument/2006/relationships/font" Target="fonts/font5.fntdata"/><Relationship Id="rId73" Type="http://schemas.openxmlformats.org/officeDocument/2006/relationships/font" Target="fonts/font13.fntdata"/><Relationship Id="rId78" Type="http://schemas.openxmlformats.org/officeDocument/2006/relationships/font" Target="fonts/font18.fntdata"/><Relationship Id="rId81" Type="http://schemas.openxmlformats.org/officeDocument/2006/relationships/theme" Target="theme/theme1.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font" Target="fonts/font16.fntdata"/><Relationship Id="rId7" Type="http://schemas.openxmlformats.org/officeDocument/2006/relationships/slide" Target="slides/slide3.xml"/><Relationship Id="rId71" Type="http://schemas.openxmlformats.org/officeDocument/2006/relationships/font" Target="fonts/font11.fntdata"/><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font" Target="fonts/font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2" name="Google Shape;342;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3" name="Google Shape;343;p1: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Ref : Thomas H Cormen </a:t>
            </a:r>
            <a:endParaRPr/>
          </a:p>
        </p:txBody>
      </p:sp>
      <p:sp>
        <p:nvSpPr>
          <p:cNvPr id="344" name="Google Shape;344;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9"/>
        <p:cNvGrpSpPr/>
        <p:nvPr/>
      </p:nvGrpSpPr>
      <p:grpSpPr>
        <a:xfrm>
          <a:off x="0" y="0"/>
          <a:ext cx="0" cy="0"/>
          <a:chOff x="0" y="0"/>
          <a:chExt cx="0" cy="0"/>
        </a:xfrm>
      </p:grpSpPr>
      <p:sp>
        <p:nvSpPr>
          <p:cNvPr id="350" name="Google Shape;350;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1" name="Google Shape;351;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
        <p:cNvGrpSpPr/>
        <p:nvPr/>
      </p:nvGrpSpPr>
      <p:grpSpPr>
        <a:xfrm>
          <a:off x="0" y="0"/>
          <a:ext cx="0" cy="0"/>
          <a:chOff x="0" y="0"/>
          <a:chExt cx="0" cy="0"/>
        </a:xfrm>
      </p:grpSpPr>
      <p:sp>
        <p:nvSpPr>
          <p:cNvPr id="357" name="Google Shape;35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8" name="Google Shape;358;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sahani</a:t>
            </a:r>
            <a:endParaRPr/>
          </a:p>
        </p:txBody>
      </p:sp>
      <p:sp>
        <p:nvSpPr>
          <p:cNvPr id="359" name="Google Shape;359;p3: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Ref : Thomas H Cormen </a:t>
            </a:r>
            <a:endParaRPr/>
          </a:p>
        </p:txBody>
      </p:sp>
      <p:sp>
        <p:nvSpPr>
          <p:cNvPr id="360" name="Google Shape;360;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a:t>
            </a:fld>
            <a:endParaRPr>
              <a:solidFill>
                <a:srgbClr val="000000"/>
              </a:solidFill>
            </a:endParaRPr>
          </a:p>
        </p:txBody>
      </p:sp>
      <p:sp>
        <p:nvSpPr>
          <p:cNvPr id="370" name="Google Shape;37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71" name="Google Shape;371;p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A levitin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a:solidFill>
                  <a:schemeClr val="dk1"/>
                </a:solidFill>
                <a:latin typeface="Tahoma"/>
                <a:ea typeface="Tahoma"/>
                <a:cs typeface="Tahoma"/>
                <a:sym typeface="Tahoma"/>
              </a:rPr>
              <a:t>6</a:t>
            </a:fld>
            <a:endParaRPr sz="1200">
              <a:solidFill>
                <a:schemeClr val="dk1"/>
              </a:solidFill>
              <a:latin typeface="Tahoma"/>
              <a:ea typeface="Tahoma"/>
              <a:cs typeface="Tahoma"/>
              <a:sym typeface="Tahoma"/>
            </a:endParaRPr>
          </a:p>
        </p:txBody>
      </p:sp>
      <p:sp>
        <p:nvSpPr>
          <p:cNvPr id="394" name="Google Shape;394;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95" name="Google Shape;395;p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7</a:t>
            </a:fld>
            <a:endParaRPr>
              <a:solidFill>
                <a:srgbClr val="000000"/>
              </a:solidFill>
            </a:endParaRPr>
          </a:p>
        </p:txBody>
      </p:sp>
      <p:sp>
        <p:nvSpPr>
          <p:cNvPr id="476" name="Google Shape;476;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77" name="Google Shape;477;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200"/>
              <a:buFont typeface="Calibri"/>
              <a:buNone/>
            </a:pPr>
            <a:r>
              <a:rPr lang="en-US"/>
              <a:t>A levitin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p1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4" name="Google Shape;48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p1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9</a:t>
            </a:fld>
            <a:endParaRPr/>
          </a:p>
        </p:txBody>
      </p:sp>
      <p:sp>
        <p:nvSpPr>
          <p:cNvPr id="492" name="Google Shape;492;p17: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93" name="Google Shape;493;p1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p1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10</a:t>
            </a:fld>
            <a:endParaRPr/>
          </a:p>
        </p:txBody>
      </p:sp>
      <p:sp>
        <p:nvSpPr>
          <p:cNvPr id="503" name="Google Shape;503;p18: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04" name="Google Shape;504;p1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p1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11</a:t>
            </a:fld>
            <a:endParaRPr/>
          </a:p>
        </p:txBody>
      </p:sp>
      <p:sp>
        <p:nvSpPr>
          <p:cNvPr id="514" name="Google Shape;514;p19: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15" name="Google Shape;515;p1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3"/>
        <p:cNvGrpSpPr/>
        <p:nvPr/>
      </p:nvGrpSpPr>
      <p:grpSpPr>
        <a:xfrm>
          <a:off x="0" y="0"/>
          <a:ext cx="0" cy="0"/>
          <a:chOff x="0" y="0"/>
          <a:chExt cx="0" cy="0"/>
        </a:xfrm>
      </p:grpSpPr>
      <p:sp>
        <p:nvSpPr>
          <p:cNvPr id="524" name="Google Shape;524;p2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12</a:t>
            </a:fld>
            <a:endParaRPr/>
          </a:p>
        </p:txBody>
      </p:sp>
      <p:sp>
        <p:nvSpPr>
          <p:cNvPr id="525" name="Google Shape;525;p20: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6" name="Google Shape;526;p2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13</a:t>
            </a:fld>
            <a:endParaRPr/>
          </a:p>
        </p:txBody>
      </p:sp>
      <p:sp>
        <p:nvSpPr>
          <p:cNvPr id="536" name="Google Shape;536;p21: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37" name="Google Shape;537;p2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14</a:t>
            </a:fld>
            <a:endParaRPr/>
          </a:p>
        </p:txBody>
      </p:sp>
      <p:sp>
        <p:nvSpPr>
          <p:cNvPr id="547" name="Google Shape;547;p22: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48" name="Google Shape;548;p2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15</a:t>
            </a:fld>
            <a:endParaRPr/>
          </a:p>
        </p:txBody>
      </p:sp>
      <p:sp>
        <p:nvSpPr>
          <p:cNvPr id="558" name="Google Shape;558;p23: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59" name="Google Shape;559;p2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2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16</a:t>
            </a:fld>
            <a:endParaRPr/>
          </a:p>
        </p:txBody>
      </p:sp>
      <p:sp>
        <p:nvSpPr>
          <p:cNvPr id="569" name="Google Shape;569;p24: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70" name="Google Shape;570;p2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17</a:t>
            </a:fld>
            <a:endParaRPr/>
          </a:p>
        </p:txBody>
      </p:sp>
      <p:sp>
        <p:nvSpPr>
          <p:cNvPr id="580" name="Google Shape;580;p25: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81" name="Google Shape;581;p2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9"/>
        <p:cNvGrpSpPr/>
        <p:nvPr/>
      </p:nvGrpSpPr>
      <p:grpSpPr>
        <a:xfrm>
          <a:off x="0" y="0"/>
          <a:ext cx="0" cy="0"/>
          <a:chOff x="0" y="0"/>
          <a:chExt cx="0" cy="0"/>
        </a:xfrm>
      </p:grpSpPr>
      <p:sp>
        <p:nvSpPr>
          <p:cNvPr id="590" name="Google Shape;590;p2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18</a:t>
            </a:fld>
            <a:endParaRPr/>
          </a:p>
        </p:txBody>
      </p:sp>
      <p:sp>
        <p:nvSpPr>
          <p:cNvPr id="591" name="Google Shape;591;p26: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92" name="Google Shape;592;p2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0"/>
        <p:cNvGrpSpPr/>
        <p:nvPr/>
      </p:nvGrpSpPr>
      <p:grpSpPr>
        <a:xfrm>
          <a:off x="0" y="0"/>
          <a:ext cx="0" cy="0"/>
          <a:chOff x="0" y="0"/>
          <a:chExt cx="0" cy="0"/>
        </a:xfrm>
      </p:grpSpPr>
      <p:sp>
        <p:nvSpPr>
          <p:cNvPr id="601" name="Google Shape;601;p2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19</a:t>
            </a:fld>
            <a:endParaRPr/>
          </a:p>
        </p:txBody>
      </p:sp>
      <p:sp>
        <p:nvSpPr>
          <p:cNvPr id="602" name="Google Shape;602;p27: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3" name="Google Shape;603;p2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20</a:t>
            </a:fld>
            <a:endParaRPr/>
          </a:p>
        </p:txBody>
      </p:sp>
      <p:sp>
        <p:nvSpPr>
          <p:cNvPr id="613" name="Google Shape;613;p28: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14" name="Google Shape;614;p2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2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21</a:t>
            </a:fld>
            <a:endParaRPr/>
          </a:p>
        </p:txBody>
      </p:sp>
      <p:sp>
        <p:nvSpPr>
          <p:cNvPr id="624" name="Google Shape;624;p29: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25" name="Google Shape;625;p29: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3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22</a:t>
            </a:fld>
            <a:endParaRPr/>
          </a:p>
        </p:txBody>
      </p:sp>
      <p:sp>
        <p:nvSpPr>
          <p:cNvPr id="635" name="Google Shape;635;p30: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6" name="Google Shape;636;p30: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4"/>
        <p:cNvGrpSpPr/>
        <p:nvPr/>
      </p:nvGrpSpPr>
      <p:grpSpPr>
        <a:xfrm>
          <a:off x="0" y="0"/>
          <a:ext cx="0" cy="0"/>
          <a:chOff x="0" y="0"/>
          <a:chExt cx="0" cy="0"/>
        </a:xfrm>
      </p:grpSpPr>
      <p:sp>
        <p:nvSpPr>
          <p:cNvPr id="645" name="Google Shape;645;p3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23</a:t>
            </a:fld>
            <a:endParaRPr/>
          </a:p>
        </p:txBody>
      </p:sp>
      <p:sp>
        <p:nvSpPr>
          <p:cNvPr id="646" name="Google Shape;646;p31: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7" name="Google Shape;647;p31: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5"/>
        <p:cNvGrpSpPr/>
        <p:nvPr/>
      </p:nvGrpSpPr>
      <p:grpSpPr>
        <a:xfrm>
          <a:off x="0" y="0"/>
          <a:ext cx="0" cy="0"/>
          <a:chOff x="0" y="0"/>
          <a:chExt cx="0" cy="0"/>
        </a:xfrm>
      </p:grpSpPr>
      <p:sp>
        <p:nvSpPr>
          <p:cNvPr id="656" name="Google Shape;656;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24</a:t>
            </a:fld>
            <a:endParaRPr/>
          </a:p>
        </p:txBody>
      </p:sp>
      <p:sp>
        <p:nvSpPr>
          <p:cNvPr id="657" name="Google Shape;657;p32: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58" name="Google Shape;658;p32: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6"/>
        <p:cNvGrpSpPr/>
        <p:nvPr/>
      </p:nvGrpSpPr>
      <p:grpSpPr>
        <a:xfrm>
          <a:off x="0" y="0"/>
          <a:ext cx="0" cy="0"/>
          <a:chOff x="0" y="0"/>
          <a:chExt cx="0" cy="0"/>
        </a:xfrm>
      </p:grpSpPr>
      <p:sp>
        <p:nvSpPr>
          <p:cNvPr id="667" name="Google Shape;667;p3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25</a:t>
            </a:fld>
            <a:endParaRPr/>
          </a:p>
        </p:txBody>
      </p:sp>
      <p:sp>
        <p:nvSpPr>
          <p:cNvPr id="668" name="Google Shape;668;p33: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9" name="Google Shape;669;p33: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7"/>
        <p:cNvGrpSpPr/>
        <p:nvPr/>
      </p:nvGrpSpPr>
      <p:grpSpPr>
        <a:xfrm>
          <a:off x="0" y="0"/>
          <a:ext cx="0" cy="0"/>
          <a:chOff x="0" y="0"/>
          <a:chExt cx="0" cy="0"/>
        </a:xfrm>
      </p:grpSpPr>
      <p:sp>
        <p:nvSpPr>
          <p:cNvPr id="678" name="Google Shape;678;p3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26</a:t>
            </a:fld>
            <a:endParaRPr/>
          </a:p>
        </p:txBody>
      </p:sp>
      <p:sp>
        <p:nvSpPr>
          <p:cNvPr id="679" name="Google Shape;679;p34: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80" name="Google Shape;680;p34: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8"/>
        <p:cNvGrpSpPr/>
        <p:nvPr/>
      </p:nvGrpSpPr>
      <p:grpSpPr>
        <a:xfrm>
          <a:off x="0" y="0"/>
          <a:ext cx="0" cy="0"/>
          <a:chOff x="0" y="0"/>
          <a:chExt cx="0" cy="0"/>
        </a:xfrm>
      </p:grpSpPr>
      <p:sp>
        <p:nvSpPr>
          <p:cNvPr id="689" name="Google Shape;689;p3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27</a:t>
            </a:fld>
            <a:endParaRPr/>
          </a:p>
        </p:txBody>
      </p:sp>
      <p:sp>
        <p:nvSpPr>
          <p:cNvPr id="690" name="Google Shape;690;p35: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1" name="Google Shape;691;p35: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9"/>
        <p:cNvGrpSpPr/>
        <p:nvPr/>
      </p:nvGrpSpPr>
      <p:grpSpPr>
        <a:xfrm>
          <a:off x="0" y="0"/>
          <a:ext cx="0" cy="0"/>
          <a:chOff x="0" y="0"/>
          <a:chExt cx="0" cy="0"/>
        </a:xfrm>
      </p:grpSpPr>
      <p:sp>
        <p:nvSpPr>
          <p:cNvPr id="700" name="Google Shape;700;p3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28</a:t>
            </a:fld>
            <a:endParaRPr/>
          </a:p>
        </p:txBody>
      </p:sp>
      <p:sp>
        <p:nvSpPr>
          <p:cNvPr id="701" name="Google Shape;701;p36: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02" name="Google Shape;702;p36: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0"/>
        <p:cNvGrpSpPr/>
        <p:nvPr/>
      </p:nvGrpSpPr>
      <p:grpSpPr>
        <a:xfrm>
          <a:off x="0" y="0"/>
          <a:ext cx="0" cy="0"/>
          <a:chOff x="0" y="0"/>
          <a:chExt cx="0" cy="0"/>
        </a:xfrm>
      </p:grpSpPr>
      <p:sp>
        <p:nvSpPr>
          <p:cNvPr id="711" name="Google Shape;711;p3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29</a:t>
            </a:fld>
            <a:endParaRPr/>
          </a:p>
        </p:txBody>
      </p:sp>
      <p:sp>
        <p:nvSpPr>
          <p:cNvPr id="712" name="Google Shape;712;p37: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13" name="Google Shape;713;p37: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3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chemeClr val="dk1"/>
              </a:buClr>
              <a:buSzPts val="1400"/>
              <a:buFont typeface="Calibri"/>
              <a:buNone/>
            </a:pPr>
            <a:fld id="{00000000-1234-1234-1234-123412341234}" type="slidenum">
              <a:rPr lang="en-US"/>
              <a:t>30</a:t>
            </a:fld>
            <a:endParaRPr/>
          </a:p>
        </p:txBody>
      </p:sp>
      <p:sp>
        <p:nvSpPr>
          <p:cNvPr id="723" name="Google Shape;723;p38:notes"/>
          <p:cNvSpPr>
            <a:spLocks noGrp="1" noRot="1" noChangeAspect="1"/>
          </p:cNvSpPr>
          <p:nvPr>
            <p:ph type="sldImg" idx="2"/>
          </p:nvPr>
        </p:nvSpPr>
        <p:spPr>
          <a:xfrm>
            <a:off x="393700" y="692150"/>
            <a:ext cx="6072188" cy="34163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24" name="Google Shape;724;p38:notes"/>
          <p:cNvSpPr txBox="1">
            <a:spLocks noGrp="1"/>
          </p:cNvSpPr>
          <p:nvPr>
            <p:ph type="body" idx="1"/>
          </p:nvPr>
        </p:nvSpPr>
        <p:spPr>
          <a:xfrm>
            <a:off x="914400" y="4343400"/>
            <a:ext cx="50292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Clr>
                <a:schemeClr val="dk1"/>
              </a:buClr>
              <a:buSzPts val="1400"/>
              <a:buFont typeface="Calibri"/>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98"/>
        <p:cNvGrpSpPr/>
        <p:nvPr/>
      </p:nvGrpSpPr>
      <p:grpSpPr>
        <a:xfrm>
          <a:off x="0" y="0"/>
          <a:ext cx="0" cy="0"/>
          <a:chOff x="0" y="0"/>
          <a:chExt cx="0" cy="0"/>
        </a:xfrm>
      </p:grpSpPr>
      <p:sp>
        <p:nvSpPr>
          <p:cNvPr id="2599" name="Google Shape;2599;p6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00" name="Google Shape;2600;p6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7912237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09"/>
        <p:cNvGrpSpPr/>
        <p:nvPr/>
      </p:nvGrpSpPr>
      <p:grpSpPr>
        <a:xfrm>
          <a:off x="0" y="0"/>
          <a:ext cx="0" cy="0"/>
          <a:chOff x="0" y="0"/>
          <a:chExt cx="0" cy="0"/>
        </a:xfrm>
      </p:grpSpPr>
      <p:sp>
        <p:nvSpPr>
          <p:cNvPr id="2610" name="Google Shape;2610;p8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rmAutofit/>
          </a:bodyPr>
          <a:lstStyle/>
          <a:p>
            <a:pPr marL="457200" marR="0" lvl="0" indent="-228600" algn="l" rtl="0">
              <a:lnSpc>
                <a:spcPct val="100000"/>
              </a:lnSpc>
              <a:spcBef>
                <a:spcPts val="0"/>
              </a:spcBef>
              <a:spcAft>
                <a:spcPts val="0"/>
              </a:spcAft>
              <a:buClr>
                <a:srgbClr val="000000"/>
              </a:buClr>
              <a:buSzPts val="1400"/>
              <a:buFont typeface="Arial"/>
              <a:buNone/>
            </a:pPr>
            <a:endParaRPr/>
          </a:p>
        </p:txBody>
      </p:sp>
      <p:sp>
        <p:nvSpPr>
          <p:cNvPr id="2611" name="Google Shape;2611;p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516089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2"/>
        <p:cNvGrpSpPr/>
        <p:nvPr/>
      </p:nvGrpSpPr>
      <p:grpSpPr>
        <a:xfrm>
          <a:off x="0" y="0"/>
          <a:ext cx="0" cy="0"/>
          <a:chOff x="0" y="0"/>
          <a:chExt cx="0" cy="0"/>
        </a:xfrm>
      </p:grpSpPr>
      <p:sp>
        <p:nvSpPr>
          <p:cNvPr id="733" name="Google Shape;733;p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4" name="Google Shape;734;p3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3"/>
        <p:cNvGrpSpPr/>
        <p:nvPr/>
      </p:nvGrpSpPr>
      <p:grpSpPr>
        <a:xfrm>
          <a:off x="0" y="0"/>
          <a:ext cx="0" cy="0"/>
          <a:chOff x="0" y="0"/>
          <a:chExt cx="0" cy="0"/>
        </a:xfrm>
      </p:grpSpPr>
      <p:sp>
        <p:nvSpPr>
          <p:cNvPr id="744" name="Google Shape;744;p4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45" name="Google Shape;745;p4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4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35</a:t>
            </a:fld>
            <a:endParaRPr/>
          </a:p>
        </p:txBody>
      </p:sp>
      <p:sp>
        <p:nvSpPr>
          <p:cNvPr id="759" name="Google Shape;759;p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60" name="Google Shape;760;p4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even if not analyzing in detail, show the recurrence for mergesort in worst case:</a:t>
            </a:r>
            <a:endParaRPr/>
          </a:p>
          <a:p>
            <a:pPr marL="0" lvl="0" indent="0" algn="l" rtl="0">
              <a:spcBef>
                <a:spcPts val="0"/>
              </a:spcBef>
              <a:spcAft>
                <a:spcPts val="0"/>
              </a:spcAft>
              <a:buNone/>
            </a:pPr>
            <a:r>
              <a:rPr lang="en-US"/>
              <a:t>T(n) = 2 T(n/2) + (n-1)</a:t>
            </a:r>
            <a:endParaRPr/>
          </a:p>
          <a:p>
            <a:pPr marL="0" lvl="0" indent="0" algn="l" rtl="0">
              <a:spcBef>
                <a:spcPts val="0"/>
              </a:spcBef>
              <a:spcAft>
                <a:spcPts val="0"/>
              </a:spcAft>
              <a:buNone/>
            </a:pPr>
            <a:endParaRPr/>
          </a:p>
          <a:p>
            <a:pPr marL="0" lvl="0" indent="0" algn="l" rtl="0">
              <a:spcBef>
                <a:spcPts val="0"/>
              </a:spcBef>
              <a:spcAft>
                <a:spcPts val="0"/>
              </a:spcAft>
              <a:buNone/>
            </a:pPr>
            <a:r>
              <a:rPr lang="en-US"/>
              <a:t>                         worst case comparisons for merge</a:t>
            </a:r>
            <a:endParaRPr/>
          </a:p>
        </p:txBody>
      </p:sp>
      <p:cxnSp>
        <p:nvCxnSpPr>
          <p:cNvPr id="761" name="Google Shape;761;p41:notes"/>
          <p:cNvCxnSpPr/>
          <p:nvPr/>
        </p:nvCxnSpPr>
        <p:spPr>
          <a:xfrm rot="10800000">
            <a:off x="2286000" y="6705600"/>
            <a:ext cx="0" cy="228600"/>
          </a:xfrm>
          <a:prstGeom prst="straightConnector1">
            <a:avLst/>
          </a:prstGeom>
          <a:noFill/>
          <a:ln w="12700" cap="flat" cmpd="sng">
            <a:solidFill>
              <a:srgbClr val="FF0000"/>
            </a:solidFill>
            <a:prstDash val="solid"/>
            <a:round/>
            <a:headEnd type="none" w="sm" len="sm"/>
            <a:tailEnd type="triangle" w="sm" len="sm"/>
          </a:ln>
        </p:spPr>
      </p:cxn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p4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06" name="Google Shape;806;p4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0"/>
        <p:cNvGrpSpPr/>
        <p:nvPr/>
      </p:nvGrpSpPr>
      <p:grpSpPr>
        <a:xfrm>
          <a:off x="0" y="0"/>
          <a:ext cx="0" cy="0"/>
          <a:chOff x="0" y="0"/>
          <a:chExt cx="0" cy="0"/>
        </a:xfrm>
      </p:grpSpPr>
      <p:sp>
        <p:nvSpPr>
          <p:cNvPr id="861" name="Google Shape;861;p4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62" name="Google Shape;862;p4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5"/>
        <p:cNvGrpSpPr/>
        <p:nvPr/>
      </p:nvGrpSpPr>
      <p:grpSpPr>
        <a:xfrm>
          <a:off x="0" y="0"/>
          <a:ext cx="0" cy="0"/>
          <a:chOff x="0" y="0"/>
          <a:chExt cx="0" cy="0"/>
        </a:xfrm>
      </p:grpSpPr>
      <p:sp>
        <p:nvSpPr>
          <p:cNvPr id="906" name="Google Shape;906;p4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39</a:t>
            </a:fld>
            <a:endParaRPr/>
          </a:p>
        </p:txBody>
      </p:sp>
      <p:sp>
        <p:nvSpPr>
          <p:cNvPr id="907" name="Google Shape;907;p4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08" name="Google Shape;908;p4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4"/>
        <p:cNvGrpSpPr/>
        <p:nvPr/>
      </p:nvGrpSpPr>
      <p:grpSpPr>
        <a:xfrm>
          <a:off x="0" y="0"/>
          <a:ext cx="0" cy="0"/>
          <a:chOff x="0" y="0"/>
          <a:chExt cx="0" cy="0"/>
        </a:xfrm>
      </p:grpSpPr>
      <p:sp>
        <p:nvSpPr>
          <p:cNvPr id="935" name="Google Shape;935;p4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36" name="Google Shape;936;p4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2"/>
        <p:cNvGrpSpPr/>
        <p:nvPr/>
      </p:nvGrpSpPr>
      <p:grpSpPr>
        <a:xfrm>
          <a:off x="0" y="0"/>
          <a:ext cx="0" cy="0"/>
          <a:chOff x="0" y="0"/>
          <a:chExt cx="0" cy="0"/>
        </a:xfrm>
      </p:grpSpPr>
      <p:sp>
        <p:nvSpPr>
          <p:cNvPr id="943" name="Google Shape;943;p4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4" name="Google Shape;944;p4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2"/>
        <p:cNvGrpSpPr/>
        <p:nvPr/>
      </p:nvGrpSpPr>
      <p:grpSpPr>
        <a:xfrm>
          <a:off x="0" y="0"/>
          <a:ext cx="0" cy="0"/>
          <a:chOff x="0" y="0"/>
          <a:chExt cx="0" cy="0"/>
        </a:xfrm>
      </p:grpSpPr>
      <p:sp>
        <p:nvSpPr>
          <p:cNvPr id="953" name="Google Shape;953;p4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54" name="Google Shape;954;p4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p4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2" name="Google Shape;962;p4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6"/>
        <p:cNvGrpSpPr/>
        <p:nvPr/>
      </p:nvGrpSpPr>
      <p:grpSpPr>
        <a:xfrm>
          <a:off x="0" y="0"/>
          <a:ext cx="0" cy="0"/>
          <a:chOff x="0" y="0"/>
          <a:chExt cx="0" cy="0"/>
        </a:xfrm>
      </p:grpSpPr>
      <p:sp>
        <p:nvSpPr>
          <p:cNvPr id="967" name="Google Shape;967;p5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68" name="Google Shape;968;p5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4"/>
        <p:cNvGrpSpPr/>
        <p:nvPr/>
      </p:nvGrpSpPr>
      <p:grpSpPr>
        <a:xfrm>
          <a:off x="0" y="0"/>
          <a:ext cx="0" cy="0"/>
          <a:chOff x="0" y="0"/>
          <a:chExt cx="0" cy="0"/>
        </a:xfrm>
      </p:grpSpPr>
      <p:sp>
        <p:nvSpPr>
          <p:cNvPr id="975" name="Google Shape;975;p5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76" name="Google Shape;976;p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4"/>
        <p:cNvGrpSpPr/>
        <p:nvPr/>
      </p:nvGrpSpPr>
      <p:grpSpPr>
        <a:xfrm>
          <a:off x="0" y="0"/>
          <a:ext cx="0" cy="0"/>
          <a:chOff x="0" y="0"/>
          <a:chExt cx="0" cy="0"/>
        </a:xfrm>
      </p:grpSpPr>
      <p:sp>
        <p:nvSpPr>
          <p:cNvPr id="1045" name="Google Shape;1045;p5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46</a:t>
            </a:fld>
            <a:endParaRPr/>
          </a:p>
        </p:txBody>
      </p:sp>
      <p:sp>
        <p:nvSpPr>
          <p:cNvPr id="1046" name="Google Shape;1046;p5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47" name="Google Shape;1047;p5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2"/>
        <p:cNvGrpSpPr/>
        <p:nvPr/>
      </p:nvGrpSpPr>
      <p:grpSpPr>
        <a:xfrm>
          <a:off x="0" y="0"/>
          <a:ext cx="0" cy="0"/>
          <a:chOff x="0" y="0"/>
          <a:chExt cx="0" cy="0"/>
        </a:xfrm>
      </p:grpSpPr>
      <p:sp>
        <p:nvSpPr>
          <p:cNvPr id="1053" name="Google Shape;1053;p5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47</a:t>
            </a:fld>
            <a:endParaRPr/>
          </a:p>
        </p:txBody>
      </p:sp>
      <p:sp>
        <p:nvSpPr>
          <p:cNvPr id="1054" name="Google Shape;1054;p5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55" name="Google Shape;1055;p5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61"/>
        <p:cNvGrpSpPr/>
        <p:nvPr/>
      </p:nvGrpSpPr>
      <p:grpSpPr>
        <a:xfrm>
          <a:off x="0" y="0"/>
          <a:ext cx="0" cy="0"/>
          <a:chOff x="0" y="0"/>
          <a:chExt cx="0" cy="0"/>
        </a:xfrm>
      </p:grpSpPr>
      <p:sp>
        <p:nvSpPr>
          <p:cNvPr id="1062" name="Google Shape;1062;p5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48</a:t>
            </a:fld>
            <a:endParaRPr/>
          </a:p>
        </p:txBody>
      </p:sp>
      <p:sp>
        <p:nvSpPr>
          <p:cNvPr id="1063" name="Google Shape;1063;p5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64" name="Google Shape;1064;p5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0"/>
        <p:cNvGrpSpPr/>
        <p:nvPr/>
      </p:nvGrpSpPr>
      <p:grpSpPr>
        <a:xfrm>
          <a:off x="0" y="0"/>
          <a:ext cx="0" cy="0"/>
          <a:chOff x="0" y="0"/>
          <a:chExt cx="0" cy="0"/>
        </a:xfrm>
      </p:grpSpPr>
      <p:sp>
        <p:nvSpPr>
          <p:cNvPr id="1071" name="Google Shape;1071;p5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49</a:t>
            </a:fld>
            <a:endParaRPr/>
          </a:p>
        </p:txBody>
      </p:sp>
      <p:sp>
        <p:nvSpPr>
          <p:cNvPr id="1072" name="Google Shape;1072;p5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73" name="Google Shape;1073;p5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9"/>
        <p:cNvGrpSpPr/>
        <p:nvPr/>
      </p:nvGrpSpPr>
      <p:grpSpPr>
        <a:xfrm>
          <a:off x="0" y="0"/>
          <a:ext cx="0" cy="0"/>
          <a:chOff x="0" y="0"/>
          <a:chExt cx="0" cy="0"/>
        </a:xfrm>
      </p:grpSpPr>
      <p:sp>
        <p:nvSpPr>
          <p:cNvPr id="1080" name="Google Shape;1080;p5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50</a:t>
            </a:fld>
            <a:endParaRPr/>
          </a:p>
        </p:txBody>
      </p:sp>
      <p:sp>
        <p:nvSpPr>
          <p:cNvPr id="1081" name="Google Shape;1081;p5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82" name="Google Shape;1082;p5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7"/>
        <p:cNvGrpSpPr/>
        <p:nvPr/>
      </p:nvGrpSpPr>
      <p:grpSpPr>
        <a:xfrm>
          <a:off x="0" y="0"/>
          <a:ext cx="0" cy="0"/>
          <a:chOff x="0" y="0"/>
          <a:chExt cx="0" cy="0"/>
        </a:xfrm>
      </p:grpSpPr>
      <p:sp>
        <p:nvSpPr>
          <p:cNvPr id="1088" name="Google Shape;1088;p5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51</a:t>
            </a:fld>
            <a:endParaRPr>
              <a:solidFill>
                <a:srgbClr val="000000"/>
              </a:solidFill>
            </a:endParaRPr>
          </a:p>
        </p:txBody>
      </p:sp>
      <p:sp>
        <p:nvSpPr>
          <p:cNvPr id="1089" name="Google Shape;1089;p5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0" name="Google Shape;1090;p5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6"/>
        <p:cNvGrpSpPr/>
        <p:nvPr/>
      </p:nvGrpSpPr>
      <p:grpSpPr>
        <a:xfrm>
          <a:off x="0" y="0"/>
          <a:ext cx="0" cy="0"/>
          <a:chOff x="0" y="0"/>
          <a:chExt cx="0" cy="0"/>
        </a:xfrm>
      </p:grpSpPr>
      <p:sp>
        <p:nvSpPr>
          <p:cNvPr id="1097" name="Google Shape;1097;p5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52</a:t>
            </a:fld>
            <a:endParaRPr>
              <a:solidFill>
                <a:srgbClr val="000000"/>
              </a:solidFill>
            </a:endParaRPr>
          </a:p>
        </p:txBody>
      </p:sp>
      <p:sp>
        <p:nvSpPr>
          <p:cNvPr id="1098" name="Google Shape;1098;p5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99" name="Google Shape;1099;p5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03"/>
        <p:cNvGrpSpPr/>
        <p:nvPr/>
      </p:nvGrpSpPr>
      <p:grpSpPr>
        <a:xfrm>
          <a:off x="0" y="0"/>
          <a:ext cx="0" cy="0"/>
          <a:chOff x="0" y="0"/>
          <a:chExt cx="0" cy="0"/>
        </a:xfrm>
      </p:grpSpPr>
      <p:sp>
        <p:nvSpPr>
          <p:cNvPr id="1104" name="Google Shape;1104;p5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53</a:t>
            </a:fld>
            <a:endParaRPr>
              <a:solidFill>
                <a:srgbClr val="000000"/>
              </a:solidFill>
            </a:endParaRPr>
          </a:p>
        </p:txBody>
      </p:sp>
      <p:sp>
        <p:nvSpPr>
          <p:cNvPr id="1105" name="Google Shape;1105;p5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06" name="Google Shape;1106;p5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1"/>
        <p:cNvGrpSpPr/>
        <p:nvPr/>
      </p:nvGrpSpPr>
      <p:grpSpPr>
        <a:xfrm>
          <a:off x="0" y="0"/>
          <a:ext cx="0" cy="0"/>
          <a:chOff x="0" y="0"/>
          <a:chExt cx="0" cy="0"/>
        </a:xfrm>
      </p:grpSpPr>
      <p:sp>
        <p:nvSpPr>
          <p:cNvPr id="1112" name="Google Shape;1112;p6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solidFill>
                  <a:srgbClr val="000000"/>
                </a:solidFill>
              </a:rPr>
              <a:t>54</a:t>
            </a:fld>
            <a:endParaRPr>
              <a:solidFill>
                <a:srgbClr val="000000"/>
              </a:solidFill>
            </a:endParaRPr>
          </a:p>
        </p:txBody>
      </p:sp>
      <p:sp>
        <p:nvSpPr>
          <p:cNvPr id="1113" name="Google Shape;1113;p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14" name="Google Shape;1114;p6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0"/>
        <p:cNvGrpSpPr/>
        <p:nvPr/>
      </p:nvGrpSpPr>
      <p:grpSpPr>
        <a:xfrm>
          <a:off x="0" y="0"/>
          <a:ext cx="0" cy="0"/>
          <a:chOff x="0" y="0"/>
          <a:chExt cx="0" cy="0"/>
        </a:xfrm>
      </p:grpSpPr>
      <p:sp>
        <p:nvSpPr>
          <p:cNvPr id="1121" name="Google Shape;1121;p6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22" name="Google Shape;1122;p6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23" name="Google Shape;1123;p6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55</a:t>
            </a:fld>
            <a:endParaRPr/>
          </a:p>
        </p:txBody>
      </p:sp>
      <p:sp>
        <p:nvSpPr>
          <p:cNvPr id="1124" name="Google Shape;1124;p61:notes"/>
          <p:cNvSpPr txBox="1">
            <a:spLocks noGrp="1"/>
          </p:cNvSpPr>
          <p:nvPr>
            <p:ph type="hdr" idx="3"/>
          </p:nvPr>
        </p:nvSpPr>
        <p:spPr>
          <a:xfrm>
            <a:off x="0" y="0"/>
            <a:ext cx="2971800" cy="458788"/>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Ref : Thomas H Cormen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8"/>
        <p:cNvGrpSpPr/>
        <p:nvPr/>
      </p:nvGrpSpPr>
      <p:grpSpPr>
        <a:xfrm>
          <a:off x="0" y="0"/>
          <a:ext cx="0" cy="0"/>
          <a:chOff x="0" y="0"/>
          <a:chExt cx="0" cy="0"/>
        </a:xfrm>
      </p:grpSpPr>
      <p:sp>
        <p:nvSpPr>
          <p:cNvPr id="19" name="Google Shape;19;p2"/>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txBox="1">
            <a:spLocks noGrp="1"/>
          </p:cNvSpPr>
          <p:nvPr>
            <p:ph type="ctr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 name="Google Shape;22;p2"/>
          <p:cNvSpPr txBox="1">
            <a:spLocks noGrp="1"/>
          </p:cNvSpPr>
          <p:nvPr>
            <p:ph type="subTitle" idx="1"/>
          </p:nvPr>
        </p:nvSpPr>
        <p:spPr>
          <a:xfrm>
            <a:off x="1100051" y="4455620"/>
            <a:ext cx="10058400" cy="11430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lvl="1" algn="ctr">
              <a:lnSpc>
                <a:spcPct val="90000"/>
              </a:lnSpc>
              <a:spcBef>
                <a:spcPts val="200"/>
              </a:spcBef>
              <a:spcAft>
                <a:spcPts val="0"/>
              </a:spcAft>
              <a:buSzPts val="2400"/>
              <a:buNone/>
              <a:defRPr sz="2400"/>
            </a:lvl2pPr>
            <a:lvl3pPr lvl="2" algn="ctr">
              <a:lnSpc>
                <a:spcPct val="90000"/>
              </a:lnSpc>
              <a:spcBef>
                <a:spcPts val="400"/>
              </a:spcBef>
              <a:spcAft>
                <a:spcPts val="0"/>
              </a:spcAft>
              <a:buSzPts val="2400"/>
              <a:buNone/>
              <a:defRPr sz="2400"/>
            </a:lvl3pPr>
            <a:lvl4pPr lvl="3" algn="ctr">
              <a:lnSpc>
                <a:spcPct val="90000"/>
              </a:lnSpc>
              <a:spcBef>
                <a:spcPts val="400"/>
              </a:spcBef>
              <a:spcAft>
                <a:spcPts val="0"/>
              </a:spcAft>
              <a:buSzPts val="2000"/>
              <a:buNone/>
              <a:defRPr sz="2000"/>
            </a:lvl4pPr>
            <a:lvl5pPr lvl="4" algn="ctr">
              <a:lnSpc>
                <a:spcPct val="9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a:endParaRPr/>
          </a:p>
        </p:txBody>
      </p:sp>
      <p:sp>
        <p:nvSpPr>
          <p:cNvPr id="23" name="Google Shape;23;p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26" name="Google Shape;26;p2"/>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48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30" name="Google Shape;30;p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3"/>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sz="1100">
                <a:solidFill>
                  <a:srgbClr val="C00000"/>
                </a:solidFill>
                <a:latin typeface="Times New Roman"/>
                <a:ea typeface="Times New Roman"/>
                <a:cs typeface="Times New Roman"/>
                <a:sym typeface="Times New Roman"/>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3"/>
        <p:cNvGrpSpPr/>
        <p:nvPr/>
      </p:nvGrpSpPr>
      <p:grpSpPr>
        <a:xfrm>
          <a:off x="0" y="0"/>
          <a:ext cx="0" cy="0"/>
          <a:chOff x="0" y="0"/>
          <a:chExt cx="0" cy="0"/>
        </a:xfrm>
      </p:grpSpPr>
      <p:sp>
        <p:nvSpPr>
          <p:cNvPr id="34" name="Google Shape;34;p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4"/>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7" name="Google Shape;37;p4"/>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bg>
      <p:bgPr>
        <a:solidFill>
          <a:schemeClr val="lt1"/>
        </a:solidFill>
        <a:effectLst/>
      </p:bgPr>
    </p:bg>
    <p:spTree>
      <p:nvGrpSpPr>
        <p:cNvPr id="1" name="Shape 38"/>
        <p:cNvGrpSpPr/>
        <p:nvPr/>
      </p:nvGrpSpPr>
      <p:grpSpPr>
        <a:xfrm>
          <a:off x="0" y="0"/>
          <a:ext cx="0" cy="0"/>
          <a:chOff x="0" y="0"/>
          <a:chExt cx="0" cy="0"/>
        </a:xfrm>
      </p:grpSpPr>
      <p:sp>
        <p:nvSpPr>
          <p:cNvPr id="39" name="Google Shape;39;p5"/>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 name="Google Shape;40;p5"/>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5"/>
          <p:cNvSpPr txBox="1">
            <a:spLocks noGrp="1"/>
          </p:cNvSpPr>
          <p:nvPr>
            <p:ph type="title"/>
          </p:nvPr>
        </p:nvSpPr>
        <p:spPr>
          <a:xfrm>
            <a:off x="1097280" y="758952"/>
            <a:ext cx="10058400" cy="356616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262626"/>
              </a:buClr>
              <a:buSzPts val="8000"/>
              <a:buFont typeface="Calibri"/>
              <a:buNone/>
              <a:defRPr sz="8000" b="0">
                <a:solidFill>
                  <a:srgbClr val="262626"/>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5"/>
          <p:cNvSpPr txBox="1">
            <a:spLocks noGrp="1"/>
          </p:cNvSpPr>
          <p:nvPr>
            <p:ph type="body" idx="1"/>
          </p:nvPr>
        </p:nvSpPr>
        <p:spPr>
          <a:xfrm>
            <a:off x="1097280" y="4453128"/>
            <a:ext cx="10058400" cy="11430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2400"/>
              <a:buNone/>
              <a:defRPr sz="2400" cap="none">
                <a:solidFill>
                  <a:schemeClr val="dk2"/>
                </a:solidFill>
                <a:latin typeface="Calibri"/>
                <a:ea typeface="Calibri"/>
                <a:cs typeface="Calibri"/>
                <a:sym typeface="Calibri"/>
              </a:defRPr>
            </a:lvl1pPr>
            <a:lvl2pPr marL="914400" lvl="1" indent="-228600" algn="l">
              <a:lnSpc>
                <a:spcPct val="90000"/>
              </a:lnSpc>
              <a:spcBef>
                <a:spcPts val="200"/>
              </a:spcBef>
              <a:spcAft>
                <a:spcPts val="0"/>
              </a:spcAft>
              <a:buSzPts val="1800"/>
              <a:buNone/>
              <a:defRPr sz="1800">
                <a:solidFill>
                  <a:srgbClr val="888888"/>
                </a:solidFill>
              </a:defRPr>
            </a:lvl2pPr>
            <a:lvl3pPr marL="1371600" lvl="2" indent="-228600" algn="l">
              <a:lnSpc>
                <a:spcPct val="90000"/>
              </a:lnSpc>
              <a:spcBef>
                <a:spcPts val="400"/>
              </a:spcBef>
              <a:spcAft>
                <a:spcPts val="0"/>
              </a:spcAft>
              <a:buSzPts val="1600"/>
              <a:buNone/>
              <a:defRPr sz="1600">
                <a:solidFill>
                  <a:srgbClr val="888888"/>
                </a:solidFill>
              </a:defRPr>
            </a:lvl3pPr>
            <a:lvl4pPr marL="1828800" lvl="3" indent="-228600" algn="l">
              <a:lnSpc>
                <a:spcPct val="90000"/>
              </a:lnSpc>
              <a:spcBef>
                <a:spcPts val="400"/>
              </a:spcBef>
              <a:spcAft>
                <a:spcPts val="0"/>
              </a:spcAft>
              <a:buSzPts val="1400"/>
              <a:buNone/>
              <a:defRPr sz="1400">
                <a:solidFill>
                  <a:srgbClr val="888888"/>
                </a:solidFill>
              </a:defRPr>
            </a:lvl4pPr>
            <a:lvl5pPr marL="2286000" lvl="4" indent="-228600" algn="l">
              <a:lnSpc>
                <a:spcPct val="90000"/>
              </a:lnSpc>
              <a:spcBef>
                <a:spcPts val="400"/>
              </a:spcBef>
              <a:spcAft>
                <a:spcPts val="0"/>
              </a:spcAft>
              <a:buSzPts val="1400"/>
              <a:buNone/>
              <a:defRPr sz="1400">
                <a:solidFill>
                  <a:srgbClr val="888888"/>
                </a:solidFill>
              </a:defRPr>
            </a:lvl5pPr>
            <a:lvl6pPr marL="2743200" lvl="5" indent="-228600" algn="l">
              <a:lnSpc>
                <a:spcPct val="90000"/>
              </a:lnSpc>
              <a:spcBef>
                <a:spcPts val="400"/>
              </a:spcBef>
              <a:spcAft>
                <a:spcPts val="0"/>
              </a:spcAft>
              <a:buSzPts val="1400"/>
              <a:buNone/>
              <a:defRPr sz="1400">
                <a:solidFill>
                  <a:srgbClr val="888888"/>
                </a:solidFill>
              </a:defRPr>
            </a:lvl6pPr>
            <a:lvl7pPr marL="3200400" lvl="6" indent="-228600" algn="l">
              <a:lnSpc>
                <a:spcPct val="90000"/>
              </a:lnSpc>
              <a:spcBef>
                <a:spcPts val="400"/>
              </a:spcBef>
              <a:spcAft>
                <a:spcPts val="0"/>
              </a:spcAft>
              <a:buSzPts val="1400"/>
              <a:buNone/>
              <a:defRPr sz="1400">
                <a:solidFill>
                  <a:srgbClr val="888888"/>
                </a:solidFill>
              </a:defRPr>
            </a:lvl7pPr>
            <a:lvl8pPr marL="3657600" lvl="7" indent="-228600" algn="l">
              <a:lnSpc>
                <a:spcPct val="90000"/>
              </a:lnSpc>
              <a:spcBef>
                <a:spcPts val="400"/>
              </a:spcBef>
              <a:spcAft>
                <a:spcPts val="0"/>
              </a:spcAft>
              <a:buSzPts val="1400"/>
              <a:buNone/>
              <a:defRPr sz="1400">
                <a:solidFill>
                  <a:srgbClr val="888888"/>
                </a:solidFill>
              </a:defRPr>
            </a:lvl8pPr>
            <a:lvl9pPr marL="4114800" lvl="8" indent="-228600" algn="l">
              <a:lnSpc>
                <a:spcPct val="90000"/>
              </a:lnSpc>
              <a:spcBef>
                <a:spcPts val="400"/>
              </a:spcBef>
              <a:spcAft>
                <a:spcPts val="400"/>
              </a:spcAft>
              <a:buSzPts val="1400"/>
              <a:buNone/>
              <a:defRPr sz="1400">
                <a:solidFill>
                  <a:srgbClr val="888888"/>
                </a:solidFill>
              </a:defRPr>
            </a:lvl9pPr>
          </a:lstStyle>
          <a:p>
            <a:endParaRPr/>
          </a:p>
        </p:txBody>
      </p:sp>
      <p:sp>
        <p:nvSpPr>
          <p:cNvPr id="43" name="Google Shape;43;p5"/>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5"/>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5" name="Google Shape;45;p5"/>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cxnSp>
        <p:nvCxnSpPr>
          <p:cNvPr id="46" name="Google Shape;46;p5"/>
          <p:cNvCxnSpPr/>
          <p:nvPr/>
        </p:nvCxnSpPr>
        <p:spPr>
          <a:xfrm>
            <a:off x="1207658" y="4343400"/>
            <a:ext cx="9875520" cy="0"/>
          </a:xfrm>
          <a:prstGeom prst="straightConnector1">
            <a:avLst/>
          </a:prstGeom>
          <a:noFill/>
          <a:ln w="9525" cap="flat" cmpd="sng">
            <a:solidFill>
              <a:srgbClr val="7F7F7F"/>
            </a:solidFill>
            <a:prstDash val="solid"/>
            <a:round/>
            <a:headEnd type="none" w="sm" len="sm"/>
            <a:tailEnd type="none" w="sm" len="sm"/>
          </a:ln>
        </p:spPr>
      </p:cxn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7"/>
        <p:cNvGrpSpPr/>
        <p:nvPr/>
      </p:nvGrpSpPr>
      <p:grpSpPr>
        <a:xfrm>
          <a:off x="0" y="0"/>
          <a:ext cx="0" cy="0"/>
          <a:chOff x="0" y="0"/>
          <a:chExt cx="0" cy="0"/>
        </a:xfrm>
      </p:grpSpPr>
      <p:sp>
        <p:nvSpPr>
          <p:cNvPr id="48" name="Google Shape;48;p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9" name="Google Shape;49;p6"/>
          <p:cNvSpPr txBox="1">
            <a:spLocks noGrp="1"/>
          </p:cNvSpPr>
          <p:nvPr>
            <p:ph type="body" idx="1"/>
          </p:nvPr>
        </p:nvSpPr>
        <p:spPr>
          <a:xfrm>
            <a:off x="1097279" y="1845734"/>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0" name="Google Shape;50;p6"/>
          <p:cNvSpPr txBox="1">
            <a:spLocks noGrp="1"/>
          </p:cNvSpPr>
          <p:nvPr>
            <p:ph type="body" idx="2"/>
          </p:nvPr>
        </p:nvSpPr>
        <p:spPr>
          <a:xfrm>
            <a:off x="6217920" y="1845735"/>
            <a:ext cx="4937760" cy="402336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1" name="Google Shape;51;p6"/>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6"/>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6"/>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7"/>
          <p:cNvSpPr txBox="1">
            <a:spLocks noGrp="1"/>
          </p:cNvSpPr>
          <p:nvPr>
            <p:ph type="body" idx="1"/>
          </p:nvPr>
        </p:nvSpPr>
        <p:spPr>
          <a:xfrm>
            <a:off x="109728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7" name="Google Shape;57;p7"/>
          <p:cNvSpPr txBox="1">
            <a:spLocks noGrp="1"/>
          </p:cNvSpPr>
          <p:nvPr>
            <p:ph type="body" idx="2"/>
          </p:nvPr>
        </p:nvSpPr>
        <p:spPr>
          <a:xfrm>
            <a:off x="109728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58" name="Google Shape;58;p7"/>
          <p:cNvSpPr txBox="1">
            <a:spLocks noGrp="1"/>
          </p:cNvSpPr>
          <p:nvPr>
            <p:ph type="body" idx="3"/>
          </p:nvPr>
        </p:nvSpPr>
        <p:spPr>
          <a:xfrm>
            <a:off x="6217920" y="1846052"/>
            <a:ext cx="4937760" cy="736282"/>
          </a:xfrm>
          <a:prstGeom prst="rect">
            <a:avLst/>
          </a:prstGeom>
          <a:noFill/>
          <a:ln>
            <a:noFill/>
          </a:ln>
        </p:spPr>
        <p:txBody>
          <a:bodyPr spcFirstLastPara="1" wrap="square" lIns="91425" tIns="45700" rIns="91425" bIns="45700" anchor="ctr" anchorCtr="0">
            <a:normAutofit/>
          </a:bodyPr>
          <a:lstStyle>
            <a:lvl1pPr marL="457200" lvl="0" indent="-228600" algn="l">
              <a:lnSpc>
                <a:spcPct val="90000"/>
              </a:lnSpc>
              <a:spcBef>
                <a:spcPts val="1200"/>
              </a:spcBef>
              <a:spcAft>
                <a:spcPts val="0"/>
              </a:spcAft>
              <a:buSzPts val="2000"/>
              <a:buNone/>
              <a:defRPr sz="2000" b="0" cap="none">
                <a:solidFill>
                  <a:schemeClr val="dk2"/>
                </a:solidFill>
              </a:defRPr>
            </a:lvl1pPr>
            <a:lvl2pPr marL="914400" lvl="1" indent="-228600" algn="l">
              <a:lnSpc>
                <a:spcPct val="90000"/>
              </a:lnSpc>
              <a:spcBef>
                <a:spcPts val="200"/>
              </a:spcBef>
              <a:spcAft>
                <a:spcPts val="0"/>
              </a:spcAft>
              <a:buSzPts val="2000"/>
              <a:buNone/>
              <a:defRPr sz="2000" b="1"/>
            </a:lvl2pPr>
            <a:lvl3pPr marL="1371600" lvl="2" indent="-228600" algn="l">
              <a:lnSpc>
                <a:spcPct val="90000"/>
              </a:lnSpc>
              <a:spcBef>
                <a:spcPts val="400"/>
              </a:spcBef>
              <a:spcAft>
                <a:spcPts val="0"/>
              </a:spcAft>
              <a:buSzPts val="1800"/>
              <a:buNone/>
              <a:defRPr sz="1800" b="1"/>
            </a:lvl3pPr>
            <a:lvl4pPr marL="1828800" lvl="3" indent="-228600" algn="l">
              <a:lnSpc>
                <a:spcPct val="90000"/>
              </a:lnSpc>
              <a:spcBef>
                <a:spcPts val="400"/>
              </a:spcBef>
              <a:spcAft>
                <a:spcPts val="0"/>
              </a:spcAft>
              <a:buSzPts val="1600"/>
              <a:buNone/>
              <a:defRPr sz="1600" b="1"/>
            </a:lvl4pPr>
            <a:lvl5pPr marL="2286000" lvl="4" indent="-228600" algn="l">
              <a:lnSpc>
                <a:spcPct val="90000"/>
              </a:lnSpc>
              <a:spcBef>
                <a:spcPts val="400"/>
              </a:spcBef>
              <a:spcAft>
                <a:spcPts val="0"/>
              </a:spcAft>
              <a:buSzPts val="1600"/>
              <a:buNone/>
              <a:defRPr sz="1600" b="1"/>
            </a:lvl5pPr>
            <a:lvl6pPr marL="2743200" lvl="5" indent="-228600" algn="l">
              <a:lnSpc>
                <a:spcPct val="90000"/>
              </a:lnSpc>
              <a:spcBef>
                <a:spcPts val="400"/>
              </a:spcBef>
              <a:spcAft>
                <a:spcPts val="0"/>
              </a:spcAft>
              <a:buSzPts val="1600"/>
              <a:buNone/>
              <a:defRPr sz="1600" b="1"/>
            </a:lvl6pPr>
            <a:lvl7pPr marL="3200400" lvl="6" indent="-228600" algn="l">
              <a:lnSpc>
                <a:spcPct val="90000"/>
              </a:lnSpc>
              <a:spcBef>
                <a:spcPts val="400"/>
              </a:spcBef>
              <a:spcAft>
                <a:spcPts val="0"/>
              </a:spcAft>
              <a:buSzPts val="1600"/>
              <a:buNone/>
              <a:defRPr sz="1600" b="1"/>
            </a:lvl7pPr>
            <a:lvl8pPr marL="3657600" lvl="7" indent="-228600" algn="l">
              <a:lnSpc>
                <a:spcPct val="90000"/>
              </a:lnSpc>
              <a:spcBef>
                <a:spcPts val="400"/>
              </a:spcBef>
              <a:spcAft>
                <a:spcPts val="0"/>
              </a:spcAft>
              <a:buSzPts val="1600"/>
              <a:buNone/>
              <a:defRPr sz="1600" b="1"/>
            </a:lvl8pPr>
            <a:lvl9pPr marL="4114800" lvl="8" indent="-228600" algn="l">
              <a:lnSpc>
                <a:spcPct val="90000"/>
              </a:lnSpc>
              <a:spcBef>
                <a:spcPts val="400"/>
              </a:spcBef>
              <a:spcAft>
                <a:spcPts val="400"/>
              </a:spcAft>
              <a:buSzPts val="1600"/>
              <a:buNone/>
              <a:defRPr sz="1600" b="1"/>
            </a:lvl9pPr>
          </a:lstStyle>
          <a:p>
            <a:endParaRPr/>
          </a:p>
        </p:txBody>
      </p:sp>
      <p:sp>
        <p:nvSpPr>
          <p:cNvPr id="59" name="Google Shape;59;p7"/>
          <p:cNvSpPr txBox="1">
            <a:spLocks noGrp="1"/>
          </p:cNvSpPr>
          <p:nvPr>
            <p:ph type="body" idx="4"/>
          </p:nvPr>
        </p:nvSpPr>
        <p:spPr>
          <a:xfrm>
            <a:off x="6217920" y="2582334"/>
            <a:ext cx="4937760" cy="33782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60" name="Google Shape;60;p7"/>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7"/>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2" name="Google Shape;62;p7"/>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63"/>
        <p:cNvGrpSpPr/>
        <p:nvPr/>
      </p:nvGrpSpPr>
      <p:grpSpPr>
        <a:xfrm>
          <a:off x="0" y="0"/>
          <a:ext cx="0" cy="0"/>
          <a:chOff x="0" y="0"/>
          <a:chExt cx="0" cy="0"/>
        </a:xfrm>
      </p:grpSpPr>
      <p:sp>
        <p:nvSpPr>
          <p:cNvPr id="64" name="Google Shape;64;p8"/>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5" name="Google Shape;65;p8"/>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8"/>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8"/>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68"/>
        <p:cNvGrpSpPr/>
        <p:nvPr/>
      </p:nvGrpSpPr>
      <p:grpSpPr>
        <a:xfrm>
          <a:off x="0" y="0"/>
          <a:ext cx="0" cy="0"/>
          <a:chOff x="0" y="0"/>
          <a:chExt cx="0" cy="0"/>
        </a:xfrm>
      </p:grpSpPr>
      <p:sp>
        <p:nvSpPr>
          <p:cNvPr id="69" name="Google Shape;69;p9"/>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9"/>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9"/>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9"/>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9"/>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ontent with Caption" type="objTx">
  <p:cSld name="OBJECT_WITH_CAPTION_TEXT">
    <p:spTree>
      <p:nvGrpSpPr>
        <p:cNvPr id="1" name="Shape 74"/>
        <p:cNvGrpSpPr/>
        <p:nvPr/>
      </p:nvGrpSpPr>
      <p:grpSpPr>
        <a:xfrm>
          <a:off x="0" y="0"/>
          <a:ext cx="0" cy="0"/>
          <a:chOff x="0" y="0"/>
          <a:chExt cx="0" cy="0"/>
        </a:xfrm>
      </p:grpSpPr>
      <p:sp>
        <p:nvSpPr>
          <p:cNvPr id="75" name="Google Shape;75;p10"/>
          <p:cNvSpPr/>
          <p:nvPr/>
        </p:nvSpPr>
        <p:spPr>
          <a:xfrm>
            <a:off x="16" y="0"/>
            <a:ext cx="4050791" cy="6858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10"/>
          <p:cNvSpPr/>
          <p:nvPr/>
        </p:nvSpPr>
        <p:spPr>
          <a:xfrm>
            <a:off x="4040071" y="0"/>
            <a:ext cx="64008" cy="68580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10"/>
          <p:cNvSpPr txBox="1">
            <a:spLocks noGrp="1"/>
          </p:cNvSpPr>
          <p:nvPr>
            <p:ph type="title"/>
          </p:nvPr>
        </p:nvSpPr>
        <p:spPr>
          <a:xfrm>
            <a:off x="457200" y="594359"/>
            <a:ext cx="3200400" cy="22860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8" name="Google Shape;78;p10"/>
          <p:cNvSpPr txBox="1">
            <a:spLocks noGrp="1"/>
          </p:cNvSpPr>
          <p:nvPr>
            <p:ph type="body" idx="1"/>
          </p:nvPr>
        </p:nvSpPr>
        <p:spPr>
          <a:xfrm>
            <a:off x="4800600" y="731520"/>
            <a:ext cx="6492240" cy="5257800"/>
          </a:xfrm>
          <a:prstGeom prst="rect">
            <a:avLst/>
          </a:prstGeom>
          <a:noFill/>
          <a:ln>
            <a:noFill/>
          </a:ln>
        </p:spPr>
        <p:txBody>
          <a:bodyPr spcFirstLastPara="1" wrap="square" lIns="0" tIns="45700" rIns="0" bIns="4570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79" name="Google Shape;79;p10"/>
          <p:cNvSpPr txBox="1">
            <a:spLocks noGrp="1"/>
          </p:cNvSpPr>
          <p:nvPr>
            <p:ph type="body" idx="2"/>
          </p:nvPr>
        </p:nvSpPr>
        <p:spPr>
          <a:xfrm>
            <a:off x="457200" y="2926080"/>
            <a:ext cx="3200400" cy="3379124"/>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200"/>
              </a:spcBef>
              <a:spcAft>
                <a:spcPts val="0"/>
              </a:spcAft>
              <a:buSzPts val="1500"/>
              <a:buNone/>
              <a:defRPr sz="1500">
                <a:solidFill>
                  <a:srgbClr val="FFFFFF"/>
                </a:solidFill>
              </a:defRPr>
            </a:lvl1pPr>
            <a:lvl2pPr marL="914400" lvl="1" indent="-228600" algn="l">
              <a:lnSpc>
                <a:spcPct val="90000"/>
              </a:lnSpc>
              <a:spcBef>
                <a:spcPts val="2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0" name="Google Shape;80;p10"/>
          <p:cNvSpPr txBox="1">
            <a:spLocks noGrp="1"/>
          </p:cNvSpPr>
          <p:nvPr>
            <p:ph type="dt" idx="10"/>
          </p:nvPr>
        </p:nvSpPr>
        <p:spPr>
          <a:xfrm>
            <a:off x="465512" y="6459785"/>
            <a:ext cx="261851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1" name="Google Shape;81;p10"/>
          <p:cNvSpPr txBox="1">
            <a:spLocks noGrp="1"/>
          </p:cNvSpPr>
          <p:nvPr>
            <p:ph type="ftr" idx="11"/>
          </p:nvPr>
        </p:nvSpPr>
        <p:spPr>
          <a:xfrm>
            <a:off x="4800600" y="6459785"/>
            <a:ext cx="4648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solidFill>
                  <a:schemeClr val="dk2"/>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10"/>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sz="1050">
                <a:solidFill>
                  <a:schemeClr val="dk2"/>
                </a:solidFill>
                <a:latin typeface="Calibri"/>
                <a:ea typeface="Calibri"/>
                <a:cs typeface="Calibri"/>
                <a:sym typeface="Calibri"/>
              </a:defRPr>
            </a:lvl1pPr>
            <a:lvl2pPr marL="0" lvl="1" indent="0" algn="r">
              <a:spcBef>
                <a:spcPts val="0"/>
              </a:spcBef>
              <a:buNone/>
              <a:defRPr sz="1050">
                <a:solidFill>
                  <a:schemeClr val="dk2"/>
                </a:solidFill>
                <a:latin typeface="Calibri"/>
                <a:ea typeface="Calibri"/>
                <a:cs typeface="Calibri"/>
                <a:sym typeface="Calibri"/>
              </a:defRPr>
            </a:lvl2pPr>
            <a:lvl3pPr marL="0" lvl="2" indent="0" algn="r">
              <a:spcBef>
                <a:spcPts val="0"/>
              </a:spcBef>
              <a:buNone/>
              <a:defRPr sz="1050">
                <a:solidFill>
                  <a:schemeClr val="dk2"/>
                </a:solidFill>
                <a:latin typeface="Calibri"/>
                <a:ea typeface="Calibri"/>
                <a:cs typeface="Calibri"/>
                <a:sym typeface="Calibri"/>
              </a:defRPr>
            </a:lvl3pPr>
            <a:lvl4pPr marL="0" lvl="3" indent="0" algn="r">
              <a:spcBef>
                <a:spcPts val="0"/>
              </a:spcBef>
              <a:buNone/>
              <a:defRPr sz="1050">
                <a:solidFill>
                  <a:schemeClr val="dk2"/>
                </a:solidFill>
                <a:latin typeface="Calibri"/>
                <a:ea typeface="Calibri"/>
                <a:cs typeface="Calibri"/>
                <a:sym typeface="Calibri"/>
              </a:defRPr>
            </a:lvl4pPr>
            <a:lvl5pPr marL="0" lvl="4" indent="0" algn="r">
              <a:spcBef>
                <a:spcPts val="0"/>
              </a:spcBef>
              <a:buNone/>
              <a:defRPr sz="1050">
                <a:solidFill>
                  <a:schemeClr val="dk2"/>
                </a:solidFill>
                <a:latin typeface="Calibri"/>
                <a:ea typeface="Calibri"/>
                <a:cs typeface="Calibri"/>
                <a:sym typeface="Calibri"/>
              </a:defRPr>
            </a:lvl5pPr>
            <a:lvl6pPr marL="0" lvl="5" indent="0" algn="r">
              <a:spcBef>
                <a:spcPts val="0"/>
              </a:spcBef>
              <a:buNone/>
              <a:defRPr sz="1050">
                <a:solidFill>
                  <a:schemeClr val="dk2"/>
                </a:solidFill>
                <a:latin typeface="Calibri"/>
                <a:ea typeface="Calibri"/>
                <a:cs typeface="Calibri"/>
                <a:sym typeface="Calibri"/>
              </a:defRPr>
            </a:lvl6pPr>
            <a:lvl7pPr marL="0" lvl="6" indent="0" algn="r">
              <a:spcBef>
                <a:spcPts val="0"/>
              </a:spcBef>
              <a:buNone/>
              <a:defRPr sz="1050">
                <a:solidFill>
                  <a:schemeClr val="dk2"/>
                </a:solidFill>
                <a:latin typeface="Calibri"/>
                <a:ea typeface="Calibri"/>
                <a:cs typeface="Calibri"/>
                <a:sym typeface="Calibri"/>
              </a:defRPr>
            </a:lvl7pPr>
            <a:lvl8pPr marL="0" lvl="7" indent="0" algn="r">
              <a:spcBef>
                <a:spcPts val="0"/>
              </a:spcBef>
              <a:buNone/>
              <a:defRPr sz="1050">
                <a:solidFill>
                  <a:schemeClr val="dk2"/>
                </a:solidFill>
                <a:latin typeface="Calibri"/>
                <a:ea typeface="Calibri"/>
                <a:cs typeface="Calibri"/>
                <a:sym typeface="Calibri"/>
              </a:defRPr>
            </a:lvl8pPr>
            <a:lvl9pPr marL="0" lvl="8" indent="0" algn="r">
              <a:spcBef>
                <a:spcPts val="0"/>
              </a:spcBef>
              <a:buNone/>
              <a:defRPr sz="1050">
                <a:solidFill>
                  <a:schemeClr val="dk2"/>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Picture with Caption" type="picTx">
  <p:cSld name="PICTURE_WITH_CAPTION_TEXT">
    <p:spTree>
      <p:nvGrpSpPr>
        <p:cNvPr id="1" name="Shape 83"/>
        <p:cNvGrpSpPr/>
        <p:nvPr/>
      </p:nvGrpSpPr>
      <p:grpSpPr>
        <a:xfrm>
          <a:off x="0" y="0"/>
          <a:ext cx="0" cy="0"/>
          <a:chOff x="0" y="0"/>
          <a:chExt cx="0" cy="0"/>
        </a:xfrm>
      </p:grpSpPr>
      <p:sp>
        <p:nvSpPr>
          <p:cNvPr id="84" name="Google Shape;84;p11"/>
          <p:cNvSpPr/>
          <p:nvPr/>
        </p:nvSpPr>
        <p:spPr>
          <a:xfrm>
            <a:off x="0" y="4953000"/>
            <a:ext cx="12188825" cy="19050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11"/>
          <p:cNvSpPr/>
          <p:nvPr/>
        </p:nvSpPr>
        <p:spPr>
          <a:xfrm>
            <a:off x="15" y="491507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11"/>
          <p:cNvSpPr txBox="1">
            <a:spLocks noGrp="1"/>
          </p:cNvSpPr>
          <p:nvPr>
            <p:ph type="title"/>
          </p:nvPr>
        </p:nvSpPr>
        <p:spPr>
          <a:xfrm>
            <a:off x="1097280" y="5074920"/>
            <a:ext cx="10113264" cy="822960"/>
          </a:xfrm>
          <a:prstGeom prst="rect">
            <a:avLst/>
          </a:prstGeom>
          <a:noFill/>
          <a:ln>
            <a:noFill/>
          </a:ln>
        </p:spPr>
        <p:txBody>
          <a:bodyPr spcFirstLastPara="1" wrap="square" lIns="91425" tIns="0" rIns="91425" bIns="0" anchor="b" anchorCtr="0">
            <a:noAutofit/>
          </a:bodyPr>
          <a:lstStyle>
            <a:lvl1pPr lvl="0" algn="l">
              <a:lnSpc>
                <a:spcPct val="85000"/>
              </a:lnSpc>
              <a:spcBef>
                <a:spcPts val="0"/>
              </a:spcBef>
              <a:spcAft>
                <a:spcPts val="0"/>
              </a:spcAft>
              <a:buClr>
                <a:srgbClr val="FFFFFF"/>
              </a:buClr>
              <a:buSzPts val="3600"/>
              <a:buFont typeface="Calibri"/>
              <a:buNone/>
              <a:defRPr sz="3600" b="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87" name="Google Shape;87;p11"/>
          <p:cNvPicPr preferRelativeResize="0">
            <a:picLocks noGrp="1"/>
          </p:cNvPicPr>
          <p:nvPr>
            <p:ph type="pic" idx="2"/>
          </p:nvPr>
        </p:nvPicPr>
        <p:blipFill/>
        <p:spPr>
          <a:xfrm>
            <a:off x="15" y="0"/>
            <a:ext cx="12191985" cy="4915076"/>
          </a:xfrm>
          <a:prstGeom prst="rect">
            <a:avLst/>
          </a:prstGeom>
          <a:blipFill rotWithShape="1">
            <a:blip r:embed="rId2">
              <a:alphaModFix/>
            </a:blip>
            <a:stretch>
              <a:fillRect/>
            </a:stretch>
          </a:blipFill>
          <a:ln>
            <a:noFill/>
          </a:ln>
        </p:spPr>
      </p:pic>
      <p:sp>
        <p:nvSpPr>
          <p:cNvPr id="88" name="Google Shape;88;p11"/>
          <p:cNvSpPr txBox="1">
            <a:spLocks noGrp="1"/>
          </p:cNvSpPr>
          <p:nvPr>
            <p:ph type="body" idx="1"/>
          </p:nvPr>
        </p:nvSpPr>
        <p:spPr>
          <a:xfrm>
            <a:off x="1097280" y="5907023"/>
            <a:ext cx="10113264" cy="594360"/>
          </a:xfrm>
          <a:prstGeom prst="rect">
            <a:avLst/>
          </a:prstGeom>
          <a:noFill/>
          <a:ln>
            <a:noFill/>
          </a:ln>
        </p:spPr>
        <p:txBody>
          <a:bodyPr spcFirstLastPara="1" wrap="square" lIns="91425" tIns="0" rIns="91425" bIns="0" anchor="t" anchorCtr="0">
            <a:normAutofit/>
          </a:bodyPr>
          <a:lstStyle>
            <a:lvl1pPr marL="457200" lvl="0" indent="-228600" algn="l">
              <a:lnSpc>
                <a:spcPct val="90000"/>
              </a:lnSpc>
              <a:spcBef>
                <a:spcPts val="0"/>
              </a:spcBef>
              <a:spcAft>
                <a:spcPts val="0"/>
              </a:spcAft>
              <a:buSzPts val="1500"/>
              <a:buNone/>
              <a:defRPr sz="1500">
                <a:solidFill>
                  <a:srgbClr val="FFFFFF"/>
                </a:solidFill>
              </a:defRPr>
            </a:lvl1pPr>
            <a:lvl2pPr marL="914400" lvl="1" indent="-228600" algn="l">
              <a:lnSpc>
                <a:spcPct val="90000"/>
              </a:lnSpc>
              <a:spcBef>
                <a:spcPts val="600"/>
              </a:spcBef>
              <a:spcAft>
                <a:spcPts val="0"/>
              </a:spcAft>
              <a:buSzPts val="1200"/>
              <a:buNone/>
              <a:defRPr sz="1200"/>
            </a:lvl2pPr>
            <a:lvl3pPr marL="1371600" lvl="2" indent="-228600" algn="l">
              <a:lnSpc>
                <a:spcPct val="90000"/>
              </a:lnSpc>
              <a:spcBef>
                <a:spcPts val="400"/>
              </a:spcBef>
              <a:spcAft>
                <a:spcPts val="0"/>
              </a:spcAft>
              <a:buSzPts val="1000"/>
              <a:buNone/>
              <a:defRPr sz="1000"/>
            </a:lvl3pPr>
            <a:lvl4pPr marL="1828800" lvl="3" indent="-228600" algn="l">
              <a:lnSpc>
                <a:spcPct val="90000"/>
              </a:lnSpc>
              <a:spcBef>
                <a:spcPts val="400"/>
              </a:spcBef>
              <a:spcAft>
                <a:spcPts val="0"/>
              </a:spcAft>
              <a:buSzPts val="900"/>
              <a:buNone/>
              <a:defRPr sz="900"/>
            </a:lvl4pPr>
            <a:lvl5pPr marL="2286000" lvl="4" indent="-228600" algn="l">
              <a:lnSpc>
                <a:spcPct val="90000"/>
              </a:lnSpc>
              <a:spcBef>
                <a:spcPts val="400"/>
              </a:spcBef>
              <a:spcAft>
                <a:spcPts val="0"/>
              </a:spcAft>
              <a:buSzPts val="900"/>
              <a:buNone/>
              <a:defRPr sz="900"/>
            </a:lvl5pPr>
            <a:lvl6pPr marL="2743200" lvl="5" indent="-228600" algn="l">
              <a:lnSpc>
                <a:spcPct val="90000"/>
              </a:lnSpc>
              <a:spcBef>
                <a:spcPts val="400"/>
              </a:spcBef>
              <a:spcAft>
                <a:spcPts val="0"/>
              </a:spcAft>
              <a:buSzPts val="900"/>
              <a:buNone/>
              <a:defRPr sz="900"/>
            </a:lvl6pPr>
            <a:lvl7pPr marL="3200400" lvl="6" indent="-228600" algn="l">
              <a:lnSpc>
                <a:spcPct val="90000"/>
              </a:lnSpc>
              <a:spcBef>
                <a:spcPts val="400"/>
              </a:spcBef>
              <a:spcAft>
                <a:spcPts val="0"/>
              </a:spcAft>
              <a:buSzPts val="900"/>
              <a:buNone/>
              <a:defRPr sz="900"/>
            </a:lvl7pPr>
            <a:lvl8pPr marL="3657600" lvl="7" indent="-228600" algn="l">
              <a:lnSpc>
                <a:spcPct val="90000"/>
              </a:lnSpc>
              <a:spcBef>
                <a:spcPts val="400"/>
              </a:spcBef>
              <a:spcAft>
                <a:spcPts val="0"/>
              </a:spcAft>
              <a:buSzPts val="900"/>
              <a:buNone/>
              <a:defRPr sz="900"/>
            </a:lvl8pPr>
            <a:lvl9pPr marL="4114800" lvl="8" indent="-228600" algn="l">
              <a:lnSpc>
                <a:spcPct val="90000"/>
              </a:lnSpc>
              <a:spcBef>
                <a:spcPts val="400"/>
              </a:spcBef>
              <a:spcAft>
                <a:spcPts val="400"/>
              </a:spcAft>
              <a:buSzPts val="900"/>
              <a:buNone/>
              <a:defRPr sz="900"/>
            </a:lvl9pPr>
          </a:lstStyle>
          <a:p>
            <a:endParaRPr/>
          </a:p>
        </p:txBody>
      </p:sp>
      <p:sp>
        <p:nvSpPr>
          <p:cNvPr id="89" name="Google Shape;89;p1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0" name="Google Shape;90;p1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1" name="Google Shape;91;p1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2"/>
        <p:cNvGrpSpPr/>
        <p:nvPr/>
      </p:nvGrpSpPr>
      <p:grpSpPr>
        <a:xfrm>
          <a:off x="0" y="0"/>
          <a:ext cx="0" cy="0"/>
          <a:chOff x="0" y="0"/>
          <a:chExt cx="0" cy="0"/>
        </a:xfrm>
      </p:grpSpPr>
      <p:sp>
        <p:nvSpPr>
          <p:cNvPr id="93" name="Google Shape;93;p1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4" name="Google Shape;94;p12"/>
          <p:cNvSpPr txBox="1">
            <a:spLocks noGrp="1"/>
          </p:cNvSpPr>
          <p:nvPr>
            <p:ph type="body" idx="1"/>
          </p:nvPr>
        </p:nvSpPr>
        <p:spPr>
          <a:xfrm rot="5400000">
            <a:off x="4114800" y="-1171786"/>
            <a:ext cx="4023360" cy="100584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95" name="Google Shape;95;p12"/>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6" name="Google Shape;96;p12"/>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7" name="Google Shape;97;p12"/>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matchingName="Vertical Title and Text" type="vertTitleAndTx">
  <p:cSld name="VERTICAL_TITLE_AND_VERTICAL_TEXT">
    <p:spTree>
      <p:nvGrpSpPr>
        <p:cNvPr id="1" name="Shape 98"/>
        <p:cNvGrpSpPr/>
        <p:nvPr/>
      </p:nvGrpSpPr>
      <p:grpSpPr>
        <a:xfrm>
          <a:off x="0" y="0"/>
          <a:ext cx="0" cy="0"/>
          <a:chOff x="0" y="0"/>
          <a:chExt cx="0" cy="0"/>
        </a:xfrm>
      </p:grpSpPr>
      <p:sp>
        <p:nvSpPr>
          <p:cNvPr id="99" name="Google Shape;99;p13"/>
          <p:cNvSpPr/>
          <p:nvPr/>
        </p:nvSpPr>
        <p:spPr>
          <a:xfrm>
            <a:off x="3175" y="6400800"/>
            <a:ext cx="12188825"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13"/>
          <p:cNvSpPr/>
          <p:nvPr/>
        </p:nvSpPr>
        <p:spPr>
          <a:xfrm>
            <a:off x="15" y="6334316"/>
            <a:ext cx="12188825" cy="6400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 name="Google Shape;101;p13"/>
          <p:cNvSpPr txBox="1">
            <a:spLocks noGrp="1"/>
          </p:cNvSpPr>
          <p:nvPr>
            <p:ph type="title"/>
          </p:nvPr>
        </p:nvSpPr>
        <p:spPr>
          <a:xfrm rot="5400000">
            <a:off x="7160640" y="1979039"/>
            <a:ext cx="5757421" cy="2628900"/>
          </a:xfrm>
          <a:prstGeom prst="rect">
            <a:avLst/>
          </a:prstGeom>
          <a:noFill/>
          <a:ln>
            <a:noFill/>
          </a:ln>
        </p:spPr>
        <p:txBody>
          <a:bodyPr spcFirstLastPara="1" wrap="square" lIns="91425" tIns="45700" rIns="91425" bIns="45700" anchor="b" anchorCtr="0">
            <a:normAutofit/>
          </a:bodyPr>
          <a:lstStyle>
            <a:lvl1pPr lvl="0" algn="l">
              <a:lnSpc>
                <a:spcPct val="85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2" name="Google Shape;102;p13"/>
          <p:cNvSpPr txBox="1">
            <a:spLocks noGrp="1"/>
          </p:cNvSpPr>
          <p:nvPr>
            <p:ph type="body" idx="1"/>
          </p:nvPr>
        </p:nvSpPr>
        <p:spPr>
          <a:xfrm rot="5400000">
            <a:off x="1826639" y="-573661"/>
            <a:ext cx="5757422" cy="7734300"/>
          </a:xfrm>
          <a:prstGeom prst="rect">
            <a:avLst/>
          </a:prstGeom>
          <a:noFill/>
          <a:ln>
            <a:noFill/>
          </a:ln>
        </p:spPr>
        <p:txBody>
          <a:bodyPr spcFirstLastPara="1" wrap="square" lIns="45700" tIns="0" rIns="45700" bIns="0" anchor="t" anchorCtr="0">
            <a:normAutofit/>
          </a:bodyPr>
          <a:lstStyle>
            <a:lvl1pPr marL="457200" lvl="0" indent="-342900" algn="l">
              <a:lnSpc>
                <a:spcPct val="90000"/>
              </a:lnSpc>
              <a:spcBef>
                <a:spcPts val="1200"/>
              </a:spcBef>
              <a:spcAft>
                <a:spcPts val="0"/>
              </a:spcAft>
              <a:buSzPts val="1800"/>
              <a:buChar char=" "/>
              <a:defRPr/>
            </a:lvl1pPr>
            <a:lvl2pPr marL="914400" lvl="1" indent="-342900" algn="l">
              <a:lnSpc>
                <a:spcPct val="90000"/>
              </a:lnSpc>
              <a:spcBef>
                <a:spcPts val="200"/>
              </a:spcBef>
              <a:spcAft>
                <a:spcPts val="0"/>
              </a:spcAft>
              <a:buSzPts val="1800"/>
              <a:buChar char="◦"/>
              <a:defRPr/>
            </a:lvl2pPr>
            <a:lvl3pPr marL="1371600" lvl="2" indent="-342900" algn="l">
              <a:lnSpc>
                <a:spcPct val="90000"/>
              </a:lnSpc>
              <a:spcBef>
                <a:spcPts val="400"/>
              </a:spcBef>
              <a:spcAft>
                <a:spcPts val="0"/>
              </a:spcAft>
              <a:buSzPts val="1800"/>
              <a:buChar char="◦"/>
              <a:defRPr/>
            </a:lvl3pPr>
            <a:lvl4pPr marL="1828800" lvl="3" indent="-342900" algn="l">
              <a:lnSpc>
                <a:spcPct val="90000"/>
              </a:lnSpc>
              <a:spcBef>
                <a:spcPts val="400"/>
              </a:spcBef>
              <a:spcAft>
                <a:spcPts val="0"/>
              </a:spcAft>
              <a:buSzPts val="1800"/>
              <a:buChar char="◦"/>
              <a:defRPr/>
            </a:lvl4pPr>
            <a:lvl5pPr marL="2286000" lvl="4" indent="-342900" algn="l">
              <a:lnSpc>
                <a:spcPct val="90000"/>
              </a:lnSpc>
              <a:spcBef>
                <a:spcPts val="400"/>
              </a:spcBef>
              <a:spcAft>
                <a:spcPts val="0"/>
              </a:spcAft>
              <a:buSzPts val="1800"/>
              <a:buChar char="◦"/>
              <a:defRPr/>
            </a:lvl5pPr>
            <a:lvl6pPr marL="2743200" lvl="5" indent="-342900" algn="l">
              <a:lnSpc>
                <a:spcPct val="90000"/>
              </a:lnSpc>
              <a:spcBef>
                <a:spcPts val="400"/>
              </a:spcBef>
              <a:spcAft>
                <a:spcPts val="0"/>
              </a:spcAft>
              <a:buSzPts val="1800"/>
              <a:buChar char="◦"/>
              <a:defRPr/>
            </a:lvl6pPr>
            <a:lvl7pPr marL="3200400" lvl="6" indent="-342900" algn="l">
              <a:lnSpc>
                <a:spcPct val="90000"/>
              </a:lnSpc>
              <a:spcBef>
                <a:spcPts val="400"/>
              </a:spcBef>
              <a:spcAft>
                <a:spcPts val="0"/>
              </a:spcAft>
              <a:buSzPts val="1800"/>
              <a:buChar char="◦"/>
              <a:defRPr/>
            </a:lvl7pPr>
            <a:lvl8pPr marL="3657600" lvl="7" indent="-342900" algn="l">
              <a:lnSpc>
                <a:spcPct val="90000"/>
              </a:lnSpc>
              <a:spcBef>
                <a:spcPts val="400"/>
              </a:spcBef>
              <a:spcAft>
                <a:spcPts val="0"/>
              </a:spcAft>
              <a:buSzPts val="1800"/>
              <a:buChar char="◦"/>
              <a:defRPr/>
            </a:lvl8pPr>
            <a:lvl9pPr marL="4114800" lvl="8" indent="-342900" algn="l">
              <a:lnSpc>
                <a:spcPct val="90000"/>
              </a:lnSpc>
              <a:spcBef>
                <a:spcPts val="400"/>
              </a:spcBef>
              <a:spcAft>
                <a:spcPts val="400"/>
              </a:spcAft>
              <a:buSzPts val="1800"/>
              <a:buChar char="◦"/>
              <a:defRPr/>
            </a:lvl9pPr>
          </a:lstStyle>
          <a:p>
            <a:endParaRPr/>
          </a:p>
        </p:txBody>
      </p:sp>
      <p:sp>
        <p:nvSpPr>
          <p:cNvPr id="103" name="Google Shape;103;p13"/>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4" name="Google Shape;104;p13"/>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5" name="Google Shape;105;p13"/>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13"/>
        <p:cNvGrpSpPr/>
        <p:nvPr/>
      </p:nvGrpSpPr>
      <p:grpSpPr>
        <a:xfrm>
          <a:off x="0" y="0"/>
          <a:ext cx="0" cy="0"/>
          <a:chOff x="0" y="0"/>
          <a:chExt cx="0" cy="0"/>
        </a:xfrm>
      </p:grpSpPr>
      <p:sp>
        <p:nvSpPr>
          <p:cNvPr id="114" name="Google Shape;114;p15"/>
          <p:cNvSpPr txBox="1">
            <a:spLocks noGrp="1"/>
          </p:cNvSpPr>
          <p:nvPr>
            <p:ph type="title"/>
          </p:nvPr>
        </p:nvSpPr>
        <p:spPr>
          <a:xfrm>
            <a:off x="1" y="0"/>
            <a:ext cx="12189884" cy="9144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5" name="Google Shape;115;p15"/>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6" name="Google Shape;116;p15"/>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lvl="0" indent="0" algn="r">
              <a:spcBef>
                <a:spcPts val="0"/>
              </a:spcBef>
              <a:buNone/>
              <a:defRPr sz="1400">
                <a:solidFill>
                  <a:srgbClr val="0033CC"/>
                </a:solidFill>
                <a:latin typeface="Times New Roman"/>
                <a:ea typeface="Times New Roman"/>
                <a:cs typeface="Times New Roman"/>
                <a:sym typeface="Times New Roman"/>
              </a:defRPr>
            </a:lvl1pPr>
            <a:lvl2pPr marL="0" lvl="1" indent="0" algn="r">
              <a:spcBef>
                <a:spcPts val="0"/>
              </a:spcBef>
              <a:buNone/>
              <a:defRPr sz="1400">
                <a:solidFill>
                  <a:srgbClr val="0033CC"/>
                </a:solidFill>
                <a:latin typeface="Times New Roman"/>
                <a:ea typeface="Times New Roman"/>
                <a:cs typeface="Times New Roman"/>
                <a:sym typeface="Times New Roman"/>
              </a:defRPr>
            </a:lvl2pPr>
            <a:lvl3pPr marL="0" lvl="2" indent="0" algn="r">
              <a:spcBef>
                <a:spcPts val="0"/>
              </a:spcBef>
              <a:buNone/>
              <a:defRPr sz="1400">
                <a:solidFill>
                  <a:srgbClr val="0033CC"/>
                </a:solidFill>
                <a:latin typeface="Times New Roman"/>
                <a:ea typeface="Times New Roman"/>
                <a:cs typeface="Times New Roman"/>
                <a:sym typeface="Times New Roman"/>
              </a:defRPr>
            </a:lvl3pPr>
            <a:lvl4pPr marL="0" lvl="3" indent="0" algn="r">
              <a:spcBef>
                <a:spcPts val="0"/>
              </a:spcBef>
              <a:buNone/>
              <a:defRPr sz="1400">
                <a:solidFill>
                  <a:srgbClr val="0033CC"/>
                </a:solidFill>
                <a:latin typeface="Times New Roman"/>
                <a:ea typeface="Times New Roman"/>
                <a:cs typeface="Times New Roman"/>
                <a:sym typeface="Times New Roman"/>
              </a:defRPr>
            </a:lvl4pPr>
            <a:lvl5pPr marL="0" lvl="4" indent="0" algn="r">
              <a:spcBef>
                <a:spcPts val="0"/>
              </a:spcBef>
              <a:buNone/>
              <a:defRPr sz="1400">
                <a:solidFill>
                  <a:srgbClr val="0033CC"/>
                </a:solidFill>
                <a:latin typeface="Times New Roman"/>
                <a:ea typeface="Times New Roman"/>
                <a:cs typeface="Times New Roman"/>
                <a:sym typeface="Times New Roman"/>
              </a:defRPr>
            </a:lvl5pPr>
            <a:lvl6pPr marL="0" lvl="5" indent="0" algn="r">
              <a:spcBef>
                <a:spcPts val="0"/>
              </a:spcBef>
              <a:buNone/>
              <a:defRPr sz="1400">
                <a:solidFill>
                  <a:srgbClr val="0033CC"/>
                </a:solidFill>
                <a:latin typeface="Times New Roman"/>
                <a:ea typeface="Times New Roman"/>
                <a:cs typeface="Times New Roman"/>
                <a:sym typeface="Times New Roman"/>
              </a:defRPr>
            </a:lvl6pPr>
            <a:lvl7pPr marL="0" lvl="6" indent="0" algn="r">
              <a:spcBef>
                <a:spcPts val="0"/>
              </a:spcBef>
              <a:buNone/>
              <a:defRPr sz="1400">
                <a:solidFill>
                  <a:srgbClr val="0033CC"/>
                </a:solidFill>
                <a:latin typeface="Times New Roman"/>
                <a:ea typeface="Times New Roman"/>
                <a:cs typeface="Times New Roman"/>
                <a:sym typeface="Times New Roman"/>
              </a:defRPr>
            </a:lvl7pPr>
            <a:lvl8pPr marL="0" lvl="7" indent="0" algn="r">
              <a:spcBef>
                <a:spcPts val="0"/>
              </a:spcBef>
              <a:buNone/>
              <a:defRPr sz="1400">
                <a:solidFill>
                  <a:srgbClr val="0033CC"/>
                </a:solidFill>
                <a:latin typeface="Times New Roman"/>
                <a:ea typeface="Times New Roman"/>
                <a:cs typeface="Times New Roman"/>
                <a:sym typeface="Times New Roman"/>
              </a:defRPr>
            </a:lvl8pPr>
            <a:lvl9pPr marL="0" lvl="8" indent="0" algn="r">
              <a:spcBef>
                <a:spcPts val="0"/>
              </a:spcBef>
              <a:buNone/>
              <a:defRPr sz="1400">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17"/>
        <p:cNvGrpSpPr/>
        <p:nvPr/>
      </p:nvGrpSpPr>
      <p:grpSpPr>
        <a:xfrm>
          <a:off x="0" y="0"/>
          <a:ext cx="0" cy="0"/>
          <a:chOff x="0" y="0"/>
          <a:chExt cx="0" cy="0"/>
        </a:xfrm>
      </p:grpSpPr>
      <p:sp>
        <p:nvSpPr>
          <p:cNvPr id="118" name="Google Shape;118;p16"/>
          <p:cNvSpPr txBox="1">
            <a:spLocks noGrp="1"/>
          </p:cNvSpPr>
          <p:nvPr>
            <p:ph type="title"/>
          </p:nvPr>
        </p:nvSpPr>
        <p:spPr>
          <a:xfrm>
            <a:off x="1" y="0"/>
            <a:ext cx="12189884" cy="9144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19" name="Google Shape;119;p16"/>
          <p:cNvSpPr txBox="1">
            <a:spLocks noGrp="1"/>
          </p:cNvSpPr>
          <p:nvPr>
            <p:ph type="body" idx="1"/>
          </p:nvPr>
        </p:nvSpPr>
        <p:spPr>
          <a:xfrm>
            <a:off x="406400" y="1219200"/>
            <a:ext cx="11277600" cy="4876800"/>
          </a:xfrm>
          <a:prstGeom prst="rect">
            <a:avLst/>
          </a:prstGeom>
          <a:noFill/>
          <a:ln>
            <a:noFill/>
          </a:ln>
        </p:spPr>
        <p:txBody>
          <a:bodyPr spcFirstLastPara="1" wrap="square" lIns="92075" tIns="46025" rIns="92075" bIns="46025" anchor="t" anchorCtr="0">
            <a:noAutofit/>
          </a:bodyPr>
          <a:lstStyle>
            <a:lvl1pPr marL="457200" lvl="0" indent="-342900" algn="l">
              <a:spcBef>
                <a:spcPts val="360"/>
              </a:spcBef>
              <a:spcAft>
                <a:spcPts val="0"/>
              </a:spcAft>
              <a:buClr>
                <a:srgbClr val="010000"/>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20" name="Google Shape;120;p16"/>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1" name="Google Shape;121;p16"/>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lvl="0" indent="0" algn="r">
              <a:spcBef>
                <a:spcPts val="0"/>
              </a:spcBef>
              <a:buNone/>
              <a:defRPr sz="1400">
                <a:solidFill>
                  <a:srgbClr val="0033CC"/>
                </a:solidFill>
                <a:latin typeface="Times New Roman"/>
                <a:ea typeface="Times New Roman"/>
                <a:cs typeface="Times New Roman"/>
                <a:sym typeface="Times New Roman"/>
              </a:defRPr>
            </a:lvl1pPr>
            <a:lvl2pPr marL="0" lvl="1" indent="0" algn="r">
              <a:spcBef>
                <a:spcPts val="0"/>
              </a:spcBef>
              <a:buNone/>
              <a:defRPr sz="1400">
                <a:solidFill>
                  <a:srgbClr val="0033CC"/>
                </a:solidFill>
                <a:latin typeface="Times New Roman"/>
                <a:ea typeface="Times New Roman"/>
                <a:cs typeface="Times New Roman"/>
                <a:sym typeface="Times New Roman"/>
              </a:defRPr>
            </a:lvl2pPr>
            <a:lvl3pPr marL="0" lvl="2" indent="0" algn="r">
              <a:spcBef>
                <a:spcPts val="0"/>
              </a:spcBef>
              <a:buNone/>
              <a:defRPr sz="1400">
                <a:solidFill>
                  <a:srgbClr val="0033CC"/>
                </a:solidFill>
                <a:latin typeface="Times New Roman"/>
                <a:ea typeface="Times New Roman"/>
                <a:cs typeface="Times New Roman"/>
                <a:sym typeface="Times New Roman"/>
              </a:defRPr>
            </a:lvl3pPr>
            <a:lvl4pPr marL="0" lvl="3" indent="0" algn="r">
              <a:spcBef>
                <a:spcPts val="0"/>
              </a:spcBef>
              <a:buNone/>
              <a:defRPr sz="1400">
                <a:solidFill>
                  <a:srgbClr val="0033CC"/>
                </a:solidFill>
                <a:latin typeface="Times New Roman"/>
                <a:ea typeface="Times New Roman"/>
                <a:cs typeface="Times New Roman"/>
                <a:sym typeface="Times New Roman"/>
              </a:defRPr>
            </a:lvl4pPr>
            <a:lvl5pPr marL="0" lvl="4" indent="0" algn="r">
              <a:spcBef>
                <a:spcPts val="0"/>
              </a:spcBef>
              <a:buNone/>
              <a:defRPr sz="1400">
                <a:solidFill>
                  <a:srgbClr val="0033CC"/>
                </a:solidFill>
                <a:latin typeface="Times New Roman"/>
                <a:ea typeface="Times New Roman"/>
                <a:cs typeface="Times New Roman"/>
                <a:sym typeface="Times New Roman"/>
              </a:defRPr>
            </a:lvl5pPr>
            <a:lvl6pPr marL="0" lvl="5" indent="0" algn="r">
              <a:spcBef>
                <a:spcPts val="0"/>
              </a:spcBef>
              <a:buNone/>
              <a:defRPr sz="1400">
                <a:solidFill>
                  <a:srgbClr val="0033CC"/>
                </a:solidFill>
                <a:latin typeface="Times New Roman"/>
                <a:ea typeface="Times New Roman"/>
                <a:cs typeface="Times New Roman"/>
                <a:sym typeface="Times New Roman"/>
              </a:defRPr>
            </a:lvl6pPr>
            <a:lvl7pPr marL="0" lvl="6" indent="0" algn="r">
              <a:spcBef>
                <a:spcPts val="0"/>
              </a:spcBef>
              <a:buNone/>
              <a:defRPr sz="1400">
                <a:solidFill>
                  <a:srgbClr val="0033CC"/>
                </a:solidFill>
                <a:latin typeface="Times New Roman"/>
                <a:ea typeface="Times New Roman"/>
                <a:cs typeface="Times New Roman"/>
                <a:sym typeface="Times New Roman"/>
              </a:defRPr>
            </a:lvl7pPr>
            <a:lvl8pPr marL="0" lvl="7" indent="0" algn="r">
              <a:spcBef>
                <a:spcPts val="0"/>
              </a:spcBef>
              <a:buNone/>
              <a:defRPr sz="1400">
                <a:solidFill>
                  <a:srgbClr val="0033CC"/>
                </a:solidFill>
                <a:latin typeface="Times New Roman"/>
                <a:ea typeface="Times New Roman"/>
                <a:cs typeface="Times New Roman"/>
                <a:sym typeface="Times New Roman"/>
              </a:defRPr>
            </a:lvl8pPr>
            <a:lvl9pPr marL="0" lvl="8" indent="0" algn="r">
              <a:spcBef>
                <a:spcPts val="0"/>
              </a:spcBef>
              <a:buNone/>
              <a:defRPr sz="1400">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122"/>
        <p:cNvGrpSpPr/>
        <p:nvPr/>
      </p:nvGrpSpPr>
      <p:grpSpPr>
        <a:xfrm>
          <a:off x="0" y="0"/>
          <a:ext cx="0" cy="0"/>
          <a:chOff x="0" y="0"/>
          <a:chExt cx="0" cy="0"/>
        </a:xfrm>
      </p:grpSpPr>
      <p:sp>
        <p:nvSpPr>
          <p:cNvPr id="123" name="Google Shape;123;p17"/>
          <p:cNvSpPr txBox="1">
            <a:spLocks noGrp="1"/>
          </p:cNvSpPr>
          <p:nvPr>
            <p:ph type="ctrTitle"/>
          </p:nvPr>
        </p:nvSpPr>
        <p:spPr>
          <a:xfrm>
            <a:off x="914400" y="2286000"/>
            <a:ext cx="10363200" cy="1143000"/>
          </a:xfrm>
          <a:prstGeom prst="rect">
            <a:avLst/>
          </a:prstGeom>
          <a:solidFill>
            <a:srgbClr val="66CCFF"/>
          </a:solidFill>
          <a:ln w="9525" cap="flat" cmpd="sng">
            <a:solidFill>
              <a:schemeClr val="dk1"/>
            </a:solidFill>
            <a:prstDash val="solid"/>
            <a:miter lim="800000"/>
            <a:headEnd type="none" w="sm" len="sm"/>
            <a:tailEnd type="none" w="sm" len="sm"/>
          </a:ln>
        </p:spPr>
        <p:txBody>
          <a:bodyPr spcFirstLastPara="1" wrap="square" lIns="92075" tIns="46025" rIns="92075" bIns="46025" anchor="ctr" anchorCtr="0">
            <a:noAutofit/>
          </a:bodyPr>
          <a:lstStyle>
            <a:lvl1pPr lvl="0" algn="ctr">
              <a:spcBef>
                <a:spcPts val="0"/>
              </a:spcBef>
              <a:spcAft>
                <a:spcPts val="0"/>
              </a:spcAft>
              <a:buSzPts val="1400"/>
              <a:buNone/>
              <a:defRPr u="none"/>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4" name="Google Shape;124;p17"/>
          <p:cNvSpPr txBox="1">
            <a:spLocks noGrp="1"/>
          </p:cNvSpPr>
          <p:nvPr>
            <p:ph type="subTitle" idx="1"/>
          </p:nvPr>
        </p:nvSpPr>
        <p:spPr>
          <a:xfrm>
            <a:off x="1828800" y="3886200"/>
            <a:ext cx="8534400" cy="1752600"/>
          </a:xfrm>
          <a:prstGeom prst="rect">
            <a:avLst/>
          </a:prstGeom>
          <a:noFill/>
          <a:ln>
            <a:noFill/>
          </a:ln>
        </p:spPr>
        <p:txBody>
          <a:bodyPr spcFirstLastPara="1" wrap="square" lIns="92075" tIns="46025" rIns="92075" bIns="46025" anchor="t" anchorCtr="0">
            <a:noAutofit/>
          </a:bodyPr>
          <a:lstStyle>
            <a:lvl1pPr lvl="0" algn="ctr">
              <a:spcBef>
                <a:spcPts val="640"/>
              </a:spcBef>
              <a:spcAft>
                <a:spcPts val="0"/>
              </a:spcAft>
              <a:buClr>
                <a:srgbClr val="010000"/>
              </a:buClr>
              <a:buSzPts val="3200"/>
              <a:buFont typeface="Noto Sans Symbols"/>
              <a:buNone/>
              <a:defRPr/>
            </a:lvl1pPr>
            <a:lvl2pPr lvl="1" algn="l">
              <a:spcBef>
                <a:spcPts val="360"/>
              </a:spcBef>
              <a:spcAft>
                <a:spcPts val="0"/>
              </a:spcAft>
              <a:buClr>
                <a:schemeClr val="dk1"/>
              </a:buClr>
              <a:buSzPts val="180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125" name="Google Shape;125;p17"/>
          <p:cNvSpPr txBox="1">
            <a:spLocks noGrp="1"/>
          </p:cNvSpPr>
          <p:nvPr>
            <p:ph type="dt" idx="10"/>
          </p:nvPr>
        </p:nvSpPr>
        <p:spPr>
          <a:xfrm>
            <a:off x="177800" y="6257925"/>
            <a:ext cx="2540000" cy="457200"/>
          </a:xfrm>
          <a:prstGeom prst="rect">
            <a:avLst/>
          </a:prstGeom>
          <a:noFill/>
          <a:ln>
            <a:noFill/>
          </a:ln>
        </p:spPr>
        <p:txBody>
          <a:bodyPr spcFirstLastPara="1" wrap="square" lIns="92075" tIns="46025" rIns="92075" bIns="46025" anchor="ctr" anchorCtr="0">
            <a:noAutofit/>
          </a:bodyPr>
          <a:lstStyle>
            <a:lvl1pPr marR="0" lvl="0" algn="l" rtl="0">
              <a:spcBef>
                <a:spcPts val="0"/>
              </a:spcBef>
              <a:spcAft>
                <a:spcPts val="0"/>
              </a:spcAft>
              <a:buSzPts val="1400"/>
              <a:buNone/>
              <a:defRPr sz="1400">
                <a:solidFill>
                  <a:srgbClr val="0000CC"/>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126" name="Google Shape;126;p17"/>
          <p:cNvSpPr txBox="1"/>
          <p:nvPr/>
        </p:nvSpPr>
        <p:spPr>
          <a:xfrm>
            <a:off x="10621434" y="6257925"/>
            <a:ext cx="18473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400">
              <a:solidFill>
                <a:srgbClr val="0033CC"/>
              </a:solidFill>
              <a:latin typeface="Times New Roman"/>
              <a:ea typeface="Times New Roman"/>
              <a:cs typeface="Times New Roman"/>
              <a:sym typeface="Times New Roman"/>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27"/>
        <p:cNvGrpSpPr/>
        <p:nvPr/>
      </p:nvGrpSpPr>
      <p:grpSpPr>
        <a:xfrm>
          <a:off x="0" y="0"/>
          <a:ext cx="0" cy="0"/>
          <a:chOff x="0" y="0"/>
          <a:chExt cx="0" cy="0"/>
        </a:xfrm>
      </p:grpSpPr>
      <p:sp>
        <p:nvSpPr>
          <p:cNvPr id="128" name="Google Shape;128;p18"/>
          <p:cNvSpPr txBox="1">
            <a:spLocks noGrp="1"/>
          </p:cNvSpPr>
          <p:nvPr>
            <p:ph type="title"/>
          </p:nvPr>
        </p:nvSpPr>
        <p:spPr>
          <a:xfrm>
            <a:off x="831851" y="1709739"/>
            <a:ext cx="10515600" cy="2852737"/>
          </a:xfrm>
          <a:prstGeom prst="rect">
            <a:avLst/>
          </a:prstGeom>
          <a:noFill/>
          <a:ln>
            <a:noFill/>
          </a:ln>
        </p:spPr>
        <p:txBody>
          <a:bodyPr spcFirstLastPara="1" wrap="square" lIns="92075" tIns="46025" rIns="92075" bIns="46025" anchor="b" anchorCtr="0">
            <a:noAutofit/>
          </a:bodyPr>
          <a:lstStyle>
            <a:lvl1pPr lvl="0" algn="ctr">
              <a:spcBef>
                <a:spcPts val="0"/>
              </a:spcBef>
              <a:spcAft>
                <a:spcPts val="0"/>
              </a:spcAft>
              <a:buSzPts val="1400"/>
              <a:buNone/>
              <a:defRPr sz="60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29" name="Google Shape;129;p18"/>
          <p:cNvSpPr txBox="1">
            <a:spLocks noGrp="1"/>
          </p:cNvSpPr>
          <p:nvPr>
            <p:ph type="body" idx="1"/>
          </p:nvPr>
        </p:nvSpPr>
        <p:spPr>
          <a:xfrm>
            <a:off x="831851" y="4589464"/>
            <a:ext cx="10515600" cy="1500187"/>
          </a:xfrm>
          <a:prstGeom prst="rect">
            <a:avLst/>
          </a:prstGeom>
          <a:noFill/>
          <a:ln>
            <a:noFill/>
          </a:ln>
        </p:spPr>
        <p:txBody>
          <a:bodyPr spcFirstLastPara="1" wrap="square" lIns="92075" tIns="46025" rIns="92075" bIns="46025" anchor="t" anchorCtr="0">
            <a:noAutofit/>
          </a:bodyPr>
          <a:lstStyle>
            <a:lvl1pPr marL="457200" lvl="0" indent="-228600" algn="l">
              <a:spcBef>
                <a:spcPts val="480"/>
              </a:spcBef>
              <a:spcAft>
                <a:spcPts val="0"/>
              </a:spcAft>
              <a:buClr>
                <a:srgbClr val="010000"/>
              </a:buClr>
              <a:buSzPts val="2400"/>
              <a:buNone/>
              <a:defRPr sz="2400"/>
            </a:lvl1pPr>
            <a:lvl2pPr marL="914400" lvl="1" indent="-228600" algn="l">
              <a:spcBef>
                <a:spcPts val="400"/>
              </a:spcBef>
              <a:spcAft>
                <a:spcPts val="0"/>
              </a:spcAft>
              <a:buClr>
                <a:schemeClr val="dk1"/>
              </a:buClr>
              <a:buSzPts val="2000"/>
              <a:buNone/>
              <a:defRPr sz="2000"/>
            </a:lvl2pPr>
            <a:lvl3pPr marL="1371600" lvl="2" indent="-228600" algn="l">
              <a:spcBef>
                <a:spcPts val="360"/>
              </a:spcBef>
              <a:spcAft>
                <a:spcPts val="0"/>
              </a:spcAft>
              <a:buClr>
                <a:schemeClr val="dk1"/>
              </a:buClr>
              <a:buSzPts val="1800"/>
              <a:buFont typeface="Times New Roman"/>
              <a:buNone/>
              <a:defRPr sz="1800"/>
            </a:lvl3pPr>
            <a:lvl4pPr marL="1828800" lvl="3" indent="-228600" algn="l">
              <a:spcBef>
                <a:spcPts val="320"/>
              </a:spcBef>
              <a:spcAft>
                <a:spcPts val="0"/>
              </a:spcAft>
              <a:buClr>
                <a:schemeClr val="dk1"/>
              </a:buClr>
              <a:buSzPts val="1600"/>
              <a:buFont typeface="Times New Roman"/>
              <a:buNone/>
              <a:defRPr sz="1600"/>
            </a:lvl4pPr>
            <a:lvl5pPr marL="2286000" lvl="4" indent="-228600" algn="l">
              <a:spcBef>
                <a:spcPts val="320"/>
              </a:spcBef>
              <a:spcAft>
                <a:spcPts val="0"/>
              </a:spcAft>
              <a:buClr>
                <a:schemeClr val="dk1"/>
              </a:buClr>
              <a:buSzPts val="1600"/>
              <a:buFont typeface="Times New Roman"/>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130" name="Google Shape;130;p18"/>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1" name="Google Shape;131;p18"/>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lvl="0" indent="0" algn="r">
              <a:spcBef>
                <a:spcPts val="0"/>
              </a:spcBef>
              <a:buNone/>
              <a:defRPr sz="1400">
                <a:solidFill>
                  <a:srgbClr val="0033CC"/>
                </a:solidFill>
                <a:latin typeface="Times New Roman"/>
                <a:ea typeface="Times New Roman"/>
                <a:cs typeface="Times New Roman"/>
                <a:sym typeface="Times New Roman"/>
              </a:defRPr>
            </a:lvl1pPr>
            <a:lvl2pPr marL="0" lvl="1" indent="0" algn="r">
              <a:spcBef>
                <a:spcPts val="0"/>
              </a:spcBef>
              <a:buNone/>
              <a:defRPr sz="1400">
                <a:solidFill>
                  <a:srgbClr val="0033CC"/>
                </a:solidFill>
                <a:latin typeface="Times New Roman"/>
                <a:ea typeface="Times New Roman"/>
                <a:cs typeface="Times New Roman"/>
                <a:sym typeface="Times New Roman"/>
              </a:defRPr>
            </a:lvl2pPr>
            <a:lvl3pPr marL="0" lvl="2" indent="0" algn="r">
              <a:spcBef>
                <a:spcPts val="0"/>
              </a:spcBef>
              <a:buNone/>
              <a:defRPr sz="1400">
                <a:solidFill>
                  <a:srgbClr val="0033CC"/>
                </a:solidFill>
                <a:latin typeface="Times New Roman"/>
                <a:ea typeface="Times New Roman"/>
                <a:cs typeface="Times New Roman"/>
                <a:sym typeface="Times New Roman"/>
              </a:defRPr>
            </a:lvl3pPr>
            <a:lvl4pPr marL="0" lvl="3" indent="0" algn="r">
              <a:spcBef>
                <a:spcPts val="0"/>
              </a:spcBef>
              <a:buNone/>
              <a:defRPr sz="1400">
                <a:solidFill>
                  <a:srgbClr val="0033CC"/>
                </a:solidFill>
                <a:latin typeface="Times New Roman"/>
                <a:ea typeface="Times New Roman"/>
                <a:cs typeface="Times New Roman"/>
                <a:sym typeface="Times New Roman"/>
              </a:defRPr>
            </a:lvl4pPr>
            <a:lvl5pPr marL="0" lvl="4" indent="0" algn="r">
              <a:spcBef>
                <a:spcPts val="0"/>
              </a:spcBef>
              <a:buNone/>
              <a:defRPr sz="1400">
                <a:solidFill>
                  <a:srgbClr val="0033CC"/>
                </a:solidFill>
                <a:latin typeface="Times New Roman"/>
                <a:ea typeface="Times New Roman"/>
                <a:cs typeface="Times New Roman"/>
                <a:sym typeface="Times New Roman"/>
              </a:defRPr>
            </a:lvl5pPr>
            <a:lvl6pPr marL="0" lvl="5" indent="0" algn="r">
              <a:spcBef>
                <a:spcPts val="0"/>
              </a:spcBef>
              <a:buNone/>
              <a:defRPr sz="1400">
                <a:solidFill>
                  <a:srgbClr val="0033CC"/>
                </a:solidFill>
                <a:latin typeface="Times New Roman"/>
                <a:ea typeface="Times New Roman"/>
                <a:cs typeface="Times New Roman"/>
                <a:sym typeface="Times New Roman"/>
              </a:defRPr>
            </a:lvl6pPr>
            <a:lvl7pPr marL="0" lvl="6" indent="0" algn="r">
              <a:spcBef>
                <a:spcPts val="0"/>
              </a:spcBef>
              <a:buNone/>
              <a:defRPr sz="1400">
                <a:solidFill>
                  <a:srgbClr val="0033CC"/>
                </a:solidFill>
                <a:latin typeface="Times New Roman"/>
                <a:ea typeface="Times New Roman"/>
                <a:cs typeface="Times New Roman"/>
                <a:sym typeface="Times New Roman"/>
              </a:defRPr>
            </a:lvl7pPr>
            <a:lvl8pPr marL="0" lvl="7" indent="0" algn="r">
              <a:spcBef>
                <a:spcPts val="0"/>
              </a:spcBef>
              <a:buNone/>
              <a:defRPr sz="1400">
                <a:solidFill>
                  <a:srgbClr val="0033CC"/>
                </a:solidFill>
                <a:latin typeface="Times New Roman"/>
                <a:ea typeface="Times New Roman"/>
                <a:cs typeface="Times New Roman"/>
                <a:sym typeface="Times New Roman"/>
              </a:defRPr>
            </a:lvl8pPr>
            <a:lvl9pPr marL="0" lvl="8" indent="0" algn="r">
              <a:spcBef>
                <a:spcPts val="0"/>
              </a:spcBef>
              <a:buNone/>
              <a:defRPr sz="1400">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32"/>
        <p:cNvGrpSpPr/>
        <p:nvPr/>
      </p:nvGrpSpPr>
      <p:grpSpPr>
        <a:xfrm>
          <a:off x="0" y="0"/>
          <a:ext cx="0" cy="0"/>
          <a:chOff x="0" y="0"/>
          <a:chExt cx="0" cy="0"/>
        </a:xfrm>
      </p:grpSpPr>
      <p:sp>
        <p:nvSpPr>
          <p:cNvPr id="133" name="Google Shape;133;p19"/>
          <p:cNvSpPr txBox="1">
            <a:spLocks noGrp="1"/>
          </p:cNvSpPr>
          <p:nvPr>
            <p:ph type="title"/>
          </p:nvPr>
        </p:nvSpPr>
        <p:spPr>
          <a:xfrm>
            <a:off x="1" y="0"/>
            <a:ext cx="12189884" cy="9144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34" name="Google Shape;134;p19"/>
          <p:cNvSpPr txBox="1">
            <a:spLocks noGrp="1"/>
          </p:cNvSpPr>
          <p:nvPr>
            <p:ph type="body" idx="1"/>
          </p:nvPr>
        </p:nvSpPr>
        <p:spPr>
          <a:xfrm>
            <a:off x="406400" y="1219200"/>
            <a:ext cx="5537200" cy="4876800"/>
          </a:xfrm>
          <a:prstGeom prst="rect">
            <a:avLst/>
          </a:prstGeom>
          <a:noFill/>
          <a:ln>
            <a:noFill/>
          </a:ln>
        </p:spPr>
        <p:txBody>
          <a:bodyPr spcFirstLastPara="1" wrap="square" lIns="92075" tIns="46025" rIns="92075" bIns="46025" anchor="t" anchorCtr="0">
            <a:noAutofit/>
          </a:bodyPr>
          <a:lstStyle>
            <a:lvl1pPr marL="457200" lvl="0" indent="-342900" algn="l">
              <a:spcBef>
                <a:spcPts val="360"/>
              </a:spcBef>
              <a:spcAft>
                <a:spcPts val="0"/>
              </a:spcAft>
              <a:buClr>
                <a:srgbClr val="010000"/>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5" name="Google Shape;135;p19"/>
          <p:cNvSpPr txBox="1">
            <a:spLocks noGrp="1"/>
          </p:cNvSpPr>
          <p:nvPr>
            <p:ph type="body" idx="2"/>
          </p:nvPr>
        </p:nvSpPr>
        <p:spPr>
          <a:xfrm>
            <a:off x="6146800" y="1219200"/>
            <a:ext cx="5537200" cy="4876800"/>
          </a:xfrm>
          <a:prstGeom prst="rect">
            <a:avLst/>
          </a:prstGeom>
          <a:noFill/>
          <a:ln>
            <a:noFill/>
          </a:ln>
        </p:spPr>
        <p:txBody>
          <a:bodyPr spcFirstLastPara="1" wrap="square" lIns="92075" tIns="46025" rIns="92075" bIns="46025" anchor="t" anchorCtr="0">
            <a:noAutofit/>
          </a:bodyPr>
          <a:lstStyle>
            <a:lvl1pPr marL="457200" lvl="0" indent="-342900" algn="l">
              <a:spcBef>
                <a:spcPts val="360"/>
              </a:spcBef>
              <a:spcAft>
                <a:spcPts val="0"/>
              </a:spcAft>
              <a:buClr>
                <a:srgbClr val="010000"/>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36" name="Google Shape;136;p19"/>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7" name="Google Shape;137;p19"/>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lvl="0" indent="0" algn="r">
              <a:spcBef>
                <a:spcPts val="0"/>
              </a:spcBef>
              <a:buNone/>
              <a:defRPr sz="1400">
                <a:solidFill>
                  <a:srgbClr val="0033CC"/>
                </a:solidFill>
                <a:latin typeface="Times New Roman"/>
                <a:ea typeface="Times New Roman"/>
                <a:cs typeface="Times New Roman"/>
                <a:sym typeface="Times New Roman"/>
              </a:defRPr>
            </a:lvl1pPr>
            <a:lvl2pPr marL="0" lvl="1" indent="0" algn="r">
              <a:spcBef>
                <a:spcPts val="0"/>
              </a:spcBef>
              <a:buNone/>
              <a:defRPr sz="1400">
                <a:solidFill>
                  <a:srgbClr val="0033CC"/>
                </a:solidFill>
                <a:latin typeface="Times New Roman"/>
                <a:ea typeface="Times New Roman"/>
                <a:cs typeface="Times New Roman"/>
                <a:sym typeface="Times New Roman"/>
              </a:defRPr>
            </a:lvl2pPr>
            <a:lvl3pPr marL="0" lvl="2" indent="0" algn="r">
              <a:spcBef>
                <a:spcPts val="0"/>
              </a:spcBef>
              <a:buNone/>
              <a:defRPr sz="1400">
                <a:solidFill>
                  <a:srgbClr val="0033CC"/>
                </a:solidFill>
                <a:latin typeface="Times New Roman"/>
                <a:ea typeface="Times New Roman"/>
                <a:cs typeface="Times New Roman"/>
                <a:sym typeface="Times New Roman"/>
              </a:defRPr>
            </a:lvl3pPr>
            <a:lvl4pPr marL="0" lvl="3" indent="0" algn="r">
              <a:spcBef>
                <a:spcPts val="0"/>
              </a:spcBef>
              <a:buNone/>
              <a:defRPr sz="1400">
                <a:solidFill>
                  <a:srgbClr val="0033CC"/>
                </a:solidFill>
                <a:latin typeface="Times New Roman"/>
                <a:ea typeface="Times New Roman"/>
                <a:cs typeface="Times New Roman"/>
                <a:sym typeface="Times New Roman"/>
              </a:defRPr>
            </a:lvl4pPr>
            <a:lvl5pPr marL="0" lvl="4" indent="0" algn="r">
              <a:spcBef>
                <a:spcPts val="0"/>
              </a:spcBef>
              <a:buNone/>
              <a:defRPr sz="1400">
                <a:solidFill>
                  <a:srgbClr val="0033CC"/>
                </a:solidFill>
                <a:latin typeface="Times New Roman"/>
                <a:ea typeface="Times New Roman"/>
                <a:cs typeface="Times New Roman"/>
                <a:sym typeface="Times New Roman"/>
              </a:defRPr>
            </a:lvl5pPr>
            <a:lvl6pPr marL="0" lvl="5" indent="0" algn="r">
              <a:spcBef>
                <a:spcPts val="0"/>
              </a:spcBef>
              <a:buNone/>
              <a:defRPr sz="1400">
                <a:solidFill>
                  <a:srgbClr val="0033CC"/>
                </a:solidFill>
                <a:latin typeface="Times New Roman"/>
                <a:ea typeface="Times New Roman"/>
                <a:cs typeface="Times New Roman"/>
                <a:sym typeface="Times New Roman"/>
              </a:defRPr>
            </a:lvl6pPr>
            <a:lvl7pPr marL="0" lvl="6" indent="0" algn="r">
              <a:spcBef>
                <a:spcPts val="0"/>
              </a:spcBef>
              <a:buNone/>
              <a:defRPr sz="1400">
                <a:solidFill>
                  <a:srgbClr val="0033CC"/>
                </a:solidFill>
                <a:latin typeface="Times New Roman"/>
                <a:ea typeface="Times New Roman"/>
                <a:cs typeface="Times New Roman"/>
                <a:sym typeface="Times New Roman"/>
              </a:defRPr>
            </a:lvl7pPr>
            <a:lvl8pPr marL="0" lvl="7" indent="0" algn="r">
              <a:spcBef>
                <a:spcPts val="0"/>
              </a:spcBef>
              <a:buNone/>
              <a:defRPr sz="1400">
                <a:solidFill>
                  <a:srgbClr val="0033CC"/>
                </a:solidFill>
                <a:latin typeface="Times New Roman"/>
                <a:ea typeface="Times New Roman"/>
                <a:cs typeface="Times New Roman"/>
                <a:sym typeface="Times New Roman"/>
              </a:defRPr>
            </a:lvl8pPr>
            <a:lvl9pPr marL="0" lvl="8" indent="0" algn="r">
              <a:spcBef>
                <a:spcPts val="0"/>
              </a:spcBef>
              <a:buNone/>
              <a:defRPr sz="1400">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38"/>
        <p:cNvGrpSpPr/>
        <p:nvPr/>
      </p:nvGrpSpPr>
      <p:grpSpPr>
        <a:xfrm>
          <a:off x="0" y="0"/>
          <a:ext cx="0" cy="0"/>
          <a:chOff x="0" y="0"/>
          <a:chExt cx="0" cy="0"/>
        </a:xfrm>
      </p:grpSpPr>
      <p:sp>
        <p:nvSpPr>
          <p:cNvPr id="139" name="Google Shape;139;p20"/>
          <p:cNvSpPr txBox="1">
            <a:spLocks noGrp="1"/>
          </p:cNvSpPr>
          <p:nvPr>
            <p:ph type="title"/>
          </p:nvPr>
        </p:nvSpPr>
        <p:spPr>
          <a:xfrm>
            <a:off x="840317" y="365126"/>
            <a:ext cx="10515600" cy="1325563"/>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40" name="Google Shape;140;p20"/>
          <p:cNvSpPr txBox="1">
            <a:spLocks noGrp="1"/>
          </p:cNvSpPr>
          <p:nvPr>
            <p:ph type="body" idx="1"/>
          </p:nvPr>
        </p:nvSpPr>
        <p:spPr>
          <a:xfrm>
            <a:off x="840318" y="1681163"/>
            <a:ext cx="5158316" cy="823912"/>
          </a:xfrm>
          <a:prstGeom prst="rect">
            <a:avLst/>
          </a:prstGeom>
          <a:noFill/>
          <a:ln>
            <a:noFill/>
          </a:ln>
        </p:spPr>
        <p:txBody>
          <a:bodyPr spcFirstLastPara="1" wrap="square" lIns="92075" tIns="46025" rIns="92075" bIns="46025" anchor="b" anchorCtr="0">
            <a:noAutofit/>
          </a:bodyPr>
          <a:lstStyle>
            <a:lvl1pPr marL="457200" lvl="0" indent="-228600" algn="l">
              <a:spcBef>
                <a:spcPts val="480"/>
              </a:spcBef>
              <a:spcAft>
                <a:spcPts val="0"/>
              </a:spcAft>
              <a:buClr>
                <a:srgbClr val="010000"/>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Font typeface="Times New Roman"/>
              <a:buNone/>
              <a:defRPr sz="1800" b="1"/>
            </a:lvl3pPr>
            <a:lvl4pPr marL="1828800" lvl="3" indent="-228600" algn="l">
              <a:spcBef>
                <a:spcPts val="320"/>
              </a:spcBef>
              <a:spcAft>
                <a:spcPts val="0"/>
              </a:spcAft>
              <a:buClr>
                <a:schemeClr val="dk1"/>
              </a:buClr>
              <a:buSzPts val="1600"/>
              <a:buFont typeface="Times New Roman"/>
              <a:buNone/>
              <a:defRPr sz="1600" b="1"/>
            </a:lvl4pPr>
            <a:lvl5pPr marL="2286000" lvl="4" indent="-228600" algn="l">
              <a:spcBef>
                <a:spcPts val="320"/>
              </a:spcBef>
              <a:spcAft>
                <a:spcPts val="0"/>
              </a:spcAft>
              <a:buClr>
                <a:schemeClr val="dk1"/>
              </a:buClr>
              <a:buSzPts val="1600"/>
              <a:buFont typeface="Times New Roman"/>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1" name="Google Shape;141;p20"/>
          <p:cNvSpPr txBox="1">
            <a:spLocks noGrp="1"/>
          </p:cNvSpPr>
          <p:nvPr>
            <p:ph type="body" idx="2"/>
          </p:nvPr>
        </p:nvSpPr>
        <p:spPr>
          <a:xfrm>
            <a:off x="840318" y="2505075"/>
            <a:ext cx="5158316" cy="3684588"/>
          </a:xfrm>
          <a:prstGeom prst="rect">
            <a:avLst/>
          </a:prstGeom>
          <a:noFill/>
          <a:ln>
            <a:noFill/>
          </a:ln>
        </p:spPr>
        <p:txBody>
          <a:bodyPr spcFirstLastPara="1" wrap="square" lIns="92075" tIns="46025" rIns="92075" bIns="46025" anchor="t" anchorCtr="0">
            <a:noAutofit/>
          </a:bodyPr>
          <a:lstStyle>
            <a:lvl1pPr marL="457200" lvl="0" indent="-342900" algn="l">
              <a:spcBef>
                <a:spcPts val="360"/>
              </a:spcBef>
              <a:spcAft>
                <a:spcPts val="0"/>
              </a:spcAft>
              <a:buClr>
                <a:srgbClr val="010000"/>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2" name="Google Shape;142;p20"/>
          <p:cNvSpPr txBox="1">
            <a:spLocks noGrp="1"/>
          </p:cNvSpPr>
          <p:nvPr>
            <p:ph type="body" idx="3"/>
          </p:nvPr>
        </p:nvSpPr>
        <p:spPr>
          <a:xfrm>
            <a:off x="6172200" y="1681163"/>
            <a:ext cx="5183717" cy="823912"/>
          </a:xfrm>
          <a:prstGeom prst="rect">
            <a:avLst/>
          </a:prstGeom>
          <a:noFill/>
          <a:ln>
            <a:noFill/>
          </a:ln>
        </p:spPr>
        <p:txBody>
          <a:bodyPr spcFirstLastPara="1" wrap="square" lIns="92075" tIns="46025" rIns="92075" bIns="46025" anchor="b" anchorCtr="0">
            <a:noAutofit/>
          </a:bodyPr>
          <a:lstStyle>
            <a:lvl1pPr marL="457200" lvl="0" indent="-228600" algn="l">
              <a:spcBef>
                <a:spcPts val="480"/>
              </a:spcBef>
              <a:spcAft>
                <a:spcPts val="0"/>
              </a:spcAft>
              <a:buClr>
                <a:srgbClr val="010000"/>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Font typeface="Times New Roman"/>
              <a:buNone/>
              <a:defRPr sz="1800" b="1"/>
            </a:lvl3pPr>
            <a:lvl4pPr marL="1828800" lvl="3" indent="-228600" algn="l">
              <a:spcBef>
                <a:spcPts val="320"/>
              </a:spcBef>
              <a:spcAft>
                <a:spcPts val="0"/>
              </a:spcAft>
              <a:buClr>
                <a:schemeClr val="dk1"/>
              </a:buClr>
              <a:buSzPts val="1600"/>
              <a:buFont typeface="Times New Roman"/>
              <a:buNone/>
              <a:defRPr sz="1600" b="1"/>
            </a:lvl4pPr>
            <a:lvl5pPr marL="2286000" lvl="4" indent="-228600" algn="l">
              <a:spcBef>
                <a:spcPts val="320"/>
              </a:spcBef>
              <a:spcAft>
                <a:spcPts val="0"/>
              </a:spcAft>
              <a:buClr>
                <a:schemeClr val="dk1"/>
              </a:buClr>
              <a:buSzPts val="1600"/>
              <a:buFont typeface="Times New Roman"/>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43" name="Google Shape;143;p20"/>
          <p:cNvSpPr txBox="1">
            <a:spLocks noGrp="1"/>
          </p:cNvSpPr>
          <p:nvPr>
            <p:ph type="body" idx="4"/>
          </p:nvPr>
        </p:nvSpPr>
        <p:spPr>
          <a:xfrm>
            <a:off x="6172200" y="2505075"/>
            <a:ext cx="5183717" cy="3684588"/>
          </a:xfrm>
          <a:prstGeom prst="rect">
            <a:avLst/>
          </a:prstGeom>
          <a:noFill/>
          <a:ln>
            <a:noFill/>
          </a:ln>
        </p:spPr>
        <p:txBody>
          <a:bodyPr spcFirstLastPara="1" wrap="square" lIns="92075" tIns="46025" rIns="92075" bIns="46025" anchor="t" anchorCtr="0">
            <a:noAutofit/>
          </a:bodyPr>
          <a:lstStyle>
            <a:lvl1pPr marL="457200" lvl="0" indent="-342900" algn="l">
              <a:spcBef>
                <a:spcPts val="360"/>
              </a:spcBef>
              <a:spcAft>
                <a:spcPts val="0"/>
              </a:spcAft>
              <a:buClr>
                <a:srgbClr val="010000"/>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44" name="Google Shape;144;p20"/>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5" name="Google Shape;145;p20"/>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lvl="0" indent="0" algn="r">
              <a:spcBef>
                <a:spcPts val="0"/>
              </a:spcBef>
              <a:buNone/>
              <a:defRPr sz="1400">
                <a:solidFill>
                  <a:srgbClr val="0033CC"/>
                </a:solidFill>
                <a:latin typeface="Times New Roman"/>
                <a:ea typeface="Times New Roman"/>
                <a:cs typeface="Times New Roman"/>
                <a:sym typeface="Times New Roman"/>
              </a:defRPr>
            </a:lvl1pPr>
            <a:lvl2pPr marL="0" lvl="1" indent="0" algn="r">
              <a:spcBef>
                <a:spcPts val="0"/>
              </a:spcBef>
              <a:buNone/>
              <a:defRPr sz="1400">
                <a:solidFill>
                  <a:srgbClr val="0033CC"/>
                </a:solidFill>
                <a:latin typeface="Times New Roman"/>
                <a:ea typeface="Times New Roman"/>
                <a:cs typeface="Times New Roman"/>
                <a:sym typeface="Times New Roman"/>
              </a:defRPr>
            </a:lvl2pPr>
            <a:lvl3pPr marL="0" lvl="2" indent="0" algn="r">
              <a:spcBef>
                <a:spcPts val="0"/>
              </a:spcBef>
              <a:buNone/>
              <a:defRPr sz="1400">
                <a:solidFill>
                  <a:srgbClr val="0033CC"/>
                </a:solidFill>
                <a:latin typeface="Times New Roman"/>
                <a:ea typeface="Times New Roman"/>
                <a:cs typeface="Times New Roman"/>
                <a:sym typeface="Times New Roman"/>
              </a:defRPr>
            </a:lvl3pPr>
            <a:lvl4pPr marL="0" lvl="3" indent="0" algn="r">
              <a:spcBef>
                <a:spcPts val="0"/>
              </a:spcBef>
              <a:buNone/>
              <a:defRPr sz="1400">
                <a:solidFill>
                  <a:srgbClr val="0033CC"/>
                </a:solidFill>
                <a:latin typeface="Times New Roman"/>
                <a:ea typeface="Times New Roman"/>
                <a:cs typeface="Times New Roman"/>
                <a:sym typeface="Times New Roman"/>
              </a:defRPr>
            </a:lvl4pPr>
            <a:lvl5pPr marL="0" lvl="4" indent="0" algn="r">
              <a:spcBef>
                <a:spcPts val="0"/>
              </a:spcBef>
              <a:buNone/>
              <a:defRPr sz="1400">
                <a:solidFill>
                  <a:srgbClr val="0033CC"/>
                </a:solidFill>
                <a:latin typeface="Times New Roman"/>
                <a:ea typeface="Times New Roman"/>
                <a:cs typeface="Times New Roman"/>
                <a:sym typeface="Times New Roman"/>
              </a:defRPr>
            </a:lvl5pPr>
            <a:lvl6pPr marL="0" lvl="5" indent="0" algn="r">
              <a:spcBef>
                <a:spcPts val="0"/>
              </a:spcBef>
              <a:buNone/>
              <a:defRPr sz="1400">
                <a:solidFill>
                  <a:srgbClr val="0033CC"/>
                </a:solidFill>
                <a:latin typeface="Times New Roman"/>
                <a:ea typeface="Times New Roman"/>
                <a:cs typeface="Times New Roman"/>
                <a:sym typeface="Times New Roman"/>
              </a:defRPr>
            </a:lvl6pPr>
            <a:lvl7pPr marL="0" lvl="6" indent="0" algn="r">
              <a:spcBef>
                <a:spcPts val="0"/>
              </a:spcBef>
              <a:buNone/>
              <a:defRPr sz="1400">
                <a:solidFill>
                  <a:srgbClr val="0033CC"/>
                </a:solidFill>
                <a:latin typeface="Times New Roman"/>
                <a:ea typeface="Times New Roman"/>
                <a:cs typeface="Times New Roman"/>
                <a:sym typeface="Times New Roman"/>
              </a:defRPr>
            </a:lvl7pPr>
            <a:lvl8pPr marL="0" lvl="7" indent="0" algn="r">
              <a:spcBef>
                <a:spcPts val="0"/>
              </a:spcBef>
              <a:buNone/>
              <a:defRPr sz="1400">
                <a:solidFill>
                  <a:srgbClr val="0033CC"/>
                </a:solidFill>
                <a:latin typeface="Times New Roman"/>
                <a:ea typeface="Times New Roman"/>
                <a:cs typeface="Times New Roman"/>
                <a:sym typeface="Times New Roman"/>
              </a:defRPr>
            </a:lvl8pPr>
            <a:lvl9pPr marL="0" lvl="8" indent="0" algn="r">
              <a:spcBef>
                <a:spcPts val="0"/>
              </a:spcBef>
              <a:buNone/>
              <a:defRPr sz="1400">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46"/>
        <p:cNvGrpSpPr/>
        <p:nvPr/>
      </p:nvGrpSpPr>
      <p:grpSpPr>
        <a:xfrm>
          <a:off x="0" y="0"/>
          <a:ext cx="0" cy="0"/>
          <a:chOff x="0" y="0"/>
          <a:chExt cx="0" cy="0"/>
        </a:xfrm>
      </p:grpSpPr>
      <p:sp>
        <p:nvSpPr>
          <p:cNvPr id="147" name="Google Shape;147;p21"/>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p21"/>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lvl="0" indent="0" algn="r">
              <a:spcBef>
                <a:spcPts val="0"/>
              </a:spcBef>
              <a:buNone/>
              <a:defRPr sz="1400">
                <a:solidFill>
                  <a:srgbClr val="0033CC"/>
                </a:solidFill>
                <a:latin typeface="Times New Roman"/>
                <a:ea typeface="Times New Roman"/>
                <a:cs typeface="Times New Roman"/>
                <a:sym typeface="Times New Roman"/>
              </a:defRPr>
            </a:lvl1pPr>
            <a:lvl2pPr marL="0" lvl="1" indent="0" algn="r">
              <a:spcBef>
                <a:spcPts val="0"/>
              </a:spcBef>
              <a:buNone/>
              <a:defRPr sz="1400">
                <a:solidFill>
                  <a:srgbClr val="0033CC"/>
                </a:solidFill>
                <a:latin typeface="Times New Roman"/>
                <a:ea typeface="Times New Roman"/>
                <a:cs typeface="Times New Roman"/>
                <a:sym typeface="Times New Roman"/>
              </a:defRPr>
            </a:lvl2pPr>
            <a:lvl3pPr marL="0" lvl="2" indent="0" algn="r">
              <a:spcBef>
                <a:spcPts val="0"/>
              </a:spcBef>
              <a:buNone/>
              <a:defRPr sz="1400">
                <a:solidFill>
                  <a:srgbClr val="0033CC"/>
                </a:solidFill>
                <a:latin typeface="Times New Roman"/>
                <a:ea typeface="Times New Roman"/>
                <a:cs typeface="Times New Roman"/>
                <a:sym typeface="Times New Roman"/>
              </a:defRPr>
            </a:lvl3pPr>
            <a:lvl4pPr marL="0" lvl="3" indent="0" algn="r">
              <a:spcBef>
                <a:spcPts val="0"/>
              </a:spcBef>
              <a:buNone/>
              <a:defRPr sz="1400">
                <a:solidFill>
                  <a:srgbClr val="0033CC"/>
                </a:solidFill>
                <a:latin typeface="Times New Roman"/>
                <a:ea typeface="Times New Roman"/>
                <a:cs typeface="Times New Roman"/>
                <a:sym typeface="Times New Roman"/>
              </a:defRPr>
            </a:lvl4pPr>
            <a:lvl5pPr marL="0" lvl="4" indent="0" algn="r">
              <a:spcBef>
                <a:spcPts val="0"/>
              </a:spcBef>
              <a:buNone/>
              <a:defRPr sz="1400">
                <a:solidFill>
                  <a:srgbClr val="0033CC"/>
                </a:solidFill>
                <a:latin typeface="Times New Roman"/>
                <a:ea typeface="Times New Roman"/>
                <a:cs typeface="Times New Roman"/>
                <a:sym typeface="Times New Roman"/>
              </a:defRPr>
            </a:lvl5pPr>
            <a:lvl6pPr marL="0" lvl="5" indent="0" algn="r">
              <a:spcBef>
                <a:spcPts val="0"/>
              </a:spcBef>
              <a:buNone/>
              <a:defRPr sz="1400">
                <a:solidFill>
                  <a:srgbClr val="0033CC"/>
                </a:solidFill>
                <a:latin typeface="Times New Roman"/>
                <a:ea typeface="Times New Roman"/>
                <a:cs typeface="Times New Roman"/>
                <a:sym typeface="Times New Roman"/>
              </a:defRPr>
            </a:lvl6pPr>
            <a:lvl7pPr marL="0" lvl="6" indent="0" algn="r">
              <a:spcBef>
                <a:spcPts val="0"/>
              </a:spcBef>
              <a:buNone/>
              <a:defRPr sz="1400">
                <a:solidFill>
                  <a:srgbClr val="0033CC"/>
                </a:solidFill>
                <a:latin typeface="Times New Roman"/>
                <a:ea typeface="Times New Roman"/>
                <a:cs typeface="Times New Roman"/>
                <a:sym typeface="Times New Roman"/>
              </a:defRPr>
            </a:lvl7pPr>
            <a:lvl8pPr marL="0" lvl="7" indent="0" algn="r">
              <a:spcBef>
                <a:spcPts val="0"/>
              </a:spcBef>
              <a:buNone/>
              <a:defRPr sz="1400">
                <a:solidFill>
                  <a:srgbClr val="0033CC"/>
                </a:solidFill>
                <a:latin typeface="Times New Roman"/>
                <a:ea typeface="Times New Roman"/>
                <a:cs typeface="Times New Roman"/>
                <a:sym typeface="Times New Roman"/>
              </a:defRPr>
            </a:lvl8pPr>
            <a:lvl9pPr marL="0" lvl="8" indent="0" algn="r">
              <a:spcBef>
                <a:spcPts val="0"/>
              </a:spcBef>
              <a:buNone/>
              <a:defRPr sz="1400">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49"/>
        <p:cNvGrpSpPr/>
        <p:nvPr/>
      </p:nvGrpSpPr>
      <p:grpSpPr>
        <a:xfrm>
          <a:off x="0" y="0"/>
          <a:ext cx="0" cy="0"/>
          <a:chOff x="0" y="0"/>
          <a:chExt cx="0" cy="0"/>
        </a:xfrm>
      </p:grpSpPr>
      <p:sp>
        <p:nvSpPr>
          <p:cNvPr id="150" name="Google Shape;150;p22"/>
          <p:cNvSpPr txBox="1">
            <a:spLocks noGrp="1"/>
          </p:cNvSpPr>
          <p:nvPr>
            <p:ph type="title"/>
          </p:nvPr>
        </p:nvSpPr>
        <p:spPr>
          <a:xfrm>
            <a:off x="840318" y="457200"/>
            <a:ext cx="3932767" cy="1600200"/>
          </a:xfrm>
          <a:prstGeom prst="rect">
            <a:avLst/>
          </a:prstGeom>
          <a:noFill/>
          <a:ln>
            <a:noFill/>
          </a:ln>
        </p:spPr>
        <p:txBody>
          <a:bodyPr spcFirstLastPara="1" wrap="square" lIns="92075" tIns="46025" rIns="92075" bIns="46025"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1" name="Google Shape;151;p22"/>
          <p:cNvSpPr txBox="1">
            <a:spLocks noGrp="1"/>
          </p:cNvSpPr>
          <p:nvPr>
            <p:ph type="body" idx="1"/>
          </p:nvPr>
        </p:nvSpPr>
        <p:spPr>
          <a:xfrm>
            <a:off x="5183717" y="987426"/>
            <a:ext cx="6172200" cy="4873625"/>
          </a:xfrm>
          <a:prstGeom prst="rect">
            <a:avLst/>
          </a:prstGeom>
          <a:noFill/>
          <a:ln>
            <a:noFill/>
          </a:ln>
        </p:spPr>
        <p:txBody>
          <a:bodyPr spcFirstLastPara="1" wrap="square" lIns="92075" tIns="46025" rIns="92075" bIns="46025" anchor="t" anchorCtr="0">
            <a:noAutofit/>
          </a:bodyPr>
          <a:lstStyle>
            <a:lvl1pPr marL="457200" lvl="0" indent="-431800" algn="l">
              <a:spcBef>
                <a:spcPts val="640"/>
              </a:spcBef>
              <a:spcAft>
                <a:spcPts val="0"/>
              </a:spcAft>
              <a:buClr>
                <a:srgbClr val="010000"/>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Font typeface="Times New Roman"/>
              <a:buChar char="•"/>
              <a:defRPr sz="2400"/>
            </a:lvl3pPr>
            <a:lvl4pPr marL="1828800" lvl="3" indent="-355600" algn="l">
              <a:spcBef>
                <a:spcPts val="400"/>
              </a:spcBef>
              <a:spcAft>
                <a:spcPts val="0"/>
              </a:spcAft>
              <a:buClr>
                <a:schemeClr val="dk1"/>
              </a:buClr>
              <a:buSzPts val="2000"/>
              <a:buFont typeface="Times New Roman"/>
              <a:buChar char="–"/>
              <a:defRPr sz="2000"/>
            </a:lvl4pPr>
            <a:lvl5pPr marL="2286000" lvl="4" indent="-355600" algn="l">
              <a:spcBef>
                <a:spcPts val="400"/>
              </a:spcBef>
              <a:spcAft>
                <a:spcPts val="0"/>
              </a:spcAft>
              <a:buClr>
                <a:schemeClr val="dk1"/>
              </a:buClr>
              <a:buSzPts val="2000"/>
              <a:buFont typeface="Times New Roman"/>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52" name="Google Shape;152;p22"/>
          <p:cNvSpPr txBox="1">
            <a:spLocks noGrp="1"/>
          </p:cNvSpPr>
          <p:nvPr>
            <p:ph type="body" idx="2"/>
          </p:nvPr>
        </p:nvSpPr>
        <p:spPr>
          <a:xfrm>
            <a:off x="840318" y="2057400"/>
            <a:ext cx="3932767" cy="3811588"/>
          </a:xfrm>
          <a:prstGeom prst="rect">
            <a:avLst/>
          </a:prstGeom>
          <a:noFill/>
          <a:ln>
            <a:noFill/>
          </a:ln>
        </p:spPr>
        <p:txBody>
          <a:bodyPr spcFirstLastPara="1" wrap="square" lIns="92075" tIns="46025" rIns="92075" bIns="46025" anchor="t" anchorCtr="0">
            <a:noAutofit/>
          </a:bodyPr>
          <a:lstStyle>
            <a:lvl1pPr marL="457200" lvl="0" indent="-228600" algn="l">
              <a:spcBef>
                <a:spcPts val="320"/>
              </a:spcBef>
              <a:spcAft>
                <a:spcPts val="0"/>
              </a:spcAft>
              <a:buClr>
                <a:srgbClr val="010000"/>
              </a:buClr>
              <a:buSzPts val="1600"/>
              <a:buNone/>
              <a:defRPr sz="1600"/>
            </a:lvl1pPr>
            <a:lvl2pPr marL="914400" lvl="1" indent="-228600" algn="l">
              <a:spcBef>
                <a:spcPts val="280"/>
              </a:spcBef>
              <a:spcAft>
                <a:spcPts val="0"/>
              </a:spcAft>
              <a:buClr>
                <a:schemeClr val="dk1"/>
              </a:buClr>
              <a:buSzPts val="1400"/>
              <a:buNone/>
              <a:defRPr sz="1400"/>
            </a:lvl2pPr>
            <a:lvl3pPr marL="1371600" lvl="2" indent="-228600" algn="l">
              <a:spcBef>
                <a:spcPts val="240"/>
              </a:spcBef>
              <a:spcAft>
                <a:spcPts val="0"/>
              </a:spcAft>
              <a:buClr>
                <a:schemeClr val="dk1"/>
              </a:buClr>
              <a:buSzPts val="1200"/>
              <a:buFont typeface="Times New Roman"/>
              <a:buNone/>
              <a:defRPr sz="1200"/>
            </a:lvl3pPr>
            <a:lvl4pPr marL="1828800" lvl="3" indent="-228600" algn="l">
              <a:spcBef>
                <a:spcPts val="200"/>
              </a:spcBef>
              <a:spcAft>
                <a:spcPts val="0"/>
              </a:spcAft>
              <a:buClr>
                <a:schemeClr val="dk1"/>
              </a:buClr>
              <a:buSzPts val="1000"/>
              <a:buFont typeface="Times New Roman"/>
              <a:buNone/>
              <a:defRPr sz="1000"/>
            </a:lvl4pPr>
            <a:lvl5pPr marL="2286000" lvl="4" indent="-228600" algn="l">
              <a:spcBef>
                <a:spcPts val="200"/>
              </a:spcBef>
              <a:spcAft>
                <a:spcPts val="0"/>
              </a:spcAft>
              <a:buClr>
                <a:schemeClr val="dk1"/>
              </a:buClr>
              <a:buSzPts val="1000"/>
              <a:buFont typeface="Times New Roman"/>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3" name="Google Shape;153;p22"/>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p22"/>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lvl="0" indent="0" algn="r">
              <a:spcBef>
                <a:spcPts val="0"/>
              </a:spcBef>
              <a:buNone/>
              <a:defRPr sz="1400">
                <a:solidFill>
                  <a:srgbClr val="0033CC"/>
                </a:solidFill>
                <a:latin typeface="Times New Roman"/>
                <a:ea typeface="Times New Roman"/>
                <a:cs typeface="Times New Roman"/>
                <a:sym typeface="Times New Roman"/>
              </a:defRPr>
            </a:lvl1pPr>
            <a:lvl2pPr marL="0" lvl="1" indent="0" algn="r">
              <a:spcBef>
                <a:spcPts val="0"/>
              </a:spcBef>
              <a:buNone/>
              <a:defRPr sz="1400">
                <a:solidFill>
                  <a:srgbClr val="0033CC"/>
                </a:solidFill>
                <a:latin typeface="Times New Roman"/>
                <a:ea typeface="Times New Roman"/>
                <a:cs typeface="Times New Roman"/>
                <a:sym typeface="Times New Roman"/>
              </a:defRPr>
            </a:lvl2pPr>
            <a:lvl3pPr marL="0" lvl="2" indent="0" algn="r">
              <a:spcBef>
                <a:spcPts val="0"/>
              </a:spcBef>
              <a:buNone/>
              <a:defRPr sz="1400">
                <a:solidFill>
                  <a:srgbClr val="0033CC"/>
                </a:solidFill>
                <a:latin typeface="Times New Roman"/>
                <a:ea typeface="Times New Roman"/>
                <a:cs typeface="Times New Roman"/>
                <a:sym typeface="Times New Roman"/>
              </a:defRPr>
            </a:lvl3pPr>
            <a:lvl4pPr marL="0" lvl="3" indent="0" algn="r">
              <a:spcBef>
                <a:spcPts val="0"/>
              </a:spcBef>
              <a:buNone/>
              <a:defRPr sz="1400">
                <a:solidFill>
                  <a:srgbClr val="0033CC"/>
                </a:solidFill>
                <a:latin typeface="Times New Roman"/>
                <a:ea typeface="Times New Roman"/>
                <a:cs typeface="Times New Roman"/>
                <a:sym typeface="Times New Roman"/>
              </a:defRPr>
            </a:lvl4pPr>
            <a:lvl5pPr marL="0" lvl="4" indent="0" algn="r">
              <a:spcBef>
                <a:spcPts val="0"/>
              </a:spcBef>
              <a:buNone/>
              <a:defRPr sz="1400">
                <a:solidFill>
                  <a:srgbClr val="0033CC"/>
                </a:solidFill>
                <a:latin typeface="Times New Roman"/>
                <a:ea typeface="Times New Roman"/>
                <a:cs typeface="Times New Roman"/>
                <a:sym typeface="Times New Roman"/>
              </a:defRPr>
            </a:lvl5pPr>
            <a:lvl6pPr marL="0" lvl="5" indent="0" algn="r">
              <a:spcBef>
                <a:spcPts val="0"/>
              </a:spcBef>
              <a:buNone/>
              <a:defRPr sz="1400">
                <a:solidFill>
                  <a:srgbClr val="0033CC"/>
                </a:solidFill>
                <a:latin typeface="Times New Roman"/>
                <a:ea typeface="Times New Roman"/>
                <a:cs typeface="Times New Roman"/>
                <a:sym typeface="Times New Roman"/>
              </a:defRPr>
            </a:lvl6pPr>
            <a:lvl7pPr marL="0" lvl="6" indent="0" algn="r">
              <a:spcBef>
                <a:spcPts val="0"/>
              </a:spcBef>
              <a:buNone/>
              <a:defRPr sz="1400">
                <a:solidFill>
                  <a:srgbClr val="0033CC"/>
                </a:solidFill>
                <a:latin typeface="Times New Roman"/>
                <a:ea typeface="Times New Roman"/>
                <a:cs typeface="Times New Roman"/>
                <a:sym typeface="Times New Roman"/>
              </a:defRPr>
            </a:lvl7pPr>
            <a:lvl8pPr marL="0" lvl="7" indent="0" algn="r">
              <a:spcBef>
                <a:spcPts val="0"/>
              </a:spcBef>
              <a:buNone/>
              <a:defRPr sz="1400">
                <a:solidFill>
                  <a:srgbClr val="0033CC"/>
                </a:solidFill>
                <a:latin typeface="Times New Roman"/>
                <a:ea typeface="Times New Roman"/>
                <a:cs typeface="Times New Roman"/>
                <a:sym typeface="Times New Roman"/>
              </a:defRPr>
            </a:lvl8pPr>
            <a:lvl9pPr marL="0" lvl="8" indent="0" algn="r">
              <a:spcBef>
                <a:spcPts val="0"/>
              </a:spcBef>
              <a:buNone/>
              <a:defRPr sz="1400">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55"/>
        <p:cNvGrpSpPr/>
        <p:nvPr/>
      </p:nvGrpSpPr>
      <p:grpSpPr>
        <a:xfrm>
          <a:off x="0" y="0"/>
          <a:ext cx="0" cy="0"/>
          <a:chOff x="0" y="0"/>
          <a:chExt cx="0" cy="0"/>
        </a:xfrm>
      </p:grpSpPr>
      <p:sp>
        <p:nvSpPr>
          <p:cNvPr id="156" name="Google Shape;156;p23"/>
          <p:cNvSpPr txBox="1">
            <a:spLocks noGrp="1"/>
          </p:cNvSpPr>
          <p:nvPr>
            <p:ph type="title"/>
          </p:nvPr>
        </p:nvSpPr>
        <p:spPr>
          <a:xfrm>
            <a:off x="840318" y="457200"/>
            <a:ext cx="3932767" cy="1600200"/>
          </a:xfrm>
          <a:prstGeom prst="rect">
            <a:avLst/>
          </a:prstGeom>
          <a:noFill/>
          <a:ln>
            <a:noFill/>
          </a:ln>
        </p:spPr>
        <p:txBody>
          <a:bodyPr spcFirstLastPara="1" wrap="square" lIns="92075" tIns="46025" rIns="92075" bIns="46025" anchor="b" anchorCtr="0">
            <a:noAutofit/>
          </a:bodyPr>
          <a:lstStyle>
            <a:lvl1pPr lvl="0" algn="ctr">
              <a:spcBef>
                <a:spcPts val="0"/>
              </a:spcBef>
              <a:spcAft>
                <a:spcPts val="0"/>
              </a:spcAft>
              <a:buSzPts val="1400"/>
              <a:buNone/>
              <a:defRPr sz="3200"/>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57" name="Google Shape;157;p23"/>
          <p:cNvSpPr>
            <a:spLocks noGrp="1"/>
          </p:cNvSpPr>
          <p:nvPr>
            <p:ph type="pic" idx="2"/>
          </p:nvPr>
        </p:nvSpPr>
        <p:spPr>
          <a:xfrm>
            <a:off x="5183717" y="987426"/>
            <a:ext cx="6172200" cy="4873625"/>
          </a:xfrm>
          <a:prstGeom prst="rect">
            <a:avLst/>
          </a:prstGeom>
          <a:noFill/>
          <a:ln>
            <a:noFill/>
          </a:ln>
        </p:spPr>
      </p:sp>
      <p:sp>
        <p:nvSpPr>
          <p:cNvPr id="158" name="Google Shape;158;p23"/>
          <p:cNvSpPr txBox="1">
            <a:spLocks noGrp="1"/>
          </p:cNvSpPr>
          <p:nvPr>
            <p:ph type="body" idx="1"/>
          </p:nvPr>
        </p:nvSpPr>
        <p:spPr>
          <a:xfrm>
            <a:off x="840318" y="2057400"/>
            <a:ext cx="3932767" cy="3811588"/>
          </a:xfrm>
          <a:prstGeom prst="rect">
            <a:avLst/>
          </a:prstGeom>
          <a:noFill/>
          <a:ln>
            <a:noFill/>
          </a:ln>
        </p:spPr>
        <p:txBody>
          <a:bodyPr spcFirstLastPara="1" wrap="square" lIns="92075" tIns="46025" rIns="92075" bIns="46025" anchor="t" anchorCtr="0">
            <a:noAutofit/>
          </a:bodyPr>
          <a:lstStyle>
            <a:lvl1pPr marL="457200" lvl="0" indent="-228600" algn="l">
              <a:spcBef>
                <a:spcPts val="320"/>
              </a:spcBef>
              <a:spcAft>
                <a:spcPts val="0"/>
              </a:spcAft>
              <a:buClr>
                <a:srgbClr val="010000"/>
              </a:buClr>
              <a:buSzPts val="1600"/>
              <a:buNone/>
              <a:defRPr sz="1600"/>
            </a:lvl1pPr>
            <a:lvl2pPr marL="914400" lvl="1" indent="-228600" algn="l">
              <a:spcBef>
                <a:spcPts val="280"/>
              </a:spcBef>
              <a:spcAft>
                <a:spcPts val="0"/>
              </a:spcAft>
              <a:buClr>
                <a:schemeClr val="dk1"/>
              </a:buClr>
              <a:buSzPts val="1400"/>
              <a:buNone/>
              <a:defRPr sz="1400"/>
            </a:lvl2pPr>
            <a:lvl3pPr marL="1371600" lvl="2" indent="-228600" algn="l">
              <a:spcBef>
                <a:spcPts val="240"/>
              </a:spcBef>
              <a:spcAft>
                <a:spcPts val="0"/>
              </a:spcAft>
              <a:buClr>
                <a:schemeClr val="dk1"/>
              </a:buClr>
              <a:buSzPts val="1200"/>
              <a:buFont typeface="Times New Roman"/>
              <a:buNone/>
              <a:defRPr sz="1200"/>
            </a:lvl3pPr>
            <a:lvl4pPr marL="1828800" lvl="3" indent="-228600" algn="l">
              <a:spcBef>
                <a:spcPts val="200"/>
              </a:spcBef>
              <a:spcAft>
                <a:spcPts val="0"/>
              </a:spcAft>
              <a:buClr>
                <a:schemeClr val="dk1"/>
              </a:buClr>
              <a:buSzPts val="1000"/>
              <a:buFont typeface="Times New Roman"/>
              <a:buNone/>
              <a:defRPr sz="1000"/>
            </a:lvl4pPr>
            <a:lvl5pPr marL="2286000" lvl="4" indent="-228600" algn="l">
              <a:spcBef>
                <a:spcPts val="200"/>
              </a:spcBef>
              <a:spcAft>
                <a:spcPts val="0"/>
              </a:spcAft>
              <a:buClr>
                <a:schemeClr val="dk1"/>
              </a:buClr>
              <a:buSzPts val="1000"/>
              <a:buFont typeface="Times New Roman"/>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59" name="Google Shape;159;p23"/>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0" name="Google Shape;160;p23"/>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lvl="0" indent="0" algn="r">
              <a:spcBef>
                <a:spcPts val="0"/>
              </a:spcBef>
              <a:buNone/>
              <a:defRPr sz="1400">
                <a:solidFill>
                  <a:srgbClr val="0033CC"/>
                </a:solidFill>
                <a:latin typeface="Times New Roman"/>
                <a:ea typeface="Times New Roman"/>
                <a:cs typeface="Times New Roman"/>
                <a:sym typeface="Times New Roman"/>
              </a:defRPr>
            </a:lvl1pPr>
            <a:lvl2pPr marL="0" lvl="1" indent="0" algn="r">
              <a:spcBef>
                <a:spcPts val="0"/>
              </a:spcBef>
              <a:buNone/>
              <a:defRPr sz="1400">
                <a:solidFill>
                  <a:srgbClr val="0033CC"/>
                </a:solidFill>
                <a:latin typeface="Times New Roman"/>
                <a:ea typeface="Times New Roman"/>
                <a:cs typeface="Times New Roman"/>
                <a:sym typeface="Times New Roman"/>
              </a:defRPr>
            </a:lvl2pPr>
            <a:lvl3pPr marL="0" lvl="2" indent="0" algn="r">
              <a:spcBef>
                <a:spcPts val="0"/>
              </a:spcBef>
              <a:buNone/>
              <a:defRPr sz="1400">
                <a:solidFill>
                  <a:srgbClr val="0033CC"/>
                </a:solidFill>
                <a:latin typeface="Times New Roman"/>
                <a:ea typeface="Times New Roman"/>
                <a:cs typeface="Times New Roman"/>
                <a:sym typeface="Times New Roman"/>
              </a:defRPr>
            </a:lvl3pPr>
            <a:lvl4pPr marL="0" lvl="3" indent="0" algn="r">
              <a:spcBef>
                <a:spcPts val="0"/>
              </a:spcBef>
              <a:buNone/>
              <a:defRPr sz="1400">
                <a:solidFill>
                  <a:srgbClr val="0033CC"/>
                </a:solidFill>
                <a:latin typeface="Times New Roman"/>
                <a:ea typeface="Times New Roman"/>
                <a:cs typeface="Times New Roman"/>
                <a:sym typeface="Times New Roman"/>
              </a:defRPr>
            </a:lvl4pPr>
            <a:lvl5pPr marL="0" lvl="4" indent="0" algn="r">
              <a:spcBef>
                <a:spcPts val="0"/>
              </a:spcBef>
              <a:buNone/>
              <a:defRPr sz="1400">
                <a:solidFill>
                  <a:srgbClr val="0033CC"/>
                </a:solidFill>
                <a:latin typeface="Times New Roman"/>
                <a:ea typeface="Times New Roman"/>
                <a:cs typeface="Times New Roman"/>
                <a:sym typeface="Times New Roman"/>
              </a:defRPr>
            </a:lvl5pPr>
            <a:lvl6pPr marL="0" lvl="5" indent="0" algn="r">
              <a:spcBef>
                <a:spcPts val="0"/>
              </a:spcBef>
              <a:buNone/>
              <a:defRPr sz="1400">
                <a:solidFill>
                  <a:srgbClr val="0033CC"/>
                </a:solidFill>
                <a:latin typeface="Times New Roman"/>
                <a:ea typeface="Times New Roman"/>
                <a:cs typeface="Times New Roman"/>
                <a:sym typeface="Times New Roman"/>
              </a:defRPr>
            </a:lvl6pPr>
            <a:lvl7pPr marL="0" lvl="6" indent="0" algn="r">
              <a:spcBef>
                <a:spcPts val="0"/>
              </a:spcBef>
              <a:buNone/>
              <a:defRPr sz="1400">
                <a:solidFill>
                  <a:srgbClr val="0033CC"/>
                </a:solidFill>
                <a:latin typeface="Times New Roman"/>
                <a:ea typeface="Times New Roman"/>
                <a:cs typeface="Times New Roman"/>
                <a:sym typeface="Times New Roman"/>
              </a:defRPr>
            </a:lvl7pPr>
            <a:lvl8pPr marL="0" lvl="7" indent="0" algn="r">
              <a:spcBef>
                <a:spcPts val="0"/>
              </a:spcBef>
              <a:buNone/>
              <a:defRPr sz="1400">
                <a:solidFill>
                  <a:srgbClr val="0033CC"/>
                </a:solidFill>
                <a:latin typeface="Times New Roman"/>
                <a:ea typeface="Times New Roman"/>
                <a:cs typeface="Times New Roman"/>
                <a:sym typeface="Times New Roman"/>
              </a:defRPr>
            </a:lvl8pPr>
            <a:lvl9pPr marL="0" lvl="8" indent="0" algn="r">
              <a:spcBef>
                <a:spcPts val="0"/>
              </a:spcBef>
              <a:buNone/>
              <a:defRPr sz="1400">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61"/>
        <p:cNvGrpSpPr/>
        <p:nvPr/>
      </p:nvGrpSpPr>
      <p:grpSpPr>
        <a:xfrm>
          <a:off x="0" y="0"/>
          <a:ext cx="0" cy="0"/>
          <a:chOff x="0" y="0"/>
          <a:chExt cx="0" cy="0"/>
        </a:xfrm>
      </p:grpSpPr>
      <p:sp>
        <p:nvSpPr>
          <p:cNvPr id="162" name="Google Shape;162;p24"/>
          <p:cNvSpPr txBox="1">
            <a:spLocks noGrp="1"/>
          </p:cNvSpPr>
          <p:nvPr>
            <p:ph type="title"/>
          </p:nvPr>
        </p:nvSpPr>
        <p:spPr>
          <a:xfrm>
            <a:off x="1" y="0"/>
            <a:ext cx="12189884" cy="9144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3" name="Google Shape;163;p24"/>
          <p:cNvSpPr txBox="1">
            <a:spLocks noGrp="1"/>
          </p:cNvSpPr>
          <p:nvPr>
            <p:ph type="body" idx="1"/>
          </p:nvPr>
        </p:nvSpPr>
        <p:spPr>
          <a:xfrm rot="5400000">
            <a:off x="3606800" y="-1981200"/>
            <a:ext cx="4876800" cy="11277600"/>
          </a:xfrm>
          <a:prstGeom prst="rect">
            <a:avLst/>
          </a:prstGeom>
          <a:noFill/>
          <a:ln>
            <a:noFill/>
          </a:ln>
        </p:spPr>
        <p:txBody>
          <a:bodyPr spcFirstLastPara="1" wrap="square" lIns="92075" tIns="46025" rIns="92075" bIns="46025" anchor="t" anchorCtr="0">
            <a:noAutofit/>
          </a:bodyPr>
          <a:lstStyle>
            <a:lvl1pPr marL="457200" lvl="0" indent="-342900" algn="l">
              <a:spcBef>
                <a:spcPts val="360"/>
              </a:spcBef>
              <a:spcAft>
                <a:spcPts val="0"/>
              </a:spcAft>
              <a:buClr>
                <a:srgbClr val="010000"/>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4" name="Google Shape;164;p24"/>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5" name="Google Shape;165;p24"/>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lvl="0" indent="0" algn="r">
              <a:spcBef>
                <a:spcPts val="0"/>
              </a:spcBef>
              <a:buNone/>
              <a:defRPr sz="1400">
                <a:solidFill>
                  <a:srgbClr val="0033CC"/>
                </a:solidFill>
                <a:latin typeface="Times New Roman"/>
                <a:ea typeface="Times New Roman"/>
                <a:cs typeface="Times New Roman"/>
                <a:sym typeface="Times New Roman"/>
              </a:defRPr>
            </a:lvl1pPr>
            <a:lvl2pPr marL="0" lvl="1" indent="0" algn="r">
              <a:spcBef>
                <a:spcPts val="0"/>
              </a:spcBef>
              <a:buNone/>
              <a:defRPr sz="1400">
                <a:solidFill>
                  <a:srgbClr val="0033CC"/>
                </a:solidFill>
                <a:latin typeface="Times New Roman"/>
                <a:ea typeface="Times New Roman"/>
                <a:cs typeface="Times New Roman"/>
                <a:sym typeface="Times New Roman"/>
              </a:defRPr>
            </a:lvl2pPr>
            <a:lvl3pPr marL="0" lvl="2" indent="0" algn="r">
              <a:spcBef>
                <a:spcPts val="0"/>
              </a:spcBef>
              <a:buNone/>
              <a:defRPr sz="1400">
                <a:solidFill>
                  <a:srgbClr val="0033CC"/>
                </a:solidFill>
                <a:latin typeface="Times New Roman"/>
                <a:ea typeface="Times New Roman"/>
                <a:cs typeface="Times New Roman"/>
                <a:sym typeface="Times New Roman"/>
              </a:defRPr>
            </a:lvl3pPr>
            <a:lvl4pPr marL="0" lvl="3" indent="0" algn="r">
              <a:spcBef>
                <a:spcPts val="0"/>
              </a:spcBef>
              <a:buNone/>
              <a:defRPr sz="1400">
                <a:solidFill>
                  <a:srgbClr val="0033CC"/>
                </a:solidFill>
                <a:latin typeface="Times New Roman"/>
                <a:ea typeface="Times New Roman"/>
                <a:cs typeface="Times New Roman"/>
                <a:sym typeface="Times New Roman"/>
              </a:defRPr>
            </a:lvl4pPr>
            <a:lvl5pPr marL="0" lvl="4" indent="0" algn="r">
              <a:spcBef>
                <a:spcPts val="0"/>
              </a:spcBef>
              <a:buNone/>
              <a:defRPr sz="1400">
                <a:solidFill>
                  <a:srgbClr val="0033CC"/>
                </a:solidFill>
                <a:latin typeface="Times New Roman"/>
                <a:ea typeface="Times New Roman"/>
                <a:cs typeface="Times New Roman"/>
                <a:sym typeface="Times New Roman"/>
              </a:defRPr>
            </a:lvl5pPr>
            <a:lvl6pPr marL="0" lvl="5" indent="0" algn="r">
              <a:spcBef>
                <a:spcPts val="0"/>
              </a:spcBef>
              <a:buNone/>
              <a:defRPr sz="1400">
                <a:solidFill>
                  <a:srgbClr val="0033CC"/>
                </a:solidFill>
                <a:latin typeface="Times New Roman"/>
                <a:ea typeface="Times New Roman"/>
                <a:cs typeface="Times New Roman"/>
                <a:sym typeface="Times New Roman"/>
              </a:defRPr>
            </a:lvl6pPr>
            <a:lvl7pPr marL="0" lvl="6" indent="0" algn="r">
              <a:spcBef>
                <a:spcPts val="0"/>
              </a:spcBef>
              <a:buNone/>
              <a:defRPr sz="1400">
                <a:solidFill>
                  <a:srgbClr val="0033CC"/>
                </a:solidFill>
                <a:latin typeface="Times New Roman"/>
                <a:ea typeface="Times New Roman"/>
                <a:cs typeface="Times New Roman"/>
                <a:sym typeface="Times New Roman"/>
              </a:defRPr>
            </a:lvl7pPr>
            <a:lvl8pPr marL="0" lvl="7" indent="0" algn="r">
              <a:spcBef>
                <a:spcPts val="0"/>
              </a:spcBef>
              <a:buNone/>
              <a:defRPr sz="1400">
                <a:solidFill>
                  <a:srgbClr val="0033CC"/>
                </a:solidFill>
                <a:latin typeface="Times New Roman"/>
                <a:ea typeface="Times New Roman"/>
                <a:cs typeface="Times New Roman"/>
                <a:sym typeface="Times New Roman"/>
              </a:defRPr>
            </a:lvl8pPr>
            <a:lvl9pPr marL="0" lvl="8" indent="0" algn="r">
              <a:spcBef>
                <a:spcPts val="0"/>
              </a:spcBef>
              <a:buNone/>
              <a:defRPr sz="1400">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66"/>
        <p:cNvGrpSpPr/>
        <p:nvPr/>
      </p:nvGrpSpPr>
      <p:grpSpPr>
        <a:xfrm>
          <a:off x="0" y="0"/>
          <a:ext cx="0" cy="0"/>
          <a:chOff x="0" y="0"/>
          <a:chExt cx="0" cy="0"/>
        </a:xfrm>
      </p:grpSpPr>
      <p:sp>
        <p:nvSpPr>
          <p:cNvPr id="167" name="Google Shape;167;p25"/>
          <p:cNvSpPr txBox="1">
            <a:spLocks noGrp="1"/>
          </p:cNvSpPr>
          <p:nvPr>
            <p:ph type="title"/>
          </p:nvPr>
        </p:nvSpPr>
        <p:spPr>
          <a:xfrm rot="5400000">
            <a:off x="7618943" y="1525058"/>
            <a:ext cx="6096000" cy="3045884"/>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ctr">
              <a:spcBef>
                <a:spcPts val="0"/>
              </a:spcBef>
              <a:spcAft>
                <a:spcPts val="0"/>
              </a:spcAft>
              <a:buSzPts val="1400"/>
              <a:buNone/>
              <a:defRPr/>
            </a:lvl2pPr>
            <a:lvl3pPr lvl="2" algn="ctr">
              <a:spcBef>
                <a:spcPts val="0"/>
              </a:spcBef>
              <a:spcAft>
                <a:spcPts val="0"/>
              </a:spcAft>
              <a:buSzPts val="1400"/>
              <a:buNone/>
              <a:defRPr/>
            </a:lvl3pPr>
            <a:lvl4pPr lvl="3" algn="ctr">
              <a:spcBef>
                <a:spcPts val="0"/>
              </a:spcBef>
              <a:spcAft>
                <a:spcPts val="0"/>
              </a:spcAft>
              <a:buSzPts val="1400"/>
              <a:buNone/>
              <a:defRPr/>
            </a:lvl4pPr>
            <a:lvl5pPr lvl="4" algn="ctr">
              <a:spcBef>
                <a:spcPts val="0"/>
              </a:spcBef>
              <a:spcAft>
                <a:spcPts val="0"/>
              </a:spcAft>
              <a:buSzPts val="1400"/>
              <a:buNone/>
              <a:defRPr/>
            </a:lvl5pPr>
            <a:lvl6pPr lvl="5" algn="ctr">
              <a:spcBef>
                <a:spcPts val="0"/>
              </a:spcBef>
              <a:spcAft>
                <a:spcPts val="0"/>
              </a:spcAft>
              <a:buSzPts val="1400"/>
              <a:buNone/>
              <a:defRPr/>
            </a:lvl6pPr>
            <a:lvl7pPr lvl="6" algn="ctr">
              <a:spcBef>
                <a:spcPts val="0"/>
              </a:spcBef>
              <a:spcAft>
                <a:spcPts val="0"/>
              </a:spcAft>
              <a:buSzPts val="1400"/>
              <a:buNone/>
              <a:defRPr/>
            </a:lvl7pPr>
            <a:lvl8pPr lvl="7" algn="ctr">
              <a:spcBef>
                <a:spcPts val="0"/>
              </a:spcBef>
              <a:spcAft>
                <a:spcPts val="0"/>
              </a:spcAft>
              <a:buSzPts val="1400"/>
              <a:buNone/>
              <a:defRPr/>
            </a:lvl8pPr>
            <a:lvl9pPr lvl="8" algn="ctr">
              <a:spcBef>
                <a:spcPts val="0"/>
              </a:spcBef>
              <a:spcAft>
                <a:spcPts val="0"/>
              </a:spcAft>
              <a:buSzPts val="1400"/>
              <a:buNone/>
              <a:defRPr/>
            </a:lvl9pPr>
          </a:lstStyle>
          <a:p>
            <a:endParaRPr/>
          </a:p>
        </p:txBody>
      </p:sp>
      <p:sp>
        <p:nvSpPr>
          <p:cNvPr id="168" name="Google Shape;168;p25"/>
          <p:cNvSpPr txBox="1">
            <a:spLocks noGrp="1"/>
          </p:cNvSpPr>
          <p:nvPr>
            <p:ph type="body" idx="1"/>
          </p:nvPr>
        </p:nvSpPr>
        <p:spPr>
          <a:xfrm rot="5400000">
            <a:off x="1422400" y="-1422400"/>
            <a:ext cx="6096000" cy="8940800"/>
          </a:xfrm>
          <a:prstGeom prst="rect">
            <a:avLst/>
          </a:prstGeom>
          <a:noFill/>
          <a:ln>
            <a:noFill/>
          </a:ln>
        </p:spPr>
        <p:txBody>
          <a:bodyPr spcFirstLastPara="1" wrap="square" lIns="92075" tIns="46025" rIns="92075" bIns="46025" anchor="t" anchorCtr="0">
            <a:noAutofit/>
          </a:bodyPr>
          <a:lstStyle>
            <a:lvl1pPr marL="457200" lvl="0" indent="-342900" algn="l">
              <a:spcBef>
                <a:spcPts val="360"/>
              </a:spcBef>
              <a:spcAft>
                <a:spcPts val="0"/>
              </a:spcAft>
              <a:buClr>
                <a:srgbClr val="010000"/>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9" name="Google Shape;169;p25"/>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0" name="Google Shape;170;p25"/>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lvl="0" indent="0" algn="r">
              <a:spcBef>
                <a:spcPts val="0"/>
              </a:spcBef>
              <a:buNone/>
              <a:defRPr sz="1400">
                <a:solidFill>
                  <a:srgbClr val="0033CC"/>
                </a:solidFill>
                <a:latin typeface="Times New Roman"/>
                <a:ea typeface="Times New Roman"/>
                <a:cs typeface="Times New Roman"/>
                <a:sym typeface="Times New Roman"/>
              </a:defRPr>
            </a:lvl1pPr>
            <a:lvl2pPr marL="0" lvl="1" indent="0" algn="r">
              <a:spcBef>
                <a:spcPts val="0"/>
              </a:spcBef>
              <a:buNone/>
              <a:defRPr sz="1400">
                <a:solidFill>
                  <a:srgbClr val="0033CC"/>
                </a:solidFill>
                <a:latin typeface="Times New Roman"/>
                <a:ea typeface="Times New Roman"/>
                <a:cs typeface="Times New Roman"/>
                <a:sym typeface="Times New Roman"/>
              </a:defRPr>
            </a:lvl2pPr>
            <a:lvl3pPr marL="0" lvl="2" indent="0" algn="r">
              <a:spcBef>
                <a:spcPts val="0"/>
              </a:spcBef>
              <a:buNone/>
              <a:defRPr sz="1400">
                <a:solidFill>
                  <a:srgbClr val="0033CC"/>
                </a:solidFill>
                <a:latin typeface="Times New Roman"/>
                <a:ea typeface="Times New Roman"/>
                <a:cs typeface="Times New Roman"/>
                <a:sym typeface="Times New Roman"/>
              </a:defRPr>
            </a:lvl3pPr>
            <a:lvl4pPr marL="0" lvl="3" indent="0" algn="r">
              <a:spcBef>
                <a:spcPts val="0"/>
              </a:spcBef>
              <a:buNone/>
              <a:defRPr sz="1400">
                <a:solidFill>
                  <a:srgbClr val="0033CC"/>
                </a:solidFill>
                <a:latin typeface="Times New Roman"/>
                <a:ea typeface="Times New Roman"/>
                <a:cs typeface="Times New Roman"/>
                <a:sym typeface="Times New Roman"/>
              </a:defRPr>
            </a:lvl4pPr>
            <a:lvl5pPr marL="0" lvl="4" indent="0" algn="r">
              <a:spcBef>
                <a:spcPts val="0"/>
              </a:spcBef>
              <a:buNone/>
              <a:defRPr sz="1400">
                <a:solidFill>
                  <a:srgbClr val="0033CC"/>
                </a:solidFill>
                <a:latin typeface="Times New Roman"/>
                <a:ea typeface="Times New Roman"/>
                <a:cs typeface="Times New Roman"/>
                <a:sym typeface="Times New Roman"/>
              </a:defRPr>
            </a:lvl5pPr>
            <a:lvl6pPr marL="0" lvl="5" indent="0" algn="r">
              <a:spcBef>
                <a:spcPts val="0"/>
              </a:spcBef>
              <a:buNone/>
              <a:defRPr sz="1400">
                <a:solidFill>
                  <a:srgbClr val="0033CC"/>
                </a:solidFill>
                <a:latin typeface="Times New Roman"/>
                <a:ea typeface="Times New Roman"/>
                <a:cs typeface="Times New Roman"/>
                <a:sym typeface="Times New Roman"/>
              </a:defRPr>
            </a:lvl6pPr>
            <a:lvl7pPr marL="0" lvl="6" indent="0" algn="r">
              <a:spcBef>
                <a:spcPts val="0"/>
              </a:spcBef>
              <a:buNone/>
              <a:defRPr sz="1400">
                <a:solidFill>
                  <a:srgbClr val="0033CC"/>
                </a:solidFill>
                <a:latin typeface="Times New Roman"/>
                <a:ea typeface="Times New Roman"/>
                <a:cs typeface="Times New Roman"/>
                <a:sym typeface="Times New Roman"/>
              </a:defRPr>
            </a:lvl7pPr>
            <a:lvl8pPr marL="0" lvl="7" indent="0" algn="r">
              <a:spcBef>
                <a:spcPts val="0"/>
              </a:spcBef>
              <a:buNone/>
              <a:defRPr sz="1400">
                <a:solidFill>
                  <a:srgbClr val="0033CC"/>
                </a:solidFill>
                <a:latin typeface="Times New Roman"/>
                <a:ea typeface="Times New Roman"/>
                <a:cs typeface="Times New Roman"/>
                <a:sym typeface="Times New Roman"/>
              </a:defRPr>
            </a:lvl8pPr>
            <a:lvl9pPr marL="0" lvl="8" indent="0" algn="r">
              <a:spcBef>
                <a:spcPts val="0"/>
              </a:spcBef>
              <a:buNone/>
              <a:defRPr sz="1400">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179"/>
        <p:cNvGrpSpPr/>
        <p:nvPr/>
      </p:nvGrpSpPr>
      <p:grpSpPr>
        <a:xfrm>
          <a:off x="0" y="0"/>
          <a:ext cx="0" cy="0"/>
          <a:chOff x="0" y="0"/>
          <a:chExt cx="0" cy="0"/>
        </a:xfrm>
      </p:grpSpPr>
      <p:sp>
        <p:nvSpPr>
          <p:cNvPr id="180" name="Google Shape;180;p27"/>
          <p:cNvSpPr txBox="1">
            <a:spLocks noGrp="1"/>
          </p:cNvSpPr>
          <p:nvPr>
            <p:ph type="title"/>
          </p:nvPr>
        </p:nvSpPr>
        <p:spPr>
          <a:xfrm>
            <a:off x="1625600" y="0"/>
            <a:ext cx="103632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p27"/>
          <p:cNvSpPr txBox="1">
            <a:spLocks noGrp="1"/>
          </p:cNvSpPr>
          <p:nvPr>
            <p:ph type="body" idx="1"/>
          </p:nvPr>
        </p:nvSpPr>
        <p:spPr>
          <a:xfrm>
            <a:off x="914400" y="1371600"/>
            <a:ext cx="5080000" cy="48910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14325" algn="l">
              <a:spcBef>
                <a:spcPts val="360"/>
              </a:spcBef>
              <a:spcAft>
                <a:spcPts val="0"/>
              </a:spcAft>
              <a:buClr>
                <a:schemeClr val="dk1"/>
              </a:buClr>
              <a:buSzPts val="135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2" name="Google Shape;182;p27"/>
          <p:cNvSpPr txBox="1">
            <a:spLocks noGrp="1"/>
          </p:cNvSpPr>
          <p:nvPr>
            <p:ph type="body" idx="2"/>
          </p:nvPr>
        </p:nvSpPr>
        <p:spPr>
          <a:xfrm>
            <a:off x="6197600" y="1371600"/>
            <a:ext cx="5080000" cy="48910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14325" algn="l">
              <a:spcBef>
                <a:spcPts val="360"/>
              </a:spcBef>
              <a:spcAft>
                <a:spcPts val="0"/>
              </a:spcAft>
              <a:buClr>
                <a:schemeClr val="dk1"/>
              </a:buClr>
              <a:buSzPts val="135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3" name="Google Shape;183;p27"/>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4" name="Google Shape;184;p27"/>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5" name="Google Shape;185;p27"/>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400">
                <a:solidFill>
                  <a:srgbClr val="000000"/>
                </a:solidFill>
                <a:latin typeface="Georgia"/>
                <a:ea typeface="Georgia"/>
                <a:cs typeface="Georgia"/>
                <a:sym typeface="Georgia"/>
              </a:defRPr>
            </a:lvl1pPr>
            <a:lvl2pPr marL="0" lvl="1" indent="0" algn="r">
              <a:spcBef>
                <a:spcPts val="0"/>
              </a:spcBef>
              <a:buNone/>
              <a:defRPr sz="1400">
                <a:solidFill>
                  <a:srgbClr val="000000"/>
                </a:solidFill>
                <a:latin typeface="Georgia"/>
                <a:ea typeface="Georgia"/>
                <a:cs typeface="Georgia"/>
                <a:sym typeface="Georgia"/>
              </a:defRPr>
            </a:lvl2pPr>
            <a:lvl3pPr marL="0" lvl="2" indent="0" algn="r">
              <a:spcBef>
                <a:spcPts val="0"/>
              </a:spcBef>
              <a:buNone/>
              <a:defRPr sz="1400">
                <a:solidFill>
                  <a:srgbClr val="000000"/>
                </a:solidFill>
                <a:latin typeface="Georgia"/>
                <a:ea typeface="Georgia"/>
                <a:cs typeface="Georgia"/>
                <a:sym typeface="Georgia"/>
              </a:defRPr>
            </a:lvl3pPr>
            <a:lvl4pPr marL="0" lvl="3" indent="0" algn="r">
              <a:spcBef>
                <a:spcPts val="0"/>
              </a:spcBef>
              <a:buNone/>
              <a:defRPr sz="1400">
                <a:solidFill>
                  <a:srgbClr val="000000"/>
                </a:solidFill>
                <a:latin typeface="Georgia"/>
                <a:ea typeface="Georgia"/>
                <a:cs typeface="Georgia"/>
                <a:sym typeface="Georgia"/>
              </a:defRPr>
            </a:lvl4pPr>
            <a:lvl5pPr marL="0" lvl="4" indent="0" algn="r">
              <a:spcBef>
                <a:spcPts val="0"/>
              </a:spcBef>
              <a:buNone/>
              <a:defRPr sz="1400">
                <a:solidFill>
                  <a:srgbClr val="000000"/>
                </a:solidFill>
                <a:latin typeface="Georgia"/>
                <a:ea typeface="Georgia"/>
                <a:cs typeface="Georgia"/>
                <a:sym typeface="Georgia"/>
              </a:defRPr>
            </a:lvl5pPr>
            <a:lvl6pPr marL="0" lvl="5" indent="0" algn="r">
              <a:spcBef>
                <a:spcPts val="0"/>
              </a:spcBef>
              <a:buNone/>
              <a:defRPr sz="1400">
                <a:solidFill>
                  <a:srgbClr val="000000"/>
                </a:solidFill>
                <a:latin typeface="Georgia"/>
                <a:ea typeface="Georgia"/>
                <a:cs typeface="Georgia"/>
                <a:sym typeface="Georgia"/>
              </a:defRPr>
            </a:lvl6pPr>
            <a:lvl7pPr marL="0" lvl="6" indent="0" algn="r">
              <a:spcBef>
                <a:spcPts val="0"/>
              </a:spcBef>
              <a:buNone/>
              <a:defRPr sz="1400">
                <a:solidFill>
                  <a:srgbClr val="000000"/>
                </a:solidFill>
                <a:latin typeface="Georgia"/>
                <a:ea typeface="Georgia"/>
                <a:cs typeface="Georgia"/>
                <a:sym typeface="Georgia"/>
              </a:defRPr>
            </a:lvl7pPr>
            <a:lvl8pPr marL="0" lvl="7" indent="0" algn="r">
              <a:spcBef>
                <a:spcPts val="0"/>
              </a:spcBef>
              <a:buNone/>
              <a:defRPr sz="1400">
                <a:solidFill>
                  <a:srgbClr val="000000"/>
                </a:solidFill>
                <a:latin typeface="Georgia"/>
                <a:ea typeface="Georgia"/>
                <a:cs typeface="Georgia"/>
                <a:sym typeface="Georgia"/>
              </a:defRPr>
            </a:lvl8pPr>
            <a:lvl9pPr marL="0" lvl="8" indent="0" algn="r">
              <a:spcBef>
                <a:spcPts val="0"/>
              </a:spcBef>
              <a:buNone/>
              <a:defRPr sz="1400">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86"/>
        <p:cNvGrpSpPr/>
        <p:nvPr/>
      </p:nvGrpSpPr>
      <p:grpSpPr>
        <a:xfrm>
          <a:off x="0" y="0"/>
          <a:ext cx="0" cy="0"/>
          <a:chOff x="0" y="0"/>
          <a:chExt cx="0" cy="0"/>
        </a:xfrm>
      </p:grpSpPr>
      <p:sp>
        <p:nvSpPr>
          <p:cNvPr id="187" name="Google Shape;187;p28"/>
          <p:cNvSpPr txBox="1">
            <a:spLocks noGrp="1"/>
          </p:cNvSpPr>
          <p:nvPr>
            <p:ph type="title"/>
          </p:nvPr>
        </p:nvSpPr>
        <p:spPr>
          <a:xfrm>
            <a:off x="1625600" y="0"/>
            <a:ext cx="103632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p28"/>
          <p:cNvSpPr txBox="1">
            <a:spLocks noGrp="1"/>
          </p:cNvSpPr>
          <p:nvPr>
            <p:ph type="body" idx="1"/>
          </p:nvPr>
        </p:nvSpPr>
        <p:spPr>
          <a:xfrm>
            <a:off x="914400" y="1371600"/>
            <a:ext cx="10363200" cy="48910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14325" algn="l">
              <a:spcBef>
                <a:spcPts val="360"/>
              </a:spcBef>
              <a:spcAft>
                <a:spcPts val="0"/>
              </a:spcAft>
              <a:buClr>
                <a:schemeClr val="dk1"/>
              </a:buClr>
              <a:buSzPts val="135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9" name="Google Shape;189;p28"/>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0" name="Google Shape;190;p28"/>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1" name="Google Shape;191;p28"/>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400">
                <a:solidFill>
                  <a:srgbClr val="000000"/>
                </a:solidFill>
                <a:latin typeface="Georgia"/>
                <a:ea typeface="Georgia"/>
                <a:cs typeface="Georgia"/>
                <a:sym typeface="Georgia"/>
              </a:defRPr>
            </a:lvl1pPr>
            <a:lvl2pPr marL="0" lvl="1" indent="0" algn="r">
              <a:spcBef>
                <a:spcPts val="0"/>
              </a:spcBef>
              <a:buNone/>
              <a:defRPr sz="1400">
                <a:solidFill>
                  <a:srgbClr val="000000"/>
                </a:solidFill>
                <a:latin typeface="Georgia"/>
                <a:ea typeface="Georgia"/>
                <a:cs typeface="Georgia"/>
                <a:sym typeface="Georgia"/>
              </a:defRPr>
            </a:lvl2pPr>
            <a:lvl3pPr marL="0" lvl="2" indent="0" algn="r">
              <a:spcBef>
                <a:spcPts val="0"/>
              </a:spcBef>
              <a:buNone/>
              <a:defRPr sz="1400">
                <a:solidFill>
                  <a:srgbClr val="000000"/>
                </a:solidFill>
                <a:latin typeface="Georgia"/>
                <a:ea typeface="Georgia"/>
                <a:cs typeface="Georgia"/>
                <a:sym typeface="Georgia"/>
              </a:defRPr>
            </a:lvl3pPr>
            <a:lvl4pPr marL="0" lvl="3" indent="0" algn="r">
              <a:spcBef>
                <a:spcPts val="0"/>
              </a:spcBef>
              <a:buNone/>
              <a:defRPr sz="1400">
                <a:solidFill>
                  <a:srgbClr val="000000"/>
                </a:solidFill>
                <a:latin typeface="Georgia"/>
                <a:ea typeface="Georgia"/>
                <a:cs typeface="Georgia"/>
                <a:sym typeface="Georgia"/>
              </a:defRPr>
            </a:lvl4pPr>
            <a:lvl5pPr marL="0" lvl="4" indent="0" algn="r">
              <a:spcBef>
                <a:spcPts val="0"/>
              </a:spcBef>
              <a:buNone/>
              <a:defRPr sz="1400">
                <a:solidFill>
                  <a:srgbClr val="000000"/>
                </a:solidFill>
                <a:latin typeface="Georgia"/>
                <a:ea typeface="Georgia"/>
                <a:cs typeface="Georgia"/>
                <a:sym typeface="Georgia"/>
              </a:defRPr>
            </a:lvl5pPr>
            <a:lvl6pPr marL="0" lvl="5" indent="0" algn="r">
              <a:spcBef>
                <a:spcPts val="0"/>
              </a:spcBef>
              <a:buNone/>
              <a:defRPr sz="1400">
                <a:solidFill>
                  <a:srgbClr val="000000"/>
                </a:solidFill>
                <a:latin typeface="Georgia"/>
                <a:ea typeface="Georgia"/>
                <a:cs typeface="Georgia"/>
                <a:sym typeface="Georgia"/>
              </a:defRPr>
            </a:lvl6pPr>
            <a:lvl7pPr marL="0" lvl="6" indent="0" algn="r">
              <a:spcBef>
                <a:spcPts val="0"/>
              </a:spcBef>
              <a:buNone/>
              <a:defRPr sz="1400">
                <a:solidFill>
                  <a:srgbClr val="000000"/>
                </a:solidFill>
                <a:latin typeface="Georgia"/>
                <a:ea typeface="Georgia"/>
                <a:cs typeface="Georgia"/>
                <a:sym typeface="Georgia"/>
              </a:defRPr>
            </a:lvl7pPr>
            <a:lvl8pPr marL="0" lvl="7" indent="0" algn="r">
              <a:spcBef>
                <a:spcPts val="0"/>
              </a:spcBef>
              <a:buNone/>
              <a:defRPr sz="1400">
                <a:solidFill>
                  <a:srgbClr val="000000"/>
                </a:solidFill>
                <a:latin typeface="Georgia"/>
                <a:ea typeface="Georgia"/>
                <a:cs typeface="Georgia"/>
                <a:sym typeface="Georgia"/>
              </a:defRPr>
            </a:lvl8pPr>
            <a:lvl9pPr marL="0" lvl="8" indent="0" algn="r">
              <a:spcBef>
                <a:spcPts val="0"/>
              </a:spcBef>
              <a:buNone/>
              <a:defRPr sz="1400">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bg>
      <p:bgPr>
        <a:solidFill>
          <a:schemeClr val="lt1"/>
        </a:solidFill>
        <a:effectLst/>
      </p:bgPr>
    </p:bg>
    <p:spTree>
      <p:nvGrpSpPr>
        <p:cNvPr id="1" name="Shape 192"/>
        <p:cNvGrpSpPr/>
        <p:nvPr/>
      </p:nvGrpSpPr>
      <p:grpSpPr>
        <a:xfrm>
          <a:off x="0" y="0"/>
          <a:ext cx="0" cy="0"/>
          <a:chOff x="0" y="0"/>
          <a:chExt cx="0" cy="0"/>
        </a:xfrm>
      </p:grpSpPr>
      <p:sp>
        <p:nvSpPr>
          <p:cNvPr id="193" name="Google Shape;193;p29"/>
          <p:cNvSpPr/>
          <p:nvPr/>
        </p:nvSpPr>
        <p:spPr>
          <a:xfrm>
            <a:off x="2336800" y="1600200"/>
            <a:ext cx="9855200" cy="5257800"/>
          </a:xfrm>
          <a:prstGeom prst="rect">
            <a:avLst/>
          </a:prstGeom>
          <a:gradFill>
            <a:gsLst>
              <a:gs pos="0">
                <a:schemeClr val="lt2"/>
              </a:gs>
              <a:gs pos="50000">
                <a:schemeClr val="lt1"/>
              </a:gs>
              <a:gs pos="100000">
                <a:schemeClr val="lt2"/>
              </a:gs>
            </a:gsLst>
            <a:lin ang="2700000" scaled="0"/>
          </a:gradFill>
          <a:ln>
            <a:noFill/>
          </a:ln>
        </p:spPr>
        <p:txBody>
          <a:bodyPr spcFirstLastPara="1" wrap="square" lIns="91425" tIns="45700" rIns="91425" bIns="45700" anchor="ctr" anchorCtr="0">
            <a:noAutofit/>
          </a:bodyPr>
          <a:lstStyle/>
          <a:p>
            <a:pPr marL="0" marR="0" lvl="0" indent="0" algn="l" rtl="0">
              <a:spcBef>
                <a:spcPts val="0"/>
              </a:spcBef>
              <a:spcAft>
                <a:spcPts val="0"/>
              </a:spcAft>
              <a:buNone/>
            </a:pPr>
            <a:endParaRPr sz="2400">
              <a:solidFill>
                <a:srgbClr val="000000"/>
              </a:solidFill>
              <a:latin typeface="Times New Roman"/>
              <a:ea typeface="Times New Roman"/>
              <a:cs typeface="Times New Roman"/>
              <a:sym typeface="Times New Roman"/>
            </a:endParaRPr>
          </a:p>
        </p:txBody>
      </p:sp>
      <p:sp>
        <p:nvSpPr>
          <p:cNvPr id="194" name="Google Shape;194;p29"/>
          <p:cNvSpPr txBox="1">
            <a:spLocks noGrp="1"/>
          </p:cNvSpPr>
          <p:nvPr>
            <p:ph type="ctrTitle"/>
          </p:nvPr>
        </p:nvSpPr>
        <p:spPr>
          <a:xfrm>
            <a:off x="2641600" y="1676400"/>
            <a:ext cx="9245600" cy="23622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sz="36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5" name="Google Shape;195;p29"/>
          <p:cNvSpPr txBox="1">
            <a:spLocks noGrp="1"/>
          </p:cNvSpPr>
          <p:nvPr>
            <p:ph type="subTitle" idx="1"/>
          </p:nvPr>
        </p:nvSpPr>
        <p:spPr>
          <a:xfrm>
            <a:off x="2438400" y="4343400"/>
            <a:ext cx="9245600" cy="1295400"/>
          </a:xfrm>
          <a:prstGeom prst="rect">
            <a:avLst/>
          </a:prstGeom>
          <a:noFill/>
          <a:ln>
            <a:noFill/>
          </a:ln>
        </p:spPr>
        <p:txBody>
          <a:bodyPr spcFirstLastPara="1" wrap="square" lIns="91425" tIns="45700" rIns="91425" bIns="45700" anchor="t" anchorCtr="0">
            <a:noAutofit/>
          </a:bodyPr>
          <a:lstStyle>
            <a:lvl1pPr lvl="0" algn="l">
              <a:spcBef>
                <a:spcPts val="480"/>
              </a:spcBef>
              <a:spcAft>
                <a:spcPts val="0"/>
              </a:spcAft>
              <a:buClr>
                <a:schemeClr val="dk1"/>
              </a:buClr>
              <a:buSzPts val="2400"/>
              <a:buFont typeface="Georgia"/>
              <a:buNone/>
              <a:defRPr sz="2400"/>
            </a:lvl1pPr>
            <a:lvl2pPr lvl="1" algn="l">
              <a:spcBef>
                <a:spcPts val="360"/>
              </a:spcBef>
              <a:spcAft>
                <a:spcPts val="0"/>
              </a:spcAft>
              <a:buClr>
                <a:schemeClr val="dk1"/>
              </a:buClr>
              <a:buSzPts val="1350"/>
              <a:buChar char="•"/>
              <a:defRPr/>
            </a:lvl2pPr>
            <a:lvl3pPr lvl="2" algn="l">
              <a:spcBef>
                <a:spcPts val="360"/>
              </a:spcBef>
              <a:spcAft>
                <a:spcPts val="0"/>
              </a:spcAft>
              <a:buClr>
                <a:schemeClr val="dk1"/>
              </a:buClr>
              <a:buSzPts val="1800"/>
              <a:buChar char="•"/>
              <a:defRPr/>
            </a:lvl3pPr>
            <a:lvl4pPr lvl="3" algn="l">
              <a:spcBef>
                <a:spcPts val="360"/>
              </a:spcBef>
              <a:spcAft>
                <a:spcPts val="0"/>
              </a:spcAft>
              <a:buClr>
                <a:schemeClr val="dk1"/>
              </a:buClr>
              <a:buSzPts val="1800"/>
              <a:buChar char="–"/>
              <a:defRPr/>
            </a:lvl4pPr>
            <a:lvl5pPr lvl="4" algn="l">
              <a:spcBef>
                <a:spcPts val="360"/>
              </a:spcBef>
              <a:spcAft>
                <a:spcPts val="0"/>
              </a:spcAft>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196" name="Google Shape;196;p29"/>
          <p:cNvSpPr txBox="1">
            <a:spLocks noGrp="1"/>
          </p:cNvSpPr>
          <p:nvPr>
            <p:ph type="dt" idx="10"/>
          </p:nvPr>
        </p:nvSpPr>
        <p:spPr>
          <a:xfrm>
            <a:off x="711200" y="6324600"/>
            <a:ext cx="2540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7" name="Google Shape;197;p29"/>
          <p:cNvSpPr txBox="1">
            <a:spLocks noGrp="1"/>
          </p:cNvSpPr>
          <p:nvPr>
            <p:ph type="ftr" idx="11"/>
          </p:nvPr>
        </p:nvSpPr>
        <p:spPr>
          <a:xfrm>
            <a:off x="4267200" y="6324600"/>
            <a:ext cx="38608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8" name="Google Shape;198;p29"/>
          <p:cNvSpPr txBox="1">
            <a:spLocks noGrp="1"/>
          </p:cNvSpPr>
          <p:nvPr>
            <p:ph type="sldNum" idx="12"/>
          </p:nvPr>
        </p:nvSpPr>
        <p:spPr>
          <a:xfrm>
            <a:off x="9144000" y="6324600"/>
            <a:ext cx="2540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400">
                <a:solidFill>
                  <a:srgbClr val="000000"/>
                </a:solidFill>
                <a:latin typeface="Georgia"/>
                <a:ea typeface="Georgia"/>
                <a:cs typeface="Georgia"/>
                <a:sym typeface="Georgia"/>
              </a:defRPr>
            </a:lvl1pPr>
            <a:lvl2pPr marL="0" lvl="1" indent="0" algn="r">
              <a:spcBef>
                <a:spcPts val="0"/>
              </a:spcBef>
              <a:buNone/>
              <a:defRPr sz="1400">
                <a:solidFill>
                  <a:srgbClr val="000000"/>
                </a:solidFill>
                <a:latin typeface="Georgia"/>
                <a:ea typeface="Georgia"/>
                <a:cs typeface="Georgia"/>
                <a:sym typeface="Georgia"/>
              </a:defRPr>
            </a:lvl2pPr>
            <a:lvl3pPr marL="0" lvl="2" indent="0" algn="r">
              <a:spcBef>
                <a:spcPts val="0"/>
              </a:spcBef>
              <a:buNone/>
              <a:defRPr sz="1400">
                <a:solidFill>
                  <a:srgbClr val="000000"/>
                </a:solidFill>
                <a:latin typeface="Georgia"/>
                <a:ea typeface="Georgia"/>
                <a:cs typeface="Georgia"/>
                <a:sym typeface="Georgia"/>
              </a:defRPr>
            </a:lvl3pPr>
            <a:lvl4pPr marL="0" lvl="3" indent="0" algn="r">
              <a:spcBef>
                <a:spcPts val="0"/>
              </a:spcBef>
              <a:buNone/>
              <a:defRPr sz="1400">
                <a:solidFill>
                  <a:srgbClr val="000000"/>
                </a:solidFill>
                <a:latin typeface="Georgia"/>
                <a:ea typeface="Georgia"/>
                <a:cs typeface="Georgia"/>
                <a:sym typeface="Georgia"/>
              </a:defRPr>
            </a:lvl4pPr>
            <a:lvl5pPr marL="0" lvl="4" indent="0" algn="r">
              <a:spcBef>
                <a:spcPts val="0"/>
              </a:spcBef>
              <a:buNone/>
              <a:defRPr sz="1400">
                <a:solidFill>
                  <a:srgbClr val="000000"/>
                </a:solidFill>
                <a:latin typeface="Georgia"/>
                <a:ea typeface="Georgia"/>
                <a:cs typeface="Georgia"/>
                <a:sym typeface="Georgia"/>
              </a:defRPr>
            </a:lvl5pPr>
            <a:lvl6pPr marL="0" lvl="5" indent="0" algn="r">
              <a:spcBef>
                <a:spcPts val="0"/>
              </a:spcBef>
              <a:buNone/>
              <a:defRPr sz="1400">
                <a:solidFill>
                  <a:srgbClr val="000000"/>
                </a:solidFill>
                <a:latin typeface="Georgia"/>
                <a:ea typeface="Georgia"/>
                <a:cs typeface="Georgia"/>
                <a:sym typeface="Georgia"/>
              </a:defRPr>
            </a:lvl6pPr>
            <a:lvl7pPr marL="0" lvl="6" indent="0" algn="r">
              <a:spcBef>
                <a:spcPts val="0"/>
              </a:spcBef>
              <a:buNone/>
              <a:defRPr sz="1400">
                <a:solidFill>
                  <a:srgbClr val="000000"/>
                </a:solidFill>
                <a:latin typeface="Georgia"/>
                <a:ea typeface="Georgia"/>
                <a:cs typeface="Georgia"/>
                <a:sym typeface="Georgia"/>
              </a:defRPr>
            </a:lvl7pPr>
            <a:lvl8pPr marL="0" lvl="7" indent="0" algn="r">
              <a:spcBef>
                <a:spcPts val="0"/>
              </a:spcBef>
              <a:buNone/>
              <a:defRPr sz="1400">
                <a:solidFill>
                  <a:srgbClr val="000000"/>
                </a:solidFill>
                <a:latin typeface="Georgia"/>
                <a:ea typeface="Georgia"/>
                <a:cs typeface="Georgia"/>
                <a:sym typeface="Georgia"/>
              </a:defRPr>
            </a:lvl8pPr>
            <a:lvl9pPr marL="0" lvl="8" indent="0" algn="r">
              <a:spcBef>
                <a:spcPts val="0"/>
              </a:spcBef>
              <a:buNone/>
              <a:defRPr sz="1400">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cxnSp>
        <p:nvCxnSpPr>
          <p:cNvPr id="199" name="Google Shape;199;p29"/>
          <p:cNvCxnSpPr/>
          <p:nvPr/>
        </p:nvCxnSpPr>
        <p:spPr>
          <a:xfrm>
            <a:off x="1117600" y="4267200"/>
            <a:ext cx="10769600" cy="0"/>
          </a:xfrm>
          <a:prstGeom prst="straightConnector1">
            <a:avLst/>
          </a:prstGeom>
          <a:noFill/>
          <a:ln w="53975" cap="flat" cmpd="sng">
            <a:solidFill>
              <a:srgbClr val="008000"/>
            </a:solidFill>
            <a:prstDash val="solid"/>
            <a:round/>
            <a:headEnd type="none" w="med" len="med"/>
            <a:tailEnd type="none" w="med" len="med"/>
          </a:ln>
        </p:spPr>
      </p:cxnSp>
      <p:pic>
        <p:nvPicPr>
          <p:cNvPr id="200" name="Google Shape;200;p29" descr="D:\aka\eagle.jpg"/>
          <p:cNvPicPr preferRelativeResize="0"/>
          <p:nvPr/>
        </p:nvPicPr>
        <p:blipFill rotWithShape="1">
          <a:blip r:embed="rId2">
            <a:alphaModFix/>
          </a:blip>
          <a:srcRect/>
          <a:stretch/>
        </p:blipFill>
        <p:spPr>
          <a:xfrm>
            <a:off x="406400" y="990600"/>
            <a:ext cx="5486400" cy="1233488"/>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01"/>
        <p:cNvGrpSpPr/>
        <p:nvPr/>
      </p:nvGrpSpPr>
      <p:grpSpPr>
        <a:xfrm>
          <a:off x="0" y="0"/>
          <a:ext cx="0" cy="0"/>
          <a:chOff x="0" y="0"/>
          <a:chExt cx="0" cy="0"/>
        </a:xfrm>
      </p:grpSpPr>
      <p:sp>
        <p:nvSpPr>
          <p:cNvPr id="202" name="Google Shape;202;p30"/>
          <p:cNvSpPr txBox="1">
            <a:spLocks noGrp="1"/>
          </p:cNvSpPr>
          <p:nvPr>
            <p:ph type="title"/>
          </p:nvPr>
        </p:nvSpPr>
        <p:spPr>
          <a:xfrm>
            <a:off x="831851" y="1709739"/>
            <a:ext cx="10515600" cy="285273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p30"/>
          <p:cNvSpPr txBox="1">
            <a:spLocks noGrp="1"/>
          </p:cNvSpPr>
          <p:nvPr>
            <p:ph type="body" idx="1"/>
          </p:nvPr>
        </p:nvSpPr>
        <p:spPr>
          <a:xfrm>
            <a:off x="831851" y="4589464"/>
            <a:ext cx="10515600" cy="1500187"/>
          </a:xfrm>
          <a:prstGeom prst="rect">
            <a:avLst/>
          </a:prstGeom>
          <a:noFill/>
          <a:ln>
            <a:noFill/>
          </a:ln>
        </p:spPr>
        <p:txBody>
          <a:bodyPr spcFirstLastPara="1" wrap="square" lIns="91425" tIns="45700" rIns="91425" bIns="45700" anchor="t" anchorCtr="0">
            <a:noAutofit/>
          </a:bodyPr>
          <a:lstStyle>
            <a:lvl1pPr marL="457200" lvl="0" indent="-228600" algn="l">
              <a:spcBef>
                <a:spcPts val="480"/>
              </a:spcBef>
              <a:spcAft>
                <a:spcPts val="0"/>
              </a:spcAft>
              <a:buClr>
                <a:schemeClr val="dk1"/>
              </a:buClr>
              <a:buSzPts val="2400"/>
              <a:buFont typeface="Georgia"/>
              <a:buNone/>
              <a:defRPr sz="2400"/>
            </a:lvl1pPr>
            <a:lvl2pPr marL="914400" lvl="1" indent="-228600" algn="l">
              <a:spcBef>
                <a:spcPts val="400"/>
              </a:spcBef>
              <a:spcAft>
                <a:spcPts val="0"/>
              </a:spcAft>
              <a:buClr>
                <a:schemeClr val="dk1"/>
              </a:buClr>
              <a:buSzPts val="1500"/>
              <a:buFont typeface="Georgia"/>
              <a:buNone/>
              <a:defRPr sz="2000"/>
            </a:lvl2pPr>
            <a:lvl3pPr marL="1371600" lvl="2" indent="-228600" algn="l">
              <a:spcBef>
                <a:spcPts val="360"/>
              </a:spcBef>
              <a:spcAft>
                <a:spcPts val="0"/>
              </a:spcAft>
              <a:buClr>
                <a:schemeClr val="dk1"/>
              </a:buClr>
              <a:buSzPts val="1800"/>
              <a:buFont typeface="Georgia"/>
              <a:buNone/>
              <a:defRPr sz="1800"/>
            </a:lvl3pPr>
            <a:lvl4pPr marL="1828800" lvl="3" indent="-228600" algn="l">
              <a:spcBef>
                <a:spcPts val="320"/>
              </a:spcBef>
              <a:spcAft>
                <a:spcPts val="0"/>
              </a:spcAft>
              <a:buClr>
                <a:schemeClr val="dk1"/>
              </a:buClr>
              <a:buSzPts val="1600"/>
              <a:buFont typeface="Georgia"/>
              <a:buNone/>
              <a:defRPr sz="1600"/>
            </a:lvl4pPr>
            <a:lvl5pPr marL="2286000" lvl="4" indent="-228600" algn="l">
              <a:spcBef>
                <a:spcPts val="320"/>
              </a:spcBef>
              <a:spcAft>
                <a:spcPts val="0"/>
              </a:spcAft>
              <a:buSzPts val="1600"/>
              <a:buFont typeface="Georgia"/>
              <a:buNone/>
              <a:defRPr sz="1600"/>
            </a:lvl5pPr>
            <a:lvl6pPr marL="2743200" lvl="5" indent="-228600" algn="l">
              <a:lnSpc>
                <a:spcPct val="90000"/>
              </a:lnSpc>
              <a:spcBef>
                <a:spcPts val="500"/>
              </a:spcBef>
              <a:spcAft>
                <a:spcPts val="0"/>
              </a:spcAft>
              <a:buClr>
                <a:schemeClr val="dk1"/>
              </a:buClr>
              <a:buSzPts val="1600"/>
              <a:buNone/>
              <a:defRPr sz="1600"/>
            </a:lvl6pPr>
            <a:lvl7pPr marL="3200400" lvl="6" indent="-228600" algn="l">
              <a:lnSpc>
                <a:spcPct val="90000"/>
              </a:lnSpc>
              <a:spcBef>
                <a:spcPts val="500"/>
              </a:spcBef>
              <a:spcAft>
                <a:spcPts val="0"/>
              </a:spcAft>
              <a:buClr>
                <a:schemeClr val="dk1"/>
              </a:buClr>
              <a:buSzPts val="1600"/>
              <a:buNone/>
              <a:defRPr sz="1600"/>
            </a:lvl7pPr>
            <a:lvl8pPr marL="3657600" lvl="7" indent="-228600" algn="l">
              <a:lnSpc>
                <a:spcPct val="90000"/>
              </a:lnSpc>
              <a:spcBef>
                <a:spcPts val="500"/>
              </a:spcBef>
              <a:spcAft>
                <a:spcPts val="0"/>
              </a:spcAft>
              <a:buClr>
                <a:schemeClr val="dk1"/>
              </a:buClr>
              <a:buSzPts val="1600"/>
              <a:buNone/>
              <a:defRPr sz="1600"/>
            </a:lvl8pPr>
            <a:lvl9pPr marL="4114800" lvl="8" indent="-228600" algn="l">
              <a:lnSpc>
                <a:spcPct val="90000"/>
              </a:lnSpc>
              <a:spcBef>
                <a:spcPts val="500"/>
              </a:spcBef>
              <a:spcAft>
                <a:spcPts val="0"/>
              </a:spcAft>
              <a:buClr>
                <a:schemeClr val="dk1"/>
              </a:buClr>
              <a:buSzPts val="1600"/>
              <a:buNone/>
              <a:defRPr sz="1600"/>
            </a:lvl9pPr>
          </a:lstStyle>
          <a:p>
            <a:endParaRPr/>
          </a:p>
        </p:txBody>
      </p:sp>
      <p:sp>
        <p:nvSpPr>
          <p:cNvPr id="204" name="Google Shape;204;p30"/>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5" name="Google Shape;205;p30"/>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6" name="Google Shape;206;p30"/>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400">
                <a:solidFill>
                  <a:srgbClr val="000000"/>
                </a:solidFill>
                <a:latin typeface="Georgia"/>
                <a:ea typeface="Georgia"/>
                <a:cs typeface="Georgia"/>
                <a:sym typeface="Georgia"/>
              </a:defRPr>
            </a:lvl1pPr>
            <a:lvl2pPr marL="0" lvl="1" indent="0" algn="r">
              <a:spcBef>
                <a:spcPts val="0"/>
              </a:spcBef>
              <a:buNone/>
              <a:defRPr sz="1400">
                <a:solidFill>
                  <a:srgbClr val="000000"/>
                </a:solidFill>
                <a:latin typeface="Georgia"/>
                <a:ea typeface="Georgia"/>
                <a:cs typeface="Georgia"/>
                <a:sym typeface="Georgia"/>
              </a:defRPr>
            </a:lvl2pPr>
            <a:lvl3pPr marL="0" lvl="2" indent="0" algn="r">
              <a:spcBef>
                <a:spcPts val="0"/>
              </a:spcBef>
              <a:buNone/>
              <a:defRPr sz="1400">
                <a:solidFill>
                  <a:srgbClr val="000000"/>
                </a:solidFill>
                <a:latin typeface="Georgia"/>
                <a:ea typeface="Georgia"/>
                <a:cs typeface="Georgia"/>
                <a:sym typeface="Georgia"/>
              </a:defRPr>
            </a:lvl3pPr>
            <a:lvl4pPr marL="0" lvl="3" indent="0" algn="r">
              <a:spcBef>
                <a:spcPts val="0"/>
              </a:spcBef>
              <a:buNone/>
              <a:defRPr sz="1400">
                <a:solidFill>
                  <a:srgbClr val="000000"/>
                </a:solidFill>
                <a:latin typeface="Georgia"/>
                <a:ea typeface="Georgia"/>
                <a:cs typeface="Georgia"/>
                <a:sym typeface="Georgia"/>
              </a:defRPr>
            </a:lvl4pPr>
            <a:lvl5pPr marL="0" lvl="4" indent="0" algn="r">
              <a:spcBef>
                <a:spcPts val="0"/>
              </a:spcBef>
              <a:buNone/>
              <a:defRPr sz="1400">
                <a:solidFill>
                  <a:srgbClr val="000000"/>
                </a:solidFill>
                <a:latin typeface="Georgia"/>
                <a:ea typeface="Georgia"/>
                <a:cs typeface="Georgia"/>
                <a:sym typeface="Georgia"/>
              </a:defRPr>
            </a:lvl5pPr>
            <a:lvl6pPr marL="0" lvl="5" indent="0" algn="r">
              <a:spcBef>
                <a:spcPts val="0"/>
              </a:spcBef>
              <a:buNone/>
              <a:defRPr sz="1400">
                <a:solidFill>
                  <a:srgbClr val="000000"/>
                </a:solidFill>
                <a:latin typeface="Georgia"/>
                <a:ea typeface="Georgia"/>
                <a:cs typeface="Georgia"/>
                <a:sym typeface="Georgia"/>
              </a:defRPr>
            </a:lvl6pPr>
            <a:lvl7pPr marL="0" lvl="6" indent="0" algn="r">
              <a:spcBef>
                <a:spcPts val="0"/>
              </a:spcBef>
              <a:buNone/>
              <a:defRPr sz="1400">
                <a:solidFill>
                  <a:srgbClr val="000000"/>
                </a:solidFill>
                <a:latin typeface="Georgia"/>
                <a:ea typeface="Georgia"/>
                <a:cs typeface="Georgia"/>
                <a:sym typeface="Georgia"/>
              </a:defRPr>
            </a:lvl7pPr>
            <a:lvl8pPr marL="0" lvl="7" indent="0" algn="r">
              <a:spcBef>
                <a:spcPts val="0"/>
              </a:spcBef>
              <a:buNone/>
              <a:defRPr sz="1400">
                <a:solidFill>
                  <a:srgbClr val="000000"/>
                </a:solidFill>
                <a:latin typeface="Georgia"/>
                <a:ea typeface="Georgia"/>
                <a:cs typeface="Georgia"/>
                <a:sym typeface="Georgia"/>
              </a:defRPr>
            </a:lvl8pPr>
            <a:lvl9pPr marL="0" lvl="8" indent="0" algn="r">
              <a:spcBef>
                <a:spcPts val="0"/>
              </a:spcBef>
              <a:buNone/>
              <a:defRPr sz="1400">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07"/>
        <p:cNvGrpSpPr/>
        <p:nvPr/>
      </p:nvGrpSpPr>
      <p:grpSpPr>
        <a:xfrm>
          <a:off x="0" y="0"/>
          <a:ext cx="0" cy="0"/>
          <a:chOff x="0" y="0"/>
          <a:chExt cx="0" cy="0"/>
        </a:xfrm>
      </p:grpSpPr>
      <p:sp>
        <p:nvSpPr>
          <p:cNvPr id="208" name="Google Shape;208;p31"/>
          <p:cNvSpPr txBox="1">
            <a:spLocks noGrp="1"/>
          </p:cNvSpPr>
          <p:nvPr>
            <p:ph type="title"/>
          </p:nvPr>
        </p:nvSpPr>
        <p:spPr>
          <a:xfrm>
            <a:off x="1625600" y="0"/>
            <a:ext cx="103632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p31"/>
          <p:cNvSpPr txBox="1">
            <a:spLocks noGrp="1"/>
          </p:cNvSpPr>
          <p:nvPr>
            <p:ph type="body" idx="1"/>
          </p:nvPr>
        </p:nvSpPr>
        <p:spPr>
          <a:xfrm>
            <a:off x="914400" y="1371600"/>
            <a:ext cx="5080000" cy="48910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14325" algn="l">
              <a:spcBef>
                <a:spcPts val="360"/>
              </a:spcBef>
              <a:spcAft>
                <a:spcPts val="0"/>
              </a:spcAft>
              <a:buClr>
                <a:schemeClr val="dk1"/>
              </a:buClr>
              <a:buSzPts val="135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0" name="Google Shape;210;p31"/>
          <p:cNvSpPr txBox="1">
            <a:spLocks noGrp="1"/>
          </p:cNvSpPr>
          <p:nvPr>
            <p:ph type="body" idx="2"/>
          </p:nvPr>
        </p:nvSpPr>
        <p:spPr>
          <a:xfrm>
            <a:off x="6197600" y="1371600"/>
            <a:ext cx="5080000" cy="48910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14325" algn="l">
              <a:spcBef>
                <a:spcPts val="360"/>
              </a:spcBef>
              <a:spcAft>
                <a:spcPts val="0"/>
              </a:spcAft>
              <a:buClr>
                <a:schemeClr val="dk1"/>
              </a:buClr>
              <a:buSzPts val="135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1" name="Google Shape;211;p31"/>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2" name="Google Shape;212;p31"/>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3" name="Google Shape;213;p31"/>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400">
                <a:solidFill>
                  <a:srgbClr val="000000"/>
                </a:solidFill>
                <a:latin typeface="Georgia"/>
                <a:ea typeface="Georgia"/>
                <a:cs typeface="Georgia"/>
                <a:sym typeface="Georgia"/>
              </a:defRPr>
            </a:lvl1pPr>
            <a:lvl2pPr marL="0" lvl="1" indent="0" algn="r">
              <a:spcBef>
                <a:spcPts val="0"/>
              </a:spcBef>
              <a:buNone/>
              <a:defRPr sz="1400">
                <a:solidFill>
                  <a:srgbClr val="000000"/>
                </a:solidFill>
                <a:latin typeface="Georgia"/>
                <a:ea typeface="Georgia"/>
                <a:cs typeface="Georgia"/>
                <a:sym typeface="Georgia"/>
              </a:defRPr>
            </a:lvl2pPr>
            <a:lvl3pPr marL="0" lvl="2" indent="0" algn="r">
              <a:spcBef>
                <a:spcPts val="0"/>
              </a:spcBef>
              <a:buNone/>
              <a:defRPr sz="1400">
                <a:solidFill>
                  <a:srgbClr val="000000"/>
                </a:solidFill>
                <a:latin typeface="Georgia"/>
                <a:ea typeface="Georgia"/>
                <a:cs typeface="Georgia"/>
                <a:sym typeface="Georgia"/>
              </a:defRPr>
            </a:lvl3pPr>
            <a:lvl4pPr marL="0" lvl="3" indent="0" algn="r">
              <a:spcBef>
                <a:spcPts val="0"/>
              </a:spcBef>
              <a:buNone/>
              <a:defRPr sz="1400">
                <a:solidFill>
                  <a:srgbClr val="000000"/>
                </a:solidFill>
                <a:latin typeface="Georgia"/>
                <a:ea typeface="Georgia"/>
                <a:cs typeface="Georgia"/>
                <a:sym typeface="Georgia"/>
              </a:defRPr>
            </a:lvl4pPr>
            <a:lvl5pPr marL="0" lvl="4" indent="0" algn="r">
              <a:spcBef>
                <a:spcPts val="0"/>
              </a:spcBef>
              <a:buNone/>
              <a:defRPr sz="1400">
                <a:solidFill>
                  <a:srgbClr val="000000"/>
                </a:solidFill>
                <a:latin typeface="Georgia"/>
                <a:ea typeface="Georgia"/>
                <a:cs typeface="Georgia"/>
                <a:sym typeface="Georgia"/>
              </a:defRPr>
            </a:lvl5pPr>
            <a:lvl6pPr marL="0" lvl="5" indent="0" algn="r">
              <a:spcBef>
                <a:spcPts val="0"/>
              </a:spcBef>
              <a:buNone/>
              <a:defRPr sz="1400">
                <a:solidFill>
                  <a:srgbClr val="000000"/>
                </a:solidFill>
                <a:latin typeface="Georgia"/>
                <a:ea typeface="Georgia"/>
                <a:cs typeface="Georgia"/>
                <a:sym typeface="Georgia"/>
              </a:defRPr>
            </a:lvl6pPr>
            <a:lvl7pPr marL="0" lvl="6" indent="0" algn="r">
              <a:spcBef>
                <a:spcPts val="0"/>
              </a:spcBef>
              <a:buNone/>
              <a:defRPr sz="1400">
                <a:solidFill>
                  <a:srgbClr val="000000"/>
                </a:solidFill>
                <a:latin typeface="Georgia"/>
                <a:ea typeface="Georgia"/>
                <a:cs typeface="Georgia"/>
                <a:sym typeface="Georgia"/>
              </a:defRPr>
            </a:lvl7pPr>
            <a:lvl8pPr marL="0" lvl="7" indent="0" algn="r">
              <a:spcBef>
                <a:spcPts val="0"/>
              </a:spcBef>
              <a:buNone/>
              <a:defRPr sz="1400">
                <a:solidFill>
                  <a:srgbClr val="000000"/>
                </a:solidFill>
                <a:latin typeface="Georgia"/>
                <a:ea typeface="Georgia"/>
                <a:cs typeface="Georgia"/>
                <a:sym typeface="Georgia"/>
              </a:defRPr>
            </a:lvl8pPr>
            <a:lvl9pPr marL="0" lvl="8" indent="0" algn="r">
              <a:spcBef>
                <a:spcPts val="0"/>
              </a:spcBef>
              <a:buNone/>
              <a:defRPr sz="1400">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14"/>
        <p:cNvGrpSpPr/>
        <p:nvPr/>
      </p:nvGrpSpPr>
      <p:grpSpPr>
        <a:xfrm>
          <a:off x="0" y="0"/>
          <a:ext cx="0" cy="0"/>
          <a:chOff x="0" y="0"/>
          <a:chExt cx="0" cy="0"/>
        </a:xfrm>
      </p:grpSpPr>
      <p:sp>
        <p:nvSpPr>
          <p:cNvPr id="215" name="Google Shape;215;p32"/>
          <p:cNvSpPr txBox="1">
            <a:spLocks noGrp="1"/>
          </p:cNvSpPr>
          <p:nvPr>
            <p:ph type="title"/>
          </p:nvPr>
        </p:nvSpPr>
        <p:spPr>
          <a:xfrm>
            <a:off x="840317" y="365126"/>
            <a:ext cx="10515600" cy="1325563"/>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6" name="Google Shape;216;p32"/>
          <p:cNvSpPr txBox="1">
            <a:spLocks noGrp="1"/>
          </p:cNvSpPr>
          <p:nvPr>
            <p:ph type="body" idx="1"/>
          </p:nvPr>
        </p:nvSpPr>
        <p:spPr>
          <a:xfrm>
            <a:off x="840318" y="1681163"/>
            <a:ext cx="5158316"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Georgia"/>
              <a:buNone/>
              <a:defRPr sz="2400" b="1"/>
            </a:lvl1pPr>
            <a:lvl2pPr marL="914400" lvl="1" indent="-228600" algn="l">
              <a:spcBef>
                <a:spcPts val="400"/>
              </a:spcBef>
              <a:spcAft>
                <a:spcPts val="0"/>
              </a:spcAft>
              <a:buClr>
                <a:schemeClr val="dk1"/>
              </a:buClr>
              <a:buSzPts val="1500"/>
              <a:buFont typeface="Georgia"/>
              <a:buNone/>
              <a:defRPr sz="2000" b="1"/>
            </a:lvl2pPr>
            <a:lvl3pPr marL="1371600" lvl="2" indent="-228600" algn="l">
              <a:spcBef>
                <a:spcPts val="360"/>
              </a:spcBef>
              <a:spcAft>
                <a:spcPts val="0"/>
              </a:spcAft>
              <a:buClr>
                <a:schemeClr val="dk1"/>
              </a:buClr>
              <a:buSzPts val="1800"/>
              <a:buFont typeface="Georgia"/>
              <a:buNone/>
              <a:defRPr sz="1800" b="1"/>
            </a:lvl3pPr>
            <a:lvl4pPr marL="1828800" lvl="3" indent="-228600" algn="l">
              <a:spcBef>
                <a:spcPts val="320"/>
              </a:spcBef>
              <a:spcAft>
                <a:spcPts val="0"/>
              </a:spcAft>
              <a:buClr>
                <a:schemeClr val="dk1"/>
              </a:buClr>
              <a:buSzPts val="1600"/>
              <a:buFont typeface="Georgia"/>
              <a:buNone/>
              <a:defRPr sz="1600" b="1"/>
            </a:lvl4pPr>
            <a:lvl5pPr marL="2286000" lvl="4" indent="-228600" algn="l">
              <a:spcBef>
                <a:spcPts val="320"/>
              </a:spcBef>
              <a:spcAft>
                <a:spcPts val="0"/>
              </a:spcAft>
              <a:buSzPts val="1600"/>
              <a:buFont typeface="Georgia"/>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17" name="Google Shape;217;p32"/>
          <p:cNvSpPr txBox="1">
            <a:spLocks noGrp="1"/>
          </p:cNvSpPr>
          <p:nvPr>
            <p:ph type="body" idx="2"/>
          </p:nvPr>
        </p:nvSpPr>
        <p:spPr>
          <a:xfrm>
            <a:off x="840318" y="2505075"/>
            <a:ext cx="5158316"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14325" algn="l">
              <a:spcBef>
                <a:spcPts val="360"/>
              </a:spcBef>
              <a:spcAft>
                <a:spcPts val="0"/>
              </a:spcAft>
              <a:buClr>
                <a:schemeClr val="dk1"/>
              </a:buClr>
              <a:buSzPts val="135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8" name="Google Shape;218;p32"/>
          <p:cNvSpPr txBox="1">
            <a:spLocks noGrp="1"/>
          </p:cNvSpPr>
          <p:nvPr>
            <p:ph type="body" idx="3"/>
          </p:nvPr>
        </p:nvSpPr>
        <p:spPr>
          <a:xfrm>
            <a:off x="6172200" y="1681163"/>
            <a:ext cx="5183717"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Clr>
                <a:schemeClr val="dk1"/>
              </a:buClr>
              <a:buSzPts val="2400"/>
              <a:buFont typeface="Georgia"/>
              <a:buNone/>
              <a:defRPr sz="2400" b="1"/>
            </a:lvl1pPr>
            <a:lvl2pPr marL="914400" lvl="1" indent="-228600" algn="l">
              <a:spcBef>
                <a:spcPts val="400"/>
              </a:spcBef>
              <a:spcAft>
                <a:spcPts val="0"/>
              </a:spcAft>
              <a:buClr>
                <a:schemeClr val="dk1"/>
              </a:buClr>
              <a:buSzPts val="1500"/>
              <a:buFont typeface="Georgia"/>
              <a:buNone/>
              <a:defRPr sz="2000" b="1"/>
            </a:lvl2pPr>
            <a:lvl3pPr marL="1371600" lvl="2" indent="-228600" algn="l">
              <a:spcBef>
                <a:spcPts val="360"/>
              </a:spcBef>
              <a:spcAft>
                <a:spcPts val="0"/>
              </a:spcAft>
              <a:buClr>
                <a:schemeClr val="dk1"/>
              </a:buClr>
              <a:buSzPts val="1800"/>
              <a:buFont typeface="Georgia"/>
              <a:buNone/>
              <a:defRPr sz="1800" b="1"/>
            </a:lvl3pPr>
            <a:lvl4pPr marL="1828800" lvl="3" indent="-228600" algn="l">
              <a:spcBef>
                <a:spcPts val="320"/>
              </a:spcBef>
              <a:spcAft>
                <a:spcPts val="0"/>
              </a:spcAft>
              <a:buClr>
                <a:schemeClr val="dk1"/>
              </a:buClr>
              <a:buSzPts val="1600"/>
              <a:buFont typeface="Georgia"/>
              <a:buNone/>
              <a:defRPr sz="1600" b="1"/>
            </a:lvl4pPr>
            <a:lvl5pPr marL="2286000" lvl="4" indent="-228600" algn="l">
              <a:spcBef>
                <a:spcPts val="320"/>
              </a:spcBef>
              <a:spcAft>
                <a:spcPts val="0"/>
              </a:spcAft>
              <a:buSzPts val="1600"/>
              <a:buFont typeface="Georgia"/>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219" name="Google Shape;219;p32"/>
          <p:cNvSpPr txBox="1">
            <a:spLocks noGrp="1"/>
          </p:cNvSpPr>
          <p:nvPr>
            <p:ph type="body" idx="4"/>
          </p:nvPr>
        </p:nvSpPr>
        <p:spPr>
          <a:xfrm>
            <a:off x="6172200" y="2505075"/>
            <a:ext cx="5183717" cy="3684588"/>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14325" algn="l">
              <a:spcBef>
                <a:spcPts val="360"/>
              </a:spcBef>
              <a:spcAft>
                <a:spcPts val="0"/>
              </a:spcAft>
              <a:buClr>
                <a:schemeClr val="dk1"/>
              </a:buClr>
              <a:buSzPts val="135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20" name="Google Shape;220;p32"/>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1" name="Google Shape;221;p32"/>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2" name="Google Shape;222;p32"/>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400">
                <a:solidFill>
                  <a:srgbClr val="000000"/>
                </a:solidFill>
                <a:latin typeface="Georgia"/>
                <a:ea typeface="Georgia"/>
                <a:cs typeface="Georgia"/>
                <a:sym typeface="Georgia"/>
              </a:defRPr>
            </a:lvl1pPr>
            <a:lvl2pPr marL="0" lvl="1" indent="0" algn="r">
              <a:spcBef>
                <a:spcPts val="0"/>
              </a:spcBef>
              <a:buNone/>
              <a:defRPr sz="1400">
                <a:solidFill>
                  <a:srgbClr val="000000"/>
                </a:solidFill>
                <a:latin typeface="Georgia"/>
                <a:ea typeface="Georgia"/>
                <a:cs typeface="Georgia"/>
                <a:sym typeface="Georgia"/>
              </a:defRPr>
            </a:lvl2pPr>
            <a:lvl3pPr marL="0" lvl="2" indent="0" algn="r">
              <a:spcBef>
                <a:spcPts val="0"/>
              </a:spcBef>
              <a:buNone/>
              <a:defRPr sz="1400">
                <a:solidFill>
                  <a:srgbClr val="000000"/>
                </a:solidFill>
                <a:latin typeface="Georgia"/>
                <a:ea typeface="Georgia"/>
                <a:cs typeface="Georgia"/>
                <a:sym typeface="Georgia"/>
              </a:defRPr>
            </a:lvl3pPr>
            <a:lvl4pPr marL="0" lvl="3" indent="0" algn="r">
              <a:spcBef>
                <a:spcPts val="0"/>
              </a:spcBef>
              <a:buNone/>
              <a:defRPr sz="1400">
                <a:solidFill>
                  <a:srgbClr val="000000"/>
                </a:solidFill>
                <a:latin typeface="Georgia"/>
                <a:ea typeface="Georgia"/>
                <a:cs typeface="Georgia"/>
                <a:sym typeface="Georgia"/>
              </a:defRPr>
            </a:lvl4pPr>
            <a:lvl5pPr marL="0" lvl="4" indent="0" algn="r">
              <a:spcBef>
                <a:spcPts val="0"/>
              </a:spcBef>
              <a:buNone/>
              <a:defRPr sz="1400">
                <a:solidFill>
                  <a:srgbClr val="000000"/>
                </a:solidFill>
                <a:latin typeface="Georgia"/>
                <a:ea typeface="Georgia"/>
                <a:cs typeface="Georgia"/>
                <a:sym typeface="Georgia"/>
              </a:defRPr>
            </a:lvl5pPr>
            <a:lvl6pPr marL="0" lvl="5" indent="0" algn="r">
              <a:spcBef>
                <a:spcPts val="0"/>
              </a:spcBef>
              <a:buNone/>
              <a:defRPr sz="1400">
                <a:solidFill>
                  <a:srgbClr val="000000"/>
                </a:solidFill>
                <a:latin typeface="Georgia"/>
                <a:ea typeface="Georgia"/>
                <a:cs typeface="Georgia"/>
                <a:sym typeface="Georgia"/>
              </a:defRPr>
            </a:lvl6pPr>
            <a:lvl7pPr marL="0" lvl="6" indent="0" algn="r">
              <a:spcBef>
                <a:spcPts val="0"/>
              </a:spcBef>
              <a:buNone/>
              <a:defRPr sz="1400">
                <a:solidFill>
                  <a:srgbClr val="000000"/>
                </a:solidFill>
                <a:latin typeface="Georgia"/>
                <a:ea typeface="Georgia"/>
                <a:cs typeface="Georgia"/>
                <a:sym typeface="Georgia"/>
              </a:defRPr>
            </a:lvl7pPr>
            <a:lvl8pPr marL="0" lvl="7" indent="0" algn="r">
              <a:spcBef>
                <a:spcPts val="0"/>
              </a:spcBef>
              <a:buNone/>
              <a:defRPr sz="1400">
                <a:solidFill>
                  <a:srgbClr val="000000"/>
                </a:solidFill>
                <a:latin typeface="Georgia"/>
                <a:ea typeface="Georgia"/>
                <a:cs typeface="Georgia"/>
                <a:sym typeface="Georgia"/>
              </a:defRPr>
            </a:lvl8pPr>
            <a:lvl9pPr marL="0" lvl="8" indent="0" algn="r">
              <a:spcBef>
                <a:spcPts val="0"/>
              </a:spcBef>
              <a:buNone/>
              <a:defRPr sz="1400">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23"/>
        <p:cNvGrpSpPr/>
        <p:nvPr/>
      </p:nvGrpSpPr>
      <p:grpSpPr>
        <a:xfrm>
          <a:off x="0" y="0"/>
          <a:ext cx="0" cy="0"/>
          <a:chOff x="0" y="0"/>
          <a:chExt cx="0" cy="0"/>
        </a:xfrm>
      </p:grpSpPr>
      <p:sp>
        <p:nvSpPr>
          <p:cNvPr id="224" name="Google Shape;224;p33"/>
          <p:cNvSpPr txBox="1">
            <a:spLocks noGrp="1"/>
          </p:cNvSpPr>
          <p:nvPr>
            <p:ph type="title"/>
          </p:nvPr>
        </p:nvSpPr>
        <p:spPr>
          <a:xfrm>
            <a:off x="1625600" y="0"/>
            <a:ext cx="103632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5" name="Google Shape;225;p33"/>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6" name="Google Shape;226;p33"/>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7" name="Google Shape;227;p33"/>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400">
                <a:solidFill>
                  <a:srgbClr val="000000"/>
                </a:solidFill>
                <a:latin typeface="Georgia"/>
                <a:ea typeface="Georgia"/>
                <a:cs typeface="Georgia"/>
                <a:sym typeface="Georgia"/>
              </a:defRPr>
            </a:lvl1pPr>
            <a:lvl2pPr marL="0" lvl="1" indent="0" algn="r">
              <a:spcBef>
                <a:spcPts val="0"/>
              </a:spcBef>
              <a:buNone/>
              <a:defRPr sz="1400">
                <a:solidFill>
                  <a:srgbClr val="000000"/>
                </a:solidFill>
                <a:latin typeface="Georgia"/>
                <a:ea typeface="Georgia"/>
                <a:cs typeface="Georgia"/>
                <a:sym typeface="Georgia"/>
              </a:defRPr>
            </a:lvl2pPr>
            <a:lvl3pPr marL="0" lvl="2" indent="0" algn="r">
              <a:spcBef>
                <a:spcPts val="0"/>
              </a:spcBef>
              <a:buNone/>
              <a:defRPr sz="1400">
                <a:solidFill>
                  <a:srgbClr val="000000"/>
                </a:solidFill>
                <a:latin typeface="Georgia"/>
                <a:ea typeface="Georgia"/>
                <a:cs typeface="Georgia"/>
                <a:sym typeface="Georgia"/>
              </a:defRPr>
            </a:lvl3pPr>
            <a:lvl4pPr marL="0" lvl="3" indent="0" algn="r">
              <a:spcBef>
                <a:spcPts val="0"/>
              </a:spcBef>
              <a:buNone/>
              <a:defRPr sz="1400">
                <a:solidFill>
                  <a:srgbClr val="000000"/>
                </a:solidFill>
                <a:latin typeface="Georgia"/>
                <a:ea typeface="Georgia"/>
                <a:cs typeface="Georgia"/>
                <a:sym typeface="Georgia"/>
              </a:defRPr>
            </a:lvl4pPr>
            <a:lvl5pPr marL="0" lvl="4" indent="0" algn="r">
              <a:spcBef>
                <a:spcPts val="0"/>
              </a:spcBef>
              <a:buNone/>
              <a:defRPr sz="1400">
                <a:solidFill>
                  <a:srgbClr val="000000"/>
                </a:solidFill>
                <a:latin typeface="Georgia"/>
                <a:ea typeface="Georgia"/>
                <a:cs typeface="Georgia"/>
                <a:sym typeface="Georgia"/>
              </a:defRPr>
            </a:lvl5pPr>
            <a:lvl6pPr marL="0" lvl="5" indent="0" algn="r">
              <a:spcBef>
                <a:spcPts val="0"/>
              </a:spcBef>
              <a:buNone/>
              <a:defRPr sz="1400">
                <a:solidFill>
                  <a:srgbClr val="000000"/>
                </a:solidFill>
                <a:latin typeface="Georgia"/>
                <a:ea typeface="Georgia"/>
                <a:cs typeface="Georgia"/>
                <a:sym typeface="Georgia"/>
              </a:defRPr>
            </a:lvl6pPr>
            <a:lvl7pPr marL="0" lvl="6" indent="0" algn="r">
              <a:spcBef>
                <a:spcPts val="0"/>
              </a:spcBef>
              <a:buNone/>
              <a:defRPr sz="1400">
                <a:solidFill>
                  <a:srgbClr val="000000"/>
                </a:solidFill>
                <a:latin typeface="Georgia"/>
                <a:ea typeface="Georgia"/>
                <a:cs typeface="Georgia"/>
                <a:sym typeface="Georgia"/>
              </a:defRPr>
            </a:lvl7pPr>
            <a:lvl8pPr marL="0" lvl="7" indent="0" algn="r">
              <a:spcBef>
                <a:spcPts val="0"/>
              </a:spcBef>
              <a:buNone/>
              <a:defRPr sz="1400">
                <a:solidFill>
                  <a:srgbClr val="000000"/>
                </a:solidFill>
                <a:latin typeface="Georgia"/>
                <a:ea typeface="Georgia"/>
                <a:cs typeface="Georgia"/>
                <a:sym typeface="Georgia"/>
              </a:defRPr>
            </a:lvl8pPr>
            <a:lvl9pPr marL="0" lvl="8" indent="0" algn="r">
              <a:spcBef>
                <a:spcPts val="0"/>
              </a:spcBef>
              <a:buNone/>
              <a:defRPr sz="1400">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28"/>
        <p:cNvGrpSpPr/>
        <p:nvPr/>
      </p:nvGrpSpPr>
      <p:grpSpPr>
        <a:xfrm>
          <a:off x="0" y="0"/>
          <a:ext cx="0" cy="0"/>
          <a:chOff x="0" y="0"/>
          <a:chExt cx="0" cy="0"/>
        </a:xfrm>
      </p:grpSpPr>
      <p:sp>
        <p:nvSpPr>
          <p:cNvPr id="229" name="Google Shape;229;p34"/>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0" name="Google Shape;230;p34"/>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1" name="Google Shape;231;p34"/>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400">
                <a:solidFill>
                  <a:srgbClr val="000000"/>
                </a:solidFill>
                <a:latin typeface="Georgia"/>
                <a:ea typeface="Georgia"/>
                <a:cs typeface="Georgia"/>
                <a:sym typeface="Georgia"/>
              </a:defRPr>
            </a:lvl1pPr>
            <a:lvl2pPr marL="0" lvl="1" indent="0" algn="r">
              <a:spcBef>
                <a:spcPts val="0"/>
              </a:spcBef>
              <a:buNone/>
              <a:defRPr sz="1400">
                <a:solidFill>
                  <a:srgbClr val="000000"/>
                </a:solidFill>
                <a:latin typeface="Georgia"/>
                <a:ea typeface="Georgia"/>
                <a:cs typeface="Georgia"/>
                <a:sym typeface="Georgia"/>
              </a:defRPr>
            </a:lvl2pPr>
            <a:lvl3pPr marL="0" lvl="2" indent="0" algn="r">
              <a:spcBef>
                <a:spcPts val="0"/>
              </a:spcBef>
              <a:buNone/>
              <a:defRPr sz="1400">
                <a:solidFill>
                  <a:srgbClr val="000000"/>
                </a:solidFill>
                <a:latin typeface="Georgia"/>
                <a:ea typeface="Georgia"/>
                <a:cs typeface="Georgia"/>
                <a:sym typeface="Georgia"/>
              </a:defRPr>
            </a:lvl3pPr>
            <a:lvl4pPr marL="0" lvl="3" indent="0" algn="r">
              <a:spcBef>
                <a:spcPts val="0"/>
              </a:spcBef>
              <a:buNone/>
              <a:defRPr sz="1400">
                <a:solidFill>
                  <a:srgbClr val="000000"/>
                </a:solidFill>
                <a:latin typeface="Georgia"/>
                <a:ea typeface="Georgia"/>
                <a:cs typeface="Georgia"/>
                <a:sym typeface="Georgia"/>
              </a:defRPr>
            </a:lvl4pPr>
            <a:lvl5pPr marL="0" lvl="4" indent="0" algn="r">
              <a:spcBef>
                <a:spcPts val="0"/>
              </a:spcBef>
              <a:buNone/>
              <a:defRPr sz="1400">
                <a:solidFill>
                  <a:srgbClr val="000000"/>
                </a:solidFill>
                <a:latin typeface="Georgia"/>
                <a:ea typeface="Georgia"/>
                <a:cs typeface="Georgia"/>
                <a:sym typeface="Georgia"/>
              </a:defRPr>
            </a:lvl5pPr>
            <a:lvl6pPr marL="0" lvl="5" indent="0" algn="r">
              <a:spcBef>
                <a:spcPts val="0"/>
              </a:spcBef>
              <a:buNone/>
              <a:defRPr sz="1400">
                <a:solidFill>
                  <a:srgbClr val="000000"/>
                </a:solidFill>
                <a:latin typeface="Georgia"/>
                <a:ea typeface="Georgia"/>
                <a:cs typeface="Georgia"/>
                <a:sym typeface="Georgia"/>
              </a:defRPr>
            </a:lvl6pPr>
            <a:lvl7pPr marL="0" lvl="6" indent="0" algn="r">
              <a:spcBef>
                <a:spcPts val="0"/>
              </a:spcBef>
              <a:buNone/>
              <a:defRPr sz="1400">
                <a:solidFill>
                  <a:srgbClr val="000000"/>
                </a:solidFill>
                <a:latin typeface="Georgia"/>
                <a:ea typeface="Georgia"/>
                <a:cs typeface="Georgia"/>
                <a:sym typeface="Georgia"/>
              </a:defRPr>
            </a:lvl7pPr>
            <a:lvl8pPr marL="0" lvl="7" indent="0" algn="r">
              <a:spcBef>
                <a:spcPts val="0"/>
              </a:spcBef>
              <a:buNone/>
              <a:defRPr sz="1400">
                <a:solidFill>
                  <a:srgbClr val="000000"/>
                </a:solidFill>
                <a:latin typeface="Georgia"/>
                <a:ea typeface="Georgia"/>
                <a:cs typeface="Georgia"/>
                <a:sym typeface="Georgia"/>
              </a:defRPr>
            </a:lvl8pPr>
            <a:lvl9pPr marL="0" lvl="8" indent="0" algn="r">
              <a:spcBef>
                <a:spcPts val="0"/>
              </a:spcBef>
              <a:buNone/>
              <a:defRPr sz="1400">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32"/>
        <p:cNvGrpSpPr/>
        <p:nvPr/>
      </p:nvGrpSpPr>
      <p:grpSpPr>
        <a:xfrm>
          <a:off x="0" y="0"/>
          <a:ext cx="0" cy="0"/>
          <a:chOff x="0" y="0"/>
          <a:chExt cx="0" cy="0"/>
        </a:xfrm>
      </p:grpSpPr>
      <p:sp>
        <p:nvSpPr>
          <p:cNvPr id="233" name="Google Shape;233;p35"/>
          <p:cNvSpPr txBox="1">
            <a:spLocks noGrp="1"/>
          </p:cNvSpPr>
          <p:nvPr>
            <p:ph type="title"/>
          </p:nvPr>
        </p:nvSpPr>
        <p:spPr>
          <a:xfrm>
            <a:off x="840318" y="457200"/>
            <a:ext cx="3932767" cy="1600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4" name="Google Shape;234;p35"/>
          <p:cNvSpPr txBox="1">
            <a:spLocks noGrp="1"/>
          </p:cNvSpPr>
          <p:nvPr>
            <p:ph type="body" idx="1"/>
          </p:nvPr>
        </p:nvSpPr>
        <p:spPr>
          <a:xfrm>
            <a:off x="5183717" y="987426"/>
            <a:ext cx="6172200" cy="4873625"/>
          </a:xfrm>
          <a:prstGeom prst="rect">
            <a:avLst/>
          </a:prstGeom>
          <a:noFill/>
          <a:ln>
            <a:noFill/>
          </a:ln>
        </p:spPr>
        <p:txBody>
          <a:bodyPr spcFirstLastPara="1" wrap="square" lIns="91425" tIns="45700" rIns="91425" bIns="45700" anchor="t" anchorCtr="0">
            <a:noAutofit/>
          </a:bodyPr>
          <a:lstStyle>
            <a:lvl1pPr marL="457200" lvl="0" indent="-431800" algn="l">
              <a:spcBef>
                <a:spcPts val="640"/>
              </a:spcBef>
              <a:spcAft>
                <a:spcPts val="0"/>
              </a:spcAft>
              <a:buClr>
                <a:schemeClr val="dk1"/>
              </a:buClr>
              <a:buSzPts val="3200"/>
              <a:buFont typeface="Georgia"/>
              <a:buChar char="•"/>
              <a:defRPr sz="3200"/>
            </a:lvl1pPr>
            <a:lvl2pPr marL="914400" lvl="1" indent="-361950" algn="l">
              <a:spcBef>
                <a:spcPts val="560"/>
              </a:spcBef>
              <a:spcAft>
                <a:spcPts val="0"/>
              </a:spcAft>
              <a:buClr>
                <a:schemeClr val="dk1"/>
              </a:buClr>
              <a:buSzPts val="2100"/>
              <a:buFont typeface="Georgia"/>
              <a:buChar char="•"/>
              <a:defRPr sz="2800"/>
            </a:lvl2pPr>
            <a:lvl3pPr marL="1371600" lvl="2" indent="-381000" algn="l">
              <a:spcBef>
                <a:spcPts val="480"/>
              </a:spcBef>
              <a:spcAft>
                <a:spcPts val="0"/>
              </a:spcAft>
              <a:buClr>
                <a:schemeClr val="dk1"/>
              </a:buClr>
              <a:buSzPts val="2400"/>
              <a:buFont typeface="Georgia"/>
              <a:buChar char="•"/>
              <a:defRPr sz="2400"/>
            </a:lvl3pPr>
            <a:lvl4pPr marL="1828800" lvl="3" indent="-355600" algn="l">
              <a:spcBef>
                <a:spcPts val="400"/>
              </a:spcBef>
              <a:spcAft>
                <a:spcPts val="0"/>
              </a:spcAft>
              <a:buClr>
                <a:schemeClr val="dk1"/>
              </a:buClr>
              <a:buSzPts val="2000"/>
              <a:buFont typeface="Georgia"/>
              <a:buChar char="–"/>
              <a:defRPr sz="2000"/>
            </a:lvl4pPr>
            <a:lvl5pPr marL="2286000" lvl="4" indent="-355600" algn="l">
              <a:spcBef>
                <a:spcPts val="400"/>
              </a:spcBef>
              <a:spcAft>
                <a:spcPts val="0"/>
              </a:spcAft>
              <a:buSzPts val="2000"/>
              <a:buFont typeface="Georgia"/>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235" name="Google Shape;235;p35"/>
          <p:cNvSpPr txBox="1">
            <a:spLocks noGrp="1"/>
          </p:cNvSpPr>
          <p:nvPr>
            <p:ph type="body" idx="2"/>
          </p:nvPr>
        </p:nvSpPr>
        <p:spPr>
          <a:xfrm>
            <a:off x="840318" y="2057400"/>
            <a:ext cx="3932767"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Georgia"/>
              <a:buNone/>
              <a:defRPr sz="1600"/>
            </a:lvl1pPr>
            <a:lvl2pPr marL="914400" lvl="1" indent="-228600" algn="l">
              <a:spcBef>
                <a:spcPts val="280"/>
              </a:spcBef>
              <a:spcAft>
                <a:spcPts val="0"/>
              </a:spcAft>
              <a:buClr>
                <a:schemeClr val="dk1"/>
              </a:buClr>
              <a:buSzPts val="1050"/>
              <a:buFont typeface="Georgia"/>
              <a:buNone/>
              <a:defRPr sz="1400"/>
            </a:lvl2pPr>
            <a:lvl3pPr marL="1371600" lvl="2" indent="-228600" algn="l">
              <a:spcBef>
                <a:spcPts val="240"/>
              </a:spcBef>
              <a:spcAft>
                <a:spcPts val="0"/>
              </a:spcAft>
              <a:buClr>
                <a:schemeClr val="dk1"/>
              </a:buClr>
              <a:buSzPts val="1200"/>
              <a:buFont typeface="Georgia"/>
              <a:buNone/>
              <a:defRPr sz="1200"/>
            </a:lvl3pPr>
            <a:lvl4pPr marL="1828800" lvl="3" indent="-228600" algn="l">
              <a:spcBef>
                <a:spcPts val="200"/>
              </a:spcBef>
              <a:spcAft>
                <a:spcPts val="0"/>
              </a:spcAft>
              <a:buClr>
                <a:schemeClr val="dk1"/>
              </a:buClr>
              <a:buSzPts val="1000"/>
              <a:buFont typeface="Georgia"/>
              <a:buNone/>
              <a:defRPr sz="1000"/>
            </a:lvl4pPr>
            <a:lvl5pPr marL="2286000" lvl="4" indent="-228600" algn="l">
              <a:spcBef>
                <a:spcPts val="200"/>
              </a:spcBef>
              <a:spcAft>
                <a:spcPts val="0"/>
              </a:spcAft>
              <a:buSzPts val="1000"/>
              <a:buFont typeface="Georgia"/>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36" name="Google Shape;236;p35"/>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7" name="Google Shape;237;p35"/>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8" name="Google Shape;238;p35"/>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400">
                <a:solidFill>
                  <a:srgbClr val="000000"/>
                </a:solidFill>
                <a:latin typeface="Georgia"/>
                <a:ea typeface="Georgia"/>
                <a:cs typeface="Georgia"/>
                <a:sym typeface="Georgia"/>
              </a:defRPr>
            </a:lvl1pPr>
            <a:lvl2pPr marL="0" lvl="1" indent="0" algn="r">
              <a:spcBef>
                <a:spcPts val="0"/>
              </a:spcBef>
              <a:buNone/>
              <a:defRPr sz="1400">
                <a:solidFill>
                  <a:srgbClr val="000000"/>
                </a:solidFill>
                <a:latin typeface="Georgia"/>
                <a:ea typeface="Georgia"/>
                <a:cs typeface="Georgia"/>
                <a:sym typeface="Georgia"/>
              </a:defRPr>
            </a:lvl2pPr>
            <a:lvl3pPr marL="0" lvl="2" indent="0" algn="r">
              <a:spcBef>
                <a:spcPts val="0"/>
              </a:spcBef>
              <a:buNone/>
              <a:defRPr sz="1400">
                <a:solidFill>
                  <a:srgbClr val="000000"/>
                </a:solidFill>
                <a:latin typeface="Georgia"/>
                <a:ea typeface="Georgia"/>
                <a:cs typeface="Georgia"/>
                <a:sym typeface="Georgia"/>
              </a:defRPr>
            </a:lvl3pPr>
            <a:lvl4pPr marL="0" lvl="3" indent="0" algn="r">
              <a:spcBef>
                <a:spcPts val="0"/>
              </a:spcBef>
              <a:buNone/>
              <a:defRPr sz="1400">
                <a:solidFill>
                  <a:srgbClr val="000000"/>
                </a:solidFill>
                <a:latin typeface="Georgia"/>
                <a:ea typeface="Georgia"/>
                <a:cs typeface="Georgia"/>
                <a:sym typeface="Georgia"/>
              </a:defRPr>
            </a:lvl4pPr>
            <a:lvl5pPr marL="0" lvl="4" indent="0" algn="r">
              <a:spcBef>
                <a:spcPts val="0"/>
              </a:spcBef>
              <a:buNone/>
              <a:defRPr sz="1400">
                <a:solidFill>
                  <a:srgbClr val="000000"/>
                </a:solidFill>
                <a:latin typeface="Georgia"/>
                <a:ea typeface="Georgia"/>
                <a:cs typeface="Georgia"/>
                <a:sym typeface="Georgia"/>
              </a:defRPr>
            </a:lvl5pPr>
            <a:lvl6pPr marL="0" lvl="5" indent="0" algn="r">
              <a:spcBef>
                <a:spcPts val="0"/>
              </a:spcBef>
              <a:buNone/>
              <a:defRPr sz="1400">
                <a:solidFill>
                  <a:srgbClr val="000000"/>
                </a:solidFill>
                <a:latin typeface="Georgia"/>
                <a:ea typeface="Georgia"/>
                <a:cs typeface="Georgia"/>
                <a:sym typeface="Georgia"/>
              </a:defRPr>
            </a:lvl6pPr>
            <a:lvl7pPr marL="0" lvl="6" indent="0" algn="r">
              <a:spcBef>
                <a:spcPts val="0"/>
              </a:spcBef>
              <a:buNone/>
              <a:defRPr sz="1400">
                <a:solidFill>
                  <a:srgbClr val="000000"/>
                </a:solidFill>
                <a:latin typeface="Georgia"/>
                <a:ea typeface="Georgia"/>
                <a:cs typeface="Georgia"/>
                <a:sym typeface="Georgia"/>
              </a:defRPr>
            </a:lvl7pPr>
            <a:lvl8pPr marL="0" lvl="7" indent="0" algn="r">
              <a:spcBef>
                <a:spcPts val="0"/>
              </a:spcBef>
              <a:buNone/>
              <a:defRPr sz="1400">
                <a:solidFill>
                  <a:srgbClr val="000000"/>
                </a:solidFill>
                <a:latin typeface="Georgia"/>
                <a:ea typeface="Georgia"/>
                <a:cs typeface="Georgia"/>
                <a:sym typeface="Georgia"/>
              </a:defRPr>
            </a:lvl8pPr>
            <a:lvl9pPr marL="0" lvl="8" indent="0" algn="r">
              <a:spcBef>
                <a:spcPts val="0"/>
              </a:spcBef>
              <a:buNone/>
              <a:defRPr sz="1400">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39"/>
        <p:cNvGrpSpPr/>
        <p:nvPr/>
      </p:nvGrpSpPr>
      <p:grpSpPr>
        <a:xfrm>
          <a:off x="0" y="0"/>
          <a:ext cx="0" cy="0"/>
          <a:chOff x="0" y="0"/>
          <a:chExt cx="0" cy="0"/>
        </a:xfrm>
      </p:grpSpPr>
      <p:sp>
        <p:nvSpPr>
          <p:cNvPr id="240" name="Google Shape;240;p36"/>
          <p:cNvSpPr txBox="1">
            <a:spLocks noGrp="1"/>
          </p:cNvSpPr>
          <p:nvPr>
            <p:ph type="title"/>
          </p:nvPr>
        </p:nvSpPr>
        <p:spPr>
          <a:xfrm>
            <a:off x="840318" y="457200"/>
            <a:ext cx="3932767" cy="1600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1" name="Google Shape;241;p36"/>
          <p:cNvSpPr>
            <a:spLocks noGrp="1"/>
          </p:cNvSpPr>
          <p:nvPr>
            <p:ph type="pic" idx="2"/>
          </p:nvPr>
        </p:nvSpPr>
        <p:spPr>
          <a:xfrm>
            <a:off x="5183717" y="987426"/>
            <a:ext cx="6172200" cy="4873625"/>
          </a:xfrm>
          <a:prstGeom prst="rect">
            <a:avLst/>
          </a:prstGeom>
          <a:noFill/>
          <a:ln>
            <a:noFill/>
          </a:ln>
        </p:spPr>
      </p:sp>
      <p:sp>
        <p:nvSpPr>
          <p:cNvPr id="242" name="Google Shape;242;p36"/>
          <p:cNvSpPr txBox="1">
            <a:spLocks noGrp="1"/>
          </p:cNvSpPr>
          <p:nvPr>
            <p:ph type="body" idx="1"/>
          </p:nvPr>
        </p:nvSpPr>
        <p:spPr>
          <a:xfrm>
            <a:off x="840318" y="2057400"/>
            <a:ext cx="3932767"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Clr>
                <a:schemeClr val="dk1"/>
              </a:buClr>
              <a:buSzPts val="1600"/>
              <a:buFont typeface="Georgia"/>
              <a:buNone/>
              <a:defRPr sz="1600"/>
            </a:lvl1pPr>
            <a:lvl2pPr marL="914400" lvl="1" indent="-228600" algn="l">
              <a:spcBef>
                <a:spcPts val="280"/>
              </a:spcBef>
              <a:spcAft>
                <a:spcPts val="0"/>
              </a:spcAft>
              <a:buClr>
                <a:schemeClr val="dk1"/>
              </a:buClr>
              <a:buSzPts val="1050"/>
              <a:buFont typeface="Georgia"/>
              <a:buNone/>
              <a:defRPr sz="1400"/>
            </a:lvl2pPr>
            <a:lvl3pPr marL="1371600" lvl="2" indent="-228600" algn="l">
              <a:spcBef>
                <a:spcPts val="240"/>
              </a:spcBef>
              <a:spcAft>
                <a:spcPts val="0"/>
              </a:spcAft>
              <a:buClr>
                <a:schemeClr val="dk1"/>
              </a:buClr>
              <a:buSzPts val="1200"/>
              <a:buFont typeface="Georgia"/>
              <a:buNone/>
              <a:defRPr sz="1200"/>
            </a:lvl3pPr>
            <a:lvl4pPr marL="1828800" lvl="3" indent="-228600" algn="l">
              <a:spcBef>
                <a:spcPts val="200"/>
              </a:spcBef>
              <a:spcAft>
                <a:spcPts val="0"/>
              </a:spcAft>
              <a:buClr>
                <a:schemeClr val="dk1"/>
              </a:buClr>
              <a:buSzPts val="1000"/>
              <a:buFont typeface="Georgia"/>
              <a:buNone/>
              <a:defRPr sz="1000"/>
            </a:lvl4pPr>
            <a:lvl5pPr marL="2286000" lvl="4" indent="-228600" algn="l">
              <a:spcBef>
                <a:spcPts val="200"/>
              </a:spcBef>
              <a:spcAft>
                <a:spcPts val="0"/>
              </a:spcAft>
              <a:buSzPts val="1000"/>
              <a:buFont typeface="Georgia"/>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43" name="Google Shape;243;p36"/>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4" name="Google Shape;244;p36"/>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5" name="Google Shape;245;p36"/>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400">
                <a:solidFill>
                  <a:srgbClr val="000000"/>
                </a:solidFill>
                <a:latin typeface="Georgia"/>
                <a:ea typeface="Georgia"/>
                <a:cs typeface="Georgia"/>
                <a:sym typeface="Georgia"/>
              </a:defRPr>
            </a:lvl1pPr>
            <a:lvl2pPr marL="0" lvl="1" indent="0" algn="r">
              <a:spcBef>
                <a:spcPts val="0"/>
              </a:spcBef>
              <a:buNone/>
              <a:defRPr sz="1400">
                <a:solidFill>
                  <a:srgbClr val="000000"/>
                </a:solidFill>
                <a:latin typeface="Georgia"/>
                <a:ea typeface="Georgia"/>
                <a:cs typeface="Georgia"/>
                <a:sym typeface="Georgia"/>
              </a:defRPr>
            </a:lvl2pPr>
            <a:lvl3pPr marL="0" lvl="2" indent="0" algn="r">
              <a:spcBef>
                <a:spcPts val="0"/>
              </a:spcBef>
              <a:buNone/>
              <a:defRPr sz="1400">
                <a:solidFill>
                  <a:srgbClr val="000000"/>
                </a:solidFill>
                <a:latin typeface="Georgia"/>
                <a:ea typeface="Georgia"/>
                <a:cs typeface="Georgia"/>
                <a:sym typeface="Georgia"/>
              </a:defRPr>
            </a:lvl3pPr>
            <a:lvl4pPr marL="0" lvl="3" indent="0" algn="r">
              <a:spcBef>
                <a:spcPts val="0"/>
              </a:spcBef>
              <a:buNone/>
              <a:defRPr sz="1400">
                <a:solidFill>
                  <a:srgbClr val="000000"/>
                </a:solidFill>
                <a:latin typeface="Georgia"/>
                <a:ea typeface="Georgia"/>
                <a:cs typeface="Georgia"/>
                <a:sym typeface="Georgia"/>
              </a:defRPr>
            </a:lvl4pPr>
            <a:lvl5pPr marL="0" lvl="4" indent="0" algn="r">
              <a:spcBef>
                <a:spcPts val="0"/>
              </a:spcBef>
              <a:buNone/>
              <a:defRPr sz="1400">
                <a:solidFill>
                  <a:srgbClr val="000000"/>
                </a:solidFill>
                <a:latin typeface="Georgia"/>
                <a:ea typeface="Georgia"/>
                <a:cs typeface="Georgia"/>
                <a:sym typeface="Georgia"/>
              </a:defRPr>
            </a:lvl5pPr>
            <a:lvl6pPr marL="0" lvl="5" indent="0" algn="r">
              <a:spcBef>
                <a:spcPts val="0"/>
              </a:spcBef>
              <a:buNone/>
              <a:defRPr sz="1400">
                <a:solidFill>
                  <a:srgbClr val="000000"/>
                </a:solidFill>
                <a:latin typeface="Georgia"/>
                <a:ea typeface="Georgia"/>
                <a:cs typeface="Georgia"/>
                <a:sym typeface="Georgia"/>
              </a:defRPr>
            </a:lvl6pPr>
            <a:lvl7pPr marL="0" lvl="6" indent="0" algn="r">
              <a:spcBef>
                <a:spcPts val="0"/>
              </a:spcBef>
              <a:buNone/>
              <a:defRPr sz="1400">
                <a:solidFill>
                  <a:srgbClr val="000000"/>
                </a:solidFill>
                <a:latin typeface="Georgia"/>
                <a:ea typeface="Georgia"/>
                <a:cs typeface="Georgia"/>
                <a:sym typeface="Georgia"/>
              </a:defRPr>
            </a:lvl7pPr>
            <a:lvl8pPr marL="0" lvl="7" indent="0" algn="r">
              <a:spcBef>
                <a:spcPts val="0"/>
              </a:spcBef>
              <a:buNone/>
              <a:defRPr sz="1400">
                <a:solidFill>
                  <a:srgbClr val="000000"/>
                </a:solidFill>
                <a:latin typeface="Georgia"/>
                <a:ea typeface="Georgia"/>
                <a:cs typeface="Georgia"/>
                <a:sym typeface="Georgia"/>
              </a:defRPr>
            </a:lvl8pPr>
            <a:lvl9pPr marL="0" lvl="8" indent="0" algn="r">
              <a:spcBef>
                <a:spcPts val="0"/>
              </a:spcBef>
              <a:buNone/>
              <a:defRPr sz="1400">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46"/>
        <p:cNvGrpSpPr/>
        <p:nvPr/>
      </p:nvGrpSpPr>
      <p:grpSpPr>
        <a:xfrm>
          <a:off x="0" y="0"/>
          <a:ext cx="0" cy="0"/>
          <a:chOff x="0" y="0"/>
          <a:chExt cx="0" cy="0"/>
        </a:xfrm>
      </p:grpSpPr>
      <p:sp>
        <p:nvSpPr>
          <p:cNvPr id="247" name="Google Shape;247;p37"/>
          <p:cNvSpPr txBox="1">
            <a:spLocks noGrp="1"/>
          </p:cNvSpPr>
          <p:nvPr>
            <p:ph type="title"/>
          </p:nvPr>
        </p:nvSpPr>
        <p:spPr>
          <a:xfrm>
            <a:off x="1625600" y="0"/>
            <a:ext cx="10363200" cy="11430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8" name="Google Shape;248;p37"/>
          <p:cNvSpPr txBox="1">
            <a:spLocks noGrp="1"/>
          </p:cNvSpPr>
          <p:nvPr>
            <p:ph type="body" idx="1"/>
          </p:nvPr>
        </p:nvSpPr>
        <p:spPr>
          <a:xfrm rot="5400000">
            <a:off x="3650456" y="-1364456"/>
            <a:ext cx="4891088" cy="103632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14325" algn="l">
              <a:spcBef>
                <a:spcPts val="360"/>
              </a:spcBef>
              <a:spcAft>
                <a:spcPts val="0"/>
              </a:spcAft>
              <a:buClr>
                <a:schemeClr val="dk1"/>
              </a:buClr>
              <a:buSzPts val="135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49" name="Google Shape;249;p37"/>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0" name="Google Shape;250;p37"/>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1" name="Google Shape;251;p37"/>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400">
                <a:solidFill>
                  <a:srgbClr val="000000"/>
                </a:solidFill>
                <a:latin typeface="Georgia"/>
                <a:ea typeface="Georgia"/>
                <a:cs typeface="Georgia"/>
                <a:sym typeface="Georgia"/>
              </a:defRPr>
            </a:lvl1pPr>
            <a:lvl2pPr marL="0" lvl="1" indent="0" algn="r">
              <a:spcBef>
                <a:spcPts val="0"/>
              </a:spcBef>
              <a:buNone/>
              <a:defRPr sz="1400">
                <a:solidFill>
                  <a:srgbClr val="000000"/>
                </a:solidFill>
                <a:latin typeface="Georgia"/>
                <a:ea typeface="Georgia"/>
                <a:cs typeface="Georgia"/>
                <a:sym typeface="Georgia"/>
              </a:defRPr>
            </a:lvl2pPr>
            <a:lvl3pPr marL="0" lvl="2" indent="0" algn="r">
              <a:spcBef>
                <a:spcPts val="0"/>
              </a:spcBef>
              <a:buNone/>
              <a:defRPr sz="1400">
                <a:solidFill>
                  <a:srgbClr val="000000"/>
                </a:solidFill>
                <a:latin typeface="Georgia"/>
                <a:ea typeface="Georgia"/>
                <a:cs typeface="Georgia"/>
                <a:sym typeface="Georgia"/>
              </a:defRPr>
            </a:lvl3pPr>
            <a:lvl4pPr marL="0" lvl="3" indent="0" algn="r">
              <a:spcBef>
                <a:spcPts val="0"/>
              </a:spcBef>
              <a:buNone/>
              <a:defRPr sz="1400">
                <a:solidFill>
                  <a:srgbClr val="000000"/>
                </a:solidFill>
                <a:latin typeface="Georgia"/>
                <a:ea typeface="Georgia"/>
                <a:cs typeface="Georgia"/>
                <a:sym typeface="Georgia"/>
              </a:defRPr>
            </a:lvl4pPr>
            <a:lvl5pPr marL="0" lvl="4" indent="0" algn="r">
              <a:spcBef>
                <a:spcPts val="0"/>
              </a:spcBef>
              <a:buNone/>
              <a:defRPr sz="1400">
                <a:solidFill>
                  <a:srgbClr val="000000"/>
                </a:solidFill>
                <a:latin typeface="Georgia"/>
                <a:ea typeface="Georgia"/>
                <a:cs typeface="Georgia"/>
                <a:sym typeface="Georgia"/>
              </a:defRPr>
            </a:lvl5pPr>
            <a:lvl6pPr marL="0" lvl="5" indent="0" algn="r">
              <a:spcBef>
                <a:spcPts val="0"/>
              </a:spcBef>
              <a:buNone/>
              <a:defRPr sz="1400">
                <a:solidFill>
                  <a:srgbClr val="000000"/>
                </a:solidFill>
                <a:latin typeface="Georgia"/>
                <a:ea typeface="Georgia"/>
                <a:cs typeface="Georgia"/>
                <a:sym typeface="Georgia"/>
              </a:defRPr>
            </a:lvl6pPr>
            <a:lvl7pPr marL="0" lvl="6" indent="0" algn="r">
              <a:spcBef>
                <a:spcPts val="0"/>
              </a:spcBef>
              <a:buNone/>
              <a:defRPr sz="1400">
                <a:solidFill>
                  <a:srgbClr val="000000"/>
                </a:solidFill>
                <a:latin typeface="Georgia"/>
                <a:ea typeface="Georgia"/>
                <a:cs typeface="Georgia"/>
                <a:sym typeface="Georgia"/>
              </a:defRPr>
            </a:lvl7pPr>
            <a:lvl8pPr marL="0" lvl="7" indent="0" algn="r">
              <a:spcBef>
                <a:spcPts val="0"/>
              </a:spcBef>
              <a:buNone/>
              <a:defRPr sz="1400">
                <a:solidFill>
                  <a:srgbClr val="000000"/>
                </a:solidFill>
                <a:latin typeface="Georgia"/>
                <a:ea typeface="Georgia"/>
                <a:cs typeface="Georgia"/>
                <a:sym typeface="Georgia"/>
              </a:defRPr>
            </a:lvl8pPr>
            <a:lvl9pPr marL="0" lvl="8" indent="0" algn="r">
              <a:spcBef>
                <a:spcPts val="0"/>
              </a:spcBef>
              <a:buNone/>
              <a:defRPr sz="1400">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52"/>
        <p:cNvGrpSpPr/>
        <p:nvPr/>
      </p:nvGrpSpPr>
      <p:grpSpPr>
        <a:xfrm>
          <a:off x="0" y="0"/>
          <a:ext cx="0" cy="0"/>
          <a:chOff x="0" y="0"/>
          <a:chExt cx="0" cy="0"/>
        </a:xfrm>
      </p:grpSpPr>
      <p:sp>
        <p:nvSpPr>
          <p:cNvPr id="253" name="Google Shape;253;p38"/>
          <p:cNvSpPr txBox="1">
            <a:spLocks noGrp="1"/>
          </p:cNvSpPr>
          <p:nvPr>
            <p:ph type="title"/>
          </p:nvPr>
        </p:nvSpPr>
        <p:spPr>
          <a:xfrm rot="5400000">
            <a:off x="7473156" y="1747044"/>
            <a:ext cx="6262688" cy="2768600"/>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4" name="Google Shape;254;p38"/>
          <p:cNvSpPr txBox="1">
            <a:spLocks noGrp="1"/>
          </p:cNvSpPr>
          <p:nvPr>
            <p:ph type="body" idx="1"/>
          </p:nvPr>
        </p:nvSpPr>
        <p:spPr>
          <a:xfrm rot="5400000">
            <a:off x="1834356" y="-919956"/>
            <a:ext cx="6262688" cy="8102600"/>
          </a:xfrm>
          <a:prstGeom prst="rect">
            <a:avLst/>
          </a:prstGeom>
          <a:noFill/>
          <a:ln>
            <a:noFill/>
          </a:ln>
        </p:spPr>
        <p:txBody>
          <a:bodyPr spcFirstLastPara="1" wrap="square" lIns="91425" tIns="45700" rIns="91425" bIns="45700" anchor="t" anchorCtr="0">
            <a:noAutofit/>
          </a:bodyPr>
          <a:lstStyle>
            <a:lvl1pPr marL="457200" lvl="0" indent="-342900" algn="l">
              <a:spcBef>
                <a:spcPts val="360"/>
              </a:spcBef>
              <a:spcAft>
                <a:spcPts val="0"/>
              </a:spcAft>
              <a:buClr>
                <a:schemeClr val="dk1"/>
              </a:buClr>
              <a:buSzPts val="1800"/>
              <a:buChar char="•"/>
              <a:defRPr/>
            </a:lvl1pPr>
            <a:lvl2pPr marL="914400" lvl="1" indent="-314325" algn="l">
              <a:spcBef>
                <a:spcPts val="360"/>
              </a:spcBef>
              <a:spcAft>
                <a:spcPts val="0"/>
              </a:spcAft>
              <a:buClr>
                <a:schemeClr val="dk1"/>
              </a:buClr>
              <a:buSzPts val="135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55" name="Google Shape;255;p38"/>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6" name="Google Shape;256;p38"/>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7" name="Google Shape;257;p38"/>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lvl="0" indent="0" algn="r">
              <a:spcBef>
                <a:spcPts val="0"/>
              </a:spcBef>
              <a:buNone/>
              <a:defRPr sz="1400">
                <a:solidFill>
                  <a:srgbClr val="000000"/>
                </a:solidFill>
                <a:latin typeface="Georgia"/>
                <a:ea typeface="Georgia"/>
                <a:cs typeface="Georgia"/>
                <a:sym typeface="Georgia"/>
              </a:defRPr>
            </a:lvl1pPr>
            <a:lvl2pPr marL="0" lvl="1" indent="0" algn="r">
              <a:spcBef>
                <a:spcPts val="0"/>
              </a:spcBef>
              <a:buNone/>
              <a:defRPr sz="1400">
                <a:solidFill>
                  <a:srgbClr val="000000"/>
                </a:solidFill>
                <a:latin typeface="Georgia"/>
                <a:ea typeface="Georgia"/>
                <a:cs typeface="Georgia"/>
                <a:sym typeface="Georgia"/>
              </a:defRPr>
            </a:lvl2pPr>
            <a:lvl3pPr marL="0" lvl="2" indent="0" algn="r">
              <a:spcBef>
                <a:spcPts val="0"/>
              </a:spcBef>
              <a:buNone/>
              <a:defRPr sz="1400">
                <a:solidFill>
                  <a:srgbClr val="000000"/>
                </a:solidFill>
                <a:latin typeface="Georgia"/>
                <a:ea typeface="Georgia"/>
                <a:cs typeface="Georgia"/>
                <a:sym typeface="Georgia"/>
              </a:defRPr>
            </a:lvl3pPr>
            <a:lvl4pPr marL="0" lvl="3" indent="0" algn="r">
              <a:spcBef>
                <a:spcPts val="0"/>
              </a:spcBef>
              <a:buNone/>
              <a:defRPr sz="1400">
                <a:solidFill>
                  <a:srgbClr val="000000"/>
                </a:solidFill>
                <a:latin typeface="Georgia"/>
                <a:ea typeface="Georgia"/>
                <a:cs typeface="Georgia"/>
                <a:sym typeface="Georgia"/>
              </a:defRPr>
            </a:lvl4pPr>
            <a:lvl5pPr marL="0" lvl="4" indent="0" algn="r">
              <a:spcBef>
                <a:spcPts val="0"/>
              </a:spcBef>
              <a:buNone/>
              <a:defRPr sz="1400">
                <a:solidFill>
                  <a:srgbClr val="000000"/>
                </a:solidFill>
                <a:latin typeface="Georgia"/>
                <a:ea typeface="Georgia"/>
                <a:cs typeface="Georgia"/>
                <a:sym typeface="Georgia"/>
              </a:defRPr>
            </a:lvl5pPr>
            <a:lvl6pPr marL="0" lvl="5" indent="0" algn="r">
              <a:spcBef>
                <a:spcPts val="0"/>
              </a:spcBef>
              <a:buNone/>
              <a:defRPr sz="1400">
                <a:solidFill>
                  <a:srgbClr val="000000"/>
                </a:solidFill>
                <a:latin typeface="Georgia"/>
                <a:ea typeface="Georgia"/>
                <a:cs typeface="Georgia"/>
                <a:sym typeface="Georgia"/>
              </a:defRPr>
            </a:lvl6pPr>
            <a:lvl7pPr marL="0" lvl="6" indent="0" algn="r">
              <a:spcBef>
                <a:spcPts val="0"/>
              </a:spcBef>
              <a:buNone/>
              <a:defRPr sz="1400">
                <a:solidFill>
                  <a:srgbClr val="000000"/>
                </a:solidFill>
                <a:latin typeface="Georgia"/>
                <a:ea typeface="Georgia"/>
                <a:cs typeface="Georgia"/>
                <a:sym typeface="Georgia"/>
              </a:defRPr>
            </a:lvl7pPr>
            <a:lvl8pPr marL="0" lvl="7" indent="0" algn="r">
              <a:spcBef>
                <a:spcPts val="0"/>
              </a:spcBef>
              <a:buNone/>
              <a:defRPr sz="1400">
                <a:solidFill>
                  <a:srgbClr val="000000"/>
                </a:solidFill>
                <a:latin typeface="Georgia"/>
                <a:ea typeface="Georgia"/>
                <a:cs typeface="Georgia"/>
                <a:sym typeface="Georgia"/>
              </a:defRPr>
            </a:lvl8pPr>
            <a:lvl9pPr marL="0" lvl="8" indent="0" algn="r">
              <a:spcBef>
                <a:spcPts val="0"/>
              </a:spcBef>
              <a:buNone/>
              <a:defRPr sz="1400">
                <a:solidFill>
                  <a:srgbClr val="000000"/>
                </a:solidFill>
                <a:latin typeface="Georgia"/>
                <a:ea typeface="Georgia"/>
                <a:cs typeface="Georgia"/>
                <a:sym typeface="Georgia"/>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84"/>
        <p:cNvGrpSpPr/>
        <p:nvPr/>
      </p:nvGrpSpPr>
      <p:grpSpPr>
        <a:xfrm>
          <a:off x="0" y="0"/>
          <a:ext cx="0" cy="0"/>
          <a:chOff x="0" y="0"/>
          <a:chExt cx="0" cy="0"/>
        </a:xfrm>
      </p:grpSpPr>
      <p:sp>
        <p:nvSpPr>
          <p:cNvPr id="285" name="Google Shape;285;p40"/>
          <p:cNvSpPr txBox="1">
            <a:spLocks noGrp="1"/>
          </p:cNvSpPr>
          <p:nvPr>
            <p:ph type="title"/>
          </p:nvPr>
        </p:nvSpPr>
        <p:spPr>
          <a:xfrm>
            <a:off x="812800" y="152400"/>
            <a:ext cx="10117667" cy="685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6" name="Google Shape;286;p40"/>
          <p:cNvSpPr txBox="1">
            <a:spLocks noGrp="1"/>
          </p:cNvSpPr>
          <p:nvPr>
            <p:ph type="body" idx="1"/>
          </p:nvPr>
        </p:nvSpPr>
        <p:spPr>
          <a:xfrm>
            <a:off x="812800" y="1266825"/>
            <a:ext cx="11074400" cy="4905375"/>
          </a:xfrm>
          <a:prstGeom prst="rect">
            <a:avLst/>
          </a:prstGeom>
          <a:noFill/>
          <a:ln>
            <a:noFill/>
          </a:ln>
        </p:spPr>
        <p:txBody>
          <a:bodyPr spcFirstLastPara="1" wrap="square" lIns="91425" tIns="45700" rIns="91425" bIns="45700" anchor="t" anchorCtr="0">
            <a:noAutofit/>
          </a:bodyPr>
          <a:lstStyle>
            <a:lvl1pPr marL="457200" lvl="0" indent="-314325" algn="l">
              <a:spcBef>
                <a:spcPts val="360"/>
              </a:spcBef>
              <a:spcAft>
                <a:spcPts val="0"/>
              </a:spcAft>
              <a:buSzPts val="135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287" name="Google Shape;287;p40"/>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288"/>
        <p:cNvGrpSpPr/>
        <p:nvPr/>
      </p:nvGrpSpPr>
      <p:grpSpPr>
        <a:xfrm>
          <a:off x="0" y="0"/>
          <a:ext cx="0" cy="0"/>
          <a:chOff x="0" y="0"/>
          <a:chExt cx="0" cy="0"/>
        </a:xfrm>
      </p:grpSpPr>
      <p:grpSp>
        <p:nvGrpSpPr>
          <p:cNvPr id="289" name="Google Shape;289;p41"/>
          <p:cNvGrpSpPr/>
          <p:nvPr/>
        </p:nvGrpSpPr>
        <p:grpSpPr>
          <a:xfrm>
            <a:off x="0" y="0"/>
            <a:ext cx="12192000" cy="6858000"/>
            <a:chOff x="0" y="0"/>
            <a:chExt cx="5760" cy="4320"/>
          </a:xfrm>
        </p:grpSpPr>
        <p:sp>
          <p:nvSpPr>
            <p:cNvPr id="290" name="Google Shape;290;p41"/>
            <p:cNvSpPr/>
            <p:nvPr/>
          </p:nvSpPr>
          <p:spPr>
            <a:xfrm>
              <a:off x="0" y="0"/>
              <a:ext cx="5760" cy="535"/>
            </a:xfrm>
            <a:prstGeom prst="rect">
              <a:avLst/>
            </a:prstGeom>
            <a:gradFill>
              <a:gsLst>
                <a:gs pos="0">
                  <a:schemeClr val="folHlink"/>
                </a:gs>
                <a:gs pos="100000">
                  <a:schemeClr val="dk2"/>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sp>
          <p:nvSpPr>
            <p:cNvPr id="291" name="Google Shape;291;p41"/>
            <p:cNvSpPr/>
            <p:nvPr/>
          </p:nvSpPr>
          <p:spPr>
            <a:xfrm>
              <a:off x="0" y="3147"/>
              <a:ext cx="5760" cy="1173"/>
            </a:xfrm>
            <a:prstGeom prst="rect">
              <a:avLst/>
            </a:prstGeom>
            <a:gradFill>
              <a:gsLst>
                <a:gs pos="0">
                  <a:schemeClr val="dk2"/>
                </a:gs>
                <a:gs pos="100000">
                  <a:schemeClr val="folHlink"/>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grpSp>
      <p:sp>
        <p:nvSpPr>
          <p:cNvPr id="292" name="Google Shape;292;p41"/>
          <p:cNvSpPr txBox="1">
            <a:spLocks noGrp="1"/>
          </p:cNvSpPr>
          <p:nvPr>
            <p:ph type="dt" idx="10"/>
          </p:nvPr>
        </p:nvSpPr>
        <p:spPr>
          <a:xfrm>
            <a:off x="1727200" y="6248400"/>
            <a:ext cx="2540000" cy="457200"/>
          </a:xfrm>
          <a:prstGeom prst="rect">
            <a:avLst/>
          </a:prstGeom>
          <a:noFill/>
          <a:ln>
            <a:noFill/>
          </a:ln>
        </p:spPr>
        <p:txBody>
          <a:bodyPr spcFirstLastPara="1" wrap="square" lIns="91425" tIns="45700" rIns="91425" bIns="45700" anchor="t" anchorCtr="0">
            <a:noAutofit/>
          </a:bodyPr>
          <a:lstStyle>
            <a:lvl1pPr lvl="0" algn="l">
              <a:spcBef>
                <a:spcPts val="700"/>
              </a:spcBef>
              <a:spcAft>
                <a:spcPts val="0"/>
              </a:spcAft>
              <a:buSzPts val="1400"/>
              <a:buNone/>
              <a:defRPr>
                <a:solidFill>
                  <a:srgbClr val="FFFFFF"/>
                </a:solidFill>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3" name="Google Shape;293;p41"/>
          <p:cNvSpPr txBox="1">
            <a:spLocks noGrp="1"/>
          </p:cNvSpPr>
          <p:nvPr>
            <p:ph type="ftr" idx="11"/>
          </p:nvPr>
        </p:nvSpPr>
        <p:spPr>
          <a:xfrm>
            <a:off x="4978400" y="6248400"/>
            <a:ext cx="3860800" cy="457200"/>
          </a:xfrm>
          <a:prstGeom prst="rect">
            <a:avLst/>
          </a:prstGeom>
          <a:noFill/>
          <a:ln>
            <a:noFill/>
          </a:ln>
        </p:spPr>
        <p:txBody>
          <a:bodyPr spcFirstLastPara="1" wrap="square" lIns="91425" tIns="45700" rIns="91425" bIns="45700" anchor="t" anchorCtr="0">
            <a:noAutofit/>
          </a:bodyPr>
          <a:lstStyle>
            <a:lvl1pPr marR="0" lvl="0" algn="l" rtl="0">
              <a:spcBef>
                <a:spcPts val="700"/>
              </a:spcBef>
              <a:spcAft>
                <a:spcPts val="0"/>
              </a:spcAft>
              <a:buSzPts val="1400"/>
              <a:buNone/>
              <a:defRPr sz="1400">
                <a:solidFill>
                  <a:srgbClr val="FFFFFF"/>
                </a:solidFill>
                <a:latin typeface="Arial Narrow"/>
                <a:ea typeface="Arial Narrow"/>
                <a:cs typeface="Arial Narrow"/>
                <a:sym typeface="Arial Narrow"/>
              </a:defRPr>
            </a:lvl1pPr>
            <a:lvl2pPr marR="0" lvl="1" algn="l" rtl="0">
              <a:spcBef>
                <a:spcPts val="0"/>
              </a:spcBef>
              <a:spcAft>
                <a:spcPts val="0"/>
              </a:spcAft>
              <a:buSzPts val="1400"/>
              <a:buNone/>
              <a:defRPr sz="1800" b="0" i="0" u="none" strike="noStrike" cap="none">
                <a:solidFill>
                  <a:schemeClr val="lt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lt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lt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lt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lt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lt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lt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lt1"/>
                </a:solidFill>
                <a:latin typeface="Times New Roman"/>
                <a:ea typeface="Times New Roman"/>
                <a:cs typeface="Times New Roman"/>
                <a:sym typeface="Times New Roman"/>
              </a:defRPr>
            </a:lvl9pPr>
          </a:lstStyle>
          <a:p>
            <a:endParaRPr/>
          </a:p>
        </p:txBody>
      </p:sp>
      <p:sp>
        <p:nvSpPr>
          <p:cNvPr id="294" name="Google Shape;294;p41"/>
          <p:cNvSpPr txBox="1">
            <a:spLocks noGrp="1"/>
          </p:cNvSpPr>
          <p:nvPr>
            <p:ph type="sldNum" idx="12"/>
          </p:nvPr>
        </p:nvSpPr>
        <p:spPr>
          <a:xfrm>
            <a:off x="9550400" y="6248400"/>
            <a:ext cx="2540000" cy="457200"/>
          </a:xfrm>
          <a:prstGeom prst="rect">
            <a:avLst/>
          </a:prstGeom>
          <a:noFill/>
          <a:ln>
            <a:noFill/>
          </a:ln>
        </p:spPr>
        <p:txBody>
          <a:bodyPr spcFirstLastPara="1" wrap="square" lIns="91425" tIns="45700" rIns="91425" bIns="45700" anchor="t" anchorCtr="0">
            <a:noAutofit/>
          </a:bodyPr>
          <a:lstStyle>
            <a:lvl1pPr marL="0" marR="0" lvl="0" indent="0" algn="r" rtl="0">
              <a:spcBef>
                <a:spcPts val="0"/>
              </a:spcBef>
              <a:spcAft>
                <a:spcPts val="0"/>
              </a:spcAft>
              <a:buNone/>
              <a:defRPr sz="1400">
                <a:solidFill>
                  <a:srgbClr val="FFFFFF"/>
                </a:solidFill>
                <a:latin typeface="Arial Narrow"/>
                <a:ea typeface="Arial Narrow"/>
                <a:cs typeface="Arial Narrow"/>
                <a:sym typeface="Arial Narrow"/>
              </a:defRPr>
            </a:lvl1pPr>
            <a:lvl2pPr marL="0" marR="0" lvl="1" indent="0" algn="r" rtl="0">
              <a:spcBef>
                <a:spcPts val="0"/>
              </a:spcBef>
              <a:spcAft>
                <a:spcPts val="0"/>
              </a:spcAft>
              <a:buNone/>
              <a:defRPr sz="1400">
                <a:solidFill>
                  <a:srgbClr val="FFFFFF"/>
                </a:solidFill>
                <a:latin typeface="Arial Narrow"/>
                <a:ea typeface="Arial Narrow"/>
                <a:cs typeface="Arial Narrow"/>
                <a:sym typeface="Arial Narrow"/>
              </a:defRPr>
            </a:lvl2pPr>
            <a:lvl3pPr marL="0" marR="0" lvl="2" indent="0" algn="r" rtl="0">
              <a:spcBef>
                <a:spcPts val="0"/>
              </a:spcBef>
              <a:spcAft>
                <a:spcPts val="0"/>
              </a:spcAft>
              <a:buNone/>
              <a:defRPr sz="1400">
                <a:solidFill>
                  <a:srgbClr val="FFFFFF"/>
                </a:solidFill>
                <a:latin typeface="Arial Narrow"/>
                <a:ea typeface="Arial Narrow"/>
                <a:cs typeface="Arial Narrow"/>
                <a:sym typeface="Arial Narrow"/>
              </a:defRPr>
            </a:lvl3pPr>
            <a:lvl4pPr marL="0" marR="0" lvl="3" indent="0" algn="r" rtl="0">
              <a:spcBef>
                <a:spcPts val="0"/>
              </a:spcBef>
              <a:spcAft>
                <a:spcPts val="0"/>
              </a:spcAft>
              <a:buNone/>
              <a:defRPr sz="1400">
                <a:solidFill>
                  <a:srgbClr val="FFFFFF"/>
                </a:solidFill>
                <a:latin typeface="Arial Narrow"/>
                <a:ea typeface="Arial Narrow"/>
                <a:cs typeface="Arial Narrow"/>
                <a:sym typeface="Arial Narrow"/>
              </a:defRPr>
            </a:lvl4pPr>
            <a:lvl5pPr marL="0" marR="0" lvl="4" indent="0" algn="r" rtl="0">
              <a:spcBef>
                <a:spcPts val="0"/>
              </a:spcBef>
              <a:spcAft>
                <a:spcPts val="0"/>
              </a:spcAft>
              <a:buNone/>
              <a:defRPr sz="1400">
                <a:solidFill>
                  <a:srgbClr val="FFFFFF"/>
                </a:solidFill>
                <a:latin typeface="Arial Narrow"/>
                <a:ea typeface="Arial Narrow"/>
                <a:cs typeface="Arial Narrow"/>
                <a:sym typeface="Arial Narrow"/>
              </a:defRPr>
            </a:lvl5pPr>
            <a:lvl6pPr marL="0" marR="0" lvl="5" indent="0" algn="r" rtl="0">
              <a:spcBef>
                <a:spcPts val="0"/>
              </a:spcBef>
              <a:spcAft>
                <a:spcPts val="0"/>
              </a:spcAft>
              <a:buNone/>
              <a:defRPr sz="1400">
                <a:solidFill>
                  <a:srgbClr val="FFFFFF"/>
                </a:solidFill>
                <a:latin typeface="Arial Narrow"/>
                <a:ea typeface="Arial Narrow"/>
                <a:cs typeface="Arial Narrow"/>
                <a:sym typeface="Arial Narrow"/>
              </a:defRPr>
            </a:lvl6pPr>
            <a:lvl7pPr marL="0" marR="0" lvl="6" indent="0" algn="r" rtl="0">
              <a:spcBef>
                <a:spcPts val="0"/>
              </a:spcBef>
              <a:spcAft>
                <a:spcPts val="0"/>
              </a:spcAft>
              <a:buNone/>
              <a:defRPr sz="1400">
                <a:solidFill>
                  <a:srgbClr val="FFFFFF"/>
                </a:solidFill>
                <a:latin typeface="Arial Narrow"/>
                <a:ea typeface="Arial Narrow"/>
                <a:cs typeface="Arial Narrow"/>
                <a:sym typeface="Arial Narrow"/>
              </a:defRPr>
            </a:lvl7pPr>
            <a:lvl8pPr marL="0" marR="0" lvl="7" indent="0" algn="r" rtl="0">
              <a:spcBef>
                <a:spcPts val="0"/>
              </a:spcBef>
              <a:spcAft>
                <a:spcPts val="0"/>
              </a:spcAft>
              <a:buNone/>
              <a:defRPr sz="1400">
                <a:solidFill>
                  <a:srgbClr val="FFFFFF"/>
                </a:solidFill>
                <a:latin typeface="Arial Narrow"/>
                <a:ea typeface="Arial Narrow"/>
                <a:cs typeface="Arial Narrow"/>
                <a:sym typeface="Arial Narrow"/>
              </a:defRPr>
            </a:lvl8pPr>
            <a:lvl9pPr marL="0" marR="0" lvl="8" indent="0" algn="r" rtl="0">
              <a:spcBef>
                <a:spcPts val="0"/>
              </a:spcBef>
              <a:spcAft>
                <a:spcPts val="0"/>
              </a:spcAft>
              <a:buNone/>
              <a:defRPr sz="1400">
                <a:solidFill>
                  <a:srgbClr val="FFFFFF"/>
                </a:solidFill>
                <a:latin typeface="Arial Narrow"/>
                <a:ea typeface="Arial Narrow"/>
                <a:cs typeface="Arial Narrow"/>
                <a:sym typeface="Arial Narrow"/>
              </a:defRPr>
            </a:lvl9pPr>
          </a:lstStyle>
          <a:p>
            <a:pPr marL="0" lvl="0" indent="0" algn="r" rtl="0">
              <a:spcBef>
                <a:spcPts val="0"/>
              </a:spcBef>
              <a:spcAft>
                <a:spcPts val="0"/>
              </a:spcAft>
              <a:buNone/>
            </a:pPr>
            <a:fld id="{00000000-1234-1234-1234-123412341234}" type="slidenum">
              <a:rPr lang="en-US"/>
              <a:t>‹#›</a:t>
            </a:fld>
            <a:endParaRPr/>
          </a:p>
        </p:txBody>
      </p:sp>
      <p:sp>
        <p:nvSpPr>
          <p:cNvPr id="295" name="Google Shape;295;p41"/>
          <p:cNvSpPr/>
          <p:nvPr/>
        </p:nvSpPr>
        <p:spPr>
          <a:xfrm>
            <a:off x="618067" y="2700338"/>
            <a:ext cx="215900" cy="41576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6"/>
        <p:cNvGrpSpPr/>
        <p:nvPr/>
      </p:nvGrpSpPr>
      <p:grpSpPr>
        <a:xfrm>
          <a:off x="0" y="0"/>
          <a:ext cx="0" cy="0"/>
          <a:chOff x="0" y="0"/>
          <a:chExt cx="0" cy="0"/>
        </a:xfrm>
      </p:grpSpPr>
      <p:sp>
        <p:nvSpPr>
          <p:cNvPr id="297" name="Google Shape;297;p42"/>
          <p:cNvSpPr txBox="1">
            <a:spLocks noGrp="1"/>
          </p:cNvSpPr>
          <p:nvPr>
            <p:ph type="title"/>
          </p:nvPr>
        </p:nvSpPr>
        <p:spPr>
          <a:xfrm>
            <a:off x="831851" y="1709739"/>
            <a:ext cx="10515600" cy="2852737"/>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60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8" name="Google Shape;298;p42"/>
          <p:cNvSpPr txBox="1">
            <a:spLocks noGrp="1"/>
          </p:cNvSpPr>
          <p:nvPr>
            <p:ph type="body" idx="1"/>
          </p:nvPr>
        </p:nvSpPr>
        <p:spPr>
          <a:xfrm>
            <a:off x="831851" y="4589464"/>
            <a:ext cx="10515600" cy="1500187"/>
          </a:xfrm>
          <a:prstGeom prst="rect">
            <a:avLst/>
          </a:prstGeom>
          <a:noFill/>
          <a:ln>
            <a:noFill/>
          </a:ln>
        </p:spPr>
        <p:txBody>
          <a:bodyPr spcFirstLastPara="1" wrap="square" lIns="91425" tIns="45700" rIns="91425" bIns="45700" anchor="t" anchorCtr="0">
            <a:noAutofit/>
          </a:bodyPr>
          <a:lstStyle>
            <a:lvl1pPr marL="457200" lvl="0" indent="-228600" algn="l">
              <a:spcBef>
                <a:spcPts val="480"/>
              </a:spcBef>
              <a:spcAft>
                <a:spcPts val="0"/>
              </a:spcAft>
              <a:buSzPts val="1800"/>
              <a:buNone/>
              <a:defRPr sz="2400"/>
            </a:lvl1pPr>
            <a:lvl2pPr marL="914400" lvl="1" indent="-228600" algn="l">
              <a:spcBef>
                <a:spcPts val="400"/>
              </a:spcBef>
              <a:spcAft>
                <a:spcPts val="0"/>
              </a:spcAft>
              <a:buSzPts val="2000"/>
              <a:buFont typeface="Times New Roman"/>
              <a:buNone/>
              <a:defRPr sz="2000"/>
            </a:lvl2pPr>
            <a:lvl3pPr marL="1371600" lvl="2" indent="-228600" algn="l">
              <a:spcBef>
                <a:spcPts val="360"/>
              </a:spcBef>
              <a:spcAft>
                <a:spcPts val="0"/>
              </a:spcAft>
              <a:buSzPts val="1800"/>
              <a:buFont typeface="Times New Roman"/>
              <a:buNone/>
              <a:defRPr sz="1800"/>
            </a:lvl3pPr>
            <a:lvl4pPr marL="1828800" lvl="3" indent="-228600" algn="l">
              <a:spcBef>
                <a:spcPts val="320"/>
              </a:spcBef>
              <a:spcAft>
                <a:spcPts val="0"/>
              </a:spcAft>
              <a:buSzPts val="1600"/>
              <a:buFont typeface="Times New Roman"/>
              <a:buNone/>
              <a:defRPr sz="1600"/>
            </a:lvl4pPr>
            <a:lvl5pPr marL="2286000" lvl="4" indent="-228600" algn="l">
              <a:spcBef>
                <a:spcPts val="320"/>
              </a:spcBef>
              <a:spcAft>
                <a:spcPts val="0"/>
              </a:spcAft>
              <a:buSzPts val="1600"/>
              <a:buFont typeface="Times New Roman"/>
              <a:buNone/>
              <a:defRPr sz="1600"/>
            </a:lvl5pPr>
            <a:lvl6pPr marL="2743200" lvl="5" indent="-228600" algn="l">
              <a:lnSpc>
                <a:spcPct val="90000"/>
              </a:lnSpc>
              <a:spcBef>
                <a:spcPts val="500"/>
              </a:spcBef>
              <a:spcAft>
                <a:spcPts val="0"/>
              </a:spcAft>
              <a:buClr>
                <a:schemeClr val="lt1"/>
              </a:buClr>
              <a:buSzPts val="1600"/>
              <a:buNone/>
              <a:defRPr sz="1600"/>
            </a:lvl6pPr>
            <a:lvl7pPr marL="3200400" lvl="6" indent="-228600" algn="l">
              <a:lnSpc>
                <a:spcPct val="90000"/>
              </a:lnSpc>
              <a:spcBef>
                <a:spcPts val="500"/>
              </a:spcBef>
              <a:spcAft>
                <a:spcPts val="0"/>
              </a:spcAft>
              <a:buClr>
                <a:schemeClr val="lt1"/>
              </a:buClr>
              <a:buSzPts val="1600"/>
              <a:buNone/>
              <a:defRPr sz="1600"/>
            </a:lvl7pPr>
            <a:lvl8pPr marL="3657600" lvl="7" indent="-228600" algn="l">
              <a:lnSpc>
                <a:spcPct val="90000"/>
              </a:lnSpc>
              <a:spcBef>
                <a:spcPts val="500"/>
              </a:spcBef>
              <a:spcAft>
                <a:spcPts val="0"/>
              </a:spcAft>
              <a:buClr>
                <a:schemeClr val="lt1"/>
              </a:buClr>
              <a:buSzPts val="1600"/>
              <a:buNone/>
              <a:defRPr sz="1600"/>
            </a:lvl8pPr>
            <a:lvl9pPr marL="4114800" lvl="8" indent="-228600" algn="l">
              <a:lnSpc>
                <a:spcPct val="90000"/>
              </a:lnSpc>
              <a:spcBef>
                <a:spcPts val="500"/>
              </a:spcBef>
              <a:spcAft>
                <a:spcPts val="0"/>
              </a:spcAft>
              <a:buClr>
                <a:schemeClr val="lt1"/>
              </a:buClr>
              <a:buSzPts val="1600"/>
              <a:buNone/>
              <a:defRPr sz="1600"/>
            </a:lvl9pPr>
          </a:lstStyle>
          <a:p>
            <a:endParaRPr/>
          </a:p>
        </p:txBody>
      </p:sp>
      <p:sp>
        <p:nvSpPr>
          <p:cNvPr id="299" name="Google Shape;299;p42"/>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00"/>
        <p:cNvGrpSpPr/>
        <p:nvPr/>
      </p:nvGrpSpPr>
      <p:grpSpPr>
        <a:xfrm>
          <a:off x="0" y="0"/>
          <a:ext cx="0" cy="0"/>
          <a:chOff x="0" y="0"/>
          <a:chExt cx="0" cy="0"/>
        </a:xfrm>
      </p:grpSpPr>
      <p:sp>
        <p:nvSpPr>
          <p:cNvPr id="301" name="Google Shape;301;p43"/>
          <p:cNvSpPr txBox="1">
            <a:spLocks noGrp="1"/>
          </p:cNvSpPr>
          <p:nvPr>
            <p:ph type="title"/>
          </p:nvPr>
        </p:nvSpPr>
        <p:spPr>
          <a:xfrm>
            <a:off x="812800" y="152400"/>
            <a:ext cx="10117667" cy="685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2" name="Google Shape;302;p43"/>
          <p:cNvSpPr txBox="1">
            <a:spLocks noGrp="1"/>
          </p:cNvSpPr>
          <p:nvPr>
            <p:ph type="body" idx="1"/>
          </p:nvPr>
        </p:nvSpPr>
        <p:spPr>
          <a:xfrm>
            <a:off x="812800" y="1266825"/>
            <a:ext cx="5435600" cy="4905375"/>
          </a:xfrm>
          <a:prstGeom prst="rect">
            <a:avLst/>
          </a:prstGeom>
          <a:noFill/>
          <a:ln>
            <a:noFill/>
          </a:ln>
        </p:spPr>
        <p:txBody>
          <a:bodyPr spcFirstLastPara="1" wrap="square" lIns="91425" tIns="45700" rIns="91425" bIns="45700" anchor="t" anchorCtr="0">
            <a:noAutofit/>
          </a:bodyPr>
          <a:lstStyle>
            <a:lvl1pPr marL="457200" lvl="0" indent="-314325" algn="l">
              <a:spcBef>
                <a:spcPts val="360"/>
              </a:spcBef>
              <a:spcAft>
                <a:spcPts val="0"/>
              </a:spcAft>
              <a:buSzPts val="135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03" name="Google Shape;303;p43"/>
          <p:cNvSpPr txBox="1">
            <a:spLocks noGrp="1"/>
          </p:cNvSpPr>
          <p:nvPr>
            <p:ph type="body" idx="2"/>
          </p:nvPr>
        </p:nvSpPr>
        <p:spPr>
          <a:xfrm>
            <a:off x="6451600" y="1266825"/>
            <a:ext cx="5435600" cy="4905375"/>
          </a:xfrm>
          <a:prstGeom prst="rect">
            <a:avLst/>
          </a:prstGeom>
          <a:noFill/>
          <a:ln>
            <a:noFill/>
          </a:ln>
        </p:spPr>
        <p:txBody>
          <a:bodyPr spcFirstLastPara="1" wrap="square" lIns="91425" tIns="45700" rIns="91425" bIns="45700" anchor="t" anchorCtr="0">
            <a:noAutofit/>
          </a:bodyPr>
          <a:lstStyle>
            <a:lvl1pPr marL="457200" lvl="0" indent="-314325" algn="l">
              <a:spcBef>
                <a:spcPts val="360"/>
              </a:spcBef>
              <a:spcAft>
                <a:spcPts val="0"/>
              </a:spcAft>
              <a:buSzPts val="135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04" name="Google Shape;304;p43"/>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05"/>
        <p:cNvGrpSpPr/>
        <p:nvPr/>
      </p:nvGrpSpPr>
      <p:grpSpPr>
        <a:xfrm>
          <a:off x="0" y="0"/>
          <a:ext cx="0" cy="0"/>
          <a:chOff x="0" y="0"/>
          <a:chExt cx="0" cy="0"/>
        </a:xfrm>
      </p:grpSpPr>
      <p:sp>
        <p:nvSpPr>
          <p:cNvPr id="306" name="Google Shape;306;p44"/>
          <p:cNvSpPr txBox="1">
            <a:spLocks noGrp="1"/>
          </p:cNvSpPr>
          <p:nvPr>
            <p:ph type="title"/>
          </p:nvPr>
        </p:nvSpPr>
        <p:spPr>
          <a:xfrm>
            <a:off x="840317" y="365126"/>
            <a:ext cx="10515600" cy="1325563"/>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7" name="Google Shape;307;p44"/>
          <p:cNvSpPr txBox="1">
            <a:spLocks noGrp="1"/>
          </p:cNvSpPr>
          <p:nvPr>
            <p:ph type="body" idx="1"/>
          </p:nvPr>
        </p:nvSpPr>
        <p:spPr>
          <a:xfrm>
            <a:off x="840318" y="1681163"/>
            <a:ext cx="5158316"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1800"/>
              <a:buNone/>
              <a:defRPr sz="2400" b="1"/>
            </a:lvl1pPr>
            <a:lvl2pPr marL="914400" lvl="1" indent="-228600" algn="l">
              <a:spcBef>
                <a:spcPts val="400"/>
              </a:spcBef>
              <a:spcAft>
                <a:spcPts val="0"/>
              </a:spcAft>
              <a:buSzPts val="2000"/>
              <a:buFont typeface="Times New Roman"/>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Font typeface="Times New Roman"/>
              <a:buNone/>
              <a:defRPr sz="1600" b="1"/>
            </a:lvl4pPr>
            <a:lvl5pPr marL="2286000" lvl="4" indent="-228600" algn="l">
              <a:spcBef>
                <a:spcPts val="320"/>
              </a:spcBef>
              <a:spcAft>
                <a:spcPts val="0"/>
              </a:spcAft>
              <a:buSzPts val="1600"/>
              <a:buFont typeface="Times New Roman"/>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08" name="Google Shape;308;p44"/>
          <p:cNvSpPr txBox="1">
            <a:spLocks noGrp="1"/>
          </p:cNvSpPr>
          <p:nvPr>
            <p:ph type="body" idx="2"/>
          </p:nvPr>
        </p:nvSpPr>
        <p:spPr>
          <a:xfrm>
            <a:off x="840318" y="2505075"/>
            <a:ext cx="5158316" cy="3684588"/>
          </a:xfrm>
          <a:prstGeom prst="rect">
            <a:avLst/>
          </a:prstGeom>
          <a:noFill/>
          <a:ln>
            <a:noFill/>
          </a:ln>
        </p:spPr>
        <p:txBody>
          <a:bodyPr spcFirstLastPara="1" wrap="square" lIns="91425" tIns="45700" rIns="91425" bIns="45700" anchor="t" anchorCtr="0">
            <a:noAutofit/>
          </a:bodyPr>
          <a:lstStyle>
            <a:lvl1pPr marL="457200" lvl="0" indent="-314325" algn="l">
              <a:spcBef>
                <a:spcPts val="360"/>
              </a:spcBef>
              <a:spcAft>
                <a:spcPts val="0"/>
              </a:spcAft>
              <a:buSzPts val="135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09" name="Google Shape;309;p44"/>
          <p:cNvSpPr txBox="1">
            <a:spLocks noGrp="1"/>
          </p:cNvSpPr>
          <p:nvPr>
            <p:ph type="body" idx="3"/>
          </p:nvPr>
        </p:nvSpPr>
        <p:spPr>
          <a:xfrm>
            <a:off x="6172200" y="1681163"/>
            <a:ext cx="5183717" cy="823912"/>
          </a:xfrm>
          <a:prstGeom prst="rect">
            <a:avLst/>
          </a:prstGeom>
          <a:noFill/>
          <a:ln>
            <a:noFill/>
          </a:ln>
        </p:spPr>
        <p:txBody>
          <a:bodyPr spcFirstLastPara="1" wrap="square" lIns="91425" tIns="45700" rIns="91425" bIns="45700" anchor="b" anchorCtr="0">
            <a:noAutofit/>
          </a:bodyPr>
          <a:lstStyle>
            <a:lvl1pPr marL="457200" lvl="0" indent="-228600" algn="l">
              <a:spcBef>
                <a:spcPts val="480"/>
              </a:spcBef>
              <a:spcAft>
                <a:spcPts val="0"/>
              </a:spcAft>
              <a:buSzPts val="1800"/>
              <a:buNone/>
              <a:defRPr sz="2400" b="1"/>
            </a:lvl1pPr>
            <a:lvl2pPr marL="914400" lvl="1" indent="-228600" algn="l">
              <a:spcBef>
                <a:spcPts val="400"/>
              </a:spcBef>
              <a:spcAft>
                <a:spcPts val="0"/>
              </a:spcAft>
              <a:buSzPts val="2000"/>
              <a:buFont typeface="Times New Roman"/>
              <a:buNone/>
              <a:defRPr sz="2000" b="1"/>
            </a:lvl2pPr>
            <a:lvl3pPr marL="1371600" lvl="2" indent="-228600" algn="l">
              <a:spcBef>
                <a:spcPts val="360"/>
              </a:spcBef>
              <a:spcAft>
                <a:spcPts val="0"/>
              </a:spcAft>
              <a:buSzPts val="1800"/>
              <a:buFont typeface="Times New Roman"/>
              <a:buNone/>
              <a:defRPr sz="1800" b="1"/>
            </a:lvl3pPr>
            <a:lvl4pPr marL="1828800" lvl="3" indent="-228600" algn="l">
              <a:spcBef>
                <a:spcPts val="320"/>
              </a:spcBef>
              <a:spcAft>
                <a:spcPts val="0"/>
              </a:spcAft>
              <a:buSzPts val="1600"/>
              <a:buFont typeface="Times New Roman"/>
              <a:buNone/>
              <a:defRPr sz="1600" b="1"/>
            </a:lvl4pPr>
            <a:lvl5pPr marL="2286000" lvl="4" indent="-228600" algn="l">
              <a:spcBef>
                <a:spcPts val="320"/>
              </a:spcBef>
              <a:spcAft>
                <a:spcPts val="0"/>
              </a:spcAft>
              <a:buSzPts val="1600"/>
              <a:buFont typeface="Times New Roman"/>
              <a:buNone/>
              <a:defRPr sz="1600" b="1"/>
            </a:lvl5pPr>
            <a:lvl6pPr marL="2743200" lvl="5" indent="-228600" algn="l">
              <a:lnSpc>
                <a:spcPct val="90000"/>
              </a:lnSpc>
              <a:spcBef>
                <a:spcPts val="500"/>
              </a:spcBef>
              <a:spcAft>
                <a:spcPts val="0"/>
              </a:spcAft>
              <a:buClr>
                <a:schemeClr val="lt1"/>
              </a:buClr>
              <a:buSzPts val="1600"/>
              <a:buNone/>
              <a:defRPr sz="1600" b="1"/>
            </a:lvl6pPr>
            <a:lvl7pPr marL="3200400" lvl="6" indent="-228600" algn="l">
              <a:lnSpc>
                <a:spcPct val="90000"/>
              </a:lnSpc>
              <a:spcBef>
                <a:spcPts val="500"/>
              </a:spcBef>
              <a:spcAft>
                <a:spcPts val="0"/>
              </a:spcAft>
              <a:buClr>
                <a:schemeClr val="lt1"/>
              </a:buClr>
              <a:buSzPts val="1600"/>
              <a:buNone/>
              <a:defRPr sz="1600" b="1"/>
            </a:lvl7pPr>
            <a:lvl8pPr marL="3657600" lvl="7" indent="-228600" algn="l">
              <a:lnSpc>
                <a:spcPct val="90000"/>
              </a:lnSpc>
              <a:spcBef>
                <a:spcPts val="500"/>
              </a:spcBef>
              <a:spcAft>
                <a:spcPts val="0"/>
              </a:spcAft>
              <a:buClr>
                <a:schemeClr val="lt1"/>
              </a:buClr>
              <a:buSzPts val="1600"/>
              <a:buNone/>
              <a:defRPr sz="1600" b="1"/>
            </a:lvl8pPr>
            <a:lvl9pPr marL="4114800" lvl="8" indent="-228600" algn="l">
              <a:lnSpc>
                <a:spcPct val="90000"/>
              </a:lnSpc>
              <a:spcBef>
                <a:spcPts val="500"/>
              </a:spcBef>
              <a:spcAft>
                <a:spcPts val="0"/>
              </a:spcAft>
              <a:buClr>
                <a:schemeClr val="lt1"/>
              </a:buClr>
              <a:buSzPts val="1600"/>
              <a:buNone/>
              <a:defRPr sz="1600" b="1"/>
            </a:lvl9pPr>
          </a:lstStyle>
          <a:p>
            <a:endParaRPr/>
          </a:p>
        </p:txBody>
      </p:sp>
      <p:sp>
        <p:nvSpPr>
          <p:cNvPr id="310" name="Google Shape;310;p44"/>
          <p:cNvSpPr txBox="1">
            <a:spLocks noGrp="1"/>
          </p:cNvSpPr>
          <p:nvPr>
            <p:ph type="body" idx="4"/>
          </p:nvPr>
        </p:nvSpPr>
        <p:spPr>
          <a:xfrm>
            <a:off x="6172200" y="2505075"/>
            <a:ext cx="5183717" cy="3684588"/>
          </a:xfrm>
          <a:prstGeom prst="rect">
            <a:avLst/>
          </a:prstGeom>
          <a:noFill/>
          <a:ln>
            <a:noFill/>
          </a:ln>
        </p:spPr>
        <p:txBody>
          <a:bodyPr spcFirstLastPara="1" wrap="square" lIns="91425" tIns="45700" rIns="91425" bIns="45700" anchor="t" anchorCtr="0">
            <a:noAutofit/>
          </a:bodyPr>
          <a:lstStyle>
            <a:lvl1pPr marL="457200" lvl="0" indent="-314325" algn="l">
              <a:spcBef>
                <a:spcPts val="360"/>
              </a:spcBef>
              <a:spcAft>
                <a:spcPts val="0"/>
              </a:spcAft>
              <a:buSzPts val="135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11" name="Google Shape;311;p44"/>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12"/>
        <p:cNvGrpSpPr/>
        <p:nvPr/>
      </p:nvGrpSpPr>
      <p:grpSpPr>
        <a:xfrm>
          <a:off x="0" y="0"/>
          <a:ext cx="0" cy="0"/>
          <a:chOff x="0" y="0"/>
          <a:chExt cx="0" cy="0"/>
        </a:xfrm>
      </p:grpSpPr>
      <p:sp>
        <p:nvSpPr>
          <p:cNvPr id="313" name="Google Shape;313;p45"/>
          <p:cNvSpPr txBox="1">
            <a:spLocks noGrp="1"/>
          </p:cNvSpPr>
          <p:nvPr>
            <p:ph type="title"/>
          </p:nvPr>
        </p:nvSpPr>
        <p:spPr>
          <a:xfrm>
            <a:off x="812800" y="152400"/>
            <a:ext cx="10117667" cy="685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4" name="Google Shape;314;p45"/>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15"/>
        <p:cNvGrpSpPr/>
        <p:nvPr/>
      </p:nvGrpSpPr>
      <p:grpSpPr>
        <a:xfrm>
          <a:off x="0" y="0"/>
          <a:ext cx="0" cy="0"/>
          <a:chOff x="0" y="0"/>
          <a:chExt cx="0" cy="0"/>
        </a:xfrm>
      </p:grpSpPr>
      <p:sp>
        <p:nvSpPr>
          <p:cNvPr id="316" name="Google Shape;316;p46"/>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17"/>
        <p:cNvGrpSpPr/>
        <p:nvPr/>
      </p:nvGrpSpPr>
      <p:grpSpPr>
        <a:xfrm>
          <a:off x="0" y="0"/>
          <a:ext cx="0" cy="0"/>
          <a:chOff x="0" y="0"/>
          <a:chExt cx="0" cy="0"/>
        </a:xfrm>
      </p:grpSpPr>
      <p:sp>
        <p:nvSpPr>
          <p:cNvPr id="318" name="Google Shape;318;p47"/>
          <p:cNvSpPr txBox="1">
            <a:spLocks noGrp="1"/>
          </p:cNvSpPr>
          <p:nvPr>
            <p:ph type="title"/>
          </p:nvPr>
        </p:nvSpPr>
        <p:spPr>
          <a:xfrm>
            <a:off x="840318" y="457200"/>
            <a:ext cx="3932767" cy="1600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9" name="Google Shape;319;p47"/>
          <p:cNvSpPr txBox="1">
            <a:spLocks noGrp="1"/>
          </p:cNvSpPr>
          <p:nvPr>
            <p:ph type="body" idx="1"/>
          </p:nvPr>
        </p:nvSpPr>
        <p:spPr>
          <a:xfrm>
            <a:off x="5183717" y="987426"/>
            <a:ext cx="6172200" cy="4873625"/>
          </a:xfrm>
          <a:prstGeom prst="rect">
            <a:avLst/>
          </a:prstGeom>
          <a:noFill/>
          <a:ln>
            <a:noFill/>
          </a:ln>
        </p:spPr>
        <p:txBody>
          <a:bodyPr spcFirstLastPara="1" wrap="square" lIns="91425" tIns="45700" rIns="91425" bIns="45700" anchor="t" anchorCtr="0">
            <a:noAutofit/>
          </a:bodyPr>
          <a:lstStyle>
            <a:lvl1pPr marL="457200" lvl="0" indent="-381000" algn="l">
              <a:spcBef>
                <a:spcPts val="640"/>
              </a:spcBef>
              <a:spcAft>
                <a:spcPts val="0"/>
              </a:spcAft>
              <a:buSzPts val="2400"/>
              <a:buChar char="●"/>
              <a:defRPr sz="3200"/>
            </a:lvl1pPr>
            <a:lvl2pPr marL="914400" lvl="1" indent="-406400" algn="l">
              <a:spcBef>
                <a:spcPts val="560"/>
              </a:spcBef>
              <a:spcAft>
                <a:spcPts val="0"/>
              </a:spcAft>
              <a:buSzPts val="2800"/>
              <a:buFont typeface="Times New Roman"/>
              <a:buChar char="•"/>
              <a:defRPr sz="2800"/>
            </a:lvl2pPr>
            <a:lvl3pPr marL="1371600" lvl="2" indent="-381000" algn="l">
              <a:spcBef>
                <a:spcPts val="480"/>
              </a:spcBef>
              <a:spcAft>
                <a:spcPts val="0"/>
              </a:spcAft>
              <a:buSzPts val="2400"/>
              <a:buFont typeface="Times New Roman"/>
              <a:buChar char="–"/>
              <a:defRPr sz="2400"/>
            </a:lvl3pPr>
            <a:lvl4pPr marL="1828800" lvl="3" indent="-355600" algn="l">
              <a:spcBef>
                <a:spcPts val="400"/>
              </a:spcBef>
              <a:spcAft>
                <a:spcPts val="0"/>
              </a:spcAft>
              <a:buSzPts val="2000"/>
              <a:buFont typeface="Times New Roman"/>
              <a:buChar char="–"/>
              <a:defRPr sz="2000"/>
            </a:lvl4pPr>
            <a:lvl5pPr marL="2286000" lvl="4" indent="-355600" algn="l">
              <a:spcBef>
                <a:spcPts val="400"/>
              </a:spcBef>
              <a:spcAft>
                <a:spcPts val="0"/>
              </a:spcAft>
              <a:buSzPts val="2000"/>
              <a:buFont typeface="Times New Roman"/>
              <a:buChar char="»"/>
              <a:defRPr sz="2000"/>
            </a:lvl5pPr>
            <a:lvl6pPr marL="2743200" lvl="5" indent="-355600" algn="l">
              <a:lnSpc>
                <a:spcPct val="90000"/>
              </a:lnSpc>
              <a:spcBef>
                <a:spcPts val="500"/>
              </a:spcBef>
              <a:spcAft>
                <a:spcPts val="0"/>
              </a:spcAft>
              <a:buClr>
                <a:schemeClr val="lt1"/>
              </a:buClr>
              <a:buSzPts val="2000"/>
              <a:buChar char="•"/>
              <a:defRPr sz="2000"/>
            </a:lvl6pPr>
            <a:lvl7pPr marL="3200400" lvl="6" indent="-355600" algn="l">
              <a:lnSpc>
                <a:spcPct val="90000"/>
              </a:lnSpc>
              <a:spcBef>
                <a:spcPts val="500"/>
              </a:spcBef>
              <a:spcAft>
                <a:spcPts val="0"/>
              </a:spcAft>
              <a:buClr>
                <a:schemeClr val="lt1"/>
              </a:buClr>
              <a:buSzPts val="2000"/>
              <a:buChar char="•"/>
              <a:defRPr sz="2000"/>
            </a:lvl7pPr>
            <a:lvl8pPr marL="3657600" lvl="7" indent="-355600" algn="l">
              <a:lnSpc>
                <a:spcPct val="90000"/>
              </a:lnSpc>
              <a:spcBef>
                <a:spcPts val="500"/>
              </a:spcBef>
              <a:spcAft>
                <a:spcPts val="0"/>
              </a:spcAft>
              <a:buClr>
                <a:schemeClr val="lt1"/>
              </a:buClr>
              <a:buSzPts val="2000"/>
              <a:buChar char="•"/>
              <a:defRPr sz="2000"/>
            </a:lvl8pPr>
            <a:lvl9pPr marL="4114800" lvl="8" indent="-355600" algn="l">
              <a:lnSpc>
                <a:spcPct val="90000"/>
              </a:lnSpc>
              <a:spcBef>
                <a:spcPts val="500"/>
              </a:spcBef>
              <a:spcAft>
                <a:spcPts val="0"/>
              </a:spcAft>
              <a:buClr>
                <a:schemeClr val="lt1"/>
              </a:buClr>
              <a:buSzPts val="2000"/>
              <a:buChar char="•"/>
              <a:defRPr sz="2000"/>
            </a:lvl9pPr>
          </a:lstStyle>
          <a:p>
            <a:endParaRPr/>
          </a:p>
        </p:txBody>
      </p:sp>
      <p:sp>
        <p:nvSpPr>
          <p:cNvPr id="320" name="Google Shape;320;p47"/>
          <p:cNvSpPr txBox="1">
            <a:spLocks noGrp="1"/>
          </p:cNvSpPr>
          <p:nvPr>
            <p:ph type="body" idx="2"/>
          </p:nvPr>
        </p:nvSpPr>
        <p:spPr>
          <a:xfrm>
            <a:off x="840318" y="2057400"/>
            <a:ext cx="3932767"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SzPts val="1200"/>
              <a:buNone/>
              <a:defRPr sz="1600"/>
            </a:lvl1pPr>
            <a:lvl2pPr marL="914400" lvl="1" indent="-228600" algn="l">
              <a:spcBef>
                <a:spcPts val="280"/>
              </a:spcBef>
              <a:spcAft>
                <a:spcPts val="0"/>
              </a:spcAft>
              <a:buSzPts val="1400"/>
              <a:buFont typeface="Times New Roman"/>
              <a:buNone/>
              <a:defRPr sz="1400"/>
            </a:lvl2pPr>
            <a:lvl3pPr marL="1371600" lvl="2" indent="-228600" algn="l">
              <a:spcBef>
                <a:spcPts val="240"/>
              </a:spcBef>
              <a:spcAft>
                <a:spcPts val="0"/>
              </a:spcAft>
              <a:buSzPts val="1200"/>
              <a:buFont typeface="Times New Roman"/>
              <a:buNone/>
              <a:defRPr sz="1200"/>
            </a:lvl3pPr>
            <a:lvl4pPr marL="1828800" lvl="3" indent="-228600" algn="l">
              <a:spcBef>
                <a:spcPts val="200"/>
              </a:spcBef>
              <a:spcAft>
                <a:spcPts val="0"/>
              </a:spcAft>
              <a:buSzPts val="1000"/>
              <a:buFont typeface="Times New Roman"/>
              <a:buNone/>
              <a:defRPr sz="1000"/>
            </a:lvl4pPr>
            <a:lvl5pPr marL="2286000" lvl="4" indent="-228600" algn="l">
              <a:spcBef>
                <a:spcPts val="200"/>
              </a:spcBef>
              <a:spcAft>
                <a:spcPts val="0"/>
              </a:spcAft>
              <a:buSzPts val="1000"/>
              <a:buFont typeface="Times New Roman"/>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321" name="Google Shape;321;p47"/>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322"/>
        <p:cNvGrpSpPr/>
        <p:nvPr/>
      </p:nvGrpSpPr>
      <p:grpSpPr>
        <a:xfrm>
          <a:off x="0" y="0"/>
          <a:ext cx="0" cy="0"/>
          <a:chOff x="0" y="0"/>
          <a:chExt cx="0" cy="0"/>
        </a:xfrm>
      </p:grpSpPr>
      <p:sp>
        <p:nvSpPr>
          <p:cNvPr id="323" name="Google Shape;323;p48"/>
          <p:cNvSpPr txBox="1">
            <a:spLocks noGrp="1"/>
          </p:cNvSpPr>
          <p:nvPr>
            <p:ph type="title"/>
          </p:nvPr>
        </p:nvSpPr>
        <p:spPr>
          <a:xfrm>
            <a:off x="840318" y="457200"/>
            <a:ext cx="3932767" cy="16002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sz="3200"/>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4" name="Google Shape;324;p48"/>
          <p:cNvSpPr>
            <a:spLocks noGrp="1"/>
          </p:cNvSpPr>
          <p:nvPr>
            <p:ph type="pic" idx="2"/>
          </p:nvPr>
        </p:nvSpPr>
        <p:spPr>
          <a:xfrm>
            <a:off x="5183717" y="987426"/>
            <a:ext cx="6172200" cy="4873625"/>
          </a:xfrm>
          <a:prstGeom prst="rect">
            <a:avLst/>
          </a:prstGeom>
          <a:noFill/>
          <a:ln>
            <a:noFill/>
          </a:ln>
        </p:spPr>
      </p:sp>
      <p:sp>
        <p:nvSpPr>
          <p:cNvPr id="325" name="Google Shape;325;p48"/>
          <p:cNvSpPr txBox="1">
            <a:spLocks noGrp="1"/>
          </p:cNvSpPr>
          <p:nvPr>
            <p:ph type="body" idx="1"/>
          </p:nvPr>
        </p:nvSpPr>
        <p:spPr>
          <a:xfrm>
            <a:off x="840318" y="2057400"/>
            <a:ext cx="3932767" cy="3811588"/>
          </a:xfrm>
          <a:prstGeom prst="rect">
            <a:avLst/>
          </a:prstGeom>
          <a:noFill/>
          <a:ln>
            <a:noFill/>
          </a:ln>
        </p:spPr>
        <p:txBody>
          <a:bodyPr spcFirstLastPara="1" wrap="square" lIns="91425" tIns="45700" rIns="91425" bIns="45700" anchor="t" anchorCtr="0">
            <a:noAutofit/>
          </a:bodyPr>
          <a:lstStyle>
            <a:lvl1pPr marL="457200" lvl="0" indent="-228600" algn="l">
              <a:spcBef>
                <a:spcPts val="320"/>
              </a:spcBef>
              <a:spcAft>
                <a:spcPts val="0"/>
              </a:spcAft>
              <a:buSzPts val="1200"/>
              <a:buNone/>
              <a:defRPr sz="1600"/>
            </a:lvl1pPr>
            <a:lvl2pPr marL="914400" lvl="1" indent="-228600" algn="l">
              <a:spcBef>
                <a:spcPts val="280"/>
              </a:spcBef>
              <a:spcAft>
                <a:spcPts val="0"/>
              </a:spcAft>
              <a:buSzPts val="1400"/>
              <a:buFont typeface="Times New Roman"/>
              <a:buNone/>
              <a:defRPr sz="1400"/>
            </a:lvl2pPr>
            <a:lvl3pPr marL="1371600" lvl="2" indent="-228600" algn="l">
              <a:spcBef>
                <a:spcPts val="240"/>
              </a:spcBef>
              <a:spcAft>
                <a:spcPts val="0"/>
              </a:spcAft>
              <a:buSzPts val="1200"/>
              <a:buFont typeface="Times New Roman"/>
              <a:buNone/>
              <a:defRPr sz="1200"/>
            </a:lvl3pPr>
            <a:lvl4pPr marL="1828800" lvl="3" indent="-228600" algn="l">
              <a:spcBef>
                <a:spcPts val="200"/>
              </a:spcBef>
              <a:spcAft>
                <a:spcPts val="0"/>
              </a:spcAft>
              <a:buSzPts val="1000"/>
              <a:buFont typeface="Times New Roman"/>
              <a:buNone/>
              <a:defRPr sz="1000"/>
            </a:lvl4pPr>
            <a:lvl5pPr marL="2286000" lvl="4" indent="-228600" algn="l">
              <a:spcBef>
                <a:spcPts val="200"/>
              </a:spcBef>
              <a:spcAft>
                <a:spcPts val="0"/>
              </a:spcAft>
              <a:buSzPts val="1000"/>
              <a:buFont typeface="Times New Roman"/>
              <a:buNone/>
              <a:defRPr sz="1000"/>
            </a:lvl5pPr>
            <a:lvl6pPr marL="2743200" lvl="5" indent="-228600" algn="l">
              <a:lnSpc>
                <a:spcPct val="90000"/>
              </a:lnSpc>
              <a:spcBef>
                <a:spcPts val="500"/>
              </a:spcBef>
              <a:spcAft>
                <a:spcPts val="0"/>
              </a:spcAft>
              <a:buClr>
                <a:schemeClr val="lt1"/>
              </a:buClr>
              <a:buSzPts val="1000"/>
              <a:buNone/>
              <a:defRPr sz="1000"/>
            </a:lvl6pPr>
            <a:lvl7pPr marL="3200400" lvl="6" indent="-228600" algn="l">
              <a:lnSpc>
                <a:spcPct val="90000"/>
              </a:lnSpc>
              <a:spcBef>
                <a:spcPts val="500"/>
              </a:spcBef>
              <a:spcAft>
                <a:spcPts val="0"/>
              </a:spcAft>
              <a:buClr>
                <a:schemeClr val="lt1"/>
              </a:buClr>
              <a:buSzPts val="1000"/>
              <a:buNone/>
              <a:defRPr sz="1000"/>
            </a:lvl7pPr>
            <a:lvl8pPr marL="3657600" lvl="7" indent="-228600" algn="l">
              <a:lnSpc>
                <a:spcPct val="90000"/>
              </a:lnSpc>
              <a:spcBef>
                <a:spcPts val="500"/>
              </a:spcBef>
              <a:spcAft>
                <a:spcPts val="0"/>
              </a:spcAft>
              <a:buClr>
                <a:schemeClr val="lt1"/>
              </a:buClr>
              <a:buSzPts val="1000"/>
              <a:buNone/>
              <a:defRPr sz="1000"/>
            </a:lvl8pPr>
            <a:lvl9pPr marL="4114800" lvl="8" indent="-228600" algn="l">
              <a:lnSpc>
                <a:spcPct val="90000"/>
              </a:lnSpc>
              <a:spcBef>
                <a:spcPts val="500"/>
              </a:spcBef>
              <a:spcAft>
                <a:spcPts val="0"/>
              </a:spcAft>
              <a:buClr>
                <a:schemeClr val="lt1"/>
              </a:buClr>
              <a:buSzPts val="1000"/>
              <a:buNone/>
              <a:defRPr sz="1000"/>
            </a:lvl9pPr>
          </a:lstStyle>
          <a:p>
            <a:endParaRPr/>
          </a:p>
        </p:txBody>
      </p:sp>
      <p:sp>
        <p:nvSpPr>
          <p:cNvPr id="326" name="Google Shape;326;p48"/>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327"/>
        <p:cNvGrpSpPr/>
        <p:nvPr/>
      </p:nvGrpSpPr>
      <p:grpSpPr>
        <a:xfrm>
          <a:off x="0" y="0"/>
          <a:ext cx="0" cy="0"/>
          <a:chOff x="0" y="0"/>
          <a:chExt cx="0" cy="0"/>
        </a:xfrm>
      </p:grpSpPr>
      <p:sp>
        <p:nvSpPr>
          <p:cNvPr id="328" name="Google Shape;328;p49"/>
          <p:cNvSpPr txBox="1">
            <a:spLocks noGrp="1"/>
          </p:cNvSpPr>
          <p:nvPr>
            <p:ph type="title"/>
          </p:nvPr>
        </p:nvSpPr>
        <p:spPr>
          <a:xfrm>
            <a:off x="812800" y="152400"/>
            <a:ext cx="10117667" cy="685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9" name="Google Shape;329;p49"/>
          <p:cNvSpPr txBox="1">
            <a:spLocks noGrp="1"/>
          </p:cNvSpPr>
          <p:nvPr>
            <p:ph type="body" idx="1"/>
          </p:nvPr>
        </p:nvSpPr>
        <p:spPr>
          <a:xfrm rot="5400000">
            <a:off x="3897313" y="-1817687"/>
            <a:ext cx="4905375" cy="11074400"/>
          </a:xfrm>
          <a:prstGeom prst="rect">
            <a:avLst/>
          </a:prstGeom>
          <a:noFill/>
          <a:ln>
            <a:noFill/>
          </a:ln>
        </p:spPr>
        <p:txBody>
          <a:bodyPr spcFirstLastPara="1" wrap="square" lIns="91425" tIns="45700" rIns="91425" bIns="45700" anchor="t" anchorCtr="0">
            <a:noAutofit/>
          </a:bodyPr>
          <a:lstStyle>
            <a:lvl1pPr marL="457200" lvl="0" indent="-314325" algn="l">
              <a:spcBef>
                <a:spcPts val="360"/>
              </a:spcBef>
              <a:spcAft>
                <a:spcPts val="0"/>
              </a:spcAft>
              <a:buSzPts val="135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30" name="Google Shape;330;p49"/>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331"/>
        <p:cNvGrpSpPr/>
        <p:nvPr/>
      </p:nvGrpSpPr>
      <p:grpSpPr>
        <a:xfrm>
          <a:off x="0" y="0"/>
          <a:ext cx="0" cy="0"/>
          <a:chOff x="0" y="0"/>
          <a:chExt cx="0" cy="0"/>
        </a:xfrm>
      </p:grpSpPr>
      <p:sp>
        <p:nvSpPr>
          <p:cNvPr id="332" name="Google Shape;332;p50"/>
          <p:cNvSpPr txBox="1">
            <a:spLocks noGrp="1"/>
          </p:cNvSpPr>
          <p:nvPr>
            <p:ph type="title"/>
          </p:nvPr>
        </p:nvSpPr>
        <p:spPr>
          <a:xfrm rot="5400000">
            <a:off x="7493000" y="1778000"/>
            <a:ext cx="6019800" cy="27686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3" name="Google Shape;333;p50"/>
          <p:cNvSpPr txBox="1">
            <a:spLocks noGrp="1"/>
          </p:cNvSpPr>
          <p:nvPr>
            <p:ph type="body" idx="1"/>
          </p:nvPr>
        </p:nvSpPr>
        <p:spPr>
          <a:xfrm rot="5400000">
            <a:off x="1854200" y="-889000"/>
            <a:ext cx="6019800" cy="8102600"/>
          </a:xfrm>
          <a:prstGeom prst="rect">
            <a:avLst/>
          </a:prstGeom>
          <a:noFill/>
          <a:ln>
            <a:noFill/>
          </a:ln>
        </p:spPr>
        <p:txBody>
          <a:bodyPr spcFirstLastPara="1" wrap="square" lIns="91425" tIns="45700" rIns="91425" bIns="45700" anchor="t" anchorCtr="0">
            <a:noAutofit/>
          </a:bodyPr>
          <a:lstStyle>
            <a:lvl1pPr marL="457200" lvl="0" indent="-314325" algn="l">
              <a:spcBef>
                <a:spcPts val="360"/>
              </a:spcBef>
              <a:spcAft>
                <a:spcPts val="0"/>
              </a:spcAft>
              <a:buSzPts val="135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34" name="Google Shape;334;p50"/>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335"/>
        <p:cNvGrpSpPr/>
        <p:nvPr/>
      </p:nvGrpSpPr>
      <p:grpSpPr>
        <a:xfrm>
          <a:off x="0" y="0"/>
          <a:ext cx="0" cy="0"/>
          <a:chOff x="0" y="0"/>
          <a:chExt cx="0" cy="0"/>
        </a:xfrm>
      </p:grpSpPr>
      <p:sp>
        <p:nvSpPr>
          <p:cNvPr id="336" name="Google Shape;336;p51"/>
          <p:cNvSpPr txBox="1">
            <a:spLocks noGrp="1"/>
          </p:cNvSpPr>
          <p:nvPr>
            <p:ph type="title"/>
          </p:nvPr>
        </p:nvSpPr>
        <p:spPr>
          <a:xfrm>
            <a:off x="812800" y="152400"/>
            <a:ext cx="10117667" cy="685800"/>
          </a:xfrm>
          <a:prstGeom prst="rect">
            <a:avLst/>
          </a:prstGeom>
          <a:noFill/>
          <a:ln>
            <a:noFill/>
          </a:ln>
        </p:spPr>
        <p:txBody>
          <a:bodyPr spcFirstLastPara="1" wrap="square" lIns="91425" tIns="45700" rIns="91425" bIns="45700" anchor="b"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7" name="Google Shape;337;p51"/>
          <p:cNvSpPr txBox="1">
            <a:spLocks noGrp="1"/>
          </p:cNvSpPr>
          <p:nvPr>
            <p:ph type="body" idx="1"/>
          </p:nvPr>
        </p:nvSpPr>
        <p:spPr>
          <a:xfrm>
            <a:off x="812800" y="1266825"/>
            <a:ext cx="5435600" cy="4905375"/>
          </a:xfrm>
          <a:prstGeom prst="rect">
            <a:avLst/>
          </a:prstGeom>
          <a:noFill/>
          <a:ln>
            <a:noFill/>
          </a:ln>
        </p:spPr>
        <p:txBody>
          <a:bodyPr spcFirstLastPara="1" wrap="square" lIns="91425" tIns="45700" rIns="91425" bIns="45700" anchor="t" anchorCtr="0">
            <a:noAutofit/>
          </a:bodyPr>
          <a:lstStyle>
            <a:lvl1pPr marL="457200" lvl="0" indent="-314325" algn="l">
              <a:spcBef>
                <a:spcPts val="360"/>
              </a:spcBef>
              <a:spcAft>
                <a:spcPts val="0"/>
              </a:spcAft>
              <a:buSzPts val="135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38" name="Google Shape;338;p51"/>
          <p:cNvSpPr txBox="1">
            <a:spLocks noGrp="1"/>
          </p:cNvSpPr>
          <p:nvPr>
            <p:ph type="body" idx="2"/>
          </p:nvPr>
        </p:nvSpPr>
        <p:spPr>
          <a:xfrm>
            <a:off x="6451600" y="1266825"/>
            <a:ext cx="5435600" cy="4905375"/>
          </a:xfrm>
          <a:prstGeom prst="rect">
            <a:avLst/>
          </a:prstGeom>
          <a:noFill/>
          <a:ln>
            <a:noFill/>
          </a:ln>
        </p:spPr>
        <p:txBody>
          <a:bodyPr spcFirstLastPara="1" wrap="square" lIns="91425" tIns="45700" rIns="91425" bIns="45700" anchor="t" anchorCtr="0">
            <a:noAutofit/>
          </a:bodyPr>
          <a:lstStyle>
            <a:lvl1pPr marL="457200" lvl="0" indent="-314325" algn="l">
              <a:spcBef>
                <a:spcPts val="360"/>
              </a:spcBef>
              <a:spcAft>
                <a:spcPts val="0"/>
              </a:spcAft>
              <a:buSzPts val="1350"/>
              <a:buChar char="●"/>
              <a:defRPr/>
            </a:lvl1pPr>
            <a:lvl2pPr marL="914400" lvl="1" indent="-342900" algn="l">
              <a:spcBef>
                <a:spcPts val="360"/>
              </a:spcBef>
              <a:spcAft>
                <a:spcPts val="0"/>
              </a:spcAft>
              <a:buSzPts val="1800"/>
              <a:buChar char="•"/>
              <a:defRPr/>
            </a:lvl2pPr>
            <a:lvl3pPr marL="1371600" lvl="2" indent="-342900" algn="l">
              <a:spcBef>
                <a:spcPts val="360"/>
              </a:spcBef>
              <a:spcAft>
                <a:spcPts val="0"/>
              </a:spcAft>
              <a:buSzPts val="1800"/>
              <a:buChar char="–"/>
              <a:defRPr/>
            </a:lvl3pPr>
            <a:lvl4pPr marL="1828800" lvl="3" indent="-342900" algn="l">
              <a:spcBef>
                <a:spcPts val="360"/>
              </a:spcBef>
              <a:spcAft>
                <a:spcPts val="0"/>
              </a:spcAft>
              <a:buSzPts val="1800"/>
              <a:buChar char="–"/>
              <a:defRPr/>
            </a:lvl4pPr>
            <a:lvl5pPr marL="2286000" lvl="4" indent="-342900" algn="l">
              <a:spcBef>
                <a:spcPts val="360"/>
              </a:spcBef>
              <a:spcAft>
                <a:spcPts val="0"/>
              </a:spcAft>
              <a:buSzPts val="1800"/>
              <a:buChar char="»"/>
              <a:defRPr/>
            </a:lvl5pPr>
            <a:lvl6pPr marL="2743200" lvl="5" indent="-342900" algn="l">
              <a:lnSpc>
                <a:spcPct val="90000"/>
              </a:lnSpc>
              <a:spcBef>
                <a:spcPts val="500"/>
              </a:spcBef>
              <a:spcAft>
                <a:spcPts val="0"/>
              </a:spcAft>
              <a:buClr>
                <a:schemeClr val="lt1"/>
              </a:buClr>
              <a:buSzPts val="1800"/>
              <a:buChar char="•"/>
              <a:defRPr/>
            </a:lvl6pPr>
            <a:lvl7pPr marL="3200400" lvl="6" indent="-342900" algn="l">
              <a:lnSpc>
                <a:spcPct val="90000"/>
              </a:lnSpc>
              <a:spcBef>
                <a:spcPts val="500"/>
              </a:spcBef>
              <a:spcAft>
                <a:spcPts val="0"/>
              </a:spcAft>
              <a:buClr>
                <a:schemeClr val="lt1"/>
              </a:buClr>
              <a:buSzPts val="1800"/>
              <a:buChar char="•"/>
              <a:defRPr/>
            </a:lvl7pPr>
            <a:lvl8pPr marL="3657600" lvl="7" indent="-342900" algn="l">
              <a:lnSpc>
                <a:spcPct val="90000"/>
              </a:lnSpc>
              <a:spcBef>
                <a:spcPts val="500"/>
              </a:spcBef>
              <a:spcAft>
                <a:spcPts val="0"/>
              </a:spcAft>
              <a:buClr>
                <a:schemeClr val="lt1"/>
              </a:buClr>
              <a:buSzPts val="1800"/>
              <a:buChar char="•"/>
              <a:defRPr/>
            </a:lvl8pPr>
            <a:lvl9pPr marL="4114800" lvl="8" indent="-342900" algn="l">
              <a:lnSpc>
                <a:spcPct val="90000"/>
              </a:lnSpc>
              <a:spcBef>
                <a:spcPts val="500"/>
              </a:spcBef>
              <a:spcAft>
                <a:spcPts val="0"/>
              </a:spcAft>
              <a:buClr>
                <a:schemeClr val="lt1"/>
              </a:buClr>
              <a:buSzPts val="1800"/>
              <a:buChar char="•"/>
              <a:defRPr/>
            </a:lvl9pPr>
          </a:lstStyle>
          <a:p>
            <a:endParaRPr/>
          </a:p>
        </p:txBody>
      </p:sp>
      <p:sp>
        <p:nvSpPr>
          <p:cNvPr id="339" name="Google Shape;339;p51"/>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lvl="0" algn="l">
              <a:spcBef>
                <a:spcPts val="70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13" Type="http://schemas.openxmlformats.org/officeDocument/2006/relationships/theme" Target="../theme/theme3.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slideLayout" Target="../slideLayouts/slideLayout35.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 Id="rId14" Type="http://schemas.openxmlformats.org/officeDocument/2006/relationships/image" Target="../media/image2.png"/></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3.xml"/><Relationship Id="rId13" Type="http://schemas.openxmlformats.org/officeDocument/2006/relationships/theme" Target="../theme/theme4.xml"/><Relationship Id="rId3" Type="http://schemas.openxmlformats.org/officeDocument/2006/relationships/slideLayout" Target="../slideLayouts/slideLayout38.xml"/><Relationship Id="rId7" Type="http://schemas.openxmlformats.org/officeDocument/2006/relationships/slideLayout" Target="../slideLayouts/slideLayout42.xml"/><Relationship Id="rId12" Type="http://schemas.openxmlformats.org/officeDocument/2006/relationships/slideLayout" Target="../slideLayouts/slideLayout47.xml"/><Relationship Id="rId2" Type="http://schemas.openxmlformats.org/officeDocument/2006/relationships/slideLayout" Target="../slideLayouts/slideLayout37.xml"/><Relationship Id="rId1" Type="http://schemas.openxmlformats.org/officeDocument/2006/relationships/slideLayout" Target="../slideLayouts/slideLayout36.xml"/><Relationship Id="rId6" Type="http://schemas.openxmlformats.org/officeDocument/2006/relationships/slideLayout" Target="../slideLayouts/slideLayout41.xml"/><Relationship Id="rId11" Type="http://schemas.openxmlformats.org/officeDocument/2006/relationships/slideLayout" Target="../slideLayouts/slideLayout46.xml"/><Relationship Id="rId5" Type="http://schemas.openxmlformats.org/officeDocument/2006/relationships/slideLayout" Target="../slideLayouts/slideLayout40.xml"/><Relationship Id="rId10" Type="http://schemas.openxmlformats.org/officeDocument/2006/relationships/slideLayout" Target="../slideLayouts/slideLayout45.xml"/><Relationship Id="rId4" Type="http://schemas.openxmlformats.org/officeDocument/2006/relationships/slideLayout" Target="../slideLayouts/slideLayout39.xml"/><Relationship Id="rId9" Type="http://schemas.openxmlformats.org/officeDocument/2006/relationships/slideLayout" Target="../slideLayouts/slideLayout4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
          <p:cNvSpPr/>
          <p:nvPr/>
        </p:nvSpPr>
        <p:spPr>
          <a:xfrm>
            <a:off x="1" y="6400800"/>
            <a:ext cx="12192000" cy="457200"/>
          </a:xfrm>
          <a:prstGeom prst="rect">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1"/>
          <p:cNvSpPr/>
          <p:nvPr/>
        </p:nvSpPr>
        <p:spPr>
          <a:xfrm>
            <a:off x="0" y="6334316"/>
            <a:ext cx="12192001" cy="65998"/>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1"/>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lvl1pPr marR="0" lvl="0" algn="l" rtl="0">
              <a:lnSpc>
                <a:spcPct val="85000"/>
              </a:lnSpc>
              <a:spcBef>
                <a:spcPts val="0"/>
              </a:spcBef>
              <a:spcAft>
                <a:spcPts val="0"/>
              </a:spcAft>
              <a:buClr>
                <a:srgbClr val="3F3F3F"/>
              </a:buClr>
              <a:buSzPts val="4800"/>
              <a:buFont typeface="Calibri"/>
              <a:buNone/>
              <a:defRPr sz="4800" b="0" i="0" u="none" strike="noStrike" cap="non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3" name="Google Shape;13;p1"/>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lvl1pPr marL="457200" marR="0" lvl="0" indent="-355600" algn="l" rtl="0">
              <a:lnSpc>
                <a:spcPct val="90000"/>
              </a:lnSpc>
              <a:spcBef>
                <a:spcPts val="1200"/>
              </a:spcBef>
              <a:spcAft>
                <a:spcPts val="0"/>
              </a:spcAft>
              <a:buClr>
                <a:schemeClr val="accent1"/>
              </a:buClr>
              <a:buSzPts val="2000"/>
              <a:buFont typeface="Calibri"/>
              <a:buChar char=" "/>
              <a:defRPr sz="2000" b="0" i="0" u="none" strike="noStrike" cap="none">
                <a:solidFill>
                  <a:srgbClr val="3F3F3F"/>
                </a:solidFill>
                <a:latin typeface="Calibri"/>
                <a:ea typeface="Calibri"/>
                <a:cs typeface="Calibri"/>
                <a:sym typeface="Calibri"/>
              </a:defRPr>
            </a:lvl1pPr>
            <a:lvl2pPr marL="914400" marR="0" lvl="1" indent="-342900" algn="l" rtl="0">
              <a:lnSpc>
                <a:spcPct val="90000"/>
              </a:lnSpc>
              <a:spcBef>
                <a:spcPts val="200"/>
              </a:spcBef>
              <a:spcAft>
                <a:spcPts val="0"/>
              </a:spcAft>
              <a:buClr>
                <a:schemeClr val="accent1"/>
              </a:buClr>
              <a:buSzPts val="1800"/>
              <a:buFont typeface="Calibri"/>
              <a:buChar char="◦"/>
              <a:defRPr sz="1800" b="0" i="0" u="none" strike="noStrike" cap="none">
                <a:solidFill>
                  <a:srgbClr val="3F3F3F"/>
                </a:solidFill>
                <a:latin typeface="Calibri"/>
                <a:ea typeface="Calibri"/>
                <a:cs typeface="Calibri"/>
                <a:sym typeface="Calibri"/>
              </a:defRPr>
            </a:lvl2pPr>
            <a:lvl3pPr marL="1371600" marR="0" lvl="2"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3pPr>
            <a:lvl4pPr marL="1828800" marR="0" lvl="3"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4pPr>
            <a:lvl5pPr marL="2286000" marR="0" lvl="4"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5pPr>
            <a:lvl6pPr marL="2743200" marR="0" lvl="5"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6pPr>
            <a:lvl7pPr marL="3200400" marR="0" lvl="6"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7pPr>
            <a:lvl8pPr marL="3657600" marR="0" lvl="7" indent="-317500" algn="l" rtl="0">
              <a:lnSpc>
                <a:spcPct val="90000"/>
              </a:lnSpc>
              <a:spcBef>
                <a:spcPts val="400"/>
              </a:spcBef>
              <a:spcAft>
                <a:spcPts val="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8pPr>
            <a:lvl9pPr marL="4114800" marR="0" lvl="8" indent="-317500" algn="l" rtl="0">
              <a:lnSpc>
                <a:spcPct val="90000"/>
              </a:lnSpc>
              <a:spcBef>
                <a:spcPts val="400"/>
              </a:spcBef>
              <a:spcAft>
                <a:spcPts val="400"/>
              </a:spcAft>
              <a:buClr>
                <a:schemeClr val="accent1"/>
              </a:buClr>
              <a:buSzPts val="1400"/>
              <a:buFont typeface="Calibri"/>
              <a:buChar char="◦"/>
              <a:defRPr sz="1400" b="0" i="0" u="none" strike="noStrike" cap="none">
                <a:solidFill>
                  <a:srgbClr val="3F3F3F"/>
                </a:solidFill>
                <a:latin typeface="Calibri"/>
                <a:ea typeface="Calibri"/>
                <a:cs typeface="Calibri"/>
                <a:sym typeface="Calibri"/>
              </a:defRPr>
            </a:lvl9pPr>
          </a:lstStyle>
          <a:p>
            <a:endParaRPr/>
          </a:p>
        </p:txBody>
      </p:sp>
      <p:sp>
        <p:nvSpPr>
          <p:cNvPr id="14" name="Google Shape;14;p1"/>
          <p:cNvSpPr txBox="1">
            <a:spLocks noGrp="1"/>
          </p:cNvSpPr>
          <p:nvPr>
            <p:ph type="dt" idx="10"/>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FFFFFF"/>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6" name="Google Shape;16;p1"/>
          <p:cNvSpPr txBox="1">
            <a:spLocks noGrp="1"/>
          </p:cNvSpPr>
          <p:nvPr>
            <p:ph type="sldNum" idx="12"/>
          </p:nvPr>
        </p:nvSpPr>
        <p:spPr>
          <a:xfrm>
            <a:off x="9900458" y="6459785"/>
            <a:ext cx="1312025"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050" b="0" i="0" u="none" strike="noStrike" cap="none">
                <a:solidFill>
                  <a:srgbClr val="FFFFFF"/>
                </a:solidFill>
                <a:latin typeface="Calibri"/>
                <a:ea typeface="Calibri"/>
                <a:cs typeface="Calibri"/>
                <a:sym typeface="Calibri"/>
              </a:defRPr>
            </a:lvl1pPr>
            <a:lvl2pPr marL="0" marR="0" lvl="1" indent="0" algn="r" rtl="0">
              <a:spcBef>
                <a:spcPts val="0"/>
              </a:spcBef>
              <a:buNone/>
              <a:defRPr sz="1050" b="0" i="0" u="none" strike="noStrike" cap="none">
                <a:solidFill>
                  <a:srgbClr val="FFFFFF"/>
                </a:solidFill>
                <a:latin typeface="Calibri"/>
                <a:ea typeface="Calibri"/>
                <a:cs typeface="Calibri"/>
                <a:sym typeface="Calibri"/>
              </a:defRPr>
            </a:lvl2pPr>
            <a:lvl3pPr marL="0" marR="0" lvl="2" indent="0" algn="r" rtl="0">
              <a:spcBef>
                <a:spcPts val="0"/>
              </a:spcBef>
              <a:buNone/>
              <a:defRPr sz="1050" b="0" i="0" u="none" strike="noStrike" cap="none">
                <a:solidFill>
                  <a:srgbClr val="FFFFFF"/>
                </a:solidFill>
                <a:latin typeface="Calibri"/>
                <a:ea typeface="Calibri"/>
                <a:cs typeface="Calibri"/>
                <a:sym typeface="Calibri"/>
              </a:defRPr>
            </a:lvl3pPr>
            <a:lvl4pPr marL="0" marR="0" lvl="3" indent="0" algn="r" rtl="0">
              <a:spcBef>
                <a:spcPts val="0"/>
              </a:spcBef>
              <a:buNone/>
              <a:defRPr sz="1050" b="0" i="0" u="none" strike="noStrike" cap="none">
                <a:solidFill>
                  <a:srgbClr val="FFFFFF"/>
                </a:solidFill>
                <a:latin typeface="Calibri"/>
                <a:ea typeface="Calibri"/>
                <a:cs typeface="Calibri"/>
                <a:sym typeface="Calibri"/>
              </a:defRPr>
            </a:lvl4pPr>
            <a:lvl5pPr marL="0" marR="0" lvl="4" indent="0" algn="r" rtl="0">
              <a:spcBef>
                <a:spcPts val="0"/>
              </a:spcBef>
              <a:buNone/>
              <a:defRPr sz="1050" b="0" i="0" u="none" strike="noStrike" cap="none">
                <a:solidFill>
                  <a:srgbClr val="FFFFFF"/>
                </a:solidFill>
                <a:latin typeface="Calibri"/>
                <a:ea typeface="Calibri"/>
                <a:cs typeface="Calibri"/>
                <a:sym typeface="Calibri"/>
              </a:defRPr>
            </a:lvl5pPr>
            <a:lvl6pPr marL="0" marR="0" lvl="5" indent="0" algn="r" rtl="0">
              <a:spcBef>
                <a:spcPts val="0"/>
              </a:spcBef>
              <a:buNone/>
              <a:defRPr sz="1050" b="0" i="0" u="none" strike="noStrike" cap="none">
                <a:solidFill>
                  <a:srgbClr val="FFFFFF"/>
                </a:solidFill>
                <a:latin typeface="Calibri"/>
                <a:ea typeface="Calibri"/>
                <a:cs typeface="Calibri"/>
                <a:sym typeface="Calibri"/>
              </a:defRPr>
            </a:lvl6pPr>
            <a:lvl7pPr marL="0" marR="0" lvl="6" indent="0" algn="r" rtl="0">
              <a:spcBef>
                <a:spcPts val="0"/>
              </a:spcBef>
              <a:buNone/>
              <a:defRPr sz="1050" b="0" i="0" u="none" strike="noStrike" cap="none">
                <a:solidFill>
                  <a:srgbClr val="FFFFFF"/>
                </a:solidFill>
                <a:latin typeface="Calibri"/>
                <a:ea typeface="Calibri"/>
                <a:cs typeface="Calibri"/>
                <a:sym typeface="Calibri"/>
              </a:defRPr>
            </a:lvl7pPr>
            <a:lvl8pPr marL="0" marR="0" lvl="7" indent="0" algn="r" rtl="0">
              <a:spcBef>
                <a:spcPts val="0"/>
              </a:spcBef>
              <a:buNone/>
              <a:defRPr sz="1050" b="0" i="0" u="none" strike="noStrike" cap="none">
                <a:solidFill>
                  <a:srgbClr val="FFFFFF"/>
                </a:solidFill>
                <a:latin typeface="Calibri"/>
                <a:ea typeface="Calibri"/>
                <a:cs typeface="Calibri"/>
                <a:sym typeface="Calibri"/>
              </a:defRPr>
            </a:lvl8pPr>
            <a:lvl9pPr marL="0" marR="0" lvl="8" indent="0" algn="r" rtl="0">
              <a:spcBef>
                <a:spcPts val="0"/>
              </a:spcBef>
              <a:buNone/>
              <a:defRPr sz="1050" b="0" i="0" u="none" strike="noStrike" cap="none">
                <a:solidFill>
                  <a:srgbClr val="FFFFFF"/>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cxnSp>
        <p:nvCxnSpPr>
          <p:cNvPr id="17" name="Google Shape;17;p1"/>
          <p:cNvCxnSpPr/>
          <p:nvPr/>
        </p:nvCxnSpPr>
        <p:spPr>
          <a:xfrm>
            <a:off x="1193532" y="1737845"/>
            <a:ext cx="9966960" cy="0"/>
          </a:xfrm>
          <a:prstGeom prst="straightConnector1">
            <a:avLst/>
          </a:prstGeom>
          <a:noFill/>
          <a:ln w="9525" cap="flat" cmpd="sng">
            <a:solidFill>
              <a:srgbClr val="7F7F7F"/>
            </a:solidFill>
            <a:prstDash val="solid"/>
            <a:round/>
            <a:headEnd type="none" w="sm" len="sm"/>
            <a:tailEnd type="none" w="sm" len="sm"/>
          </a:ln>
        </p:spPr>
      </p:cxn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6"/>
        <p:cNvGrpSpPr/>
        <p:nvPr/>
      </p:nvGrpSpPr>
      <p:grpSpPr>
        <a:xfrm>
          <a:off x="0" y="0"/>
          <a:ext cx="0" cy="0"/>
          <a:chOff x="0" y="0"/>
          <a:chExt cx="0" cy="0"/>
        </a:xfrm>
      </p:grpSpPr>
      <p:sp>
        <p:nvSpPr>
          <p:cNvPr id="107" name="Google Shape;107;p14"/>
          <p:cNvSpPr txBox="1">
            <a:spLocks noGrp="1"/>
          </p:cNvSpPr>
          <p:nvPr>
            <p:ph type="title"/>
          </p:nvPr>
        </p:nvSpPr>
        <p:spPr>
          <a:xfrm>
            <a:off x="1" y="0"/>
            <a:ext cx="12189884" cy="914400"/>
          </a:xfrm>
          <a:prstGeom prst="rect">
            <a:avLst/>
          </a:prstGeom>
          <a:noFill/>
          <a:ln>
            <a:noFill/>
          </a:ln>
        </p:spPr>
        <p:txBody>
          <a:bodyPr spcFirstLastPara="1" wrap="square" lIns="92075" tIns="46025" rIns="92075" bIns="46025" anchor="ctr" anchorCtr="0">
            <a:noAutofit/>
          </a:bodyPr>
          <a:lstStyle>
            <a:lvl1pPr marR="0" lvl="0" algn="ctr" rtl="0">
              <a:spcBef>
                <a:spcPts val="0"/>
              </a:spcBef>
              <a:spcAft>
                <a:spcPts val="0"/>
              </a:spcAft>
              <a:buSzPts val="1400"/>
              <a:buNone/>
              <a:defRPr sz="4400" b="0" i="0" u="sng" strike="noStrike" cap="none">
                <a:solidFill>
                  <a:schemeClr val="hlink"/>
                </a:solidFill>
                <a:latin typeface="Times New Roman"/>
                <a:ea typeface="Times New Roman"/>
                <a:cs typeface="Times New Roman"/>
                <a:sym typeface="Times New Roman"/>
              </a:defRPr>
            </a:lvl1pPr>
            <a:lvl2pPr marR="0" lvl="1" algn="ctr" rtl="0">
              <a:spcBef>
                <a:spcPts val="0"/>
              </a:spcBef>
              <a:spcAft>
                <a:spcPts val="0"/>
              </a:spcAft>
              <a:buSzPts val="1400"/>
              <a:buNone/>
              <a:defRPr sz="4400" b="0" i="0" u="sng" strike="noStrike" cap="none">
                <a:solidFill>
                  <a:schemeClr val="hlink"/>
                </a:solidFill>
                <a:latin typeface="Times New Roman"/>
                <a:ea typeface="Times New Roman"/>
                <a:cs typeface="Times New Roman"/>
                <a:sym typeface="Times New Roman"/>
              </a:defRPr>
            </a:lvl2pPr>
            <a:lvl3pPr marR="0" lvl="2" algn="ctr" rtl="0">
              <a:spcBef>
                <a:spcPts val="0"/>
              </a:spcBef>
              <a:spcAft>
                <a:spcPts val="0"/>
              </a:spcAft>
              <a:buSzPts val="1400"/>
              <a:buNone/>
              <a:defRPr sz="4400" b="0" i="0" u="sng" strike="noStrike" cap="none">
                <a:solidFill>
                  <a:schemeClr val="hlink"/>
                </a:solidFill>
                <a:latin typeface="Times New Roman"/>
                <a:ea typeface="Times New Roman"/>
                <a:cs typeface="Times New Roman"/>
                <a:sym typeface="Times New Roman"/>
              </a:defRPr>
            </a:lvl3pPr>
            <a:lvl4pPr marR="0" lvl="3" algn="ctr" rtl="0">
              <a:spcBef>
                <a:spcPts val="0"/>
              </a:spcBef>
              <a:spcAft>
                <a:spcPts val="0"/>
              </a:spcAft>
              <a:buSzPts val="1400"/>
              <a:buNone/>
              <a:defRPr sz="4400" b="0" i="0" u="sng" strike="noStrike" cap="none">
                <a:solidFill>
                  <a:schemeClr val="hlink"/>
                </a:solidFill>
                <a:latin typeface="Times New Roman"/>
                <a:ea typeface="Times New Roman"/>
                <a:cs typeface="Times New Roman"/>
                <a:sym typeface="Times New Roman"/>
              </a:defRPr>
            </a:lvl4pPr>
            <a:lvl5pPr marR="0" lvl="4" algn="ctr" rtl="0">
              <a:spcBef>
                <a:spcPts val="0"/>
              </a:spcBef>
              <a:spcAft>
                <a:spcPts val="0"/>
              </a:spcAft>
              <a:buSzPts val="1400"/>
              <a:buNone/>
              <a:defRPr sz="4400" b="0" i="0" u="sng" strike="noStrike" cap="none">
                <a:solidFill>
                  <a:schemeClr val="hlink"/>
                </a:solidFill>
                <a:latin typeface="Times New Roman"/>
                <a:ea typeface="Times New Roman"/>
                <a:cs typeface="Times New Roman"/>
                <a:sym typeface="Times New Roman"/>
              </a:defRPr>
            </a:lvl5pPr>
            <a:lvl6pPr marR="0" lvl="5" algn="ctr" rtl="0">
              <a:spcBef>
                <a:spcPts val="0"/>
              </a:spcBef>
              <a:spcAft>
                <a:spcPts val="0"/>
              </a:spcAft>
              <a:buSzPts val="1400"/>
              <a:buNone/>
              <a:defRPr sz="4400" b="0" i="0" u="sng" strike="noStrike" cap="none">
                <a:solidFill>
                  <a:schemeClr val="hlink"/>
                </a:solidFill>
                <a:latin typeface="Times New Roman"/>
                <a:ea typeface="Times New Roman"/>
                <a:cs typeface="Times New Roman"/>
                <a:sym typeface="Times New Roman"/>
              </a:defRPr>
            </a:lvl6pPr>
            <a:lvl7pPr marR="0" lvl="6" algn="ctr" rtl="0">
              <a:spcBef>
                <a:spcPts val="0"/>
              </a:spcBef>
              <a:spcAft>
                <a:spcPts val="0"/>
              </a:spcAft>
              <a:buSzPts val="1400"/>
              <a:buNone/>
              <a:defRPr sz="4400" b="0" i="0" u="sng" strike="noStrike" cap="none">
                <a:solidFill>
                  <a:schemeClr val="hlink"/>
                </a:solidFill>
                <a:latin typeface="Times New Roman"/>
                <a:ea typeface="Times New Roman"/>
                <a:cs typeface="Times New Roman"/>
                <a:sym typeface="Times New Roman"/>
              </a:defRPr>
            </a:lvl7pPr>
            <a:lvl8pPr marR="0" lvl="7" algn="ctr" rtl="0">
              <a:spcBef>
                <a:spcPts val="0"/>
              </a:spcBef>
              <a:spcAft>
                <a:spcPts val="0"/>
              </a:spcAft>
              <a:buSzPts val="1400"/>
              <a:buNone/>
              <a:defRPr sz="4400" b="0" i="0" u="sng" strike="noStrike" cap="none">
                <a:solidFill>
                  <a:schemeClr val="hlink"/>
                </a:solidFill>
                <a:latin typeface="Times New Roman"/>
                <a:ea typeface="Times New Roman"/>
                <a:cs typeface="Times New Roman"/>
                <a:sym typeface="Times New Roman"/>
              </a:defRPr>
            </a:lvl8pPr>
            <a:lvl9pPr marR="0" lvl="8" algn="ctr" rtl="0">
              <a:spcBef>
                <a:spcPts val="0"/>
              </a:spcBef>
              <a:spcAft>
                <a:spcPts val="0"/>
              </a:spcAft>
              <a:buSzPts val="1400"/>
              <a:buNone/>
              <a:defRPr sz="4400" b="0" i="0" u="sng" strike="noStrike" cap="none">
                <a:solidFill>
                  <a:schemeClr val="hlink"/>
                </a:solidFill>
                <a:latin typeface="Times New Roman"/>
                <a:ea typeface="Times New Roman"/>
                <a:cs typeface="Times New Roman"/>
                <a:sym typeface="Times New Roman"/>
              </a:defRPr>
            </a:lvl9pPr>
          </a:lstStyle>
          <a:p>
            <a:endParaRPr/>
          </a:p>
        </p:txBody>
      </p:sp>
      <p:sp>
        <p:nvSpPr>
          <p:cNvPr id="108" name="Google Shape;108;p14"/>
          <p:cNvSpPr txBox="1">
            <a:spLocks noGrp="1"/>
          </p:cNvSpPr>
          <p:nvPr>
            <p:ph type="body" idx="1"/>
          </p:nvPr>
        </p:nvSpPr>
        <p:spPr>
          <a:xfrm>
            <a:off x="406400" y="1219200"/>
            <a:ext cx="11277600" cy="4876800"/>
          </a:xfrm>
          <a:prstGeom prst="rect">
            <a:avLst/>
          </a:prstGeom>
          <a:noFill/>
          <a:ln>
            <a:noFill/>
          </a:ln>
        </p:spPr>
        <p:txBody>
          <a:bodyPr spcFirstLastPara="1" wrap="square" lIns="92075" tIns="46025" rIns="92075" bIns="46025" anchor="t" anchorCtr="0">
            <a:noAutofit/>
          </a:bodyPr>
          <a:lstStyle>
            <a:lvl1pPr marL="457200" marR="0" lvl="0" indent="-431800" algn="l" rtl="0">
              <a:spcBef>
                <a:spcPts val="640"/>
              </a:spcBef>
              <a:spcAft>
                <a:spcPts val="0"/>
              </a:spcAft>
              <a:buClr>
                <a:srgbClr val="010000"/>
              </a:buClr>
              <a:buSzPts val="3200"/>
              <a:buFont typeface="Noto Sans Symbols"/>
              <a:buChar char="⬥"/>
              <a:defRPr sz="3200" b="0" i="0" u="none" strike="noStrike" cap="none">
                <a:solidFill>
                  <a:srgbClr val="010000"/>
                </a:solidFill>
                <a:latin typeface="Times New Roman"/>
                <a:ea typeface="Times New Roman"/>
                <a:cs typeface="Times New Roman"/>
                <a:sym typeface="Times New Roman"/>
              </a:defRPr>
            </a:lvl1pPr>
            <a:lvl2pPr marL="914400" marR="0" lvl="1" indent="-406400" algn="l" rtl="0">
              <a:spcBef>
                <a:spcPts val="560"/>
              </a:spcBef>
              <a:spcAft>
                <a:spcPts val="0"/>
              </a:spcAft>
              <a:buClr>
                <a:schemeClr val="dk1"/>
              </a:buClr>
              <a:buSzPts val="2800"/>
              <a:buFont typeface="Noto Sans Symbols"/>
              <a:buChar char="⬧"/>
              <a:defRPr sz="2800" b="0" i="0" u="none" strike="noStrike" cap="none">
                <a:solidFill>
                  <a:schemeClr val="dk1"/>
                </a:solidFill>
                <a:latin typeface="Times New Roman"/>
                <a:ea typeface="Times New Roman"/>
                <a:cs typeface="Times New Roman"/>
                <a:sym typeface="Times New Roman"/>
              </a:defRPr>
            </a:lvl2pPr>
            <a:lvl3pPr marL="1371600" marR="0" lvl="2" indent="-381000" algn="l" rtl="0">
              <a:spcBef>
                <a:spcPts val="480"/>
              </a:spcBef>
              <a:spcAft>
                <a:spcPts val="0"/>
              </a:spcAft>
              <a:buClr>
                <a:schemeClr val="dk1"/>
              </a:buClr>
              <a:buSzPts val="2400"/>
              <a:buFont typeface="Times New Roman"/>
              <a:buChar char="•"/>
              <a:defRPr sz="2400" b="0" i="0" u="none" strike="noStrike" cap="none">
                <a:solidFill>
                  <a:schemeClr val="dk1"/>
                </a:solidFill>
                <a:latin typeface="Times New Roman"/>
                <a:ea typeface="Times New Roman"/>
                <a:cs typeface="Times New Roman"/>
                <a:sym typeface="Times New Roman"/>
              </a:defRPr>
            </a:lvl3pPr>
            <a:lvl4pPr marL="1828800" marR="0" lvl="3"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4pPr>
            <a:lvl5pPr marL="2286000" marR="0" lvl="4" indent="-355600" algn="l" rtl="0">
              <a:spcBef>
                <a:spcPts val="400"/>
              </a:spcBef>
              <a:spcAft>
                <a:spcPts val="0"/>
              </a:spcAft>
              <a:buClr>
                <a:schemeClr val="dk1"/>
              </a:buClr>
              <a:buSzPts val="2000"/>
              <a:buFont typeface="Times New Roman"/>
              <a:buChar char="•"/>
              <a:defRPr sz="2000" b="0" i="0" u="none" strike="noStrike" cap="none">
                <a:solidFill>
                  <a:schemeClr val="dk1"/>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109" name="Google Shape;109;p14"/>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lvl1pPr marR="0" lvl="0" algn="ctr" rtl="0">
              <a:spcBef>
                <a:spcPts val="0"/>
              </a:spcBef>
              <a:spcAft>
                <a:spcPts val="0"/>
              </a:spcAft>
              <a:buSzPts val="1400"/>
              <a:buNone/>
              <a:defRPr sz="1400">
                <a:solidFill>
                  <a:schemeClr val="hlink"/>
                </a:solidFill>
                <a:latin typeface="Times New Roman"/>
                <a:ea typeface="Times New Roman"/>
                <a:cs typeface="Times New Roman"/>
                <a:sym typeface="Times New Roman"/>
              </a:defRPr>
            </a:lvl1pPr>
            <a:lvl2pPr marR="0" lvl="1"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dk1"/>
                </a:solidFill>
                <a:latin typeface="Times New Roman"/>
                <a:ea typeface="Times New Roman"/>
                <a:cs typeface="Times New Roman"/>
                <a:sym typeface="Times New Roman"/>
              </a:defRPr>
            </a:lvl9pPr>
          </a:lstStyle>
          <a:p>
            <a:endParaRPr/>
          </a:p>
        </p:txBody>
      </p:sp>
      <p:sp>
        <p:nvSpPr>
          <p:cNvPr id="110" name="Google Shape;110;p14"/>
          <p:cNvSpPr txBox="1">
            <a:spLocks noGrp="1"/>
          </p:cNvSpPr>
          <p:nvPr>
            <p:ph type="sldNum" idx="12"/>
          </p:nvPr>
        </p:nvSpPr>
        <p:spPr>
          <a:xfrm>
            <a:off x="10668000" y="6418264"/>
            <a:ext cx="1219200" cy="382587"/>
          </a:xfrm>
          <a:prstGeom prst="rect">
            <a:avLst/>
          </a:prstGeom>
          <a:noFill/>
          <a:ln>
            <a:noFill/>
          </a:ln>
        </p:spPr>
        <p:txBody>
          <a:bodyPr spcFirstLastPara="1" wrap="square" lIns="92075" tIns="46025" rIns="92075" bIns="46025" anchor="ctr" anchorCtr="0">
            <a:noAutofit/>
          </a:bodyPr>
          <a:lstStyle>
            <a:lvl1pPr marL="0" marR="0" lvl="0" indent="0" algn="r" rtl="0">
              <a:spcBef>
                <a:spcPts val="0"/>
              </a:spcBef>
              <a:spcAft>
                <a:spcPts val="0"/>
              </a:spcAft>
              <a:buNone/>
              <a:defRPr sz="1400">
                <a:solidFill>
                  <a:srgbClr val="0033CC"/>
                </a:solidFill>
                <a:latin typeface="Times New Roman"/>
                <a:ea typeface="Times New Roman"/>
                <a:cs typeface="Times New Roman"/>
                <a:sym typeface="Times New Roman"/>
              </a:defRPr>
            </a:lvl1pPr>
            <a:lvl2pPr marL="0" marR="0" lvl="1" indent="0" algn="r" rtl="0">
              <a:spcBef>
                <a:spcPts val="0"/>
              </a:spcBef>
              <a:spcAft>
                <a:spcPts val="0"/>
              </a:spcAft>
              <a:buNone/>
              <a:defRPr sz="1400">
                <a:solidFill>
                  <a:srgbClr val="0033CC"/>
                </a:solidFill>
                <a:latin typeface="Times New Roman"/>
                <a:ea typeface="Times New Roman"/>
                <a:cs typeface="Times New Roman"/>
                <a:sym typeface="Times New Roman"/>
              </a:defRPr>
            </a:lvl2pPr>
            <a:lvl3pPr marL="0" marR="0" lvl="2" indent="0" algn="r" rtl="0">
              <a:spcBef>
                <a:spcPts val="0"/>
              </a:spcBef>
              <a:spcAft>
                <a:spcPts val="0"/>
              </a:spcAft>
              <a:buNone/>
              <a:defRPr sz="1400">
                <a:solidFill>
                  <a:srgbClr val="0033CC"/>
                </a:solidFill>
                <a:latin typeface="Times New Roman"/>
                <a:ea typeface="Times New Roman"/>
                <a:cs typeface="Times New Roman"/>
                <a:sym typeface="Times New Roman"/>
              </a:defRPr>
            </a:lvl3pPr>
            <a:lvl4pPr marL="0" marR="0" lvl="3" indent="0" algn="r" rtl="0">
              <a:spcBef>
                <a:spcPts val="0"/>
              </a:spcBef>
              <a:spcAft>
                <a:spcPts val="0"/>
              </a:spcAft>
              <a:buNone/>
              <a:defRPr sz="1400">
                <a:solidFill>
                  <a:srgbClr val="0033CC"/>
                </a:solidFill>
                <a:latin typeface="Times New Roman"/>
                <a:ea typeface="Times New Roman"/>
                <a:cs typeface="Times New Roman"/>
                <a:sym typeface="Times New Roman"/>
              </a:defRPr>
            </a:lvl4pPr>
            <a:lvl5pPr marL="0" marR="0" lvl="4" indent="0" algn="r" rtl="0">
              <a:spcBef>
                <a:spcPts val="0"/>
              </a:spcBef>
              <a:spcAft>
                <a:spcPts val="0"/>
              </a:spcAft>
              <a:buNone/>
              <a:defRPr sz="1400">
                <a:solidFill>
                  <a:srgbClr val="0033CC"/>
                </a:solidFill>
                <a:latin typeface="Times New Roman"/>
                <a:ea typeface="Times New Roman"/>
                <a:cs typeface="Times New Roman"/>
                <a:sym typeface="Times New Roman"/>
              </a:defRPr>
            </a:lvl5pPr>
            <a:lvl6pPr marL="0" marR="0" lvl="5" indent="0" algn="r" rtl="0">
              <a:spcBef>
                <a:spcPts val="0"/>
              </a:spcBef>
              <a:spcAft>
                <a:spcPts val="0"/>
              </a:spcAft>
              <a:buNone/>
              <a:defRPr sz="1400">
                <a:solidFill>
                  <a:srgbClr val="0033CC"/>
                </a:solidFill>
                <a:latin typeface="Times New Roman"/>
                <a:ea typeface="Times New Roman"/>
                <a:cs typeface="Times New Roman"/>
                <a:sym typeface="Times New Roman"/>
              </a:defRPr>
            </a:lvl6pPr>
            <a:lvl7pPr marL="0" marR="0" lvl="6" indent="0" algn="r" rtl="0">
              <a:spcBef>
                <a:spcPts val="0"/>
              </a:spcBef>
              <a:spcAft>
                <a:spcPts val="0"/>
              </a:spcAft>
              <a:buNone/>
              <a:defRPr sz="1400">
                <a:solidFill>
                  <a:srgbClr val="0033CC"/>
                </a:solidFill>
                <a:latin typeface="Times New Roman"/>
                <a:ea typeface="Times New Roman"/>
                <a:cs typeface="Times New Roman"/>
                <a:sym typeface="Times New Roman"/>
              </a:defRPr>
            </a:lvl7pPr>
            <a:lvl8pPr marL="0" marR="0" lvl="7" indent="0" algn="r" rtl="0">
              <a:spcBef>
                <a:spcPts val="0"/>
              </a:spcBef>
              <a:spcAft>
                <a:spcPts val="0"/>
              </a:spcAft>
              <a:buNone/>
              <a:defRPr sz="1400">
                <a:solidFill>
                  <a:srgbClr val="0033CC"/>
                </a:solidFill>
                <a:latin typeface="Times New Roman"/>
                <a:ea typeface="Times New Roman"/>
                <a:cs typeface="Times New Roman"/>
                <a:sym typeface="Times New Roman"/>
              </a:defRPr>
            </a:lvl8pPr>
            <a:lvl9pPr marL="0" marR="0" lvl="8" indent="0" algn="r" rtl="0">
              <a:spcBef>
                <a:spcPts val="0"/>
              </a:spcBef>
              <a:spcAft>
                <a:spcPts val="0"/>
              </a:spcAft>
              <a:buNone/>
              <a:defRPr sz="1400">
                <a:solidFill>
                  <a:srgbClr val="0033CC"/>
                </a:solidFill>
                <a:latin typeface="Times New Roman"/>
                <a:ea typeface="Times New Roman"/>
                <a:cs typeface="Times New Roman"/>
                <a:sym typeface="Times New Roman"/>
              </a:defRPr>
            </a:lvl9pPr>
          </a:lstStyle>
          <a:p>
            <a:pPr marL="0" lvl="0" indent="0" algn="r" rtl="0">
              <a:spcBef>
                <a:spcPts val="0"/>
              </a:spcBef>
              <a:spcAft>
                <a:spcPts val="0"/>
              </a:spcAft>
              <a:buNone/>
            </a:pPr>
            <a:r>
              <a:rPr lang="en-US"/>
              <a:t>Intro </a:t>
            </a:r>
            <a:fld id="{00000000-1234-1234-1234-123412341234}" type="slidenum">
              <a:rPr lang="en-US"/>
              <a:t>‹#›</a:t>
            </a:fld>
            <a:endParaRPr/>
          </a:p>
        </p:txBody>
      </p:sp>
      <p:sp>
        <p:nvSpPr>
          <p:cNvPr id="111" name="Google Shape;111;p14"/>
          <p:cNvSpPr txBox="1"/>
          <p:nvPr/>
        </p:nvSpPr>
        <p:spPr>
          <a:xfrm>
            <a:off x="0" y="6456363"/>
            <a:ext cx="712054"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400">
                <a:solidFill>
                  <a:srgbClr val="0033CC"/>
                </a:solidFill>
                <a:latin typeface="Times New Roman"/>
                <a:ea typeface="Times New Roman"/>
                <a:cs typeface="Times New Roman"/>
                <a:sym typeface="Times New Roman"/>
              </a:rPr>
              <a:t>dc - </a:t>
            </a:r>
            <a:fld id="{00000000-1234-1234-1234-123412341234}" type="slidenum">
              <a:rPr lang="en-US" sz="1400">
                <a:solidFill>
                  <a:srgbClr val="0033CC"/>
                </a:solidFill>
                <a:latin typeface="Times New Roman"/>
                <a:ea typeface="Times New Roman"/>
                <a:cs typeface="Times New Roman"/>
                <a:sym typeface="Times New Roman"/>
              </a:rPr>
              <a:t>‹#›</a:t>
            </a:fld>
            <a:endParaRPr sz="1400">
              <a:solidFill>
                <a:srgbClr val="0033CC"/>
              </a:solidFill>
              <a:latin typeface="Times New Roman"/>
              <a:ea typeface="Times New Roman"/>
              <a:cs typeface="Times New Roman"/>
              <a:sym typeface="Times New Roman"/>
            </a:endParaRPr>
          </a:p>
        </p:txBody>
      </p:sp>
      <p:sp>
        <p:nvSpPr>
          <p:cNvPr id="112" name="Google Shape;112;p14"/>
          <p:cNvSpPr txBox="1"/>
          <p:nvPr/>
        </p:nvSpPr>
        <p:spPr>
          <a:xfrm>
            <a:off x="10325100" y="6400800"/>
            <a:ext cx="184731" cy="30777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400">
              <a:solidFill>
                <a:srgbClr val="0033CC"/>
              </a:solidFill>
              <a:latin typeface="Times New Roman"/>
              <a:ea typeface="Times New Roman"/>
              <a:cs typeface="Times New Roman"/>
              <a:sym typeface="Times New Roman"/>
            </a:endParaRPr>
          </a:p>
        </p:txBody>
      </p:sp>
    </p:spTree>
  </p:cSld>
  <p:clrMap bg1="lt1" tx1="dk1" bg2="dk2" tx2="lt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gradFill>
          <a:gsLst>
            <a:gs pos="0">
              <a:schemeClr val="lt2"/>
            </a:gs>
            <a:gs pos="50000">
              <a:schemeClr val="lt1"/>
            </a:gs>
            <a:gs pos="100000">
              <a:schemeClr val="lt2"/>
            </a:gs>
          </a:gsLst>
          <a:lin ang="2700000" scaled="0"/>
        </a:gradFill>
        <a:effectLst/>
      </p:bgPr>
    </p:bg>
    <p:spTree>
      <p:nvGrpSpPr>
        <p:cNvPr id="1" name="Shape 171"/>
        <p:cNvGrpSpPr/>
        <p:nvPr/>
      </p:nvGrpSpPr>
      <p:grpSpPr>
        <a:xfrm>
          <a:off x="0" y="0"/>
          <a:ext cx="0" cy="0"/>
          <a:chOff x="0" y="0"/>
          <a:chExt cx="0" cy="0"/>
        </a:xfrm>
      </p:grpSpPr>
      <p:sp>
        <p:nvSpPr>
          <p:cNvPr id="172" name="Google Shape;172;p26"/>
          <p:cNvSpPr txBox="1">
            <a:spLocks noGrp="1"/>
          </p:cNvSpPr>
          <p:nvPr>
            <p:ph type="title"/>
          </p:nvPr>
        </p:nvSpPr>
        <p:spPr>
          <a:xfrm>
            <a:off x="1625600" y="0"/>
            <a:ext cx="10363200" cy="11430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4000" b="0" i="1" u="none" strike="noStrike" cap="none">
                <a:solidFill>
                  <a:schemeClr val="hlink"/>
                </a:solidFill>
                <a:latin typeface="Georgia"/>
                <a:ea typeface="Georgia"/>
                <a:cs typeface="Georgia"/>
                <a:sym typeface="Georgia"/>
              </a:defRPr>
            </a:lvl1pPr>
            <a:lvl2pPr marR="0" lvl="1" algn="l" rtl="0">
              <a:spcBef>
                <a:spcPts val="0"/>
              </a:spcBef>
              <a:spcAft>
                <a:spcPts val="0"/>
              </a:spcAft>
              <a:buSzPts val="1400"/>
              <a:buNone/>
              <a:defRPr sz="4000" b="0" i="1" u="none" strike="noStrike" cap="none">
                <a:solidFill>
                  <a:schemeClr val="hlink"/>
                </a:solidFill>
                <a:latin typeface="Georgia"/>
                <a:ea typeface="Georgia"/>
                <a:cs typeface="Georgia"/>
                <a:sym typeface="Georgia"/>
              </a:defRPr>
            </a:lvl2pPr>
            <a:lvl3pPr marR="0" lvl="2" algn="l" rtl="0">
              <a:spcBef>
                <a:spcPts val="0"/>
              </a:spcBef>
              <a:spcAft>
                <a:spcPts val="0"/>
              </a:spcAft>
              <a:buSzPts val="1400"/>
              <a:buNone/>
              <a:defRPr sz="4000" b="0" i="1" u="none" strike="noStrike" cap="none">
                <a:solidFill>
                  <a:schemeClr val="hlink"/>
                </a:solidFill>
                <a:latin typeface="Georgia"/>
                <a:ea typeface="Georgia"/>
                <a:cs typeface="Georgia"/>
                <a:sym typeface="Georgia"/>
              </a:defRPr>
            </a:lvl3pPr>
            <a:lvl4pPr marR="0" lvl="3" algn="l" rtl="0">
              <a:spcBef>
                <a:spcPts val="0"/>
              </a:spcBef>
              <a:spcAft>
                <a:spcPts val="0"/>
              </a:spcAft>
              <a:buSzPts val="1400"/>
              <a:buNone/>
              <a:defRPr sz="4000" b="0" i="1" u="none" strike="noStrike" cap="none">
                <a:solidFill>
                  <a:schemeClr val="hlink"/>
                </a:solidFill>
                <a:latin typeface="Georgia"/>
                <a:ea typeface="Georgia"/>
                <a:cs typeface="Georgia"/>
                <a:sym typeface="Georgia"/>
              </a:defRPr>
            </a:lvl4pPr>
            <a:lvl5pPr marR="0" lvl="4" algn="l" rtl="0">
              <a:spcBef>
                <a:spcPts val="0"/>
              </a:spcBef>
              <a:spcAft>
                <a:spcPts val="0"/>
              </a:spcAft>
              <a:buSzPts val="1400"/>
              <a:buNone/>
              <a:defRPr sz="4000" b="0" i="1" u="none" strike="noStrike" cap="none">
                <a:solidFill>
                  <a:schemeClr val="hlink"/>
                </a:solidFill>
                <a:latin typeface="Georgia"/>
                <a:ea typeface="Georgia"/>
                <a:cs typeface="Georgia"/>
                <a:sym typeface="Georgia"/>
              </a:defRPr>
            </a:lvl5pPr>
            <a:lvl6pPr marR="0" lvl="5" algn="l" rtl="0">
              <a:spcBef>
                <a:spcPts val="0"/>
              </a:spcBef>
              <a:spcAft>
                <a:spcPts val="0"/>
              </a:spcAft>
              <a:buSzPts val="1400"/>
              <a:buNone/>
              <a:defRPr sz="4000" b="0" i="1" u="none" strike="noStrike" cap="none">
                <a:solidFill>
                  <a:schemeClr val="hlink"/>
                </a:solidFill>
                <a:latin typeface="Georgia"/>
                <a:ea typeface="Georgia"/>
                <a:cs typeface="Georgia"/>
                <a:sym typeface="Georgia"/>
              </a:defRPr>
            </a:lvl6pPr>
            <a:lvl7pPr marR="0" lvl="6" algn="l" rtl="0">
              <a:spcBef>
                <a:spcPts val="0"/>
              </a:spcBef>
              <a:spcAft>
                <a:spcPts val="0"/>
              </a:spcAft>
              <a:buSzPts val="1400"/>
              <a:buNone/>
              <a:defRPr sz="4000" b="0" i="1" u="none" strike="noStrike" cap="none">
                <a:solidFill>
                  <a:schemeClr val="hlink"/>
                </a:solidFill>
                <a:latin typeface="Georgia"/>
                <a:ea typeface="Georgia"/>
                <a:cs typeface="Georgia"/>
                <a:sym typeface="Georgia"/>
              </a:defRPr>
            </a:lvl7pPr>
            <a:lvl8pPr marR="0" lvl="7" algn="l" rtl="0">
              <a:spcBef>
                <a:spcPts val="0"/>
              </a:spcBef>
              <a:spcAft>
                <a:spcPts val="0"/>
              </a:spcAft>
              <a:buSzPts val="1400"/>
              <a:buNone/>
              <a:defRPr sz="4000" b="0" i="1" u="none" strike="noStrike" cap="none">
                <a:solidFill>
                  <a:schemeClr val="hlink"/>
                </a:solidFill>
                <a:latin typeface="Georgia"/>
                <a:ea typeface="Georgia"/>
                <a:cs typeface="Georgia"/>
                <a:sym typeface="Georgia"/>
              </a:defRPr>
            </a:lvl8pPr>
            <a:lvl9pPr marR="0" lvl="8" algn="l" rtl="0">
              <a:spcBef>
                <a:spcPts val="0"/>
              </a:spcBef>
              <a:spcAft>
                <a:spcPts val="0"/>
              </a:spcAft>
              <a:buSzPts val="1400"/>
              <a:buNone/>
              <a:defRPr sz="4000" b="0" i="1" u="none" strike="noStrike" cap="none">
                <a:solidFill>
                  <a:schemeClr val="hlink"/>
                </a:solidFill>
                <a:latin typeface="Georgia"/>
                <a:ea typeface="Georgia"/>
                <a:cs typeface="Georgia"/>
                <a:sym typeface="Georgia"/>
              </a:defRPr>
            </a:lvl9pPr>
          </a:lstStyle>
          <a:p>
            <a:endParaRPr/>
          </a:p>
        </p:txBody>
      </p:sp>
      <p:sp>
        <p:nvSpPr>
          <p:cNvPr id="173" name="Google Shape;173;p26"/>
          <p:cNvSpPr txBox="1">
            <a:spLocks noGrp="1"/>
          </p:cNvSpPr>
          <p:nvPr>
            <p:ph type="body" idx="1"/>
          </p:nvPr>
        </p:nvSpPr>
        <p:spPr>
          <a:xfrm>
            <a:off x="914400" y="1371600"/>
            <a:ext cx="10363200" cy="4891088"/>
          </a:xfrm>
          <a:prstGeom prst="rect">
            <a:avLst/>
          </a:prstGeom>
          <a:noFill/>
          <a:ln>
            <a:noFill/>
          </a:ln>
        </p:spPr>
        <p:txBody>
          <a:bodyPr spcFirstLastPara="1" wrap="square" lIns="91425" tIns="45700" rIns="91425" bIns="45700" anchor="t" anchorCtr="0">
            <a:noAutofit/>
          </a:bodyPr>
          <a:lstStyle>
            <a:lvl1pPr marL="457200" marR="0" lvl="0" indent="-406400" algn="l" rtl="0">
              <a:spcBef>
                <a:spcPts val="560"/>
              </a:spcBef>
              <a:spcAft>
                <a:spcPts val="0"/>
              </a:spcAft>
              <a:buClr>
                <a:schemeClr val="dk1"/>
              </a:buClr>
              <a:buSzPts val="2800"/>
              <a:buFont typeface="Georgia"/>
              <a:buChar char="•"/>
              <a:defRPr sz="2800" b="0" i="0" u="none" strike="noStrike" cap="none">
                <a:solidFill>
                  <a:schemeClr val="dk1"/>
                </a:solidFill>
                <a:latin typeface="Georgia"/>
                <a:ea typeface="Georgia"/>
                <a:cs typeface="Georgia"/>
                <a:sym typeface="Georgia"/>
              </a:defRPr>
            </a:lvl1pPr>
            <a:lvl2pPr marL="914400" marR="0" lvl="1" indent="-342900" algn="l" rtl="0">
              <a:spcBef>
                <a:spcPts val="480"/>
              </a:spcBef>
              <a:spcAft>
                <a:spcPts val="0"/>
              </a:spcAft>
              <a:buClr>
                <a:schemeClr val="dk1"/>
              </a:buClr>
              <a:buSzPts val="1800"/>
              <a:buFont typeface="Georgia"/>
              <a:buChar char="•"/>
              <a:defRPr sz="2400" b="0" i="0" u="none" strike="noStrike" cap="none">
                <a:solidFill>
                  <a:schemeClr val="dk1"/>
                </a:solidFill>
                <a:latin typeface="Georgia"/>
                <a:ea typeface="Georgia"/>
                <a:cs typeface="Georgia"/>
                <a:sym typeface="Georgia"/>
              </a:defRPr>
            </a:lvl2pPr>
            <a:lvl3pPr marL="1371600" marR="0" lvl="2" indent="-355600" algn="l" rtl="0">
              <a:spcBef>
                <a:spcPts val="400"/>
              </a:spcBef>
              <a:spcAft>
                <a:spcPts val="0"/>
              </a:spcAft>
              <a:buClr>
                <a:schemeClr val="dk1"/>
              </a:buClr>
              <a:buSzPts val="2000"/>
              <a:buFont typeface="Georgia"/>
              <a:buChar char="•"/>
              <a:defRPr sz="2000" b="0" i="0" u="none" strike="noStrike" cap="none">
                <a:solidFill>
                  <a:schemeClr val="dk1"/>
                </a:solidFill>
                <a:latin typeface="Georgia"/>
                <a:ea typeface="Georgia"/>
                <a:cs typeface="Georgia"/>
                <a:sym typeface="Georgia"/>
              </a:defRPr>
            </a:lvl3pPr>
            <a:lvl4pPr marL="1828800" marR="0" lvl="3" indent="-342900" algn="l" rtl="0">
              <a:spcBef>
                <a:spcPts val="360"/>
              </a:spcBef>
              <a:spcAft>
                <a:spcPts val="0"/>
              </a:spcAft>
              <a:buClr>
                <a:schemeClr val="dk1"/>
              </a:buClr>
              <a:buSzPts val="1800"/>
              <a:buFont typeface="Georgia"/>
              <a:buChar char="–"/>
              <a:defRPr sz="1800" b="0" i="0" u="none" strike="noStrike" cap="none">
                <a:solidFill>
                  <a:schemeClr val="dk1"/>
                </a:solidFill>
                <a:latin typeface="Georgia"/>
                <a:ea typeface="Georgia"/>
                <a:cs typeface="Georgia"/>
                <a:sym typeface="Georgia"/>
              </a:defRPr>
            </a:lvl4pPr>
            <a:lvl5pPr marL="2286000" marR="0" lvl="4" indent="-342900" algn="l" rtl="0">
              <a:spcBef>
                <a:spcPts val="360"/>
              </a:spcBef>
              <a:spcAft>
                <a:spcPts val="0"/>
              </a:spcAft>
              <a:buClr>
                <a:schemeClr val="dk2"/>
              </a:buClr>
              <a:buSzPts val="1800"/>
              <a:buFont typeface="Georgia"/>
              <a:buChar char="–"/>
              <a:defRPr sz="1800" b="0" i="0" u="none" strike="noStrike" cap="none">
                <a:solidFill>
                  <a:schemeClr val="dk1"/>
                </a:solidFill>
                <a:latin typeface="Georgia"/>
                <a:ea typeface="Georgia"/>
                <a:cs typeface="Georgia"/>
                <a:sym typeface="Georgia"/>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Georgia"/>
                <a:ea typeface="Georgia"/>
                <a:cs typeface="Georgia"/>
                <a:sym typeface="Georgia"/>
              </a:defRPr>
            </a:lvl9pPr>
          </a:lstStyle>
          <a:p>
            <a:endParaRPr/>
          </a:p>
        </p:txBody>
      </p:sp>
      <p:sp>
        <p:nvSpPr>
          <p:cNvPr id="174" name="Google Shape;174;p26"/>
          <p:cNvSpPr txBox="1">
            <a:spLocks noGrp="1"/>
          </p:cNvSpPr>
          <p:nvPr>
            <p:ph type="dt" idx="10"/>
          </p:nvPr>
        </p:nvSpPr>
        <p:spPr>
          <a:xfrm>
            <a:off x="914400" y="6324600"/>
            <a:ext cx="25400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400">
                <a:solidFill>
                  <a:schemeClr val="dk1"/>
                </a:solidFill>
                <a:latin typeface="Georgia"/>
                <a:ea typeface="Georgia"/>
                <a:cs typeface="Georgia"/>
                <a:sym typeface="Georgia"/>
              </a:defRPr>
            </a:lvl1pPr>
            <a:lvl2pPr marR="0" lvl="1"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2pPr>
            <a:lvl3pPr marR="0" lvl="2"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3pPr>
            <a:lvl4pPr marR="0" lvl="3"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4pPr>
            <a:lvl5pPr marR="0" lvl="4"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5pPr>
            <a:lvl6pPr marR="0" lvl="5"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6pPr>
            <a:lvl7pPr marR="0" lvl="6"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7pPr>
            <a:lvl8pPr marR="0" lvl="7"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8pPr>
            <a:lvl9pPr marR="0" lvl="8"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9pPr>
          </a:lstStyle>
          <a:p>
            <a:endParaRPr/>
          </a:p>
        </p:txBody>
      </p:sp>
      <p:sp>
        <p:nvSpPr>
          <p:cNvPr id="175" name="Google Shape;175;p26"/>
          <p:cNvSpPr txBox="1">
            <a:spLocks noGrp="1"/>
          </p:cNvSpPr>
          <p:nvPr>
            <p:ph type="ftr" idx="11"/>
          </p:nvPr>
        </p:nvSpPr>
        <p:spPr>
          <a:xfrm>
            <a:off x="4165600" y="6324600"/>
            <a:ext cx="3860800" cy="457200"/>
          </a:xfrm>
          <a:prstGeom prst="rect">
            <a:avLst/>
          </a:prstGeom>
          <a:noFill/>
          <a:ln>
            <a:noFill/>
          </a:ln>
        </p:spPr>
        <p:txBody>
          <a:bodyPr spcFirstLastPara="1" wrap="square" lIns="91425" tIns="45700" rIns="91425" bIns="45700" anchor="b" anchorCtr="0">
            <a:noAutofit/>
          </a:bodyPr>
          <a:lstStyle>
            <a:lvl1pPr marR="0" lvl="0" algn="ctr" rtl="0">
              <a:spcBef>
                <a:spcPts val="0"/>
              </a:spcBef>
              <a:spcAft>
                <a:spcPts val="0"/>
              </a:spcAft>
              <a:buSzPts val="1400"/>
              <a:buNone/>
              <a:defRPr sz="1400">
                <a:solidFill>
                  <a:schemeClr val="dk1"/>
                </a:solidFill>
                <a:latin typeface="Georgia"/>
                <a:ea typeface="Georgia"/>
                <a:cs typeface="Georgia"/>
                <a:sym typeface="Georgia"/>
              </a:defRPr>
            </a:lvl1pPr>
            <a:lvl2pPr marR="0" lvl="1"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2pPr>
            <a:lvl3pPr marR="0" lvl="2"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3pPr>
            <a:lvl4pPr marR="0" lvl="3"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4pPr>
            <a:lvl5pPr marR="0" lvl="4"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5pPr>
            <a:lvl6pPr marR="0" lvl="5"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6pPr>
            <a:lvl7pPr marR="0" lvl="6"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7pPr>
            <a:lvl8pPr marR="0" lvl="7"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8pPr>
            <a:lvl9pPr marR="0" lvl="8" algn="l" rtl="0">
              <a:spcBef>
                <a:spcPts val="0"/>
              </a:spcBef>
              <a:spcAft>
                <a:spcPts val="0"/>
              </a:spcAft>
              <a:buSzPts val="1400"/>
              <a:buNone/>
              <a:defRPr sz="1800" b="0" i="0" u="none" strike="noStrike" cap="none">
                <a:solidFill>
                  <a:schemeClr val="dk1"/>
                </a:solidFill>
                <a:latin typeface="Georgia"/>
                <a:ea typeface="Georgia"/>
                <a:cs typeface="Georgia"/>
                <a:sym typeface="Georgia"/>
              </a:defRPr>
            </a:lvl9pPr>
          </a:lstStyle>
          <a:p>
            <a:endParaRPr/>
          </a:p>
        </p:txBody>
      </p:sp>
      <p:sp>
        <p:nvSpPr>
          <p:cNvPr id="176" name="Google Shape;176;p26"/>
          <p:cNvSpPr txBox="1">
            <a:spLocks noGrp="1"/>
          </p:cNvSpPr>
          <p:nvPr>
            <p:ph type="sldNum" idx="12"/>
          </p:nvPr>
        </p:nvSpPr>
        <p:spPr>
          <a:xfrm>
            <a:off x="8737600" y="6324600"/>
            <a:ext cx="2540000" cy="457200"/>
          </a:xfrm>
          <a:prstGeom prst="rect">
            <a:avLst/>
          </a:prstGeom>
          <a:noFill/>
          <a:ln>
            <a:noFill/>
          </a:ln>
        </p:spPr>
        <p:txBody>
          <a:bodyPr spcFirstLastPara="1" wrap="square" lIns="91425" tIns="45700" rIns="91425" bIns="45700" anchor="b" anchorCtr="0">
            <a:noAutofit/>
          </a:bodyPr>
          <a:lstStyle>
            <a:lvl1pPr marL="0" marR="0" lvl="0" indent="0" algn="r" rtl="0">
              <a:spcBef>
                <a:spcPts val="0"/>
              </a:spcBef>
              <a:spcAft>
                <a:spcPts val="0"/>
              </a:spcAft>
              <a:buNone/>
              <a:defRPr sz="1400">
                <a:solidFill>
                  <a:srgbClr val="000000"/>
                </a:solidFill>
                <a:latin typeface="Times New Roman"/>
                <a:ea typeface="Times New Roman"/>
                <a:cs typeface="Times New Roman"/>
                <a:sym typeface="Times New Roman"/>
              </a:defRPr>
            </a:lvl1pPr>
            <a:lvl2pPr marL="0" marR="0" lvl="1" indent="0" algn="r" rtl="0">
              <a:spcBef>
                <a:spcPts val="0"/>
              </a:spcBef>
              <a:spcAft>
                <a:spcPts val="0"/>
              </a:spcAft>
              <a:buNone/>
              <a:defRPr sz="1400">
                <a:solidFill>
                  <a:srgbClr val="000000"/>
                </a:solidFill>
                <a:latin typeface="Times New Roman"/>
                <a:ea typeface="Times New Roman"/>
                <a:cs typeface="Times New Roman"/>
                <a:sym typeface="Times New Roman"/>
              </a:defRPr>
            </a:lvl2pPr>
            <a:lvl3pPr marL="0" marR="0" lvl="2" indent="0" algn="r" rtl="0">
              <a:spcBef>
                <a:spcPts val="0"/>
              </a:spcBef>
              <a:spcAft>
                <a:spcPts val="0"/>
              </a:spcAft>
              <a:buNone/>
              <a:defRPr sz="1400">
                <a:solidFill>
                  <a:srgbClr val="000000"/>
                </a:solidFill>
                <a:latin typeface="Times New Roman"/>
                <a:ea typeface="Times New Roman"/>
                <a:cs typeface="Times New Roman"/>
                <a:sym typeface="Times New Roman"/>
              </a:defRPr>
            </a:lvl3pPr>
            <a:lvl4pPr marL="0" marR="0" lvl="3" indent="0" algn="r" rtl="0">
              <a:spcBef>
                <a:spcPts val="0"/>
              </a:spcBef>
              <a:spcAft>
                <a:spcPts val="0"/>
              </a:spcAft>
              <a:buNone/>
              <a:defRPr sz="1400">
                <a:solidFill>
                  <a:srgbClr val="000000"/>
                </a:solidFill>
                <a:latin typeface="Times New Roman"/>
                <a:ea typeface="Times New Roman"/>
                <a:cs typeface="Times New Roman"/>
                <a:sym typeface="Times New Roman"/>
              </a:defRPr>
            </a:lvl4pPr>
            <a:lvl5pPr marL="0" marR="0" lvl="4" indent="0" algn="r" rtl="0">
              <a:spcBef>
                <a:spcPts val="0"/>
              </a:spcBef>
              <a:spcAft>
                <a:spcPts val="0"/>
              </a:spcAft>
              <a:buNone/>
              <a:defRPr sz="1400">
                <a:solidFill>
                  <a:srgbClr val="000000"/>
                </a:solidFill>
                <a:latin typeface="Times New Roman"/>
                <a:ea typeface="Times New Roman"/>
                <a:cs typeface="Times New Roman"/>
                <a:sym typeface="Times New Roman"/>
              </a:defRPr>
            </a:lvl5pPr>
            <a:lvl6pPr marL="0" marR="0" lvl="5" indent="0" algn="r" rtl="0">
              <a:spcBef>
                <a:spcPts val="0"/>
              </a:spcBef>
              <a:spcAft>
                <a:spcPts val="0"/>
              </a:spcAft>
              <a:buNone/>
              <a:defRPr sz="1400">
                <a:solidFill>
                  <a:srgbClr val="000000"/>
                </a:solidFill>
                <a:latin typeface="Times New Roman"/>
                <a:ea typeface="Times New Roman"/>
                <a:cs typeface="Times New Roman"/>
                <a:sym typeface="Times New Roman"/>
              </a:defRPr>
            </a:lvl6pPr>
            <a:lvl7pPr marL="0" marR="0" lvl="6" indent="0" algn="r" rtl="0">
              <a:spcBef>
                <a:spcPts val="0"/>
              </a:spcBef>
              <a:spcAft>
                <a:spcPts val="0"/>
              </a:spcAft>
              <a:buNone/>
              <a:defRPr sz="1400">
                <a:solidFill>
                  <a:srgbClr val="000000"/>
                </a:solidFill>
                <a:latin typeface="Times New Roman"/>
                <a:ea typeface="Times New Roman"/>
                <a:cs typeface="Times New Roman"/>
                <a:sym typeface="Times New Roman"/>
              </a:defRPr>
            </a:lvl7pPr>
            <a:lvl8pPr marL="0" marR="0" lvl="7" indent="0" algn="r" rtl="0">
              <a:spcBef>
                <a:spcPts val="0"/>
              </a:spcBef>
              <a:spcAft>
                <a:spcPts val="0"/>
              </a:spcAft>
              <a:buNone/>
              <a:defRPr sz="1400">
                <a:solidFill>
                  <a:srgbClr val="000000"/>
                </a:solidFill>
                <a:latin typeface="Times New Roman"/>
                <a:ea typeface="Times New Roman"/>
                <a:cs typeface="Times New Roman"/>
                <a:sym typeface="Times New Roman"/>
              </a:defRPr>
            </a:lvl8pPr>
            <a:lvl9pPr marL="0" marR="0" lvl="8" indent="0" algn="r" rtl="0">
              <a:spcBef>
                <a:spcPts val="0"/>
              </a:spcBef>
              <a:spcAft>
                <a:spcPts val="0"/>
              </a:spcAft>
              <a:buNone/>
              <a:defRPr sz="1400">
                <a:solidFill>
                  <a:srgbClr val="000000"/>
                </a:solidFill>
                <a:latin typeface="Times New Roman"/>
                <a:ea typeface="Times New Roman"/>
                <a:cs typeface="Times New Roman"/>
                <a:sym typeface="Times New Roman"/>
              </a:defRPr>
            </a:lvl9pPr>
          </a:lstStyle>
          <a:p>
            <a:pPr marL="0" lvl="0" indent="0" algn="r" rtl="0">
              <a:spcBef>
                <a:spcPts val="0"/>
              </a:spcBef>
              <a:spcAft>
                <a:spcPts val="0"/>
              </a:spcAft>
              <a:buNone/>
            </a:pPr>
            <a:fld id="{00000000-1234-1234-1234-123412341234}" type="slidenum">
              <a:rPr lang="en-US"/>
              <a:t>‹#›</a:t>
            </a:fld>
            <a:endParaRPr/>
          </a:p>
        </p:txBody>
      </p:sp>
      <p:pic>
        <p:nvPicPr>
          <p:cNvPr id="177" name="Google Shape;177;p26" descr="D:\aka\frontstar-unt.gif"/>
          <p:cNvPicPr preferRelativeResize="0"/>
          <p:nvPr/>
        </p:nvPicPr>
        <p:blipFill rotWithShape="1">
          <a:blip r:embed="rId14">
            <a:alphaModFix/>
          </a:blip>
          <a:srcRect/>
          <a:stretch/>
        </p:blipFill>
        <p:spPr>
          <a:xfrm>
            <a:off x="203201" y="76201"/>
            <a:ext cx="1310217" cy="925513"/>
          </a:xfrm>
          <a:prstGeom prst="rect">
            <a:avLst/>
          </a:prstGeom>
          <a:noFill/>
          <a:ln>
            <a:noFill/>
          </a:ln>
        </p:spPr>
      </p:pic>
      <p:cxnSp>
        <p:nvCxnSpPr>
          <p:cNvPr id="178" name="Google Shape;178;p26"/>
          <p:cNvCxnSpPr/>
          <p:nvPr/>
        </p:nvCxnSpPr>
        <p:spPr>
          <a:xfrm>
            <a:off x="406400" y="1219200"/>
            <a:ext cx="11074400" cy="0"/>
          </a:xfrm>
          <a:prstGeom prst="straightConnector1">
            <a:avLst/>
          </a:prstGeom>
          <a:noFill/>
          <a:ln w="50800" cap="flat" cmpd="sng">
            <a:solidFill>
              <a:srgbClr val="008000"/>
            </a:solidFill>
            <a:prstDash val="solid"/>
            <a:round/>
            <a:headEnd type="none" w="med" len="med"/>
            <a:tailEnd type="none" w="med" len="med"/>
          </a:ln>
        </p:spPr>
      </p:cxnSp>
    </p:spTree>
  </p:cSld>
  <p:clrMap bg1="lt1" tx1="dk1" bg2="dk2" tx2="lt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dk2"/>
        </a:solidFill>
        <a:effectLst/>
      </p:bgPr>
    </p:bg>
    <p:spTree>
      <p:nvGrpSpPr>
        <p:cNvPr id="1" name="Shape 258"/>
        <p:cNvGrpSpPr/>
        <p:nvPr/>
      </p:nvGrpSpPr>
      <p:grpSpPr>
        <a:xfrm>
          <a:off x="0" y="0"/>
          <a:ext cx="0" cy="0"/>
          <a:chOff x="0" y="0"/>
          <a:chExt cx="0" cy="0"/>
        </a:xfrm>
      </p:grpSpPr>
      <p:grpSp>
        <p:nvGrpSpPr>
          <p:cNvPr id="259" name="Google Shape;259;p39"/>
          <p:cNvGrpSpPr/>
          <p:nvPr/>
        </p:nvGrpSpPr>
        <p:grpSpPr>
          <a:xfrm>
            <a:off x="11106151" y="733426"/>
            <a:ext cx="960967" cy="531813"/>
            <a:chOff x="5247" y="462"/>
            <a:chExt cx="454" cy="335"/>
          </a:xfrm>
        </p:grpSpPr>
        <p:sp>
          <p:nvSpPr>
            <p:cNvPr id="260" name="Google Shape;260;p39"/>
            <p:cNvSpPr/>
            <p:nvPr/>
          </p:nvSpPr>
          <p:spPr>
            <a:xfrm rot="10800000" flipH="1">
              <a:off x="5564" y="462"/>
              <a:ext cx="137" cy="335"/>
            </a:xfrm>
            <a:prstGeom prst="parallelogram">
              <a:avLst>
                <a:gd name="adj" fmla="val 52954"/>
              </a:avLst>
            </a:prstGeom>
            <a:gradFill>
              <a:gsLst>
                <a:gs pos="0">
                  <a:schemeClr val="accent2"/>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sp>
          <p:nvSpPr>
            <p:cNvPr id="261" name="Google Shape;261;p39"/>
            <p:cNvSpPr/>
            <p:nvPr/>
          </p:nvSpPr>
          <p:spPr>
            <a:xfrm rot="10800000" flipH="1">
              <a:off x="5407" y="462"/>
              <a:ext cx="138" cy="335"/>
            </a:xfrm>
            <a:prstGeom prst="parallelogram">
              <a:avLst>
                <a:gd name="adj" fmla="val 52954"/>
              </a:avLst>
            </a:prstGeom>
            <a:gradFill>
              <a:gsLst>
                <a:gs pos="0">
                  <a:schemeClr val="accent2"/>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sp>
          <p:nvSpPr>
            <p:cNvPr id="262" name="Google Shape;262;p39"/>
            <p:cNvSpPr/>
            <p:nvPr/>
          </p:nvSpPr>
          <p:spPr>
            <a:xfrm rot="10800000" flipH="1">
              <a:off x="5247" y="462"/>
              <a:ext cx="138" cy="335"/>
            </a:xfrm>
            <a:prstGeom prst="parallelogram">
              <a:avLst>
                <a:gd name="adj" fmla="val 52954"/>
              </a:avLst>
            </a:prstGeom>
            <a:gradFill>
              <a:gsLst>
                <a:gs pos="0">
                  <a:schemeClr val="accent2"/>
                </a:gs>
                <a:gs pos="100000">
                  <a:schemeClr val="accent1"/>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grpSp>
      <p:grpSp>
        <p:nvGrpSpPr>
          <p:cNvPr id="263" name="Google Shape;263;p39"/>
          <p:cNvGrpSpPr/>
          <p:nvPr/>
        </p:nvGrpSpPr>
        <p:grpSpPr>
          <a:xfrm>
            <a:off x="103717" y="6040439"/>
            <a:ext cx="710141" cy="726281"/>
            <a:chOff x="49" y="3805"/>
            <a:chExt cx="336" cy="457"/>
          </a:xfrm>
        </p:grpSpPr>
        <p:sp>
          <p:nvSpPr>
            <p:cNvPr id="264" name="Google Shape;264;p39"/>
            <p:cNvSpPr/>
            <p:nvPr/>
          </p:nvSpPr>
          <p:spPr>
            <a:xfrm rot="5400000" flipH="1">
              <a:off x="148" y="3706"/>
              <a:ext cx="137" cy="335"/>
            </a:xfrm>
            <a:prstGeom prst="parallelogram">
              <a:avLst>
                <a:gd name="adj" fmla="val 52954"/>
              </a:avLst>
            </a:prstGeom>
            <a:gradFill>
              <a:gsLst>
                <a:gs pos="0">
                  <a:schemeClr val="accent1"/>
                </a:gs>
                <a:gs pos="100000">
                  <a:schemeClr val="accent2"/>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sp>
          <p:nvSpPr>
            <p:cNvPr id="265" name="Google Shape;265;p39"/>
            <p:cNvSpPr/>
            <p:nvPr/>
          </p:nvSpPr>
          <p:spPr>
            <a:xfrm rot="5400000" flipH="1">
              <a:off x="148" y="3869"/>
              <a:ext cx="138" cy="335"/>
            </a:xfrm>
            <a:prstGeom prst="parallelogram">
              <a:avLst>
                <a:gd name="adj" fmla="val 52954"/>
              </a:avLst>
            </a:prstGeom>
            <a:gradFill>
              <a:gsLst>
                <a:gs pos="0">
                  <a:schemeClr val="accent1"/>
                </a:gs>
                <a:gs pos="100000">
                  <a:schemeClr val="accent2"/>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sp>
          <p:nvSpPr>
            <p:cNvPr id="266" name="Google Shape;266;p39"/>
            <p:cNvSpPr/>
            <p:nvPr/>
          </p:nvSpPr>
          <p:spPr>
            <a:xfrm rot="5400000" flipH="1">
              <a:off x="148" y="4026"/>
              <a:ext cx="138" cy="335"/>
            </a:xfrm>
            <a:prstGeom prst="parallelogram">
              <a:avLst>
                <a:gd name="adj" fmla="val 52954"/>
              </a:avLst>
            </a:prstGeom>
            <a:gradFill>
              <a:gsLst>
                <a:gs pos="0">
                  <a:schemeClr val="accent1"/>
                </a:gs>
                <a:gs pos="100000">
                  <a:schemeClr val="accent2"/>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grpSp>
      <p:sp>
        <p:nvSpPr>
          <p:cNvPr id="267" name="Google Shape;267;p39"/>
          <p:cNvSpPr txBox="1">
            <a:spLocks noGrp="1"/>
          </p:cNvSpPr>
          <p:nvPr>
            <p:ph type="body" idx="1"/>
          </p:nvPr>
        </p:nvSpPr>
        <p:spPr>
          <a:xfrm>
            <a:off x="812800" y="1266825"/>
            <a:ext cx="11074400" cy="4905375"/>
          </a:xfrm>
          <a:prstGeom prst="rect">
            <a:avLst/>
          </a:prstGeom>
          <a:noFill/>
          <a:ln>
            <a:noFill/>
          </a:ln>
        </p:spPr>
        <p:txBody>
          <a:bodyPr spcFirstLastPara="1" wrap="square" lIns="91425" tIns="45700" rIns="91425" bIns="45700" anchor="t" anchorCtr="0">
            <a:noAutofit/>
          </a:bodyPr>
          <a:lstStyle>
            <a:lvl1pPr marL="457200" marR="0" lvl="0" indent="-342900" algn="l" rtl="0">
              <a:spcBef>
                <a:spcPts val="480"/>
              </a:spcBef>
              <a:spcAft>
                <a:spcPts val="0"/>
              </a:spcAft>
              <a:buClr>
                <a:srgbClr val="A50021"/>
              </a:buClr>
              <a:buSzPts val="1800"/>
              <a:buFont typeface="Arial"/>
              <a:buChar char="●"/>
              <a:defRPr sz="2400" b="1" i="0" u="none" strike="noStrike" cap="none">
                <a:solidFill>
                  <a:srgbClr val="FFFF99"/>
                </a:solidFill>
                <a:latin typeface="Times New Roman"/>
                <a:ea typeface="Times New Roman"/>
                <a:cs typeface="Times New Roman"/>
                <a:sym typeface="Times New Roman"/>
              </a:defRPr>
            </a:lvl1pPr>
            <a:lvl2pPr marL="914400" marR="0" lvl="1" indent="-355600" algn="l" rtl="0">
              <a:spcBef>
                <a:spcPts val="400"/>
              </a:spcBef>
              <a:spcAft>
                <a:spcPts val="0"/>
              </a:spcAft>
              <a:buClr>
                <a:srgbClr val="A50021"/>
              </a:buClr>
              <a:buSzPts val="2000"/>
              <a:buFont typeface="Times New Roman"/>
              <a:buChar char="•"/>
              <a:defRPr sz="2000" b="1" i="0" u="none" strike="noStrike" cap="none">
                <a:solidFill>
                  <a:srgbClr val="FFFF99"/>
                </a:solidFill>
                <a:latin typeface="Times New Roman"/>
                <a:ea typeface="Times New Roman"/>
                <a:cs typeface="Times New Roman"/>
                <a:sym typeface="Times New Roman"/>
              </a:defRPr>
            </a:lvl2pPr>
            <a:lvl3pPr marL="1371600" marR="0" lvl="2" indent="-342900" algn="l" rtl="0">
              <a:spcBef>
                <a:spcPts val="360"/>
              </a:spcBef>
              <a:spcAft>
                <a:spcPts val="0"/>
              </a:spcAft>
              <a:buClr>
                <a:srgbClr val="A50021"/>
              </a:buClr>
              <a:buSzPts val="1800"/>
              <a:buFont typeface="Times New Roman"/>
              <a:buChar char="–"/>
              <a:defRPr sz="1800" b="1" i="0" u="none" strike="noStrike" cap="none">
                <a:solidFill>
                  <a:srgbClr val="FFFF99"/>
                </a:solidFill>
                <a:latin typeface="Times New Roman"/>
                <a:ea typeface="Times New Roman"/>
                <a:cs typeface="Times New Roman"/>
                <a:sym typeface="Times New Roman"/>
              </a:defRPr>
            </a:lvl3pPr>
            <a:lvl4pPr marL="1828800" marR="0" lvl="3" indent="-342900" algn="l" rtl="0">
              <a:spcBef>
                <a:spcPts val="360"/>
              </a:spcBef>
              <a:spcAft>
                <a:spcPts val="0"/>
              </a:spcAft>
              <a:buClr>
                <a:srgbClr val="A50021"/>
              </a:buClr>
              <a:buSzPts val="1800"/>
              <a:buFont typeface="Times New Roman"/>
              <a:buChar char="–"/>
              <a:defRPr sz="1800" b="1" i="0" u="none" strike="noStrike" cap="none">
                <a:solidFill>
                  <a:srgbClr val="FFFF99"/>
                </a:solidFill>
                <a:latin typeface="Times New Roman"/>
                <a:ea typeface="Times New Roman"/>
                <a:cs typeface="Times New Roman"/>
                <a:sym typeface="Times New Roman"/>
              </a:defRPr>
            </a:lvl4pPr>
            <a:lvl5pPr marL="2286000" marR="0" lvl="4" indent="-342900" algn="l" rtl="0">
              <a:spcBef>
                <a:spcPts val="360"/>
              </a:spcBef>
              <a:spcAft>
                <a:spcPts val="0"/>
              </a:spcAft>
              <a:buClr>
                <a:srgbClr val="A50021"/>
              </a:buClr>
              <a:buSzPts val="1800"/>
              <a:buFont typeface="Times New Roman"/>
              <a:buChar char="»"/>
              <a:defRPr sz="1800" b="1" i="0" u="none" strike="noStrike" cap="none">
                <a:solidFill>
                  <a:srgbClr val="FFFF99"/>
                </a:solidFill>
                <a:latin typeface="Times New Roman"/>
                <a:ea typeface="Times New Roman"/>
                <a:cs typeface="Times New Roman"/>
                <a:sym typeface="Times New Roman"/>
              </a:defRPr>
            </a:lvl5pPr>
            <a:lvl6pPr marL="2743200" marR="0" lvl="5"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Times New Roman"/>
                <a:ea typeface="Times New Roman"/>
                <a:cs typeface="Times New Roman"/>
                <a:sym typeface="Times New Roman"/>
              </a:defRPr>
            </a:lvl6pPr>
            <a:lvl7pPr marL="3200400" marR="0" lvl="6"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Times New Roman"/>
                <a:ea typeface="Times New Roman"/>
                <a:cs typeface="Times New Roman"/>
                <a:sym typeface="Times New Roman"/>
              </a:defRPr>
            </a:lvl7pPr>
            <a:lvl8pPr marL="3657600" marR="0" lvl="7"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Times New Roman"/>
                <a:ea typeface="Times New Roman"/>
                <a:cs typeface="Times New Roman"/>
                <a:sym typeface="Times New Roman"/>
              </a:defRPr>
            </a:lvl8pPr>
            <a:lvl9pPr marL="4114800" marR="0" lvl="8" indent="-342900" algn="l" rtl="0">
              <a:lnSpc>
                <a:spcPct val="90000"/>
              </a:lnSpc>
              <a:spcBef>
                <a:spcPts val="500"/>
              </a:spcBef>
              <a:spcAft>
                <a:spcPts val="0"/>
              </a:spcAft>
              <a:buClr>
                <a:schemeClr val="lt1"/>
              </a:buClr>
              <a:buSzPts val="1800"/>
              <a:buFont typeface="Arial"/>
              <a:buChar char="•"/>
              <a:defRPr sz="1800" b="0" i="0" u="none" strike="noStrike" cap="none">
                <a:solidFill>
                  <a:schemeClr val="lt1"/>
                </a:solidFill>
                <a:latin typeface="Times New Roman"/>
                <a:ea typeface="Times New Roman"/>
                <a:cs typeface="Times New Roman"/>
                <a:sym typeface="Times New Roman"/>
              </a:defRPr>
            </a:lvl9pPr>
          </a:lstStyle>
          <a:p>
            <a:endParaRPr/>
          </a:p>
        </p:txBody>
      </p:sp>
      <p:sp>
        <p:nvSpPr>
          <p:cNvPr id="268" name="Google Shape;268;p39"/>
          <p:cNvSpPr txBox="1">
            <a:spLocks noGrp="1"/>
          </p:cNvSpPr>
          <p:nvPr>
            <p:ph type="dt" idx="10"/>
          </p:nvPr>
        </p:nvSpPr>
        <p:spPr>
          <a:xfrm>
            <a:off x="1634067" y="6248400"/>
            <a:ext cx="2540000" cy="457200"/>
          </a:xfrm>
          <a:prstGeom prst="rect">
            <a:avLst/>
          </a:prstGeom>
          <a:noFill/>
          <a:ln>
            <a:noFill/>
          </a:ln>
        </p:spPr>
        <p:txBody>
          <a:bodyPr spcFirstLastPara="1" wrap="square" lIns="91425" tIns="45700" rIns="91425" bIns="45700" anchor="t" anchorCtr="0">
            <a:noAutofit/>
          </a:bodyPr>
          <a:lstStyle>
            <a:lvl1pPr marR="0" lvl="0" algn="l" rtl="0">
              <a:spcBef>
                <a:spcPts val="700"/>
              </a:spcBef>
              <a:spcAft>
                <a:spcPts val="0"/>
              </a:spcAft>
              <a:buSzPts val="1400"/>
              <a:buNone/>
              <a:defRPr sz="1400">
                <a:solidFill>
                  <a:schemeClr val="lt1"/>
                </a:solidFill>
                <a:latin typeface="Arial Narrow"/>
                <a:ea typeface="Arial Narrow"/>
                <a:cs typeface="Arial Narrow"/>
                <a:sym typeface="Arial Narrow"/>
              </a:defRPr>
            </a:lvl1pPr>
            <a:lvl2pPr marR="0" lvl="1" algn="l" rtl="0">
              <a:spcBef>
                <a:spcPts val="0"/>
              </a:spcBef>
              <a:spcAft>
                <a:spcPts val="0"/>
              </a:spcAft>
              <a:buSzPts val="1400"/>
              <a:buNone/>
              <a:defRPr sz="1800" b="0" i="0" u="none" strike="noStrike" cap="none">
                <a:solidFill>
                  <a:schemeClr val="lt1"/>
                </a:solidFill>
                <a:latin typeface="Times New Roman"/>
                <a:ea typeface="Times New Roman"/>
                <a:cs typeface="Times New Roman"/>
                <a:sym typeface="Times New Roman"/>
              </a:defRPr>
            </a:lvl2pPr>
            <a:lvl3pPr marR="0" lvl="2" algn="l" rtl="0">
              <a:spcBef>
                <a:spcPts val="0"/>
              </a:spcBef>
              <a:spcAft>
                <a:spcPts val="0"/>
              </a:spcAft>
              <a:buSzPts val="1400"/>
              <a:buNone/>
              <a:defRPr sz="1800" b="0" i="0" u="none" strike="noStrike" cap="none">
                <a:solidFill>
                  <a:schemeClr val="lt1"/>
                </a:solidFill>
                <a:latin typeface="Times New Roman"/>
                <a:ea typeface="Times New Roman"/>
                <a:cs typeface="Times New Roman"/>
                <a:sym typeface="Times New Roman"/>
              </a:defRPr>
            </a:lvl3pPr>
            <a:lvl4pPr marR="0" lvl="3" algn="l" rtl="0">
              <a:spcBef>
                <a:spcPts val="0"/>
              </a:spcBef>
              <a:spcAft>
                <a:spcPts val="0"/>
              </a:spcAft>
              <a:buSzPts val="1400"/>
              <a:buNone/>
              <a:defRPr sz="1800" b="0" i="0" u="none" strike="noStrike" cap="none">
                <a:solidFill>
                  <a:schemeClr val="lt1"/>
                </a:solidFill>
                <a:latin typeface="Times New Roman"/>
                <a:ea typeface="Times New Roman"/>
                <a:cs typeface="Times New Roman"/>
                <a:sym typeface="Times New Roman"/>
              </a:defRPr>
            </a:lvl4pPr>
            <a:lvl5pPr marR="0" lvl="4" algn="l" rtl="0">
              <a:spcBef>
                <a:spcPts val="0"/>
              </a:spcBef>
              <a:spcAft>
                <a:spcPts val="0"/>
              </a:spcAft>
              <a:buSzPts val="1400"/>
              <a:buNone/>
              <a:defRPr sz="1800" b="0" i="0" u="none" strike="noStrike" cap="none">
                <a:solidFill>
                  <a:schemeClr val="lt1"/>
                </a:solidFill>
                <a:latin typeface="Times New Roman"/>
                <a:ea typeface="Times New Roman"/>
                <a:cs typeface="Times New Roman"/>
                <a:sym typeface="Times New Roman"/>
              </a:defRPr>
            </a:lvl5pPr>
            <a:lvl6pPr marR="0" lvl="5" algn="l" rtl="0">
              <a:spcBef>
                <a:spcPts val="0"/>
              </a:spcBef>
              <a:spcAft>
                <a:spcPts val="0"/>
              </a:spcAft>
              <a:buSzPts val="1400"/>
              <a:buNone/>
              <a:defRPr sz="1800" b="0" i="0" u="none" strike="noStrike" cap="none">
                <a:solidFill>
                  <a:schemeClr val="lt1"/>
                </a:solidFill>
                <a:latin typeface="Times New Roman"/>
                <a:ea typeface="Times New Roman"/>
                <a:cs typeface="Times New Roman"/>
                <a:sym typeface="Times New Roman"/>
              </a:defRPr>
            </a:lvl6pPr>
            <a:lvl7pPr marR="0" lvl="6" algn="l" rtl="0">
              <a:spcBef>
                <a:spcPts val="0"/>
              </a:spcBef>
              <a:spcAft>
                <a:spcPts val="0"/>
              </a:spcAft>
              <a:buSzPts val="1400"/>
              <a:buNone/>
              <a:defRPr sz="1800" b="0" i="0" u="none" strike="noStrike" cap="none">
                <a:solidFill>
                  <a:schemeClr val="lt1"/>
                </a:solidFill>
                <a:latin typeface="Times New Roman"/>
                <a:ea typeface="Times New Roman"/>
                <a:cs typeface="Times New Roman"/>
                <a:sym typeface="Times New Roman"/>
              </a:defRPr>
            </a:lvl7pPr>
            <a:lvl8pPr marR="0" lvl="7" algn="l" rtl="0">
              <a:spcBef>
                <a:spcPts val="0"/>
              </a:spcBef>
              <a:spcAft>
                <a:spcPts val="0"/>
              </a:spcAft>
              <a:buSzPts val="1400"/>
              <a:buNone/>
              <a:defRPr sz="1800" b="0" i="0" u="none" strike="noStrike" cap="none">
                <a:solidFill>
                  <a:schemeClr val="lt1"/>
                </a:solidFill>
                <a:latin typeface="Times New Roman"/>
                <a:ea typeface="Times New Roman"/>
                <a:cs typeface="Times New Roman"/>
                <a:sym typeface="Times New Roman"/>
              </a:defRPr>
            </a:lvl8pPr>
            <a:lvl9pPr marR="0" lvl="8" algn="l" rtl="0">
              <a:spcBef>
                <a:spcPts val="0"/>
              </a:spcBef>
              <a:spcAft>
                <a:spcPts val="0"/>
              </a:spcAft>
              <a:buSzPts val="1400"/>
              <a:buNone/>
              <a:defRPr sz="1800" b="0" i="0" u="none" strike="noStrike" cap="none">
                <a:solidFill>
                  <a:schemeClr val="lt1"/>
                </a:solidFill>
                <a:latin typeface="Times New Roman"/>
                <a:ea typeface="Times New Roman"/>
                <a:cs typeface="Times New Roman"/>
                <a:sym typeface="Times New Roman"/>
              </a:defRPr>
            </a:lvl9pPr>
          </a:lstStyle>
          <a:p>
            <a:endParaRPr/>
          </a:p>
        </p:txBody>
      </p:sp>
      <p:sp>
        <p:nvSpPr>
          <p:cNvPr id="269" name="Google Shape;269;p39"/>
          <p:cNvSpPr/>
          <p:nvPr/>
        </p:nvSpPr>
        <p:spPr>
          <a:xfrm>
            <a:off x="302684" y="0"/>
            <a:ext cx="304800" cy="6858000"/>
          </a:xfrm>
          <a:prstGeom prst="rect">
            <a:avLst/>
          </a:prstGeom>
          <a:gradFill>
            <a:gsLst>
              <a:gs pos="0">
                <a:schemeClr val="dk1"/>
              </a:gs>
              <a:gs pos="50000">
                <a:schemeClr val="folHlink"/>
              </a:gs>
              <a:gs pos="100000">
                <a:schemeClr val="dk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sp>
        <p:nvSpPr>
          <p:cNvPr id="270" name="Google Shape;270;p39"/>
          <p:cNvSpPr/>
          <p:nvPr/>
        </p:nvSpPr>
        <p:spPr>
          <a:xfrm flipH="1">
            <a:off x="406400" y="914400"/>
            <a:ext cx="11785600" cy="228600"/>
          </a:xfrm>
          <a:prstGeom prst="homePlate">
            <a:avLst>
              <a:gd name="adj" fmla="val 67846"/>
            </a:avLst>
          </a:prstGeom>
          <a:gradFill>
            <a:gsLst>
              <a:gs pos="0">
                <a:schemeClr val="dk1"/>
              </a:gs>
              <a:gs pos="50000">
                <a:schemeClr val="folHlink"/>
              </a:gs>
              <a:gs pos="100000">
                <a:schemeClr val="dk1"/>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sp>
        <p:nvSpPr>
          <p:cNvPr id="271" name="Google Shape;271;p39"/>
          <p:cNvSpPr/>
          <p:nvPr/>
        </p:nvSpPr>
        <p:spPr>
          <a:xfrm>
            <a:off x="2641600" y="2179638"/>
            <a:ext cx="254000" cy="4678362"/>
          </a:xfrm>
          <a:prstGeom prst="rect">
            <a:avLst/>
          </a:prstGeom>
          <a:no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grpSp>
        <p:nvGrpSpPr>
          <p:cNvPr id="272" name="Google Shape;272;p39"/>
          <p:cNvGrpSpPr/>
          <p:nvPr/>
        </p:nvGrpSpPr>
        <p:grpSpPr>
          <a:xfrm>
            <a:off x="103717" y="5903119"/>
            <a:ext cx="712258" cy="750094"/>
            <a:chOff x="49" y="3718"/>
            <a:chExt cx="337" cy="473"/>
          </a:xfrm>
        </p:grpSpPr>
        <p:sp>
          <p:nvSpPr>
            <p:cNvPr id="273" name="Google Shape;273;p39"/>
            <p:cNvSpPr/>
            <p:nvPr/>
          </p:nvSpPr>
          <p:spPr>
            <a:xfrm rot="-5400000">
              <a:off x="143" y="3626"/>
              <a:ext cx="150" cy="335"/>
            </a:xfrm>
            <a:prstGeom prst="parallelogram">
              <a:avLst>
                <a:gd name="adj" fmla="val 52954"/>
              </a:avLst>
            </a:prstGeom>
            <a:gradFill>
              <a:gsLst>
                <a:gs pos="0">
                  <a:schemeClr val="accent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sp>
          <p:nvSpPr>
            <p:cNvPr id="274" name="Google Shape;274;p39"/>
            <p:cNvSpPr/>
            <p:nvPr/>
          </p:nvSpPr>
          <p:spPr>
            <a:xfrm rot="-5400000">
              <a:off x="141" y="3786"/>
              <a:ext cx="151" cy="335"/>
            </a:xfrm>
            <a:prstGeom prst="parallelogram">
              <a:avLst>
                <a:gd name="adj" fmla="val 52954"/>
              </a:avLst>
            </a:prstGeom>
            <a:gradFill>
              <a:gsLst>
                <a:gs pos="0">
                  <a:schemeClr val="accent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sp>
          <p:nvSpPr>
            <p:cNvPr id="275" name="Google Shape;275;p39"/>
            <p:cNvSpPr/>
            <p:nvPr/>
          </p:nvSpPr>
          <p:spPr>
            <a:xfrm rot="-5400000">
              <a:off x="142" y="3948"/>
              <a:ext cx="150" cy="336"/>
            </a:xfrm>
            <a:prstGeom prst="parallelogram">
              <a:avLst>
                <a:gd name="adj" fmla="val 52954"/>
              </a:avLst>
            </a:prstGeom>
            <a:gradFill>
              <a:gsLst>
                <a:gs pos="0">
                  <a:schemeClr val="accent2"/>
                </a:gs>
                <a:gs pos="100000">
                  <a:schemeClr val="accent1"/>
                </a:gs>
              </a:gsLst>
              <a:lin ang="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grpSp>
      <p:sp>
        <p:nvSpPr>
          <p:cNvPr id="276" name="Google Shape;276;p39"/>
          <p:cNvSpPr txBox="1">
            <a:spLocks noGrp="1"/>
          </p:cNvSpPr>
          <p:nvPr>
            <p:ph type="title"/>
          </p:nvPr>
        </p:nvSpPr>
        <p:spPr>
          <a:xfrm>
            <a:off x="812800" y="152400"/>
            <a:ext cx="10117667" cy="6858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1pPr>
            <a:lvl2pPr marR="0" lvl="1" algn="l" rtl="0">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2pPr>
            <a:lvl3pPr marR="0" lvl="2" algn="l" rtl="0">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3pPr>
            <a:lvl4pPr marR="0" lvl="3" algn="l" rtl="0">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4pPr>
            <a:lvl5pPr marR="0" lvl="4" algn="l" rtl="0">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5pPr>
            <a:lvl6pPr marR="0" lvl="5" algn="l" rtl="0">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6pPr>
            <a:lvl7pPr marR="0" lvl="6" algn="l" rtl="0">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7pPr>
            <a:lvl8pPr marR="0" lvl="7" algn="l" rtl="0">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8pPr>
            <a:lvl9pPr marR="0" lvl="8" algn="l" rtl="0">
              <a:spcBef>
                <a:spcPts val="0"/>
              </a:spcBef>
              <a:spcAft>
                <a:spcPts val="0"/>
              </a:spcAft>
              <a:buSzPts val="1400"/>
              <a:buNone/>
              <a:defRPr sz="3600" b="1" i="0" u="none" strike="noStrike" cap="none">
                <a:solidFill>
                  <a:schemeClr val="lt2"/>
                </a:solidFill>
                <a:latin typeface="Times New Roman"/>
                <a:ea typeface="Times New Roman"/>
                <a:cs typeface="Times New Roman"/>
                <a:sym typeface="Times New Roman"/>
              </a:defRPr>
            </a:lvl9pPr>
          </a:lstStyle>
          <a:p>
            <a:endParaRPr/>
          </a:p>
        </p:txBody>
      </p:sp>
      <p:grpSp>
        <p:nvGrpSpPr>
          <p:cNvPr id="277" name="Google Shape;277;p39"/>
          <p:cNvGrpSpPr/>
          <p:nvPr/>
        </p:nvGrpSpPr>
        <p:grpSpPr>
          <a:xfrm>
            <a:off x="10919885" y="731838"/>
            <a:ext cx="986367" cy="533400"/>
            <a:chOff x="5159" y="461"/>
            <a:chExt cx="466" cy="336"/>
          </a:xfrm>
        </p:grpSpPr>
        <p:sp>
          <p:nvSpPr>
            <p:cNvPr id="278" name="Google Shape;278;p39"/>
            <p:cNvSpPr/>
            <p:nvPr/>
          </p:nvSpPr>
          <p:spPr>
            <a:xfrm>
              <a:off x="5475" y="462"/>
              <a:ext cx="150" cy="335"/>
            </a:xfrm>
            <a:prstGeom prst="parallelogram">
              <a:avLst>
                <a:gd name="adj" fmla="val 52954"/>
              </a:avLst>
            </a:prstGeom>
            <a:gradFill>
              <a:gsLst>
                <a:gs pos="0">
                  <a:schemeClr val="accent1"/>
                </a:gs>
                <a:gs pos="100000">
                  <a:schemeClr val="accent2"/>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sp>
          <p:nvSpPr>
            <p:cNvPr id="279" name="Google Shape;279;p39"/>
            <p:cNvSpPr/>
            <p:nvPr/>
          </p:nvSpPr>
          <p:spPr>
            <a:xfrm>
              <a:off x="5318" y="462"/>
              <a:ext cx="151" cy="335"/>
            </a:xfrm>
            <a:prstGeom prst="parallelogram">
              <a:avLst>
                <a:gd name="adj" fmla="val 52954"/>
              </a:avLst>
            </a:prstGeom>
            <a:gradFill>
              <a:gsLst>
                <a:gs pos="0">
                  <a:schemeClr val="accent1"/>
                </a:gs>
                <a:gs pos="100000">
                  <a:schemeClr val="accent2"/>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sp>
          <p:nvSpPr>
            <p:cNvPr id="280" name="Google Shape;280;p39"/>
            <p:cNvSpPr/>
            <p:nvPr/>
          </p:nvSpPr>
          <p:spPr>
            <a:xfrm>
              <a:off x="5159" y="461"/>
              <a:ext cx="150" cy="336"/>
            </a:xfrm>
            <a:prstGeom prst="parallelogram">
              <a:avLst>
                <a:gd name="adj" fmla="val 52954"/>
              </a:avLst>
            </a:prstGeom>
            <a:gradFill>
              <a:gsLst>
                <a:gs pos="0">
                  <a:schemeClr val="accent1"/>
                </a:gs>
                <a:gs pos="100000">
                  <a:schemeClr val="accent2"/>
                </a:gs>
              </a:gsLst>
              <a:lin ang="5400000" scaled="0"/>
            </a:gra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2400">
                <a:solidFill>
                  <a:srgbClr val="FFFFFF"/>
                </a:solidFill>
                <a:latin typeface="Times New Roman"/>
                <a:ea typeface="Times New Roman"/>
                <a:cs typeface="Times New Roman"/>
                <a:sym typeface="Times New Roman"/>
              </a:endParaRPr>
            </a:p>
          </p:txBody>
        </p:sp>
      </p:grpSp>
      <p:sp>
        <p:nvSpPr>
          <p:cNvPr id="281" name="Google Shape;281;p39"/>
          <p:cNvSpPr/>
          <p:nvPr/>
        </p:nvSpPr>
        <p:spPr>
          <a:xfrm>
            <a:off x="9211733" y="6400800"/>
            <a:ext cx="2540000" cy="304800"/>
          </a:xfrm>
          <a:prstGeom prst="rect">
            <a:avLst/>
          </a:prstGeom>
          <a:noFill/>
          <a:ln>
            <a:noFill/>
          </a:ln>
        </p:spPr>
        <p:txBody>
          <a:bodyPr spcFirstLastPara="1" wrap="square" lIns="91425" tIns="45700" rIns="91425" bIns="45700" anchor="t" anchorCtr="0">
            <a:noAutofit/>
          </a:bodyPr>
          <a:lstStyle/>
          <a:p>
            <a:pPr marL="0" marR="0" lvl="0" indent="0" algn="r" rtl="0">
              <a:spcBef>
                <a:spcPts val="0"/>
              </a:spcBef>
              <a:spcAft>
                <a:spcPts val="0"/>
              </a:spcAft>
              <a:buNone/>
            </a:pPr>
            <a:r>
              <a:rPr lang="en-US" sz="1400">
                <a:solidFill>
                  <a:srgbClr val="FFFFFF"/>
                </a:solidFill>
                <a:latin typeface="Arial Narrow"/>
                <a:ea typeface="Arial Narrow"/>
                <a:cs typeface="Arial Narrow"/>
                <a:sym typeface="Arial Narrow"/>
              </a:rPr>
              <a:t>4-</a:t>
            </a:r>
            <a:fld id="{00000000-1234-1234-1234-123412341234}" type="slidenum">
              <a:rPr lang="en-US" sz="1400">
                <a:solidFill>
                  <a:srgbClr val="FFFFFF"/>
                </a:solidFill>
                <a:latin typeface="Arial Narrow"/>
                <a:ea typeface="Arial Narrow"/>
                <a:cs typeface="Arial Narrow"/>
                <a:sym typeface="Arial Narrow"/>
              </a:rPr>
              <a:t>‹#›</a:t>
            </a:fld>
            <a:endParaRPr sz="1400">
              <a:solidFill>
                <a:srgbClr val="FFFFFF"/>
              </a:solidFill>
              <a:latin typeface="Arial Narrow"/>
              <a:ea typeface="Arial Narrow"/>
              <a:cs typeface="Arial Narrow"/>
              <a:sym typeface="Arial Narrow"/>
            </a:endParaRPr>
          </a:p>
        </p:txBody>
      </p:sp>
      <p:sp>
        <p:nvSpPr>
          <p:cNvPr id="282" name="Google Shape;282;p39"/>
          <p:cNvSpPr/>
          <p:nvPr/>
        </p:nvSpPr>
        <p:spPr>
          <a:xfrm>
            <a:off x="812800" y="6172200"/>
            <a:ext cx="5181600" cy="533400"/>
          </a:xfrm>
          <a:prstGeom prst="rect">
            <a:avLst/>
          </a:prstGeom>
          <a:noFill/>
          <a:ln>
            <a:noFill/>
          </a:ln>
        </p:spPr>
        <p:txBody>
          <a:bodyPr spcFirstLastPara="1" wrap="square" lIns="91425" tIns="45700" rIns="91425" bIns="45700" anchor="b" anchorCtr="0">
            <a:noAutofit/>
          </a:bodyPr>
          <a:lstStyle/>
          <a:p>
            <a:pPr marL="0" marR="0" lvl="0" indent="0" algn="l" rtl="0">
              <a:spcBef>
                <a:spcPts val="0"/>
              </a:spcBef>
              <a:spcAft>
                <a:spcPts val="0"/>
              </a:spcAft>
              <a:buNone/>
            </a:pPr>
            <a:r>
              <a:rPr lang="en-US" sz="800">
                <a:solidFill>
                  <a:srgbClr val="FFFFFF"/>
                </a:solidFill>
                <a:latin typeface="Arial"/>
                <a:ea typeface="Arial"/>
                <a:cs typeface="Arial"/>
                <a:sym typeface="Arial"/>
              </a:rPr>
              <a:t>Copyright © 2007 Pearson Addison-Wesley. All rights reserved.</a:t>
            </a:r>
            <a:endParaRPr sz="900">
              <a:solidFill>
                <a:srgbClr val="FFFFFF"/>
              </a:solidFill>
              <a:latin typeface="Arial"/>
              <a:ea typeface="Arial"/>
              <a:cs typeface="Arial"/>
              <a:sym typeface="Arial"/>
            </a:endParaRPr>
          </a:p>
        </p:txBody>
      </p:sp>
      <p:sp>
        <p:nvSpPr>
          <p:cNvPr id="283" name="Google Shape;283;p39"/>
          <p:cNvSpPr/>
          <p:nvPr/>
        </p:nvSpPr>
        <p:spPr>
          <a:xfrm>
            <a:off x="3556000" y="6462713"/>
            <a:ext cx="8534400" cy="3048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1000">
                <a:solidFill>
                  <a:srgbClr val="FFFFFF"/>
                </a:solidFill>
                <a:latin typeface="Arial Narrow"/>
                <a:ea typeface="Arial Narrow"/>
                <a:cs typeface="Arial Narrow"/>
                <a:sym typeface="Arial Narrow"/>
              </a:rPr>
              <a:t>A. Levitin </a:t>
            </a:r>
            <a:r>
              <a:rPr lang="en-US" sz="1000">
                <a:solidFill>
                  <a:srgbClr val="FFFFFF"/>
                </a:solidFill>
                <a:latin typeface="Arial"/>
                <a:ea typeface="Arial"/>
                <a:cs typeface="Arial"/>
                <a:sym typeface="Arial"/>
              </a:rPr>
              <a:t>“</a:t>
            </a:r>
            <a:r>
              <a:rPr lang="en-US" sz="1000">
                <a:solidFill>
                  <a:srgbClr val="FFFFFF"/>
                </a:solidFill>
                <a:latin typeface="Arial Narrow"/>
                <a:ea typeface="Arial Narrow"/>
                <a:cs typeface="Arial Narrow"/>
                <a:sym typeface="Arial Narrow"/>
              </a:rPr>
              <a:t>Introduction to the Design &amp; Analysis of Algorithms,</a:t>
            </a:r>
            <a:r>
              <a:rPr lang="en-US" sz="1000">
                <a:solidFill>
                  <a:srgbClr val="FFFFFF"/>
                </a:solidFill>
                <a:latin typeface="Arial"/>
                <a:ea typeface="Arial"/>
                <a:cs typeface="Arial"/>
                <a:sym typeface="Arial"/>
              </a:rPr>
              <a:t>”</a:t>
            </a:r>
            <a:r>
              <a:rPr lang="en-US" sz="1000">
                <a:solidFill>
                  <a:srgbClr val="FFFFFF"/>
                </a:solidFill>
                <a:latin typeface="Arial Narrow"/>
                <a:ea typeface="Arial Narrow"/>
                <a:cs typeface="Arial Narrow"/>
                <a:sym typeface="Arial Narrow"/>
              </a:rPr>
              <a:t> 2</a:t>
            </a:r>
            <a:r>
              <a:rPr lang="en-US" sz="1000" baseline="30000">
                <a:solidFill>
                  <a:srgbClr val="FFFFFF"/>
                </a:solidFill>
                <a:latin typeface="Arial Narrow"/>
                <a:ea typeface="Arial Narrow"/>
                <a:cs typeface="Arial Narrow"/>
                <a:sym typeface="Arial Narrow"/>
              </a:rPr>
              <a:t>nd</a:t>
            </a:r>
            <a:r>
              <a:rPr lang="en-US" sz="1000">
                <a:solidFill>
                  <a:srgbClr val="FFFFFF"/>
                </a:solidFill>
                <a:latin typeface="Arial Narrow"/>
                <a:ea typeface="Arial Narrow"/>
                <a:cs typeface="Arial Narrow"/>
                <a:sym typeface="Arial Narrow"/>
              </a:rPr>
              <a:t> ed., Ch. 4</a:t>
            </a:r>
            <a:endParaRPr/>
          </a:p>
        </p:txBody>
      </p:sp>
    </p:spTree>
  </p:cSld>
  <p:clrMap bg1="lt1" tx1="dk1" bg2="dk2" tx2="lt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5.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3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4.xml"/></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38.xml"/><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5.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4.png"/></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6.xml"/></Relationships>
</file>

<file path=ppt/slides/_rels/slide5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52"/>
          <p:cNvSpPr txBox="1">
            <a:spLocks noGrp="1"/>
          </p:cNvSpPr>
          <p:nvPr>
            <p:ph type="subTitle" idx="1"/>
          </p:nvPr>
        </p:nvSpPr>
        <p:spPr>
          <a:xfrm>
            <a:off x="1638300" y="5143500"/>
            <a:ext cx="9144000" cy="482600"/>
          </a:xfrm>
          <a:prstGeom prst="rect">
            <a:avLst/>
          </a:prstGeom>
          <a:noFill/>
          <a:ln>
            <a:noFill/>
          </a:ln>
        </p:spPr>
        <p:txBody>
          <a:bodyPr spcFirstLastPara="1" wrap="square" lIns="91425" tIns="45700" rIns="91425" bIns="45700" anchor="t" anchorCtr="0">
            <a:normAutofit/>
          </a:bodyPr>
          <a:lstStyle/>
          <a:p>
            <a:pPr marL="0" lvl="0" indent="0" algn="l" rtl="0">
              <a:lnSpc>
                <a:spcPct val="90000"/>
              </a:lnSpc>
              <a:spcBef>
                <a:spcPts val="0"/>
              </a:spcBef>
              <a:spcAft>
                <a:spcPts val="0"/>
              </a:spcAft>
              <a:buSzPts val="2000"/>
              <a:buNone/>
            </a:pPr>
            <a:r>
              <a:rPr lang="en-US" sz="2000" b="1">
                <a:latin typeface="Times New Roman"/>
                <a:ea typeface="Times New Roman"/>
                <a:cs typeface="Times New Roman"/>
                <a:sym typeface="Times New Roman"/>
              </a:rPr>
              <a:t>DEPARTMENT OF COMPUTER SCIENCE AND ENGINEERING</a:t>
            </a:r>
            <a:endParaRPr sz="2000" b="1">
              <a:latin typeface="Times New Roman"/>
              <a:ea typeface="Times New Roman"/>
              <a:cs typeface="Times New Roman"/>
              <a:sym typeface="Times New Roman"/>
            </a:endParaRPr>
          </a:p>
        </p:txBody>
      </p:sp>
      <p:pic>
        <p:nvPicPr>
          <p:cNvPr id="347" name="Google Shape;347;p52"/>
          <p:cNvPicPr preferRelativeResize="0"/>
          <p:nvPr/>
        </p:nvPicPr>
        <p:blipFill rotWithShape="1">
          <a:blip r:embed="rId3">
            <a:alphaModFix/>
          </a:blip>
          <a:srcRect/>
          <a:stretch/>
        </p:blipFill>
        <p:spPr>
          <a:xfrm>
            <a:off x="868172" y="431800"/>
            <a:ext cx="10193528" cy="2070100"/>
          </a:xfrm>
          <a:prstGeom prst="rect">
            <a:avLst/>
          </a:prstGeom>
          <a:noFill/>
          <a:ln>
            <a:noFill/>
          </a:ln>
          <a:effectLst>
            <a:outerShdw blurRad="292100" dist="139700" dir="2700000" algn="tl" rotWithShape="0">
              <a:srgbClr val="333333">
                <a:alpha val="64705"/>
              </a:srgbClr>
            </a:outerShdw>
          </a:effectLst>
        </p:spPr>
      </p:pic>
      <p:sp>
        <p:nvSpPr>
          <p:cNvPr id="348" name="Google Shape;348;p52"/>
          <p:cNvSpPr/>
          <p:nvPr/>
        </p:nvSpPr>
        <p:spPr>
          <a:xfrm>
            <a:off x="668720" y="2886839"/>
            <a:ext cx="11083159" cy="1352651"/>
          </a:xfrm>
          <a:prstGeom prst="rect">
            <a:avLst/>
          </a:prstGeom>
          <a:noFill/>
          <a:ln>
            <a:noFill/>
          </a:ln>
        </p:spPr>
        <p:txBody>
          <a:bodyPr spcFirstLastPara="1" wrap="square" lIns="91425" tIns="45700" rIns="91425" bIns="45700" anchor="t" anchorCtr="0">
            <a:noAutofit/>
          </a:bodyPr>
          <a:lstStyle/>
          <a:p>
            <a:pPr algn="ctr"/>
            <a:r>
              <a:rPr lang="en-US" sz="3600" b="1" i="0" u="none" strike="noStrike" cap="none" dirty="0">
                <a:solidFill>
                  <a:schemeClr val="dk1"/>
                </a:solidFill>
                <a:latin typeface="Calibri"/>
                <a:ea typeface="Calibri"/>
                <a:cs typeface="Calibri"/>
                <a:sym typeface="Calibri"/>
              </a:rPr>
              <a:t>	</a:t>
            </a:r>
            <a:r>
              <a:rPr lang="en-US" sz="4000" b="1" i="0" u="none" strike="noStrike" cap="none" dirty="0">
                <a:solidFill>
                  <a:schemeClr val="dk1"/>
                </a:solidFill>
                <a:latin typeface="Calibri"/>
                <a:ea typeface="Calibri"/>
                <a:cs typeface="Calibri"/>
                <a:sym typeface="Calibri"/>
              </a:rPr>
              <a:t>	</a:t>
            </a:r>
            <a:r>
              <a:rPr lang="en-US" sz="3600" b="1" dirty="0">
                <a:latin typeface="Times New Roman" panose="02020603050405020304" pitchFamily="18" charset="0"/>
                <a:cs typeface="Times New Roman" panose="02020603050405020304" pitchFamily="18" charset="0"/>
              </a:rPr>
              <a:t>CSE2PM09A / AID2PM07A	</a:t>
            </a:r>
            <a:r>
              <a:rPr lang="en-US" sz="4000" b="1" dirty="0">
                <a:latin typeface="Times New Roman" panose="02020603050405020304" pitchFamily="18" charset="0"/>
                <a:cs typeface="Times New Roman" panose="02020603050405020304" pitchFamily="18" charset="0"/>
              </a:rPr>
              <a:t>	</a:t>
            </a:r>
          </a:p>
          <a:p>
            <a:pPr algn="ctr"/>
            <a:r>
              <a:rPr lang="en-US" sz="4000" b="1" dirty="0">
                <a:latin typeface="Times New Roman" panose="02020603050405020304" pitchFamily="18" charset="0"/>
                <a:cs typeface="Times New Roman" panose="02020603050405020304" pitchFamily="18" charset="0"/>
              </a:rPr>
              <a:t>Design and Analysis of Algorithm</a:t>
            </a:r>
          </a:p>
          <a:p>
            <a:pPr marL="0" marR="0" lvl="0" indent="0" algn="l" rtl="0">
              <a:spcBef>
                <a:spcPts val="0"/>
              </a:spcBef>
              <a:spcAft>
                <a:spcPts val="0"/>
              </a:spcAft>
              <a:buNone/>
            </a:pPr>
            <a:endParaRPr sz="4000" dirty="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2"/>
        <p:cNvGrpSpPr/>
        <p:nvPr/>
      </p:nvGrpSpPr>
      <p:grpSpPr>
        <a:xfrm>
          <a:off x="0" y="0"/>
          <a:ext cx="0" cy="0"/>
          <a:chOff x="0" y="0"/>
          <a:chExt cx="0" cy="0"/>
        </a:xfrm>
      </p:grpSpPr>
      <p:sp>
        <p:nvSpPr>
          <p:cNvPr id="353" name="Google Shape;353;p5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b="1"/>
              <a:t>Algorithm Design Techniques/Strategies</a:t>
            </a:r>
            <a:endParaRPr/>
          </a:p>
        </p:txBody>
      </p:sp>
      <p:sp>
        <p:nvSpPr>
          <p:cNvPr id="354" name="Google Shape;354;p5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0" algn="l" rtl="0">
              <a:lnSpc>
                <a:spcPct val="90000"/>
              </a:lnSpc>
              <a:spcBef>
                <a:spcPts val="0"/>
              </a:spcBef>
              <a:spcAft>
                <a:spcPts val="0"/>
              </a:spcAft>
              <a:buSzPts val="2000"/>
              <a:buFont typeface="Noto Sans Symbols"/>
              <a:buNone/>
            </a:pPr>
            <a:endParaRPr>
              <a:latin typeface="Times New Roman"/>
              <a:ea typeface="Times New Roman"/>
              <a:cs typeface="Times New Roman"/>
              <a:sym typeface="Times New Roman"/>
            </a:endParaRPr>
          </a:p>
          <a:p>
            <a:pPr marL="91440" lvl="0" indent="-127000" algn="l" rtl="0">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Brute force</a:t>
            </a:r>
            <a:endParaRPr/>
          </a:p>
          <a:p>
            <a:pPr marL="91440" lvl="0" indent="-127000" algn="l" rtl="0">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Divide and conquer</a:t>
            </a:r>
            <a:endParaRPr/>
          </a:p>
          <a:p>
            <a:pPr marL="91440" lvl="0" indent="-127000" algn="l" rtl="0">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Space and time tradeoffs</a:t>
            </a:r>
            <a:endParaRPr/>
          </a:p>
          <a:p>
            <a:pPr marL="91440" lvl="0" indent="-127000" algn="l" rtl="0">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Greedy approach</a:t>
            </a:r>
            <a:endParaRPr/>
          </a:p>
          <a:p>
            <a:pPr marL="91440" lvl="0" indent="-127000" algn="l" rtl="0">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Dynamic programming</a:t>
            </a:r>
            <a:endParaRPr/>
          </a:p>
          <a:p>
            <a:pPr marL="91440" lvl="0" indent="-127000" algn="l" rtl="0">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Backtracking </a:t>
            </a:r>
            <a:endParaRPr/>
          </a:p>
          <a:p>
            <a:pPr marL="91440" lvl="0" indent="-127000" algn="l" rtl="0">
              <a:lnSpc>
                <a:spcPct val="90000"/>
              </a:lnSpc>
              <a:spcBef>
                <a:spcPts val="1400"/>
              </a:spcBef>
              <a:spcAft>
                <a:spcPts val="0"/>
              </a:spcAft>
              <a:buSzPts val="2000"/>
              <a:buFont typeface="Noto Sans Symbols"/>
              <a:buChar char="⮚"/>
            </a:pPr>
            <a:r>
              <a:rPr lang="en-US">
                <a:latin typeface="Times New Roman"/>
                <a:ea typeface="Times New Roman"/>
                <a:cs typeface="Times New Roman"/>
                <a:sym typeface="Times New Roman"/>
              </a:rPr>
              <a:t>Branch and bound </a:t>
            </a:r>
            <a:endParaRPr/>
          </a:p>
          <a:p>
            <a:pPr marL="91440" lvl="0" indent="0" algn="l" rtl="0">
              <a:lnSpc>
                <a:spcPct val="90000"/>
              </a:lnSpc>
              <a:spcBef>
                <a:spcPts val="1400"/>
              </a:spcBef>
              <a:spcAft>
                <a:spcPts val="0"/>
              </a:spcAft>
              <a:buSzPts val="2000"/>
              <a:buFont typeface="Noto Sans Symbols"/>
              <a:buNone/>
            </a:pPr>
            <a:endParaRPr>
              <a:latin typeface="Times New Roman"/>
              <a:ea typeface="Times New Roman"/>
              <a:cs typeface="Times New Roman"/>
              <a:sym typeface="Times New Roman"/>
            </a:endParaRPr>
          </a:p>
        </p:txBody>
      </p:sp>
      <p:sp>
        <p:nvSpPr>
          <p:cNvPr id="355" name="Google Shape;355;p53"/>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REF BOOK: THOMAS CORMEN</a:t>
            </a: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900545"/>
            <a:ext cx="10058400" cy="836815"/>
          </a:xfrm>
        </p:spPr>
        <p:txBody>
          <a:bodyPr>
            <a:normAutofit/>
          </a:bodyPr>
          <a:lstStyle/>
          <a:p>
            <a:pPr algn="ctr"/>
            <a:r>
              <a:rPr lang="en-IN" b="1" dirty="0" smtClean="0">
                <a:latin typeface="Times New Roman" panose="02020603050405020304" pitchFamily="18" charset="0"/>
                <a:cs typeface="Times New Roman" panose="02020603050405020304" pitchFamily="18" charset="0"/>
              </a:rPr>
              <a:t>Unit </a:t>
            </a:r>
            <a:r>
              <a:rPr lang="en-IN" b="1" dirty="0">
                <a:latin typeface="Times New Roman" panose="02020603050405020304" pitchFamily="18" charset="0"/>
                <a:cs typeface="Times New Roman" panose="02020603050405020304" pitchFamily="18" charset="0"/>
              </a:rPr>
              <a:t>2: Divide and Conquer</a:t>
            </a:r>
            <a:endParaRPr lang="en-US"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097280" y="1845734"/>
            <a:ext cx="10058400" cy="3751502"/>
          </a:xfrm>
        </p:spPr>
        <p:txBody>
          <a:bodyPr>
            <a:noAutofit/>
          </a:bodyPr>
          <a:lstStyle/>
          <a:p>
            <a:pPr>
              <a:buFont typeface="Arial" panose="020B0604020202020204" pitchFamily="34" charset="0"/>
              <a:buChar char="•"/>
            </a:pPr>
            <a:r>
              <a:rPr lang="en-IN" sz="3200" b="1" dirty="0" smtClean="0">
                <a:latin typeface="Times New Roman" panose="02020603050405020304" pitchFamily="18" charset="0"/>
                <a:cs typeface="Times New Roman" panose="02020603050405020304" pitchFamily="18" charset="0"/>
              </a:rPr>
              <a:t>Introduction</a:t>
            </a:r>
          </a:p>
          <a:p>
            <a:pPr>
              <a:buFont typeface="Arial" panose="020B0604020202020204" pitchFamily="34" charset="0"/>
              <a:buChar char="•"/>
            </a:pPr>
            <a:r>
              <a:rPr lang="en-IN" sz="3200" b="1" dirty="0" smtClean="0">
                <a:latin typeface="Times New Roman" panose="02020603050405020304" pitchFamily="18" charset="0"/>
                <a:cs typeface="Times New Roman" panose="02020603050405020304" pitchFamily="18" charset="0"/>
              </a:rPr>
              <a:t>Principle </a:t>
            </a:r>
            <a:r>
              <a:rPr lang="en-IN" sz="3200" b="1" dirty="0">
                <a:latin typeface="Times New Roman" panose="02020603050405020304" pitchFamily="18" charset="0"/>
                <a:cs typeface="Times New Roman" panose="02020603050405020304" pitchFamily="18" charset="0"/>
              </a:rPr>
              <a:t>control </a:t>
            </a:r>
            <a:r>
              <a:rPr lang="en-IN" sz="3200" b="1" dirty="0" smtClean="0">
                <a:latin typeface="Times New Roman" panose="02020603050405020304" pitchFamily="18" charset="0"/>
                <a:cs typeface="Times New Roman" panose="02020603050405020304" pitchFamily="18" charset="0"/>
              </a:rPr>
              <a:t>abstraction</a:t>
            </a:r>
          </a:p>
          <a:p>
            <a:pPr>
              <a:buFont typeface="Arial" panose="020B0604020202020204" pitchFamily="34" charset="0"/>
              <a:buChar char="•"/>
            </a:pPr>
            <a:r>
              <a:rPr lang="en-IN" sz="3200" b="1" dirty="0" smtClean="0">
                <a:latin typeface="Times New Roman" panose="02020603050405020304" pitchFamily="18" charset="0"/>
                <a:cs typeface="Times New Roman" panose="02020603050405020304" pitchFamily="18" charset="0"/>
              </a:rPr>
              <a:t>Quick Sort</a:t>
            </a:r>
          </a:p>
          <a:p>
            <a:pPr>
              <a:buFont typeface="Arial" panose="020B0604020202020204" pitchFamily="34" charset="0"/>
              <a:buChar char="•"/>
            </a:pPr>
            <a:r>
              <a:rPr lang="en-IN" sz="3200" b="1" dirty="0" smtClean="0">
                <a:latin typeface="Times New Roman" panose="02020603050405020304" pitchFamily="18" charset="0"/>
                <a:cs typeface="Times New Roman" panose="02020603050405020304" pitchFamily="18" charset="0"/>
              </a:rPr>
              <a:t>Merge sort </a:t>
            </a:r>
          </a:p>
          <a:p>
            <a:pPr>
              <a:buFont typeface="Arial" panose="020B0604020202020204" pitchFamily="34" charset="0"/>
              <a:buChar char="•"/>
            </a:pPr>
            <a:r>
              <a:rPr lang="en-IN" sz="3200" b="1" dirty="0" smtClean="0">
                <a:latin typeface="Times New Roman" panose="02020603050405020304" pitchFamily="18" charset="0"/>
                <a:cs typeface="Times New Roman" panose="02020603050405020304" pitchFamily="18" charset="0"/>
              </a:rPr>
              <a:t>Large </a:t>
            </a:r>
            <a:r>
              <a:rPr lang="en-IN" sz="3200" b="1" dirty="0">
                <a:latin typeface="Times New Roman" panose="02020603050405020304" pitchFamily="18" charset="0"/>
                <a:cs typeface="Times New Roman" panose="02020603050405020304" pitchFamily="18" charset="0"/>
              </a:rPr>
              <a:t>Integer multiplication/ </a:t>
            </a:r>
            <a:r>
              <a:rPr lang="en-IN" sz="3200" b="1" dirty="0" smtClean="0">
                <a:latin typeface="Times New Roman" panose="02020603050405020304" pitchFamily="18" charset="0"/>
                <a:cs typeface="Times New Roman" panose="02020603050405020304" pitchFamily="18" charset="0"/>
              </a:rPr>
              <a:t>Strassen </a:t>
            </a:r>
            <a:r>
              <a:rPr lang="en-IN" sz="3200" b="1" dirty="0">
                <a:latin typeface="Times New Roman" panose="02020603050405020304" pitchFamily="18" charset="0"/>
                <a:cs typeface="Times New Roman" panose="02020603050405020304" pitchFamily="18" charset="0"/>
              </a:rPr>
              <a:t>matrix multiplication</a:t>
            </a:r>
            <a:endParaRPr lang="en-US" sz="3200" b="1" dirty="0">
              <a:latin typeface="Times New Roman" panose="02020603050405020304" pitchFamily="18" charset="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smtClean="0"/>
              <a:t>Ref Book: Thomas Cormen</a:t>
            </a:r>
            <a:endParaRPr lang="en-US" dirty="0"/>
          </a:p>
        </p:txBody>
      </p:sp>
    </p:spTree>
    <p:extLst>
      <p:ext uri="{BB962C8B-B14F-4D97-AF65-F5344CB8AC3E}">
        <p14:creationId xmlns:p14="http://schemas.microsoft.com/office/powerpoint/2010/main" val="38814606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54"/>
          <p:cNvSpPr txBox="1">
            <a:spLocks noGrp="1"/>
          </p:cNvSpPr>
          <p:nvPr>
            <p:ph type="title"/>
          </p:nvPr>
        </p:nvSpPr>
        <p:spPr>
          <a:xfrm>
            <a:off x="892098" y="695391"/>
            <a:ext cx="10058400" cy="628685"/>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chemeClr val="dk1"/>
              </a:buClr>
              <a:buSzPts val="4000"/>
              <a:buFont typeface="Times New Roman"/>
              <a:buNone/>
            </a:pPr>
            <a:r>
              <a:rPr lang="en-US" sz="4000" dirty="0">
                <a:solidFill>
                  <a:schemeClr val="dk1"/>
                </a:solidFill>
                <a:latin typeface="Times New Roman"/>
                <a:ea typeface="Times New Roman"/>
                <a:cs typeface="Times New Roman"/>
                <a:sym typeface="Times New Roman"/>
              </a:rPr>
              <a:t>Divide &amp; Conquer</a:t>
            </a:r>
            <a:endParaRPr dirty="0"/>
          </a:p>
        </p:txBody>
      </p:sp>
      <p:sp>
        <p:nvSpPr>
          <p:cNvPr id="363" name="Google Shape;363;p54"/>
          <p:cNvSpPr txBox="1">
            <a:spLocks noGrp="1"/>
          </p:cNvSpPr>
          <p:nvPr>
            <p:ph type="body" idx="1"/>
          </p:nvPr>
        </p:nvSpPr>
        <p:spPr>
          <a:xfrm>
            <a:off x="1152699" y="1191042"/>
            <a:ext cx="10058400" cy="5168194"/>
          </a:xfrm>
          <a:prstGeom prst="rect">
            <a:avLst/>
          </a:prstGeom>
          <a:noFill/>
          <a:ln>
            <a:noFill/>
          </a:ln>
        </p:spPr>
        <p:txBody>
          <a:bodyPr spcFirstLastPara="1" wrap="square" lIns="0" tIns="45700" rIns="0" bIns="45700" anchor="t" anchorCtr="0">
            <a:noAutofit/>
          </a:bodyPr>
          <a:lstStyle/>
          <a:p>
            <a:pPr marL="91440" lvl="0" indent="-151130" algn="l" rtl="0">
              <a:lnSpc>
                <a:spcPct val="90000"/>
              </a:lnSpc>
              <a:spcBef>
                <a:spcPts val="0"/>
              </a:spcBef>
              <a:spcAft>
                <a:spcPts val="0"/>
              </a:spcAft>
              <a:buSzPct val="100000"/>
              <a:buChar char=" "/>
            </a:pPr>
            <a:r>
              <a:rPr lang="en-US" sz="3300" b="1" dirty="0">
                <a:latin typeface="Times New Roman" panose="02020603050405020304" pitchFamily="18" charset="0"/>
                <a:cs typeface="Times New Roman" panose="02020603050405020304" pitchFamily="18" charset="0"/>
              </a:rPr>
              <a:t>Control Abstraction</a:t>
            </a:r>
            <a:endParaRPr sz="2100" dirty="0">
              <a:latin typeface="Times New Roman" panose="02020603050405020304" pitchFamily="18" charset="0"/>
              <a:cs typeface="Times New Roman" panose="02020603050405020304" pitchFamily="18" charset="0"/>
            </a:endParaRPr>
          </a:p>
          <a:p>
            <a:pPr marL="91440" lvl="0" indent="-107950" algn="l" rtl="0">
              <a:lnSpc>
                <a:spcPct val="90000"/>
              </a:lnSpc>
              <a:spcBef>
                <a:spcPts val="1400"/>
              </a:spcBef>
              <a:spcAft>
                <a:spcPts val="0"/>
              </a:spcAft>
              <a:buSzPct val="100000"/>
              <a:buChar char=" "/>
            </a:pPr>
            <a:r>
              <a:rPr lang="en-US" sz="2100" b="1" dirty="0">
                <a:latin typeface="Times New Roman" panose="02020603050405020304" pitchFamily="18" charset="0"/>
                <a:cs typeface="Times New Roman" panose="02020603050405020304" pitchFamily="18" charset="0"/>
              </a:rPr>
              <a:t>DANDC </a:t>
            </a:r>
            <a:r>
              <a:rPr lang="en-US" sz="2100" dirty="0">
                <a:latin typeface="Times New Roman" panose="02020603050405020304" pitchFamily="18" charset="0"/>
                <a:cs typeface="Times New Roman" panose="02020603050405020304" pitchFamily="18" charset="0"/>
              </a:rPr>
              <a:t>(P) </a:t>
            </a:r>
            <a:endParaRPr sz="2100" dirty="0">
              <a:latin typeface="Times New Roman" panose="02020603050405020304" pitchFamily="18" charset="0"/>
              <a:cs typeface="Times New Roman" panose="02020603050405020304" pitchFamily="18" charset="0"/>
            </a:endParaRPr>
          </a:p>
          <a:p>
            <a:pPr marL="91440" lvl="0" indent="-107950" algn="l" rtl="0">
              <a:lnSpc>
                <a:spcPct val="90000"/>
              </a:lnSpc>
              <a:spcBef>
                <a:spcPts val="1400"/>
              </a:spcBef>
              <a:spcAft>
                <a:spcPts val="0"/>
              </a:spcAft>
              <a:buSzPct val="100000"/>
              <a:buChar char=" "/>
            </a:pPr>
            <a:r>
              <a:rPr lang="en-US" sz="2100" dirty="0">
                <a:latin typeface="Times New Roman" panose="02020603050405020304" pitchFamily="18" charset="0"/>
                <a:cs typeface="Times New Roman" panose="02020603050405020304" pitchFamily="18" charset="0"/>
              </a:rPr>
              <a:t>{ </a:t>
            </a:r>
            <a:endParaRPr sz="2100" dirty="0">
              <a:latin typeface="Times New Roman" panose="02020603050405020304" pitchFamily="18" charset="0"/>
              <a:cs typeface="Times New Roman" panose="02020603050405020304" pitchFamily="18" charset="0"/>
            </a:endParaRPr>
          </a:p>
          <a:p>
            <a:pPr marL="548640" lvl="1" indent="-107950">
              <a:spcBef>
                <a:spcPts val="1400"/>
              </a:spcBef>
              <a:buSzPct val="100000"/>
              <a:buChar char=" "/>
            </a:pPr>
            <a:r>
              <a:rPr lang="en-US" sz="1900" dirty="0">
                <a:latin typeface="Times New Roman" panose="02020603050405020304" pitchFamily="18" charset="0"/>
                <a:cs typeface="Times New Roman" panose="02020603050405020304" pitchFamily="18" charset="0"/>
              </a:rPr>
              <a:t>if SMALL (P) then return S (p); </a:t>
            </a:r>
            <a:endParaRPr sz="1900" dirty="0">
              <a:latin typeface="Times New Roman" panose="02020603050405020304" pitchFamily="18" charset="0"/>
              <a:cs typeface="Times New Roman" panose="02020603050405020304" pitchFamily="18" charset="0"/>
            </a:endParaRPr>
          </a:p>
          <a:p>
            <a:pPr marL="548640" lvl="1" indent="-107950">
              <a:spcBef>
                <a:spcPts val="1400"/>
              </a:spcBef>
              <a:buSzPct val="100000"/>
              <a:buChar char=" "/>
            </a:pPr>
            <a:r>
              <a:rPr lang="en-US" sz="1900" dirty="0">
                <a:latin typeface="Times New Roman" panose="02020603050405020304" pitchFamily="18" charset="0"/>
                <a:cs typeface="Times New Roman" panose="02020603050405020304" pitchFamily="18" charset="0"/>
              </a:rPr>
              <a:t>else </a:t>
            </a:r>
            <a:endParaRPr sz="1900" dirty="0">
              <a:latin typeface="Times New Roman" panose="02020603050405020304" pitchFamily="18" charset="0"/>
              <a:cs typeface="Times New Roman" panose="02020603050405020304" pitchFamily="18" charset="0"/>
            </a:endParaRPr>
          </a:p>
          <a:p>
            <a:pPr marL="548640" lvl="1" indent="-107950">
              <a:spcBef>
                <a:spcPts val="1400"/>
              </a:spcBef>
              <a:buSzPct val="100000"/>
              <a:buChar char=" "/>
            </a:pPr>
            <a:r>
              <a:rPr lang="en-US" sz="1900" dirty="0">
                <a:latin typeface="Times New Roman" panose="02020603050405020304" pitchFamily="18" charset="0"/>
                <a:cs typeface="Times New Roman" panose="02020603050405020304" pitchFamily="18" charset="0"/>
              </a:rPr>
              <a:t>{ </a:t>
            </a:r>
            <a:endParaRPr sz="1900" dirty="0">
              <a:latin typeface="Times New Roman" panose="02020603050405020304" pitchFamily="18" charset="0"/>
              <a:cs typeface="Times New Roman" panose="02020603050405020304" pitchFamily="18" charset="0"/>
            </a:endParaRPr>
          </a:p>
          <a:p>
            <a:pPr marL="1005840" lvl="2" indent="-107950">
              <a:spcBef>
                <a:spcPts val="1400"/>
              </a:spcBef>
              <a:buSzPct val="100000"/>
              <a:buChar char=" "/>
            </a:pPr>
            <a:r>
              <a:rPr lang="en-US" sz="1800" dirty="0">
                <a:latin typeface="Times New Roman" panose="02020603050405020304" pitchFamily="18" charset="0"/>
                <a:cs typeface="Times New Roman" panose="02020603050405020304" pitchFamily="18" charset="0"/>
              </a:rPr>
              <a:t>divide p into smaller instances p1, p2, …. </a:t>
            </a:r>
            <a:r>
              <a:rPr lang="en-US" sz="1800" dirty="0" err="1">
                <a:latin typeface="Times New Roman" panose="02020603050405020304" pitchFamily="18" charset="0"/>
                <a:cs typeface="Times New Roman" panose="02020603050405020304" pitchFamily="18" charset="0"/>
              </a:rPr>
              <a:t>Pk</a:t>
            </a:r>
            <a:r>
              <a:rPr lang="en-US" sz="1800" dirty="0">
                <a:latin typeface="Times New Roman" panose="02020603050405020304" pitchFamily="18" charset="0"/>
                <a:cs typeface="Times New Roman" panose="02020603050405020304" pitchFamily="18" charset="0"/>
              </a:rPr>
              <a:t>, k &gt;= 1; </a:t>
            </a:r>
            <a:endParaRPr sz="1800" dirty="0">
              <a:latin typeface="Times New Roman" panose="02020603050405020304" pitchFamily="18" charset="0"/>
              <a:cs typeface="Times New Roman" panose="02020603050405020304" pitchFamily="18" charset="0"/>
            </a:endParaRPr>
          </a:p>
          <a:p>
            <a:pPr marL="1005840" lvl="2" indent="-107950">
              <a:spcBef>
                <a:spcPts val="1400"/>
              </a:spcBef>
              <a:buSzPct val="100000"/>
              <a:buChar char=" "/>
            </a:pPr>
            <a:r>
              <a:rPr lang="en-US" sz="1800" dirty="0">
                <a:latin typeface="Times New Roman" panose="02020603050405020304" pitchFamily="18" charset="0"/>
                <a:cs typeface="Times New Roman" panose="02020603050405020304" pitchFamily="18" charset="0"/>
              </a:rPr>
              <a:t>apply DANDC to each of these sub problems; </a:t>
            </a:r>
            <a:endParaRPr sz="1800" dirty="0">
              <a:latin typeface="Times New Roman" panose="02020603050405020304" pitchFamily="18" charset="0"/>
              <a:cs typeface="Times New Roman" panose="02020603050405020304" pitchFamily="18" charset="0"/>
            </a:endParaRPr>
          </a:p>
          <a:p>
            <a:pPr marL="1005840" lvl="2" indent="-107950">
              <a:spcBef>
                <a:spcPts val="1400"/>
              </a:spcBef>
              <a:buSzPct val="100000"/>
              <a:buChar char=" "/>
            </a:pPr>
            <a:r>
              <a:rPr lang="en-US" sz="1800" dirty="0">
                <a:latin typeface="Times New Roman" panose="02020603050405020304" pitchFamily="18" charset="0"/>
                <a:cs typeface="Times New Roman" panose="02020603050405020304" pitchFamily="18" charset="0"/>
              </a:rPr>
              <a:t>return (COMBINE (DANDC (p1) , DANDC (p2),…., DANDC (</a:t>
            </a:r>
            <a:r>
              <a:rPr lang="en-US" sz="1800" dirty="0" err="1">
                <a:latin typeface="Times New Roman" panose="02020603050405020304" pitchFamily="18" charset="0"/>
                <a:cs typeface="Times New Roman" panose="02020603050405020304" pitchFamily="18" charset="0"/>
              </a:rPr>
              <a:t>pk</a:t>
            </a:r>
            <a:r>
              <a:rPr lang="en-US" sz="1800" dirty="0">
                <a:latin typeface="Times New Roman" panose="02020603050405020304" pitchFamily="18" charset="0"/>
                <a:cs typeface="Times New Roman" panose="02020603050405020304" pitchFamily="18" charset="0"/>
              </a:rPr>
              <a:t>)); </a:t>
            </a:r>
            <a:endParaRPr sz="1800" dirty="0">
              <a:latin typeface="Times New Roman" panose="02020603050405020304" pitchFamily="18" charset="0"/>
              <a:cs typeface="Times New Roman" panose="02020603050405020304" pitchFamily="18" charset="0"/>
            </a:endParaRPr>
          </a:p>
          <a:p>
            <a:pPr marL="548640" lvl="1" indent="-107950">
              <a:spcBef>
                <a:spcPts val="1400"/>
              </a:spcBef>
              <a:buSzPct val="100000"/>
              <a:buChar char=" "/>
            </a:pPr>
            <a:r>
              <a:rPr lang="en-US" sz="1900" dirty="0">
                <a:latin typeface="Times New Roman" panose="02020603050405020304" pitchFamily="18" charset="0"/>
                <a:cs typeface="Times New Roman" panose="02020603050405020304" pitchFamily="18" charset="0"/>
              </a:rPr>
              <a:t>} </a:t>
            </a:r>
            <a:endParaRPr sz="1900" dirty="0">
              <a:latin typeface="Times New Roman" panose="02020603050405020304" pitchFamily="18" charset="0"/>
              <a:cs typeface="Times New Roman" panose="02020603050405020304" pitchFamily="18" charset="0"/>
            </a:endParaRPr>
          </a:p>
          <a:p>
            <a:pPr marL="91440" lvl="0" indent="-107950" algn="l" rtl="0">
              <a:lnSpc>
                <a:spcPct val="90000"/>
              </a:lnSpc>
              <a:spcBef>
                <a:spcPts val="1400"/>
              </a:spcBef>
              <a:spcAft>
                <a:spcPts val="0"/>
              </a:spcAft>
              <a:buSzPct val="100000"/>
              <a:buChar char=" "/>
            </a:pPr>
            <a:r>
              <a:rPr lang="en-US" sz="2100" dirty="0">
                <a:latin typeface="Times New Roman" panose="02020603050405020304" pitchFamily="18" charset="0"/>
                <a:cs typeface="Times New Roman" panose="02020603050405020304" pitchFamily="18" charset="0"/>
              </a:rPr>
              <a:t>}</a:t>
            </a:r>
            <a:endParaRPr sz="2100" dirty="0">
              <a:latin typeface="Times New Roman" panose="02020603050405020304" pitchFamily="18" charset="0"/>
              <a:cs typeface="Times New Roman" panose="02020603050405020304" pitchFamily="18" charset="0"/>
            </a:endParaRPr>
          </a:p>
          <a:p>
            <a:pPr marL="91440" lvl="0" indent="0" algn="l" rtl="0">
              <a:lnSpc>
                <a:spcPct val="90000"/>
              </a:lnSpc>
              <a:spcBef>
                <a:spcPts val="1400"/>
              </a:spcBef>
              <a:spcAft>
                <a:spcPts val="0"/>
              </a:spcAft>
              <a:buSzPct val="100000"/>
              <a:buNone/>
            </a:pPr>
            <a:endParaRPr dirty="0"/>
          </a:p>
        </p:txBody>
      </p:sp>
      <p:grpSp>
        <p:nvGrpSpPr>
          <p:cNvPr id="364" name="Google Shape;364;p54"/>
          <p:cNvGrpSpPr/>
          <p:nvPr/>
        </p:nvGrpSpPr>
        <p:grpSpPr>
          <a:xfrm>
            <a:off x="8058042" y="1459509"/>
            <a:ext cx="3905374" cy="3331380"/>
            <a:chOff x="188" y="1908"/>
            <a:chExt cx="2160" cy="1960"/>
          </a:xfrm>
        </p:grpSpPr>
        <p:sp>
          <p:nvSpPr>
            <p:cNvPr id="365" name="Google Shape;365;p54"/>
            <p:cNvSpPr/>
            <p:nvPr/>
          </p:nvSpPr>
          <p:spPr>
            <a:xfrm>
              <a:off x="188" y="1908"/>
              <a:ext cx="2104" cy="1960"/>
            </a:xfrm>
            <a:prstGeom prst="roundRect">
              <a:avLst>
                <a:gd name="adj" fmla="val 12495"/>
              </a:avLst>
            </a:prstGeom>
            <a:solidFill>
              <a:schemeClr val="lt1"/>
            </a:solidFill>
            <a:ln w="12700" cap="flat" cmpd="sng">
              <a:solidFill>
                <a:schemeClr val="dk1"/>
              </a:solidFill>
              <a:prstDash val="solid"/>
              <a:round/>
              <a:headEnd type="none" w="sm" len="sm"/>
              <a:tailEnd type="none" w="sm" len="sm"/>
            </a:ln>
            <a:effectLst>
              <a:outerShdw dist="107763" dir="2700000" algn="ctr" rotWithShape="0">
                <a:schemeClr val="dk1"/>
              </a:outerShdw>
            </a:effectLst>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66" name="Google Shape;366;p54"/>
            <p:cNvSpPr/>
            <p:nvPr/>
          </p:nvSpPr>
          <p:spPr>
            <a:xfrm>
              <a:off x="327" y="1940"/>
              <a:ext cx="2021" cy="1791"/>
            </a:xfrm>
            <a:prstGeom prst="rect">
              <a:avLst/>
            </a:prstGeom>
            <a:noFill/>
            <a:ln>
              <a:noFill/>
            </a:ln>
          </p:spPr>
          <p:txBody>
            <a:bodyPr spcFirstLastPara="1" wrap="square" lIns="90475" tIns="44450" rIns="90475" bIns="44450" anchor="t" anchorCtr="0">
              <a:noAutofit/>
            </a:bodyPr>
            <a:lstStyle/>
            <a:p>
              <a:pPr marL="0" marR="0" lvl="0" indent="0" algn="l" rtl="0">
                <a:spcBef>
                  <a:spcPts val="0"/>
                </a:spcBef>
                <a:spcAft>
                  <a:spcPts val="0"/>
                </a:spcAft>
                <a:buNone/>
              </a:pPr>
              <a:r>
                <a:rPr lang="en-US" sz="2400" b="1">
                  <a:solidFill>
                    <a:schemeClr val="dk1"/>
                  </a:solidFill>
                  <a:latin typeface="Calibri"/>
                  <a:ea typeface="Calibri"/>
                  <a:cs typeface="Calibri"/>
                  <a:sym typeface="Calibri"/>
                </a:rPr>
                <a:t>Divide</a:t>
              </a:r>
              <a:r>
                <a:rPr lang="en-US" sz="2400">
                  <a:solidFill>
                    <a:schemeClr val="dk1"/>
                  </a:solidFill>
                  <a:latin typeface="Calibri"/>
                  <a:ea typeface="Calibri"/>
                  <a:cs typeface="Calibri"/>
                  <a:sym typeface="Calibri"/>
                </a:rPr>
                <a:t> the problem into smaller sub problems</a:t>
              </a:r>
              <a:endParaRPr/>
            </a:p>
            <a:p>
              <a:pPr marL="0" marR="0" lvl="0" indent="0" algn="l" rtl="0">
                <a:spcBef>
                  <a:spcPts val="0"/>
                </a:spcBef>
                <a:spcAft>
                  <a:spcPts val="0"/>
                </a:spcAft>
                <a:buNone/>
              </a:pPr>
              <a:r>
                <a:rPr lang="en-US" sz="2400" b="1">
                  <a:solidFill>
                    <a:schemeClr val="dk1"/>
                  </a:solidFill>
                  <a:latin typeface="Calibri"/>
                  <a:ea typeface="Calibri"/>
                  <a:cs typeface="Calibri"/>
                  <a:sym typeface="Calibri"/>
                </a:rPr>
                <a:t>Conquer</a:t>
              </a:r>
              <a:r>
                <a:rPr lang="en-US" sz="2400">
                  <a:solidFill>
                    <a:schemeClr val="dk1"/>
                  </a:solidFill>
                  <a:latin typeface="Calibri"/>
                  <a:ea typeface="Calibri"/>
                  <a:cs typeface="Calibri"/>
                  <a:sym typeface="Calibri"/>
                </a:rPr>
                <a:t> the sub problems by solving them recursively.</a:t>
              </a:r>
              <a:endParaRPr/>
            </a:p>
            <a:p>
              <a:pPr marL="0" marR="0" lvl="0" indent="0" algn="l" rtl="0">
                <a:spcBef>
                  <a:spcPts val="0"/>
                </a:spcBef>
                <a:spcAft>
                  <a:spcPts val="0"/>
                </a:spcAft>
                <a:buNone/>
              </a:pPr>
              <a:r>
                <a:rPr lang="en-US" sz="2400" b="1">
                  <a:solidFill>
                    <a:schemeClr val="dk1"/>
                  </a:solidFill>
                  <a:latin typeface="Calibri"/>
                  <a:ea typeface="Calibri"/>
                  <a:cs typeface="Calibri"/>
                  <a:sym typeface="Calibri"/>
                </a:rPr>
                <a:t>Combine</a:t>
              </a:r>
              <a:r>
                <a:rPr lang="en-US" sz="2400">
                  <a:solidFill>
                    <a:schemeClr val="dk1"/>
                  </a:solidFill>
                  <a:latin typeface="Calibri"/>
                  <a:ea typeface="Calibri"/>
                  <a:cs typeface="Calibri"/>
                  <a:sym typeface="Calibri"/>
                </a:rPr>
                <a:t> the solutions to the sub problems into the solution of the original problem.</a:t>
              </a:r>
              <a:endParaRPr sz="2400" b="1" i="1">
                <a:solidFill>
                  <a:schemeClr val="dk1"/>
                </a:solidFill>
                <a:latin typeface="Calibri"/>
                <a:ea typeface="Calibri"/>
                <a:cs typeface="Calibri"/>
                <a:sym typeface="Calibri"/>
              </a:endParaRPr>
            </a:p>
          </p:txBody>
        </p:sp>
      </p:grpSp>
      <p:sp>
        <p:nvSpPr>
          <p:cNvPr id="367" name="Google Shape;367;p54"/>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REF BOOK: SAHNI</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72"/>
        <p:cNvGrpSpPr/>
        <p:nvPr/>
      </p:nvGrpSpPr>
      <p:grpSpPr>
        <a:xfrm>
          <a:off x="0" y="0"/>
          <a:ext cx="0" cy="0"/>
          <a:chOff x="0" y="0"/>
          <a:chExt cx="0" cy="0"/>
        </a:xfrm>
      </p:grpSpPr>
      <p:sp>
        <p:nvSpPr>
          <p:cNvPr id="373" name="Google Shape;373;p55"/>
          <p:cNvSpPr txBox="1">
            <a:spLocks noGrp="1"/>
          </p:cNvSpPr>
          <p:nvPr>
            <p:ph type="title"/>
          </p:nvPr>
        </p:nvSpPr>
        <p:spPr>
          <a:xfrm>
            <a:off x="1097280" y="286603"/>
            <a:ext cx="10058400" cy="873331"/>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4800"/>
              <a:buFont typeface="Calibri"/>
              <a:buNone/>
            </a:pPr>
            <a:r>
              <a:rPr lang="en-US"/>
              <a:t>Divide-and-Conquer Technique (cont.)</a:t>
            </a:r>
            <a:endParaRPr/>
          </a:p>
        </p:txBody>
      </p:sp>
      <p:sp>
        <p:nvSpPr>
          <p:cNvPr id="375" name="Google Shape;375;p55"/>
          <p:cNvSpPr/>
          <p:nvPr/>
        </p:nvSpPr>
        <p:spPr>
          <a:xfrm>
            <a:off x="7086600" y="2362200"/>
            <a:ext cx="2286000" cy="838200"/>
          </a:xfrm>
          <a:prstGeom prst="ellipse">
            <a:avLst/>
          </a:prstGeom>
          <a:solidFill>
            <a:srgbClr val="92D050"/>
          </a:solidFill>
          <a:ln w="127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rgbClr val="001932"/>
                </a:solidFill>
                <a:latin typeface="Calibri"/>
                <a:ea typeface="Calibri"/>
                <a:cs typeface="Calibri"/>
                <a:sym typeface="Calibri"/>
              </a:rPr>
              <a:t>subproblem 2 </a:t>
            </a:r>
            <a:endParaRPr/>
          </a:p>
          <a:p>
            <a:pPr marL="0" marR="0" lvl="0" indent="0" algn="ctr" rtl="0">
              <a:spcBef>
                <a:spcPts val="0"/>
              </a:spcBef>
              <a:spcAft>
                <a:spcPts val="0"/>
              </a:spcAft>
              <a:buNone/>
            </a:pPr>
            <a:r>
              <a:rPr lang="en-US" sz="1800" b="1">
                <a:solidFill>
                  <a:srgbClr val="001932"/>
                </a:solidFill>
                <a:latin typeface="Calibri"/>
                <a:ea typeface="Calibri"/>
                <a:cs typeface="Calibri"/>
                <a:sym typeface="Calibri"/>
              </a:rPr>
              <a:t>of size </a:t>
            </a:r>
            <a:r>
              <a:rPr lang="en-US" sz="1800" b="1" i="1">
                <a:solidFill>
                  <a:srgbClr val="001932"/>
                </a:solidFill>
                <a:latin typeface="Calibri"/>
                <a:ea typeface="Calibri"/>
                <a:cs typeface="Calibri"/>
                <a:sym typeface="Calibri"/>
              </a:rPr>
              <a:t>n</a:t>
            </a:r>
            <a:r>
              <a:rPr lang="en-US" sz="1800" b="1">
                <a:solidFill>
                  <a:srgbClr val="001932"/>
                </a:solidFill>
                <a:latin typeface="Calibri"/>
                <a:ea typeface="Calibri"/>
                <a:cs typeface="Calibri"/>
                <a:sym typeface="Calibri"/>
              </a:rPr>
              <a:t>/2</a:t>
            </a:r>
            <a:endParaRPr/>
          </a:p>
        </p:txBody>
      </p:sp>
      <p:sp>
        <p:nvSpPr>
          <p:cNvPr id="376" name="Google Shape;376;p55"/>
          <p:cNvSpPr/>
          <p:nvPr/>
        </p:nvSpPr>
        <p:spPr>
          <a:xfrm>
            <a:off x="2743200" y="2362200"/>
            <a:ext cx="2286000" cy="838200"/>
          </a:xfrm>
          <a:prstGeom prst="ellipse">
            <a:avLst/>
          </a:prstGeom>
          <a:solidFill>
            <a:srgbClr val="92D050"/>
          </a:solidFill>
          <a:ln w="127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rgbClr val="001932"/>
                </a:solidFill>
                <a:latin typeface="Calibri"/>
                <a:ea typeface="Calibri"/>
                <a:cs typeface="Calibri"/>
                <a:sym typeface="Calibri"/>
              </a:rPr>
              <a:t>subproblem 1 </a:t>
            </a:r>
            <a:endParaRPr/>
          </a:p>
          <a:p>
            <a:pPr marL="0" marR="0" lvl="0" indent="0" algn="ctr" rtl="0">
              <a:spcBef>
                <a:spcPts val="0"/>
              </a:spcBef>
              <a:spcAft>
                <a:spcPts val="0"/>
              </a:spcAft>
              <a:buNone/>
            </a:pPr>
            <a:r>
              <a:rPr lang="en-US" sz="1800" b="1">
                <a:solidFill>
                  <a:srgbClr val="001932"/>
                </a:solidFill>
                <a:latin typeface="Calibri"/>
                <a:ea typeface="Calibri"/>
                <a:cs typeface="Calibri"/>
                <a:sym typeface="Calibri"/>
              </a:rPr>
              <a:t>of size </a:t>
            </a:r>
            <a:r>
              <a:rPr lang="en-US" sz="1800" b="1" i="1">
                <a:solidFill>
                  <a:srgbClr val="001932"/>
                </a:solidFill>
                <a:latin typeface="Calibri"/>
                <a:ea typeface="Calibri"/>
                <a:cs typeface="Calibri"/>
                <a:sym typeface="Calibri"/>
              </a:rPr>
              <a:t>n</a:t>
            </a:r>
            <a:r>
              <a:rPr lang="en-US" sz="1800" b="1">
                <a:solidFill>
                  <a:srgbClr val="001932"/>
                </a:solidFill>
                <a:latin typeface="Calibri"/>
                <a:ea typeface="Calibri"/>
                <a:cs typeface="Calibri"/>
                <a:sym typeface="Calibri"/>
              </a:rPr>
              <a:t>/2</a:t>
            </a:r>
            <a:endParaRPr/>
          </a:p>
        </p:txBody>
      </p:sp>
      <p:sp>
        <p:nvSpPr>
          <p:cNvPr id="377" name="Google Shape;377;p55"/>
          <p:cNvSpPr/>
          <p:nvPr/>
        </p:nvSpPr>
        <p:spPr>
          <a:xfrm>
            <a:off x="2743200" y="3657600"/>
            <a:ext cx="2286000" cy="685800"/>
          </a:xfrm>
          <a:prstGeom prst="rect">
            <a:avLst/>
          </a:prstGeom>
          <a:solidFill>
            <a:srgbClr val="92D05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rgbClr val="001932"/>
                </a:solidFill>
                <a:latin typeface="Calibri"/>
                <a:ea typeface="Calibri"/>
                <a:cs typeface="Calibri"/>
                <a:sym typeface="Calibri"/>
              </a:rPr>
              <a:t>a solution to </a:t>
            </a:r>
            <a:endParaRPr/>
          </a:p>
          <a:p>
            <a:pPr marL="0" marR="0" lvl="0" indent="0" algn="ctr" rtl="0">
              <a:spcBef>
                <a:spcPts val="0"/>
              </a:spcBef>
              <a:spcAft>
                <a:spcPts val="0"/>
              </a:spcAft>
              <a:buNone/>
            </a:pPr>
            <a:r>
              <a:rPr lang="en-US" sz="1600" b="1">
                <a:solidFill>
                  <a:srgbClr val="001932"/>
                </a:solidFill>
                <a:latin typeface="Calibri"/>
                <a:ea typeface="Calibri"/>
                <a:cs typeface="Calibri"/>
                <a:sym typeface="Calibri"/>
              </a:rPr>
              <a:t>subproblem 1</a:t>
            </a:r>
            <a:endParaRPr sz="2400">
              <a:solidFill>
                <a:srgbClr val="FFFFFF"/>
              </a:solidFill>
              <a:latin typeface="Calibri"/>
              <a:ea typeface="Calibri"/>
              <a:cs typeface="Calibri"/>
              <a:sym typeface="Calibri"/>
            </a:endParaRPr>
          </a:p>
        </p:txBody>
      </p:sp>
      <p:sp>
        <p:nvSpPr>
          <p:cNvPr id="378" name="Google Shape;378;p55"/>
          <p:cNvSpPr/>
          <p:nvPr/>
        </p:nvSpPr>
        <p:spPr>
          <a:xfrm>
            <a:off x="4953000" y="5410200"/>
            <a:ext cx="2286000" cy="685800"/>
          </a:xfrm>
          <a:prstGeom prst="rect">
            <a:avLst/>
          </a:prstGeom>
          <a:solidFill>
            <a:srgbClr val="92D05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a:solidFill>
                  <a:srgbClr val="001932"/>
                </a:solidFill>
                <a:latin typeface="Calibri"/>
                <a:ea typeface="Calibri"/>
                <a:cs typeface="Calibri"/>
                <a:sym typeface="Calibri"/>
              </a:rPr>
              <a:t>a solution to</a:t>
            </a:r>
            <a:endParaRPr/>
          </a:p>
          <a:p>
            <a:pPr marL="0" marR="0" lvl="0" indent="0" algn="ctr" rtl="0">
              <a:spcBef>
                <a:spcPts val="0"/>
              </a:spcBef>
              <a:spcAft>
                <a:spcPts val="0"/>
              </a:spcAft>
              <a:buNone/>
            </a:pPr>
            <a:r>
              <a:rPr lang="en-US" sz="1600" b="1">
                <a:solidFill>
                  <a:srgbClr val="001932"/>
                </a:solidFill>
                <a:latin typeface="Calibri"/>
                <a:ea typeface="Calibri"/>
                <a:cs typeface="Calibri"/>
                <a:sym typeface="Calibri"/>
              </a:rPr>
              <a:t>the original problem</a:t>
            </a:r>
            <a:endParaRPr sz="2400">
              <a:solidFill>
                <a:srgbClr val="FFFFFF"/>
              </a:solidFill>
              <a:latin typeface="Calibri"/>
              <a:ea typeface="Calibri"/>
              <a:cs typeface="Calibri"/>
              <a:sym typeface="Calibri"/>
            </a:endParaRPr>
          </a:p>
        </p:txBody>
      </p:sp>
      <p:sp>
        <p:nvSpPr>
          <p:cNvPr id="379" name="Google Shape;379;p55"/>
          <p:cNvSpPr/>
          <p:nvPr/>
        </p:nvSpPr>
        <p:spPr>
          <a:xfrm>
            <a:off x="7086600" y="3657600"/>
            <a:ext cx="2286000" cy="685800"/>
          </a:xfrm>
          <a:prstGeom prst="rect">
            <a:avLst/>
          </a:prstGeom>
          <a:solidFill>
            <a:srgbClr val="92D050"/>
          </a:solidFill>
          <a:ln w="12700" cap="flat" cmpd="sng">
            <a:solidFill>
              <a:srgbClr val="FF0000"/>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600" b="1" dirty="0">
                <a:solidFill>
                  <a:srgbClr val="001932"/>
                </a:solidFill>
                <a:latin typeface="Calibri"/>
                <a:ea typeface="Calibri"/>
                <a:cs typeface="Calibri"/>
                <a:sym typeface="Calibri"/>
              </a:rPr>
              <a:t>a solution to </a:t>
            </a:r>
            <a:endParaRPr dirty="0"/>
          </a:p>
          <a:p>
            <a:pPr marL="0" marR="0" lvl="0" indent="0" algn="ctr" rtl="0">
              <a:spcBef>
                <a:spcPts val="0"/>
              </a:spcBef>
              <a:spcAft>
                <a:spcPts val="0"/>
              </a:spcAft>
              <a:buNone/>
            </a:pPr>
            <a:r>
              <a:rPr lang="en-US" sz="1600" b="1" dirty="0" err="1">
                <a:solidFill>
                  <a:srgbClr val="001932"/>
                </a:solidFill>
                <a:latin typeface="Calibri"/>
                <a:ea typeface="Calibri"/>
                <a:cs typeface="Calibri"/>
                <a:sym typeface="Calibri"/>
              </a:rPr>
              <a:t>subproblem</a:t>
            </a:r>
            <a:r>
              <a:rPr lang="en-US" sz="1600" b="1" dirty="0">
                <a:solidFill>
                  <a:srgbClr val="001932"/>
                </a:solidFill>
                <a:latin typeface="Calibri"/>
                <a:ea typeface="Calibri"/>
                <a:cs typeface="Calibri"/>
                <a:sym typeface="Calibri"/>
              </a:rPr>
              <a:t> 2</a:t>
            </a:r>
            <a:endParaRPr sz="2400" dirty="0">
              <a:solidFill>
                <a:srgbClr val="FFFFFF"/>
              </a:solidFill>
              <a:latin typeface="Calibri"/>
              <a:ea typeface="Calibri"/>
              <a:cs typeface="Calibri"/>
              <a:sym typeface="Calibri"/>
            </a:endParaRPr>
          </a:p>
        </p:txBody>
      </p:sp>
      <p:cxnSp>
        <p:nvCxnSpPr>
          <p:cNvPr id="380" name="Google Shape;380;p55"/>
          <p:cNvCxnSpPr/>
          <p:nvPr/>
        </p:nvCxnSpPr>
        <p:spPr>
          <a:xfrm flipH="1">
            <a:off x="4191000" y="2057400"/>
            <a:ext cx="1447800" cy="304800"/>
          </a:xfrm>
          <a:prstGeom prst="straightConnector1">
            <a:avLst/>
          </a:prstGeom>
          <a:noFill/>
          <a:ln w="12700" cap="flat" cmpd="sng">
            <a:solidFill>
              <a:srgbClr val="FF0000"/>
            </a:solidFill>
            <a:prstDash val="solid"/>
            <a:round/>
            <a:headEnd type="none" w="sm" len="sm"/>
            <a:tailEnd type="triangle" w="sm" len="sm"/>
          </a:ln>
        </p:spPr>
      </p:cxnSp>
      <p:cxnSp>
        <p:nvCxnSpPr>
          <p:cNvPr id="381" name="Google Shape;381;p55"/>
          <p:cNvCxnSpPr/>
          <p:nvPr/>
        </p:nvCxnSpPr>
        <p:spPr>
          <a:xfrm>
            <a:off x="6477000" y="2057400"/>
            <a:ext cx="1524000" cy="304800"/>
          </a:xfrm>
          <a:prstGeom prst="straightConnector1">
            <a:avLst/>
          </a:prstGeom>
          <a:noFill/>
          <a:ln w="12700" cap="flat" cmpd="sng">
            <a:solidFill>
              <a:srgbClr val="FF0000"/>
            </a:solidFill>
            <a:prstDash val="solid"/>
            <a:round/>
            <a:headEnd type="none" w="sm" len="sm"/>
            <a:tailEnd type="triangle" w="sm" len="sm"/>
          </a:ln>
        </p:spPr>
      </p:cxnSp>
      <p:sp>
        <p:nvSpPr>
          <p:cNvPr id="382" name="Google Shape;382;p55"/>
          <p:cNvSpPr/>
          <p:nvPr/>
        </p:nvSpPr>
        <p:spPr>
          <a:xfrm>
            <a:off x="4953000" y="1295400"/>
            <a:ext cx="2286000" cy="838200"/>
          </a:xfrm>
          <a:prstGeom prst="ellipse">
            <a:avLst/>
          </a:prstGeom>
          <a:solidFill>
            <a:srgbClr val="92D050"/>
          </a:solidFill>
          <a:ln w="127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r>
              <a:rPr lang="en-US" sz="1800" b="1">
                <a:solidFill>
                  <a:srgbClr val="001932"/>
                </a:solidFill>
                <a:latin typeface="Calibri"/>
                <a:ea typeface="Calibri"/>
                <a:cs typeface="Calibri"/>
                <a:sym typeface="Calibri"/>
              </a:rPr>
              <a:t>a problem of size </a:t>
            </a:r>
            <a:r>
              <a:rPr lang="en-US" sz="1800" b="1" i="1">
                <a:solidFill>
                  <a:srgbClr val="001932"/>
                </a:solidFill>
                <a:latin typeface="Calibri"/>
                <a:ea typeface="Calibri"/>
                <a:cs typeface="Calibri"/>
                <a:sym typeface="Calibri"/>
              </a:rPr>
              <a:t>n</a:t>
            </a:r>
            <a:endParaRPr sz="1800" b="1">
              <a:solidFill>
                <a:srgbClr val="001932"/>
              </a:solidFill>
              <a:latin typeface="Calibri"/>
              <a:ea typeface="Calibri"/>
              <a:cs typeface="Calibri"/>
              <a:sym typeface="Calibri"/>
            </a:endParaRPr>
          </a:p>
        </p:txBody>
      </p:sp>
      <p:cxnSp>
        <p:nvCxnSpPr>
          <p:cNvPr id="383" name="Google Shape;383;p55"/>
          <p:cNvCxnSpPr/>
          <p:nvPr/>
        </p:nvCxnSpPr>
        <p:spPr>
          <a:xfrm>
            <a:off x="3810000" y="3200400"/>
            <a:ext cx="0" cy="457200"/>
          </a:xfrm>
          <a:prstGeom prst="straightConnector1">
            <a:avLst/>
          </a:prstGeom>
          <a:noFill/>
          <a:ln w="12700" cap="flat" cmpd="sng">
            <a:solidFill>
              <a:srgbClr val="FF0000"/>
            </a:solidFill>
            <a:prstDash val="solid"/>
            <a:round/>
            <a:headEnd type="none" w="sm" len="sm"/>
            <a:tailEnd type="triangle" w="sm" len="sm"/>
          </a:ln>
        </p:spPr>
      </p:cxnSp>
      <p:cxnSp>
        <p:nvCxnSpPr>
          <p:cNvPr id="384" name="Google Shape;384;p55"/>
          <p:cNvCxnSpPr/>
          <p:nvPr/>
        </p:nvCxnSpPr>
        <p:spPr>
          <a:xfrm>
            <a:off x="8229600" y="3200400"/>
            <a:ext cx="0" cy="457200"/>
          </a:xfrm>
          <a:prstGeom prst="straightConnector1">
            <a:avLst/>
          </a:prstGeom>
          <a:noFill/>
          <a:ln w="12700" cap="flat" cmpd="sng">
            <a:solidFill>
              <a:srgbClr val="FF0000"/>
            </a:solidFill>
            <a:prstDash val="solid"/>
            <a:round/>
            <a:headEnd type="none" w="sm" len="sm"/>
            <a:tailEnd type="triangle" w="sm" len="sm"/>
          </a:ln>
        </p:spPr>
      </p:cxnSp>
      <p:cxnSp>
        <p:nvCxnSpPr>
          <p:cNvPr id="385" name="Google Shape;385;p55"/>
          <p:cNvCxnSpPr/>
          <p:nvPr/>
        </p:nvCxnSpPr>
        <p:spPr>
          <a:xfrm>
            <a:off x="3810000" y="4343400"/>
            <a:ext cx="0" cy="533400"/>
          </a:xfrm>
          <a:prstGeom prst="straightConnector1">
            <a:avLst/>
          </a:prstGeom>
          <a:noFill/>
          <a:ln w="12700" cap="flat" cmpd="sng">
            <a:solidFill>
              <a:srgbClr val="FF0000"/>
            </a:solidFill>
            <a:prstDash val="solid"/>
            <a:round/>
            <a:headEnd type="none" w="sm" len="sm"/>
            <a:tailEnd type="none" w="sm" len="sm"/>
          </a:ln>
        </p:spPr>
      </p:cxnSp>
      <p:cxnSp>
        <p:nvCxnSpPr>
          <p:cNvPr id="386" name="Google Shape;386;p55"/>
          <p:cNvCxnSpPr/>
          <p:nvPr/>
        </p:nvCxnSpPr>
        <p:spPr>
          <a:xfrm>
            <a:off x="8229600" y="4343400"/>
            <a:ext cx="0" cy="533400"/>
          </a:xfrm>
          <a:prstGeom prst="straightConnector1">
            <a:avLst/>
          </a:prstGeom>
          <a:noFill/>
          <a:ln w="12700" cap="flat" cmpd="sng">
            <a:solidFill>
              <a:srgbClr val="FF0000"/>
            </a:solidFill>
            <a:prstDash val="solid"/>
            <a:round/>
            <a:headEnd type="none" w="sm" len="sm"/>
            <a:tailEnd type="none" w="sm" len="sm"/>
          </a:ln>
        </p:spPr>
      </p:cxnSp>
      <p:cxnSp>
        <p:nvCxnSpPr>
          <p:cNvPr id="387" name="Google Shape;387;p55"/>
          <p:cNvCxnSpPr/>
          <p:nvPr/>
        </p:nvCxnSpPr>
        <p:spPr>
          <a:xfrm>
            <a:off x="3810000" y="4876800"/>
            <a:ext cx="4419600" cy="0"/>
          </a:xfrm>
          <a:prstGeom prst="straightConnector1">
            <a:avLst/>
          </a:prstGeom>
          <a:noFill/>
          <a:ln w="12700" cap="flat" cmpd="sng">
            <a:solidFill>
              <a:srgbClr val="FF0000"/>
            </a:solidFill>
            <a:prstDash val="solid"/>
            <a:round/>
            <a:headEnd type="none" w="sm" len="sm"/>
            <a:tailEnd type="none" w="sm" len="sm"/>
          </a:ln>
        </p:spPr>
      </p:cxnSp>
      <p:cxnSp>
        <p:nvCxnSpPr>
          <p:cNvPr id="388" name="Google Shape;388;p55"/>
          <p:cNvCxnSpPr/>
          <p:nvPr/>
        </p:nvCxnSpPr>
        <p:spPr>
          <a:xfrm>
            <a:off x="6096000" y="4876800"/>
            <a:ext cx="0" cy="533400"/>
          </a:xfrm>
          <a:prstGeom prst="straightConnector1">
            <a:avLst/>
          </a:prstGeom>
          <a:noFill/>
          <a:ln w="12700" cap="flat" cmpd="sng">
            <a:solidFill>
              <a:srgbClr val="FF0000"/>
            </a:solidFill>
            <a:prstDash val="solid"/>
            <a:round/>
            <a:headEnd type="none" w="sm" len="sm"/>
            <a:tailEnd type="triangle" w="sm" len="sm"/>
          </a:ln>
        </p:spPr>
      </p:cxnSp>
      <p:sp>
        <p:nvSpPr>
          <p:cNvPr id="389" name="Google Shape;389;p55"/>
          <p:cNvSpPr txBox="1"/>
          <p:nvPr/>
        </p:nvSpPr>
        <p:spPr>
          <a:xfrm>
            <a:off x="5334000" y="1777520"/>
            <a:ext cx="1447800" cy="366713"/>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800" b="1">
                <a:solidFill>
                  <a:srgbClr val="FF9933"/>
                </a:solidFill>
                <a:latin typeface="Calibri"/>
                <a:ea typeface="Calibri"/>
                <a:cs typeface="Calibri"/>
                <a:sym typeface="Calibri"/>
              </a:rPr>
              <a:t>(instance)</a:t>
            </a:r>
            <a:endParaRPr/>
          </a:p>
        </p:txBody>
      </p:sp>
      <p:sp>
        <p:nvSpPr>
          <p:cNvPr id="390" name="Google Shape;390;p55"/>
          <p:cNvSpPr txBox="1"/>
          <p:nvPr/>
        </p:nvSpPr>
        <p:spPr>
          <a:xfrm>
            <a:off x="7848600" y="5426076"/>
            <a:ext cx="2743200" cy="83099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FF6600"/>
                </a:solidFill>
                <a:latin typeface="Calibri"/>
                <a:ea typeface="Calibri"/>
                <a:cs typeface="Calibri"/>
                <a:sym typeface="Calibri"/>
              </a:rPr>
              <a:t>It general leads to a recursive algorithm!</a:t>
            </a:r>
            <a:endParaRPr/>
          </a:p>
        </p:txBody>
      </p:sp>
      <p:sp>
        <p:nvSpPr>
          <p:cNvPr id="391" name="Google Shape;391;p55"/>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REF BOOK: INTERNET</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90"/>
                                        </p:tgtEl>
                                        <p:attrNameLst>
                                          <p:attrName>style.visibility</p:attrName>
                                        </p:attrNameLst>
                                      </p:cBhvr>
                                      <p:to>
                                        <p:strVal val="visible"/>
                                      </p:to>
                                    </p:set>
                                    <p:anim calcmode="lin" valueType="num">
                                      <p:cBhvr additive="base">
                                        <p:cTn id="7" dur="1000"/>
                                        <p:tgtEl>
                                          <p:spTgt spid="39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56"/>
          <p:cNvSpPr txBox="1">
            <a:spLocks noGrp="1"/>
          </p:cNvSpPr>
          <p:nvPr>
            <p:ph type="title"/>
          </p:nvPr>
        </p:nvSpPr>
        <p:spPr>
          <a:xfrm>
            <a:off x="2286000" y="609600"/>
            <a:ext cx="7620000" cy="769938"/>
          </a:xfrm>
          <a:prstGeom prst="rect">
            <a:avLst/>
          </a:prstGeom>
          <a:noFill/>
          <a:ln>
            <a:noFill/>
          </a:ln>
        </p:spPr>
        <p:txBody>
          <a:bodyPr spcFirstLastPara="1" wrap="square" lIns="91425" tIns="45700" rIns="91425" bIns="45700" anchor="b" anchorCtr="0">
            <a:noAutofit/>
          </a:bodyPr>
          <a:lstStyle/>
          <a:p>
            <a:pPr marL="0" lvl="0" indent="0" algn="ctr" rtl="0">
              <a:lnSpc>
                <a:spcPct val="85000"/>
              </a:lnSpc>
              <a:spcBef>
                <a:spcPts val="0"/>
              </a:spcBef>
              <a:spcAft>
                <a:spcPts val="0"/>
              </a:spcAft>
              <a:buClr>
                <a:srgbClr val="3F3F3F"/>
              </a:buClr>
              <a:buSzPts val="4000"/>
              <a:buFont typeface="Times New Roman"/>
              <a:buNone/>
            </a:pPr>
            <a:r>
              <a:rPr lang="en-US" sz="4000">
                <a:latin typeface="Times New Roman"/>
                <a:ea typeface="Times New Roman"/>
                <a:cs typeface="Times New Roman"/>
                <a:sym typeface="Times New Roman"/>
              </a:rPr>
              <a:t>Time complexity of the general algorithm</a:t>
            </a:r>
            <a:endParaRPr/>
          </a:p>
        </p:txBody>
      </p:sp>
      <p:sp>
        <p:nvSpPr>
          <p:cNvPr id="398" name="Google Shape;398;p56"/>
          <p:cNvSpPr txBox="1">
            <a:spLocks noGrp="1"/>
          </p:cNvSpPr>
          <p:nvPr>
            <p:ph type="body" idx="1"/>
          </p:nvPr>
        </p:nvSpPr>
        <p:spPr>
          <a:xfrm>
            <a:off x="1097280" y="1845734"/>
            <a:ext cx="10312248" cy="4432236"/>
          </a:xfrm>
          <a:prstGeom prst="rect">
            <a:avLst/>
          </a:prstGeom>
          <a:noFill/>
          <a:ln>
            <a:noFill/>
          </a:ln>
        </p:spPr>
        <p:txBody>
          <a:bodyPr spcFirstLastPara="1" wrap="square" lIns="0" tIns="45700" rIns="0" bIns="45700" anchor="t" anchorCtr="0">
            <a:normAutofit fontScale="92500" lnSpcReduction="10000"/>
          </a:bodyPr>
          <a:lstStyle/>
          <a:p>
            <a:pPr marL="91440" lvl="0" indent="-187960" algn="l" rtl="0">
              <a:lnSpc>
                <a:spcPct val="90000"/>
              </a:lnSpc>
              <a:spcBef>
                <a:spcPts val="0"/>
              </a:spcBef>
              <a:spcAft>
                <a:spcPts val="0"/>
              </a:spcAft>
              <a:buSzPct val="100000"/>
              <a:buChar char=" "/>
            </a:pPr>
            <a:r>
              <a:rPr lang="en-US" sz="3200"/>
              <a:t>A Recurrence is an equation or inequality that describes a function in terms of its value on smaller inputs</a:t>
            </a:r>
            <a:endParaRPr/>
          </a:p>
          <a:p>
            <a:pPr marL="91440" lvl="0" indent="-187960" algn="l" rtl="0">
              <a:lnSpc>
                <a:spcPct val="90000"/>
              </a:lnSpc>
              <a:spcBef>
                <a:spcPts val="1400"/>
              </a:spcBef>
              <a:spcAft>
                <a:spcPts val="0"/>
              </a:spcAft>
              <a:buSzPct val="100000"/>
              <a:buChar char=" "/>
            </a:pPr>
            <a:r>
              <a:rPr lang="en-US" sz="3200"/>
              <a:t>Special techniques are required to analyze the space and time required </a:t>
            </a:r>
            <a:endParaRPr/>
          </a:p>
          <a:p>
            <a:pPr marL="91440" lvl="0" indent="0" algn="l" rtl="0">
              <a:lnSpc>
                <a:spcPct val="90000"/>
              </a:lnSpc>
              <a:spcBef>
                <a:spcPts val="1400"/>
              </a:spcBef>
              <a:spcAft>
                <a:spcPts val="0"/>
              </a:spcAft>
              <a:buSzPct val="100000"/>
              <a:buNone/>
            </a:pPr>
            <a:endParaRPr sz="3000"/>
          </a:p>
          <a:p>
            <a:pPr marL="91440" lvl="0" indent="-176212" algn="l" rtl="0">
              <a:lnSpc>
                <a:spcPct val="90000"/>
              </a:lnSpc>
              <a:spcBef>
                <a:spcPts val="1400"/>
              </a:spcBef>
              <a:spcAft>
                <a:spcPts val="0"/>
              </a:spcAft>
              <a:buSzPct val="100000"/>
              <a:buChar char=" "/>
            </a:pPr>
            <a:r>
              <a:rPr lang="en-US" sz="3000"/>
              <a:t>Time complexity (recurrence relation):</a:t>
            </a:r>
            <a:endParaRPr sz="3000"/>
          </a:p>
          <a:p>
            <a:pPr marL="91440" lvl="0" indent="-91440" algn="just" rtl="0">
              <a:lnSpc>
                <a:spcPct val="90000"/>
              </a:lnSpc>
              <a:spcBef>
                <a:spcPts val="1400"/>
              </a:spcBef>
              <a:spcAft>
                <a:spcPts val="0"/>
              </a:spcAft>
              <a:buSzPct val="100000"/>
              <a:buFont typeface="Noto Sans Symbols"/>
              <a:buNone/>
            </a:pPr>
            <a:r>
              <a:rPr lang="en-US" sz="3000"/>
              <a:t>   	where D(n) : time for splitting</a:t>
            </a:r>
            <a:endParaRPr/>
          </a:p>
          <a:p>
            <a:pPr marL="91440" lvl="0" indent="-91440" algn="just" rtl="0">
              <a:lnSpc>
                <a:spcPct val="90000"/>
              </a:lnSpc>
              <a:spcBef>
                <a:spcPts val="1400"/>
              </a:spcBef>
              <a:spcAft>
                <a:spcPts val="0"/>
              </a:spcAft>
              <a:buSzPct val="100000"/>
              <a:buFont typeface="Noto Sans Symbols"/>
              <a:buNone/>
            </a:pPr>
            <a:r>
              <a:rPr lang="en-US" sz="3000"/>
              <a:t>	          C(n) : time for conquer</a:t>
            </a:r>
            <a:endParaRPr sz="3000"/>
          </a:p>
          <a:p>
            <a:pPr marL="91440" lvl="0" indent="-91440" algn="just" rtl="0">
              <a:lnSpc>
                <a:spcPct val="90000"/>
              </a:lnSpc>
              <a:spcBef>
                <a:spcPts val="1400"/>
              </a:spcBef>
              <a:spcAft>
                <a:spcPts val="0"/>
              </a:spcAft>
              <a:buSzPct val="100000"/>
              <a:buFont typeface="Noto Sans Symbols"/>
              <a:buNone/>
            </a:pPr>
            <a:r>
              <a:rPr lang="en-US" sz="3000"/>
              <a:t>	 	 c : a constant</a:t>
            </a:r>
            <a:endParaRPr/>
          </a:p>
        </p:txBody>
      </p:sp>
      <p:pic>
        <p:nvPicPr>
          <p:cNvPr id="399" name="Google Shape;399;p56"/>
          <p:cNvPicPr preferRelativeResize="0"/>
          <p:nvPr/>
        </p:nvPicPr>
        <p:blipFill rotWithShape="1">
          <a:blip r:embed="rId3">
            <a:alphaModFix/>
          </a:blip>
          <a:srcRect/>
          <a:stretch/>
        </p:blipFill>
        <p:spPr>
          <a:xfrm>
            <a:off x="2725004" y="3219733"/>
            <a:ext cx="6577013" cy="1104900"/>
          </a:xfrm>
          <a:prstGeom prst="rect">
            <a:avLst/>
          </a:prstGeom>
          <a:noFill/>
          <a:ln>
            <a:noFill/>
          </a:ln>
        </p:spPr>
      </p:pic>
      <p:sp>
        <p:nvSpPr>
          <p:cNvPr id="400" name="Google Shape;400;p56"/>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REF BOOK: THOMAS CORMEN</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sp>
        <p:nvSpPr>
          <p:cNvPr id="479" name="Google Shape;479;p66"/>
          <p:cNvSpPr txBox="1">
            <a:spLocks noGrp="1"/>
          </p:cNvSpPr>
          <p:nvPr>
            <p:ph type="title"/>
          </p:nvPr>
        </p:nvSpPr>
        <p:spPr>
          <a:xfrm>
            <a:off x="1097280" y="286603"/>
            <a:ext cx="10058400" cy="955343"/>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Times New Roman"/>
              <a:buNone/>
            </a:pPr>
            <a:r>
              <a:rPr lang="en-US">
                <a:latin typeface="Times New Roman"/>
                <a:ea typeface="Times New Roman"/>
                <a:cs typeface="Times New Roman"/>
                <a:sym typeface="Times New Roman"/>
              </a:rPr>
              <a:t>Divide-and-Conquer Examples</a:t>
            </a:r>
            <a:endParaRPr/>
          </a:p>
        </p:txBody>
      </p:sp>
      <p:sp>
        <p:nvSpPr>
          <p:cNvPr id="480" name="Google Shape;480;p66"/>
          <p:cNvSpPr txBox="1">
            <a:spLocks noGrp="1"/>
          </p:cNvSpPr>
          <p:nvPr>
            <p:ph type="body" idx="1"/>
          </p:nvPr>
        </p:nvSpPr>
        <p:spPr>
          <a:xfrm>
            <a:off x="1097279" y="1845734"/>
            <a:ext cx="10189419" cy="3640666"/>
          </a:xfrm>
          <a:prstGeom prst="rect">
            <a:avLst/>
          </a:prstGeom>
          <a:noFill/>
          <a:ln>
            <a:noFill/>
          </a:ln>
        </p:spPr>
        <p:txBody>
          <a:bodyPr spcFirstLastPara="1" wrap="square" lIns="0" tIns="45700" rIns="0" bIns="45700" anchor="t" anchorCtr="0">
            <a:normAutofit/>
          </a:bodyPr>
          <a:lstStyle/>
          <a:p>
            <a:pPr marL="457200" lvl="0" indent="-457200" algn="l" rtl="0">
              <a:lnSpc>
                <a:spcPct val="90000"/>
              </a:lnSpc>
              <a:spcBef>
                <a:spcPts val="0"/>
              </a:spcBef>
              <a:spcAft>
                <a:spcPts val="0"/>
              </a:spcAft>
              <a:buSzPts val="2800"/>
              <a:buChar char=" "/>
            </a:pPr>
            <a:r>
              <a:rPr lang="en-US" sz="2800">
                <a:latin typeface="Times New Roman"/>
                <a:ea typeface="Times New Roman"/>
                <a:cs typeface="Times New Roman"/>
                <a:sym typeface="Times New Roman"/>
              </a:rPr>
              <a:t>Sorting : Mergesort and Quicksort</a:t>
            </a:r>
            <a:endParaRPr sz="2800">
              <a:latin typeface="Times New Roman"/>
              <a:ea typeface="Times New Roman"/>
              <a:cs typeface="Times New Roman"/>
              <a:sym typeface="Times New Roman"/>
            </a:endParaRPr>
          </a:p>
          <a:p>
            <a:pPr marL="457200" lvl="0" indent="-457200" algn="l" rtl="0">
              <a:lnSpc>
                <a:spcPct val="90000"/>
              </a:lnSpc>
              <a:spcBef>
                <a:spcPts val="1400"/>
              </a:spcBef>
              <a:spcAft>
                <a:spcPts val="0"/>
              </a:spcAft>
              <a:buSzPts val="2800"/>
              <a:buChar char=" "/>
            </a:pPr>
            <a:r>
              <a:rPr lang="en-US" sz="2800">
                <a:latin typeface="Times New Roman"/>
                <a:ea typeface="Times New Roman"/>
                <a:cs typeface="Times New Roman"/>
                <a:sym typeface="Times New Roman"/>
              </a:rPr>
              <a:t>Binary tree traversals</a:t>
            </a:r>
            <a:endParaRPr/>
          </a:p>
          <a:p>
            <a:pPr marL="457200" lvl="0" indent="-457200" algn="l" rtl="0">
              <a:lnSpc>
                <a:spcPct val="90000"/>
              </a:lnSpc>
              <a:spcBef>
                <a:spcPts val="1400"/>
              </a:spcBef>
              <a:spcAft>
                <a:spcPts val="0"/>
              </a:spcAft>
              <a:buSzPts val="2800"/>
              <a:buChar char=" "/>
            </a:pPr>
            <a:r>
              <a:rPr lang="en-US" sz="2800">
                <a:latin typeface="Times New Roman"/>
                <a:ea typeface="Times New Roman"/>
                <a:cs typeface="Times New Roman"/>
                <a:sym typeface="Times New Roman"/>
              </a:rPr>
              <a:t>Binary search</a:t>
            </a:r>
            <a:endParaRPr sz="2800">
              <a:latin typeface="Times New Roman"/>
              <a:ea typeface="Times New Roman"/>
              <a:cs typeface="Times New Roman"/>
              <a:sym typeface="Times New Roman"/>
            </a:endParaRPr>
          </a:p>
          <a:p>
            <a:pPr marL="457200" lvl="0" indent="-457200" algn="l" rtl="0">
              <a:lnSpc>
                <a:spcPct val="90000"/>
              </a:lnSpc>
              <a:spcBef>
                <a:spcPts val="1400"/>
              </a:spcBef>
              <a:spcAft>
                <a:spcPts val="0"/>
              </a:spcAft>
              <a:buSzPts val="2800"/>
              <a:buChar char=" "/>
            </a:pPr>
            <a:r>
              <a:rPr lang="en-US" sz="2800">
                <a:latin typeface="Times New Roman"/>
                <a:ea typeface="Times New Roman"/>
                <a:cs typeface="Times New Roman"/>
                <a:sym typeface="Times New Roman"/>
              </a:rPr>
              <a:t>Multiplication of large integers</a:t>
            </a:r>
            <a:endParaRPr/>
          </a:p>
          <a:p>
            <a:pPr marL="457200" lvl="0" indent="-457200" algn="l" rtl="0">
              <a:lnSpc>
                <a:spcPct val="90000"/>
              </a:lnSpc>
              <a:spcBef>
                <a:spcPts val="1400"/>
              </a:spcBef>
              <a:spcAft>
                <a:spcPts val="0"/>
              </a:spcAft>
              <a:buSzPts val="2800"/>
              <a:buChar char=" "/>
            </a:pPr>
            <a:r>
              <a:rPr lang="en-US" sz="2800">
                <a:latin typeface="Times New Roman"/>
                <a:ea typeface="Times New Roman"/>
                <a:cs typeface="Times New Roman"/>
                <a:sym typeface="Times New Roman"/>
              </a:rPr>
              <a:t>Matrix multiplication: Strassen’s algorithm</a:t>
            </a:r>
            <a:endParaRPr/>
          </a:p>
          <a:p>
            <a:pPr marL="457200" lvl="0" indent="-457200" algn="l" rtl="0">
              <a:lnSpc>
                <a:spcPct val="90000"/>
              </a:lnSpc>
              <a:spcBef>
                <a:spcPts val="1400"/>
              </a:spcBef>
              <a:spcAft>
                <a:spcPts val="0"/>
              </a:spcAft>
              <a:buSzPts val="2800"/>
              <a:buChar char=" "/>
            </a:pPr>
            <a:r>
              <a:rPr lang="en-US" sz="2800">
                <a:latin typeface="Times New Roman"/>
                <a:ea typeface="Times New Roman"/>
                <a:cs typeface="Times New Roman"/>
                <a:sym typeface="Times New Roman"/>
              </a:rPr>
              <a:t>Closest-pair and convex-hull algorithms</a:t>
            </a:r>
            <a:endParaRPr/>
          </a:p>
        </p:txBody>
      </p:sp>
      <p:sp>
        <p:nvSpPr>
          <p:cNvPr id="481" name="Google Shape;481;p66"/>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REF BOOK: THOMAS CORMEN/SAHNI</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sp>
        <p:nvSpPr>
          <p:cNvPr id="486" name="Google Shape;486;p67"/>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chemeClr val="dk1"/>
              </a:buClr>
              <a:buSzPts val="4800"/>
              <a:buFont typeface="Times New Roman"/>
              <a:buNone/>
            </a:pPr>
            <a:r>
              <a:rPr lang="en-US">
                <a:solidFill>
                  <a:schemeClr val="dk1"/>
                </a:solidFill>
                <a:latin typeface="Times New Roman"/>
                <a:ea typeface="Times New Roman"/>
                <a:cs typeface="Times New Roman"/>
                <a:sym typeface="Times New Roman"/>
              </a:rPr>
              <a:t>Mergesort</a:t>
            </a:r>
            <a:endParaRPr>
              <a:solidFill>
                <a:schemeClr val="dk1"/>
              </a:solidFill>
              <a:latin typeface="Times New Roman"/>
              <a:ea typeface="Times New Roman"/>
              <a:cs typeface="Times New Roman"/>
              <a:sym typeface="Times New Roman"/>
            </a:endParaRPr>
          </a:p>
        </p:txBody>
      </p:sp>
      <p:sp>
        <p:nvSpPr>
          <p:cNvPr id="487" name="Google Shape;487;p67"/>
          <p:cNvSpPr txBox="1">
            <a:spLocks noGrp="1"/>
          </p:cNvSpPr>
          <p:nvPr>
            <p:ph type="body" idx="1"/>
          </p:nvPr>
        </p:nvSpPr>
        <p:spPr>
          <a:xfrm>
            <a:off x="996287" y="1737360"/>
            <a:ext cx="10159393" cy="4131734"/>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Merge sort is a divide and conquer algorithm for sorting arrays. To sort an array, first you split it into two arrays of roughly equal size. Then sort each of those arrays using merge sort, and merge the two sorted arrays.</a:t>
            </a:r>
            <a:endParaRPr/>
          </a:p>
          <a:p>
            <a:pPr marL="91440" lvl="0" indent="0" algn="l" rtl="0">
              <a:lnSpc>
                <a:spcPct val="90000"/>
              </a:lnSpc>
              <a:spcBef>
                <a:spcPts val="1400"/>
              </a:spcBef>
              <a:spcAft>
                <a:spcPts val="0"/>
              </a:spcAft>
              <a:buSzPts val="2000"/>
              <a:buNone/>
            </a:pPr>
            <a:endParaRPr/>
          </a:p>
        </p:txBody>
      </p:sp>
      <p:sp>
        <p:nvSpPr>
          <p:cNvPr id="488" name="Google Shape;488;p67"/>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REF BOOK: THOMAS CORMEN</a:t>
            </a:r>
            <a:endParaRPr/>
          </a:p>
        </p:txBody>
      </p:sp>
      <p:pic>
        <p:nvPicPr>
          <p:cNvPr id="489" name="Google Shape;489;p67"/>
          <p:cNvPicPr preferRelativeResize="0"/>
          <p:nvPr/>
        </p:nvPicPr>
        <p:blipFill rotWithShape="1">
          <a:blip r:embed="rId3">
            <a:alphaModFix/>
          </a:blip>
          <a:srcRect/>
          <a:stretch/>
        </p:blipFill>
        <p:spPr>
          <a:xfrm>
            <a:off x="3193922" y="2481236"/>
            <a:ext cx="5544457" cy="368320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94"/>
        <p:cNvGrpSpPr/>
        <p:nvPr/>
      </p:nvGrpSpPr>
      <p:grpSpPr>
        <a:xfrm>
          <a:off x="0" y="0"/>
          <a:ext cx="0" cy="0"/>
          <a:chOff x="0" y="0"/>
          <a:chExt cx="0" cy="0"/>
        </a:xfrm>
      </p:grpSpPr>
      <p:sp>
        <p:nvSpPr>
          <p:cNvPr id="495" name="Google Shape;495;p68"/>
          <p:cNvSpPr txBox="1">
            <a:spLocks noGrp="1"/>
          </p:cNvSpPr>
          <p:nvPr>
            <p:ph type="title"/>
          </p:nvPr>
        </p:nvSpPr>
        <p:spPr>
          <a:xfrm>
            <a:off x="1561514" y="286604"/>
            <a:ext cx="9594166" cy="1303046"/>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a:t>
            </a:r>
            <a:endParaRPr/>
          </a:p>
        </p:txBody>
      </p:sp>
      <p:pic>
        <p:nvPicPr>
          <p:cNvPr id="496" name="Google Shape;496;p68"/>
          <p:cNvPicPr preferRelativeResize="0"/>
          <p:nvPr/>
        </p:nvPicPr>
        <p:blipFill rotWithShape="1">
          <a:blip r:embed="rId3">
            <a:alphaModFix/>
          </a:blip>
          <a:srcRect/>
          <a:stretch/>
        </p:blipFill>
        <p:spPr>
          <a:xfrm>
            <a:off x="2171701" y="1965326"/>
            <a:ext cx="8233833" cy="3597275"/>
          </a:xfrm>
          <a:prstGeom prst="rect">
            <a:avLst/>
          </a:prstGeom>
          <a:noFill/>
          <a:ln>
            <a:noFill/>
          </a:ln>
        </p:spPr>
      </p:pic>
      <p:pic>
        <p:nvPicPr>
          <p:cNvPr id="497" name="Google Shape;497;p68"/>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498" name="Google Shape;498;p68"/>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499" name="Google Shape;499;p68"/>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00" name="Google Shape;500;p68"/>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9</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pic>
        <p:nvPicPr>
          <p:cNvPr id="506" name="Google Shape;506;p69"/>
          <p:cNvPicPr preferRelativeResize="0"/>
          <p:nvPr/>
        </p:nvPicPr>
        <p:blipFill rotWithShape="1">
          <a:blip r:embed="rId3">
            <a:alphaModFix/>
          </a:blip>
          <a:srcRect/>
          <a:stretch/>
        </p:blipFill>
        <p:spPr>
          <a:xfrm>
            <a:off x="2190751" y="1971675"/>
            <a:ext cx="8267700" cy="3600450"/>
          </a:xfrm>
          <a:prstGeom prst="rect">
            <a:avLst/>
          </a:prstGeom>
          <a:noFill/>
          <a:ln>
            <a:noFill/>
          </a:ln>
        </p:spPr>
      </p:pic>
      <p:sp>
        <p:nvSpPr>
          <p:cNvPr id="507" name="Google Shape;507;p69"/>
          <p:cNvSpPr txBox="1">
            <a:spLocks noGrp="1"/>
          </p:cNvSpPr>
          <p:nvPr>
            <p:ph type="title"/>
          </p:nvPr>
        </p:nvSpPr>
        <p:spPr>
          <a:xfrm>
            <a:off x="1645920" y="286604"/>
            <a:ext cx="9509760" cy="131711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- 2</a:t>
            </a:r>
            <a:endParaRPr/>
          </a:p>
        </p:txBody>
      </p:sp>
      <p:pic>
        <p:nvPicPr>
          <p:cNvPr id="508" name="Google Shape;508;p69"/>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09" name="Google Shape;509;p69"/>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10" name="Google Shape;510;p69"/>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11" name="Google Shape;511;p69"/>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10</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16"/>
        <p:cNvGrpSpPr/>
        <p:nvPr/>
      </p:nvGrpSpPr>
      <p:grpSpPr>
        <a:xfrm>
          <a:off x="0" y="0"/>
          <a:ext cx="0" cy="0"/>
          <a:chOff x="0" y="0"/>
          <a:chExt cx="0" cy="0"/>
        </a:xfrm>
      </p:grpSpPr>
      <p:pic>
        <p:nvPicPr>
          <p:cNvPr id="517" name="Google Shape;517;p70"/>
          <p:cNvPicPr preferRelativeResize="0"/>
          <p:nvPr/>
        </p:nvPicPr>
        <p:blipFill rotWithShape="1">
          <a:blip r:embed="rId3">
            <a:alphaModFix/>
          </a:blip>
          <a:srcRect/>
          <a:stretch/>
        </p:blipFill>
        <p:spPr>
          <a:xfrm>
            <a:off x="2190751" y="1984375"/>
            <a:ext cx="8267700" cy="3600450"/>
          </a:xfrm>
          <a:prstGeom prst="rect">
            <a:avLst/>
          </a:prstGeom>
          <a:noFill/>
          <a:ln>
            <a:noFill/>
          </a:ln>
        </p:spPr>
      </p:pic>
      <p:sp>
        <p:nvSpPr>
          <p:cNvPr id="518" name="Google Shape;518;p70"/>
          <p:cNvSpPr txBox="1">
            <a:spLocks noGrp="1"/>
          </p:cNvSpPr>
          <p:nvPr>
            <p:ph type="title"/>
          </p:nvPr>
        </p:nvSpPr>
        <p:spPr>
          <a:xfrm>
            <a:off x="1561514" y="286604"/>
            <a:ext cx="9594166" cy="1303046"/>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- 3</a:t>
            </a:r>
            <a:endParaRPr/>
          </a:p>
        </p:txBody>
      </p:sp>
      <p:pic>
        <p:nvPicPr>
          <p:cNvPr id="519" name="Google Shape;519;p70"/>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20" name="Google Shape;520;p70"/>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21" name="Google Shape;521;p70"/>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22" name="Google Shape;522;p70"/>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11</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pic>
        <p:nvPicPr>
          <p:cNvPr id="528" name="Google Shape;528;p71"/>
          <p:cNvPicPr preferRelativeResize="0"/>
          <p:nvPr/>
        </p:nvPicPr>
        <p:blipFill rotWithShape="1">
          <a:blip r:embed="rId3">
            <a:alphaModFix/>
          </a:blip>
          <a:srcRect/>
          <a:stretch/>
        </p:blipFill>
        <p:spPr>
          <a:xfrm>
            <a:off x="2178052" y="1970088"/>
            <a:ext cx="8248649" cy="3600450"/>
          </a:xfrm>
          <a:prstGeom prst="rect">
            <a:avLst/>
          </a:prstGeom>
          <a:noFill/>
          <a:ln>
            <a:noFill/>
          </a:ln>
        </p:spPr>
      </p:pic>
      <p:sp>
        <p:nvSpPr>
          <p:cNvPr id="529" name="Google Shape;529;p71"/>
          <p:cNvSpPr txBox="1">
            <a:spLocks noGrp="1"/>
          </p:cNvSpPr>
          <p:nvPr>
            <p:ph type="title"/>
          </p:nvPr>
        </p:nvSpPr>
        <p:spPr>
          <a:xfrm>
            <a:off x="1772528" y="286604"/>
            <a:ext cx="9383151" cy="1303046"/>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- 4</a:t>
            </a:r>
            <a:endParaRPr/>
          </a:p>
        </p:txBody>
      </p:sp>
      <p:pic>
        <p:nvPicPr>
          <p:cNvPr id="530" name="Google Shape;530;p71"/>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31" name="Google Shape;531;p71"/>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32" name="Google Shape;532;p71"/>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33" name="Google Shape;533;p71"/>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12</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38"/>
        <p:cNvGrpSpPr/>
        <p:nvPr/>
      </p:nvGrpSpPr>
      <p:grpSpPr>
        <a:xfrm>
          <a:off x="0" y="0"/>
          <a:ext cx="0" cy="0"/>
          <a:chOff x="0" y="0"/>
          <a:chExt cx="0" cy="0"/>
        </a:xfrm>
      </p:grpSpPr>
      <p:pic>
        <p:nvPicPr>
          <p:cNvPr id="539" name="Google Shape;539;p72"/>
          <p:cNvPicPr preferRelativeResize="0"/>
          <p:nvPr/>
        </p:nvPicPr>
        <p:blipFill rotWithShape="1">
          <a:blip r:embed="rId3">
            <a:alphaModFix/>
          </a:blip>
          <a:srcRect/>
          <a:stretch/>
        </p:blipFill>
        <p:spPr>
          <a:xfrm>
            <a:off x="2190751" y="1970088"/>
            <a:ext cx="8267700" cy="3600450"/>
          </a:xfrm>
          <a:prstGeom prst="rect">
            <a:avLst/>
          </a:prstGeom>
          <a:noFill/>
          <a:ln>
            <a:noFill/>
          </a:ln>
        </p:spPr>
      </p:pic>
      <p:sp>
        <p:nvSpPr>
          <p:cNvPr id="540" name="Google Shape;540;p72"/>
          <p:cNvSpPr txBox="1">
            <a:spLocks noGrp="1"/>
          </p:cNvSpPr>
          <p:nvPr>
            <p:ph type="title"/>
          </p:nvPr>
        </p:nvSpPr>
        <p:spPr>
          <a:xfrm>
            <a:off x="1561514" y="286603"/>
            <a:ext cx="9594166" cy="1288979"/>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- 5</a:t>
            </a:r>
            <a:endParaRPr b="1"/>
          </a:p>
        </p:txBody>
      </p:sp>
      <p:pic>
        <p:nvPicPr>
          <p:cNvPr id="541" name="Google Shape;541;p72"/>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42" name="Google Shape;542;p72"/>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43" name="Google Shape;543;p72"/>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44" name="Google Shape;544;p72"/>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13</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49"/>
        <p:cNvGrpSpPr/>
        <p:nvPr/>
      </p:nvGrpSpPr>
      <p:grpSpPr>
        <a:xfrm>
          <a:off x="0" y="0"/>
          <a:ext cx="0" cy="0"/>
          <a:chOff x="0" y="0"/>
          <a:chExt cx="0" cy="0"/>
        </a:xfrm>
      </p:grpSpPr>
      <p:pic>
        <p:nvPicPr>
          <p:cNvPr id="550" name="Google Shape;550;p73"/>
          <p:cNvPicPr preferRelativeResize="0"/>
          <p:nvPr/>
        </p:nvPicPr>
        <p:blipFill rotWithShape="1">
          <a:blip r:embed="rId3">
            <a:alphaModFix/>
          </a:blip>
          <a:srcRect/>
          <a:stretch/>
        </p:blipFill>
        <p:spPr>
          <a:xfrm>
            <a:off x="2178051" y="1989139"/>
            <a:ext cx="8271933" cy="3597275"/>
          </a:xfrm>
          <a:prstGeom prst="rect">
            <a:avLst/>
          </a:prstGeom>
          <a:noFill/>
          <a:ln>
            <a:noFill/>
          </a:ln>
        </p:spPr>
      </p:pic>
      <p:sp>
        <p:nvSpPr>
          <p:cNvPr id="551" name="Google Shape;551;p73"/>
          <p:cNvSpPr txBox="1">
            <a:spLocks noGrp="1"/>
          </p:cNvSpPr>
          <p:nvPr>
            <p:ph type="title"/>
          </p:nvPr>
        </p:nvSpPr>
        <p:spPr>
          <a:xfrm>
            <a:off x="1730326" y="286603"/>
            <a:ext cx="9425354" cy="117643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- 6</a:t>
            </a:r>
            <a:endParaRPr/>
          </a:p>
        </p:txBody>
      </p:sp>
      <p:pic>
        <p:nvPicPr>
          <p:cNvPr id="552" name="Google Shape;552;p73"/>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53" name="Google Shape;553;p73"/>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54" name="Google Shape;554;p73"/>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55" name="Google Shape;555;p73"/>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14</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60"/>
        <p:cNvGrpSpPr/>
        <p:nvPr/>
      </p:nvGrpSpPr>
      <p:grpSpPr>
        <a:xfrm>
          <a:off x="0" y="0"/>
          <a:ext cx="0" cy="0"/>
          <a:chOff x="0" y="0"/>
          <a:chExt cx="0" cy="0"/>
        </a:xfrm>
      </p:grpSpPr>
      <p:pic>
        <p:nvPicPr>
          <p:cNvPr id="561" name="Google Shape;561;p74"/>
          <p:cNvPicPr preferRelativeResize="0"/>
          <p:nvPr/>
        </p:nvPicPr>
        <p:blipFill rotWithShape="1">
          <a:blip r:embed="rId3">
            <a:alphaModFix/>
          </a:blip>
          <a:srcRect/>
          <a:stretch/>
        </p:blipFill>
        <p:spPr>
          <a:xfrm>
            <a:off x="2192867" y="1984375"/>
            <a:ext cx="8267700" cy="3600450"/>
          </a:xfrm>
          <a:prstGeom prst="rect">
            <a:avLst/>
          </a:prstGeom>
          <a:noFill/>
          <a:ln>
            <a:noFill/>
          </a:ln>
        </p:spPr>
      </p:pic>
      <p:sp>
        <p:nvSpPr>
          <p:cNvPr id="562" name="Google Shape;562;p74"/>
          <p:cNvSpPr txBox="1">
            <a:spLocks noGrp="1"/>
          </p:cNvSpPr>
          <p:nvPr>
            <p:ph type="title"/>
          </p:nvPr>
        </p:nvSpPr>
        <p:spPr>
          <a:xfrm>
            <a:off x="1997612" y="286603"/>
            <a:ext cx="9158068" cy="1274911"/>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- 7</a:t>
            </a:r>
            <a:endParaRPr/>
          </a:p>
        </p:txBody>
      </p:sp>
      <p:pic>
        <p:nvPicPr>
          <p:cNvPr id="563" name="Google Shape;563;p74"/>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64" name="Google Shape;564;p74"/>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65" name="Google Shape;565;p74"/>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66" name="Google Shape;566;p74"/>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15</a:t>
            </a:fld>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71"/>
        <p:cNvGrpSpPr/>
        <p:nvPr/>
      </p:nvGrpSpPr>
      <p:grpSpPr>
        <a:xfrm>
          <a:off x="0" y="0"/>
          <a:ext cx="0" cy="0"/>
          <a:chOff x="0" y="0"/>
          <a:chExt cx="0" cy="0"/>
        </a:xfrm>
      </p:grpSpPr>
      <p:pic>
        <p:nvPicPr>
          <p:cNvPr id="572" name="Google Shape;572;p75"/>
          <p:cNvPicPr preferRelativeResize="0"/>
          <p:nvPr/>
        </p:nvPicPr>
        <p:blipFill rotWithShape="1">
          <a:blip r:embed="rId3">
            <a:alphaModFix/>
          </a:blip>
          <a:srcRect/>
          <a:stretch/>
        </p:blipFill>
        <p:spPr>
          <a:xfrm>
            <a:off x="2159000" y="1979613"/>
            <a:ext cx="8305800" cy="3598862"/>
          </a:xfrm>
          <a:prstGeom prst="rect">
            <a:avLst/>
          </a:prstGeom>
          <a:noFill/>
          <a:ln>
            <a:noFill/>
          </a:ln>
        </p:spPr>
      </p:pic>
      <p:sp>
        <p:nvSpPr>
          <p:cNvPr id="573" name="Google Shape;573;p75"/>
          <p:cNvSpPr txBox="1">
            <a:spLocks noGrp="1"/>
          </p:cNvSpPr>
          <p:nvPr>
            <p:ph type="title"/>
          </p:nvPr>
        </p:nvSpPr>
        <p:spPr>
          <a:xfrm>
            <a:off x="1547446" y="286603"/>
            <a:ext cx="9608234" cy="1260843"/>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- 8</a:t>
            </a:r>
            <a:endParaRPr/>
          </a:p>
        </p:txBody>
      </p:sp>
      <p:pic>
        <p:nvPicPr>
          <p:cNvPr id="574" name="Google Shape;574;p75"/>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75" name="Google Shape;575;p75"/>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76" name="Google Shape;576;p75"/>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77" name="Google Shape;577;p75"/>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16</a:t>
            </a:fld>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82"/>
        <p:cNvGrpSpPr/>
        <p:nvPr/>
      </p:nvGrpSpPr>
      <p:grpSpPr>
        <a:xfrm>
          <a:off x="0" y="0"/>
          <a:ext cx="0" cy="0"/>
          <a:chOff x="0" y="0"/>
          <a:chExt cx="0" cy="0"/>
        </a:xfrm>
      </p:grpSpPr>
      <p:pic>
        <p:nvPicPr>
          <p:cNvPr id="583" name="Google Shape;583;p76"/>
          <p:cNvPicPr preferRelativeResize="0"/>
          <p:nvPr/>
        </p:nvPicPr>
        <p:blipFill rotWithShape="1">
          <a:blip r:embed="rId3">
            <a:alphaModFix/>
          </a:blip>
          <a:srcRect/>
          <a:stretch/>
        </p:blipFill>
        <p:spPr>
          <a:xfrm>
            <a:off x="2209801" y="1970088"/>
            <a:ext cx="8267700" cy="3600450"/>
          </a:xfrm>
          <a:prstGeom prst="rect">
            <a:avLst/>
          </a:prstGeom>
          <a:noFill/>
          <a:ln>
            <a:noFill/>
          </a:ln>
        </p:spPr>
      </p:pic>
      <p:sp>
        <p:nvSpPr>
          <p:cNvPr id="584" name="Google Shape;584;p76"/>
          <p:cNvSpPr txBox="1">
            <a:spLocks noGrp="1"/>
          </p:cNvSpPr>
          <p:nvPr>
            <p:ph type="title"/>
          </p:nvPr>
        </p:nvSpPr>
        <p:spPr>
          <a:xfrm>
            <a:off x="1547446" y="286604"/>
            <a:ext cx="9608234" cy="1331182"/>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- 9</a:t>
            </a:r>
            <a:endParaRPr/>
          </a:p>
        </p:txBody>
      </p:sp>
      <p:pic>
        <p:nvPicPr>
          <p:cNvPr id="585" name="Google Shape;585;p76"/>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86" name="Google Shape;586;p76"/>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87" name="Google Shape;587;p76"/>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88" name="Google Shape;588;p76"/>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17</a:t>
            </a:fld>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pic>
        <p:nvPicPr>
          <p:cNvPr id="594" name="Google Shape;594;p77"/>
          <p:cNvPicPr preferRelativeResize="0"/>
          <p:nvPr/>
        </p:nvPicPr>
        <p:blipFill rotWithShape="1">
          <a:blip r:embed="rId3">
            <a:alphaModFix/>
          </a:blip>
          <a:srcRect/>
          <a:stretch/>
        </p:blipFill>
        <p:spPr>
          <a:xfrm>
            <a:off x="2190751" y="1990725"/>
            <a:ext cx="8290983" cy="3597275"/>
          </a:xfrm>
          <a:prstGeom prst="rect">
            <a:avLst/>
          </a:prstGeom>
          <a:noFill/>
          <a:ln>
            <a:noFill/>
          </a:ln>
        </p:spPr>
      </p:pic>
      <p:sp>
        <p:nvSpPr>
          <p:cNvPr id="595" name="Google Shape;595;p77"/>
          <p:cNvSpPr txBox="1">
            <a:spLocks noGrp="1"/>
          </p:cNvSpPr>
          <p:nvPr>
            <p:ph type="title"/>
          </p:nvPr>
        </p:nvSpPr>
        <p:spPr>
          <a:xfrm>
            <a:off x="1561514" y="286603"/>
            <a:ext cx="9594166" cy="1373385"/>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- 10</a:t>
            </a:r>
            <a:endParaRPr/>
          </a:p>
        </p:txBody>
      </p:sp>
      <p:pic>
        <p:nvPicPr>
          <p:cNvPr id="596" name="Google Shape;596;p77"/>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597" name="Google Shape;597;p77"/>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598" name="Google Shape;598;p77"/>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599" name="Google Shape;599;p77"/>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18</a:t>
            </a:fld>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604"/>
        <p:cNvGrpSpPr/>
        <p:nvPr/>
      </p:nvGrpSpPr>
      <p:grpSpPr>
        <a:xfrm>
          <a:off x="0" y="0"/>
          <a:ext cx="0" cy="0"/>
          <a:chOff x="0" y="0"/>
          <a:chExt cx="0" cy="0"/>
        </a:xfrm>
      </p:grpSpPr>
      <p:pic>
        <p:nvPicPr>
          <p:cNvPr id="605" name="Google Shape;605;p78"/>
          <p:cNvPicPr preferRelativeResize="0"/>
          <p:nvPr/>
        </p:nvPicPr>
        <p:blipFill rotWithShape="1">
          <a:blip r:embed="rId3">
            <a:alphaModFix/>
          </a:blip>
          <a:srcRect/>
          <a:stretch/>
        </p:blipFill>
        <p:spPr>
          <a:xfrm>
            <a:off x="2214033" y="1971676"/>
            <a:ext cx="8248651" cy="3598863"/>
          </a:xfrm>
          <a:prstGeom prst="rect">
            <a:avLst/>
          </a:prstGeom>
          <a:noFill/>
          <a:ln>
            <a:noFill/>
          </a:ln>
        </p:spPr>
      </p:pic>
      <p:sp>
        <p:nvSpPr>
          <p:cNvPr id="606" name="Google Shape;606;p78"/>
          <p:cNvSpPr txBox="1">
            <a:spLocks noGrp="1"/>
          </p:cNvSpPr>
          <p:nvPr>
            <p:ph type="title"/>
          </p:nvPr>
        </p:nvSpPr>
        <p:spPr>
          <a:xfrm>
            <a:off x="1491174" y="286604"/>
            <a:ext cx="9664505" cy="1232708"/>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- 11</a:t>
            </a:r>
            <a:endParaRPr/>
          </a:p>
        </p:txBody>
      </p:sp>
      <p:pic>
        <p:nvPicPr>
          <p:cNvPr id="607" name="Google Shape;607;p78"/>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608" name="Google Shape;608;p78"/>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609" name="Google Shape;609;p78"/>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10" name="Google Shape;610;p78"/>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19</a:t>
            </a:fld>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pic>
        <p:nvPicPr>
          <p:cNvPr id="616" name="Google Shape;616;p79"/>
          <p:cNvPicPr preferRelativeResize="0"/>
          <p:nvPr/>
        </p:nvPicPr>
        <p:blipFill rotWithShape="1">
          <a:blip r:embed="rId3">
            <a:alphaModFix/>
          </a:blip>
          <a:srcRect/>
          <a:stretch/>
        </p:blipFill>
        <p:spPr>
          <a:xfrm>
            <a:off x="2188634" y="1992314"/>
            <a:ext cx="8297333" cy="3602037"/>
          </a:xfrm>
          <a:prstGeom prst="rect">
            <a:avLst/>
          </a:prstGeom>
          <a:noFill/>
          <a:ln>
            <a:noFill/>
          </a:ln>
        </p:spPr>
      </p:pic>
      <p:sp>
        <p:nvSpPr>
          <p:cNvPr id="617" name="Google Shape;617;p79"/>
          <p:cNvSpPr txBox="1">
            <a:spLocks noGrp="1"/>
          </p:cNvSpPr>
          <p:nvPr>
            <p:ph type="title"/>
          </p:nvPr>
        </p:nvSpPr>
        <p:spPr>
          <a:xfrm>
            <a:off x="1688122" y="286604"/>
            <a:ext cx="9467557" cy="1387452"/>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- 12</a:t>
            </a:r>
            <a:endParaRPr/>
          </a:p>
        </p:txBody>
      </p:sp>
      <p:pic>
        <p:nvPicPr>
          <p:cNvPr id="618" name="Google Shape;618;p79"/>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619" name="Google Shape;619;p79"/>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620" name="Google Shape;620;p79"/>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21" name="Google Shape;621;p79"/>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20</a:t>
            </a:fld>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626"/>
        <p:cNvGrpSpPr/>
        <p:nvPr/>
      </p:nvGrpSpPr>
      <p:grpSpPr>
        <a:xfrm>
          <a:off x="0" y="0"/>
          <a:ext cx="0" cy="0"/>
          <a:chOff x="0" y="0"/>
          <a:chExt cx="0" cy="0"/>
        </a:xfrm>
      </p:grpSpPr>
      <p:pic>
        <p:nvPicPr>
          <p:cNvPr id="627" name="Google Shape;627;p80"/>
          <p:cNvPicPr preferRelativeResize="0"/>
          <p:nvPr/>
        </p:nvPicPr>
        <p:blipFill rotWithShape="1">
          <a:blip r:embed="rId3">
            <a:alphaModFix/>
          </a:blip>
          <a:srcRect/>
          <a:stretch/>
        </p:blipFill>
        <p:spPr>
          <a:xfrm>
            <a:off x="2148418" y="1990725"/>
            <a:ext cx="8297333" cy="3602038"/>
          </a:xfrm>
          <a:prstGeom prst="rect">
            <a:avLst/>
          </a:prstGeom>
          <a:noFill/>
          <a:ln>
            <a:noFill/>
          </a:ln>
        </p:spPr>
      </p:pic>
      <p:sp>
        <p:nvSpPr>
          <p:cNvPr id="628" name="Google Shape;628;p80"/>
          <p:cNvSpPr txBox="1">
            <a:spLocks noGrp="1"/>
          </p:cNvSpPr>
          <p:nvPr>
            <p:ph type="title"/>
          </p:nvPr>
        </p:nvSpPr>
        <p:spPr>
          <a:xfrm>
            <a:off x="1702190" y="286603"/>
            <a:ext cx="9453489" cy="1471859"/>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- 13</a:t>
            </a:r>
            <a:endParaRPr/>
          </a:p>
        </p:txBody>
      </p:sp>
      <p:pic>
        <p:nvPicPr>
          <p:cNvPr id="629" name="Google Shape;629;p80"/>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630" name="Google Shape;630;p80"/>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631" name="Google Shape;631;p80"/>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32" name="Google Shape;632;p80"/>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21</a:t>
            </a:fld>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637"/>
        <p:cNvGrpSpPr/>
        <p:nvPr/>
      </p:nvGrpSpPr>
      <p:grpSpPr>
        <a:xfrm>
          <a:off x="0" y="0"/>
          <a:ext cx="0" cy="0"/>
          <a:chOff x="0" y="0"/>
          <a:chExt cx="0" cy="0"/>
        </a:xfrm>
      </p:grpSpPr>
      <p:pic>
        <p:nvPicPr>
          <p:cNvPr id="638" name="Google Shape;638;p81"/>
          <p:cNvPicPr preferRelativeResize="0"/>
          <p:nvPr/>
        </p:nvPicPr>
        <p:blipFill rotWithShape="1">
          <a:blip r:embed="rId3">
            <a:alphaModFix/>
          </a:blip>
          <a:srcRect/>
          <a:stretch/>
        </p:blipFill>
        <p:spPr>
          <a:xfrm>
            <a:off x="2167467" y="1976438"/>
            <a:ext cx="8297333" cy="3602037"/>
          </a:xfrm>
          <a:prstGeom prst="rect">
            <a:avLst/>
          </a:prstGeom>
          <a:noFill/>
          <a:ln>
            <a:noFill/>
          </a:ln>
        </p:spPr>
      </p:pic>
      <p:sp>
        <p:nvSpPr>
          <p:cNvPr id="639" name="Google Shape;639;p81"/>
          <p:cNvSpPr txBox="1">
            <a:spLocks noGrp="1"/>
          </p:cNvSpPr>
          <p:nvPr>
            <p:ph type="title"/>
          </p:nvPr>
        </p:nvSpPr>
        <p:spPr>
          <a:xfrm>
            <a:off x="1758462" y="286603"/>
            <a:ext cx="9397218" cy="1345249"/>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- 14</a:t>
            </a:r>
            <a:endParaRPr/>
          </a:p>
        </p:txBody>
      </p:sp>
      <p:pic>
        <p:nvPicPr>
          <p:cNvPr id="640" name="Google Shape;640;p81"/>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641" name="Google Shape;641;p81"/>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642" name="Google Shape;642;p81"/>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43" name="Google Shape;643;p81"/>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22</a:t>
            </a:fld>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pic>
        <p:nvPicPr>
          <p:cNvPr id="649" name="Google Shape;649;p82"/>
          <p:cNvPicPr preferRelativeResize="0"/>
          <p:nvPr/>
        </p:nvPicPr>
        <p:blipFill rotWithShape="1">
          <a:blip r:embed="rId3">
            <a:alphaModFix/>
          </a:blip>
          <a:srcRect/>
          <a:stretch/>
        </p:blipFill>
        <p:spPr>
          <a:xfrm>
            <a:off x="2156884" y="1985963"/>
            <a:ext cx="8305800" cy="3560762"/>
          </a:xfrm>
          <a:prstGeom prst="rect">
            <a:avLst/>
          </a:prstGeom>
          <a:noFill/>
          <a:ln>
            <a:noFill/>
          </a:ln>
        </p:spPr>
      </p:pic>
      <p:sp>
        <p:nvSpPr>
          <p:cNvPr id="650" name="Google Shape;650;p82"/>
          <p:cNvSpPr txBox="1">
            <a:spLocks noGrp="1"/>
          </p:cNvSpPr>
          <p:nvPr>
            <p:ph type="title"/>
          </p:nvPr>
        </p:nvSpPr>
        <p:spPr>
          <a:xfrm>
            <a:off x="1871002" y="286604"/>
            <a:ext cx="9284677" cy="1415588"/>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- 15</a:t>
            </a:r>
            <a:endParaRPr/>
          </a:p>
        </p:txBody>
      </p:sp>
      <p:pic>
        <p:nvPicPr>
          <p:cNvPr id="651" name="Google Shape;651;p82"/>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652" name="Google Shape;652;p82"/>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653" name="Google Shape;653;p82"/>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54" name="Google Shape;654;p82"/>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23</a:t>
            </a:fld>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pic>
        <p:nvPicPr>
          <p:cNvPr id="660" name="Google Shape;660;p83"/>
          <p:cNvPicPr preferRelativeResize="0"/>
          <p:nvPr/>
        </p:nvPicPr>
        <p:blipFill rotWithShape="1">
          <a:blip r:embed="rId3">
            <a:alphaModFix/>
          </a:blip>
          <a:srcRect/>
          <a:stretch/>
        </p:blipFill>
        <p:spPr>
          <a:xfrm>
            <a:off x="2188633" y="1990725"/>
            <a:ext cx="8248651" cy="3600450"/>
          </a:xfrm>
          <a:prstGeom prst="rect">
            <a:avLst/>
          </a:prstGeom>
          <a:noFill/>
          <a:ln>
            <a:noFill/>
          </a:ln>
        </p:spPr>
      </p:pic>
      <p:sp>
        <p:nvSpPr>
          <p:cNvPr id="661" name="Google Shape;661;p83"/>
          <p:cNvSpPr txBox="1">
            <a:spLocks noGrp="1"/>
          </p:cNvSpPr>
          <p:nvPr>
            <p:ph type="title"/>
          </p:nvPr>
        </p:nvSpPr>
        <p:spPr>
          <a:xfrm>
            <a:off x="2053882" y="286603"/>
            <a:ext cx="9101797" cy="1288979"/>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- 16</a:t>
            </a:r>
            <a:endParaRPr/>
          </a:p>
        </p:txBody>
      </p:sp>
      <p:pic>
        <p:nvPicPr>
          <p:cNvPr id="662" name="Google Shape;662;p83"/>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663" name="Google Shape;663;p83"/>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664" name="Google Shape;664;p83"/>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65" name="Google Shape;665;p83"/>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24</a:t>
            </a:fld>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670"/>
        <p:cNvGrpSpPr/>
        <p:nvPr/>
      </p:nvGrpSpPr>
      <p:grpSpPr>
        <a:xfrm>
          <a:off x="0" y="0"/>
          <a:ext cx="0" cy="0"/>
          <a:chOff x="0" y="0"/>
          <a:chExt cx="0" cy="0"/>
        </a:xfrm>
      </p:grpSpPr>
      <p:pic>
        <p:nvPicPr>
          <p:cNvPr id="671" name="Google Shape;671;p84"/>
          <p:cNvPicPr preferRelativeResize="0"/>
          <p:nvPr/>
        </p:nvPicPr>
        <p:blipFill rotWithShape="1">
          <a:blip r:embed="rId3">
            <a:alphaModFix/>
          </a:blip>
          <a:srcRect/>
          <a:stretch/>
        </p:blipFill>
        <p:spPr>
          <a:xfrm>
            <a:off x="2194984" y="1976438"/>
            <a:ext cx="8278283" cy="3600450"/>
          </a:xfrm>
          <a:prstGeom prst="rect">
            <a:avLst/>
          </a:prstGeom>
          <a:noFill/>
          <a:ln>
            <a:noFill/>
          </a:ln>
        </p:spPr>
      </p:pic>
      <p:sp>
        <p:nvSpPr>
          <p:cNvPr id="672" name="Google Shape;672;p84"/>
          <p:cNvSpPr txBox="1">
            <a:spLocks noGrp="1"/>
          </p:cNvSpPr>
          <p:nvPr>
            <p:ph type="title"/>
          </p:nvPr>
        </p:nvSpPr>
        <p:spPr>
          <a:xfrm>
            <a:off x="1969476" y="286604"/>
            <a:ext cx="9186203" cy="131711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- 17</a:t>
            </a:r>
            <a:endParaRPr/>
          </a:p>
        </p:txBody>
      </p:sp>
      <p:pic>
        <p:nvPicPr>
          <p:cNvPr id="673" name="Google Shape;673;p84"/>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674" name="Google Shape;674;p84"/>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675" name="Google Shape;675;p84"/>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76" name="Google Shape;676;p84"/>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25</a:t>
            </a:fld>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81"/>
        <p:cNvGrpSpPr/>
        <p:nvPr/>
      </p:nvGrpSpPr>
      <p:grpSpPr>
        <a:xfrm>
          <a:off x="0" y="0"/>
          <a:ext cx="0" cy="0"/>
          <a:chOff x="0" y="0"/>
          <a:chExt cx="0" cy="0"/>
        </a:xfrm>
      </p:grpSpPr>
      <p:pic>
        <p:nvPicPr>
          <p:cNvPr id="682" name="Google Shape;682;p85"/>
          <p:cNvPicPr preferRelativeResize="0"/>
          <p:nvPr/>
        </p:nvPicPr>
        <p:blipFill rotWithShape="1">
          <a:blip r:embed="rId3">
            <a:alphaModFix/>
          </a:blip>
          <a:srcRect/>
          <a:stretch/>
        </p:blipFill>
        <p:spPr>
          <a:xfrm>
            <a:off x="2154767" y="1976438"/>
            <a:ext cx="8278284" cy="3600450"/>
          </a:xfrm>
          <a:prstGeom prst="rect">
            <a:avLst/>
          </a:prstGeom>
          <a:noFill/>
          <a:ln>
            <a:noFill/>
          </a:ln>
        </p:spPr>
      </p:pic>
      <p:sp>
        <p:nvSpPr>
          <p:cNvPr id="683" name="Google Shape;683;p85"/>
          <p:cNvSpPr txBox="1">
            <a:spLocks noGrp="1"/>
          </p:cNvSpPr>
          <p:nvPr>
            <p:ph type="title"/>
          </p:nvPr>
        </p:nvSpPr>
        <p:spPr>
          <a:xfrm>
            <a:off x="1617784" y="286603"/>
            <a:ext cx="9537895" cy="1443723"/>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- 18</a:t>
            </a:r>
            <a:endParaRPr/>
          </a:p>
        </p:txBody>
      </p:sp>
      <p:pic>
        <p:nvPicPr>
          <p:cNvPr id="684" name="Google Shape;684;p85"/>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685" name="Google Shape;685;p85"/>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686" name="Google Shape;686;p85"/>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87" name="Google Shape;687;p85"/>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26</a:t>
            </a:fld>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92"/>
        <p:cNvGrpSpPr/>
        <p:nvPr/>
      </p:nvGrpSpPr>
      <p:grpSpPr>
        <a:xfrm>
          <a:off x="0" y="0"/>
          <a:ext cx="0" cy="0"/>
          <a:chOff x="0" y="0"/>
          <a:chExt cx="0" cy="0"/>
        </a:xfrm>
      </p:grpSpPr>
      <p:pic>
        <p:nvPicPr>
          <p:cNvPr id="693" name="Google Shape;693;p86"/>
          <p:cNvPicPr preferRelativeResize="0"/>
          <p:nvPr/>
        </p:nvPicPr>
        <p:blipFill rotWithShape="1">
          <a:blip r:embed="rId3">
            <a:alphaModFix/>
          </a:blip>
          <a:srcRect/>
          <a:stretch/>
        </p:blipFill>
        <p:spPr>
          <a:xfrm>
            <a:off x="2175934" y="2000250"/>
            <a:ext cx="8278284" cy="3540125"/>
          </a:xfrm>
          <a:prstGeom prst="rect">
            <a:avLst/>
          </a:prstGeom>
          <a:noFill/>
          <a:ln>
            <a:noFill/>
          </a:ln>
        </p:spPr>
      </p:pic>
      <p:sp>
        <p:nvSpPr>
          <p:cNvPr id="694" name="Google Shape;694;p86"/>
          <p:cNvSpPr txBox="1">
            <a:spLocks noGrp="1"/>
          </p:cNvSpPr>
          <p:nvPr>
            <p:ph type="title"/>
          </p:nvPr>
        </p:nvSpPr>
        <p:spPr>
          <a:xfrm>
            <a:off x="1758462" y="286604"/>
            <a:ext cx="9397218" cy="1401520"/>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- 19</a:t>
            </a:r>
            <a:endParaRPr/>
          </a:p>
        </p:txBody>
      </p:sp>
      <p:pic>
        <p:nvPicPr>
          <p:cNvPr id="695" name="Google Shape;695;p86"/>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696" name="Google Shape;696;p86"/>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697" name="Google Shape;697;p86"/>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698" name="Google Shape;698;p86"/>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27</a:t>
            </a:fld>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703"/>
        <p:cNvGrpSpPr/>
        <p:nvPr/>
      </p:nvGrpSpPr>
      <p:grpSpPr>
        <a:xfrm>
          <a:off x="0" y="0"/>
          <a:ext cx="0" cy="0"/>
          <a:chOff x="0" y="0"/>
          <a:chExt cx="0" cy="0"/>
        </a:xfrm>
      </p:grpSpPr>
      <p:pic>
        <p:nvPicPr>
          <p:cNvPr id="704" name="Google Shape;704;p87"/>
          <p:cNvPicPr preferRelativeResize="0"/>
          <p:nvPr/>
        </p:nvPicPr>
        <p:blipFill rotWithShape="1">
          <a:blip r:embed="rId3">
            <a:alphaModFix/>
          </a:blip>
          <a:srcRect/>
          <a:stretch/>
        </p:blipFill>
        <p:spPr>
          <a:xfrm>
            <a:off x="2154767" y="1966914"/>
            <a:ext cx="8297333" cy="3595687"/>
          </a:xfrm>
          <a:prstGeom prst="rect">
            <a:avLst/>
          </a:prstGeom>
          <a:noFill/>
          <a:ln>
            <a:noFill/>
          </a:ln>
        </p:spPr>
      </p:pic>
      <p:sp>
        <p:nvSpPr>
          <p:cNvPr id="705" name="Google Shape;705;p87"/>
          <p:cNvSpPr txBox="1">
            <a:spLocks noGrp="1"/>
          </p:cNvSpPr>
          <p:nvPr>
            <p:ph type="title"/>
          </p:nvPr>
        </p:nvSpPr>
        <p:spPr>
          <a:xfrm>
            <a:off x="1603716" y="286604"/>
            <a:ext cx="9551963" cy="1415588"/>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- 20</a:t>
            </a:r>
            <a:endParaRPr/>
          </a:p>
        </p:txBody>
      </p:sp>
      <p:pic>
        <p:nvPicPr>
          <p:cNvPr id="706" name="Google Shape;706;p87"/>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707" name="Google Shape;707;p87"/>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708" name="Google Shape;708;p87"/>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709" name="Google Shape;709;p87"/>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28</a:t>
            </a:fld>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pic>
        <p:nvPicPr>
          <p:cNvPr id="715" name="Google Shape;715;p88"/>
          <p:cNvPicPr preferRelativeResize="0"/>
          <p:nvPr/>
        </p:nvPicPr>
        <p:blipFill rotWithShape="1">
          <a:blip r:embed="rId3">
            <a:alphaModFix/>
          </a:blip>
          <a:srcRect/>
          <a:stretch/>
        </p:blipFill>
        <p:spPr>
          <a:xfrm>
            <a:off x="2188633" y="1995488"/>
            <a:ext cx="8248651" cy="3567112"/>
          </a:xfrm>
          <a:prstGeom prst="rect">
            <a:avLst/>
          </a:prstGeom>
          <a:noFill/>
          <a:ln>
            <a:noFill/>
          </a:ln>
        </p:spPr>
      </p:pic>
      <p:sp>
        <p:nvSpPr>
          <p:cNvPr id="716" name="Google Shape;716;p88"/>
          <p:cNvSpPr txBox="1">
            <a:spLocks noGrp="1"/>
          </p:cNvSpPr>
          <p:nvPr>
            <p:ph type="title"/>
          </p:nvPr>
        </p:nvSpPr>
        <p:spPr>
          <a:xfrm>
            <a:off x="1688122" y="286603"/>
            <a:ext cx="9467557" cy="1373385"/>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- 21</a:t>
            </a:r>
            <a:endParaRPr/>
          </a:p>
        </p:txBody>
      </p:sp>
      <p:pic>
        <p:nvPicPr>
          <p:cNvPr id="717" name="Google Shape;717;p88"/>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718" name="Google Shape;718;p88"/>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719" name="Google Shape;719;p88"/>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720" name="Google Shape;720;p88"/>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29</a:t>
            </a:fld>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25"/>
        <p:cNvGrpSpPr/>
        <p:nvPr/>
      </p:nvGrpSpPr>
      <p:grpSpPr>
        <a:xfrm>
          <a:off x="0" y="0"/>
          <a:ext cx="0" cy="0"/>
          <a:chOff x="0" y="0"/>
          <a:chExt cx="0" cy="0"/>
        </a:xfrm>
      </p:grpSpPr>
      <p:pic>
        <p:nvPicPr>
          <p:cNvPr id="726" name="Google Shape;726;p89"/>
          <p:cNvPicPr preferRelativeResize="0"/>
          <p:nvPr/>
        </p:nvPicPr>
        <p:blipFill rotWithShape="1">
          <a:blip r:embed="rId3">
            <a:alphaModFix/>
          </a:blip>
          <a:srcRect/>
          <a:stretch/>
        </p:blipFill>
        <p:spPr>
          <a:xfrm>
            <a:off x="2161118" y="1992313"/>
            <a:ext cx="8206316" cy="3575050"/>
          </a:xfrm>
          <a:prstGeom prst="rect">
            <a:avLst/>
          </a:prstGeom>
          <a:noFill/>
          <a:ln>
            <a:noFill/>
          </a:ln>
        </p:spPr>
      </p:pic>
      <p:sp>
        <p:nvSpPr>
          <p:cNvPr id="727" name="Google Shape;727;p89"/>
          <p:cNvSpPr txBox="1">
            <a:spLocks noGrp="1"/>
          </p:cNvSpPr>
          <p:nvPr>
            <p:ph type="title"/>
          </p:nvPr>
        </p:nvSpPr>
        <p:spPr>
          <a:xfrm>
            <a:off x="1814732" y="286603"/>
            <a:ext cx="9340948" cy="1359317"/>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800"/>
              <a:buFont typeface="Arial"/>
              <a:buNone/>
            </a:pPr>
            <a:r>
              <a:rPr lang="en-US"/>
              <a:t>MergeSort (Example) - 22</a:t>
            </a:r>
            <a:endParaRPr/>
          </a:p>
        </p:txBody>
      </p:sp>
      <p:pic>
        <p:nvPicPr>
          <p:cNvPr id="728" name="Google Shape;728;p89"/>
          <p:cNvPicPr preferRelativeResize="0"/>
          <p:nvPr/>
        </p:nvPicPr>
        <p:blipFill rotWithShape="1">
          <a:blip r:embed="rId4">
            <a:alphaModFix/>
          </a:blip>
          <a:srcRect/>
          <a:stretch/>
        </p:blipFill>
        <p:spPr>
          <a:xfrm>
            <a:off x="195070" y="286604"/>
            <a:ext cx="1269598" cy="1148496"/>
          </a:xfrm>
          <a:prstGeom prst="rect">
            <a:avLst/>
          </a:prstGeom>
          <a:noFill/>
          <a:ln>
            <a:noFill/>
          </a:ln>
        </p:spPr>
      </p:pic>
      <p:sp>
        <p:nvSpPr>
          <p:cNvPr id="729" name="Google Shape;729;p89"/>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Clr>
                <a:srgbClr val="FFFFFF"/>
              </a:buClr>
              <a:buSzPts val="1400"/>
              <a:buFont typeface="Calibri"/>
              <a:buNone/>
            </a:pPr>
            <a:r>
              <a:rPr lang="en-US"/>
              <a:t>8/10/2021</a:t>
            </a:r>
            <a:endParaRPr/>
          </a:p>
        </p:txBody>
      </p:sp>
      <p:sp>
        <p:nvSpPr>
          <p:cNvPr id="730" name="Google Shape;730;p89"/>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Clr>
                <a:srgbClr val="C00000"/>
              </a:buClr>
              <a:buSzPts val="1400"/>
              <a:buFont typeface="Times New Roman"/>
              <a:buNone/>
            </a:pPr>
            <a:r>
              <a:rPr lang="en-US"/>
              <a:t>DATA STRUCTURES-I WITH C PROGRAMMING     UNIT-II</a:t>
            </a:r>
            <a:endParaRPr/>
          </a:p>
        </p:txBody>
      </p:sp>
      <p:sp>
        <p:nvSpPr>
          <p:cNvPr id="731" name="Google Shape;731;p89"/>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Clr>
                <a:srgbClr val="FFFFFF"/>
              </a:buClr>
              <a:buSzPts val="1050"/>
              <a:buFont typeface="Calibri"/>
              <a:buNone/>
            </a:pPr>
            <a:fld id="{00000000-1234-1234-1234-123412341234}" type="slidenum">
              <a:rPr lang="en-US"/>
              <a:t>30</a:t>
            </a:fld>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601"/>
        <p:cNvGrpSpPr/>
        <p:nvPr/>
      </p:nvGrpSpPr>
      <p:grpSpPr>
        <a:xfrm>
          <a:off x="0" y="0"/>
          <a:ext cx="0" cy="0"/>
          <a:chOff x="0" y="0"/>
          <a:chExt cx="0" cy="0"/>
        </a:xfrm>
      </p:grpSpPr>
      <p:sp>
        <p:nvSpPr>
          <p:cNvPr id="2602" name="Google Shape;2602;p64"/>
          <p:cNvSpPr txBox="1">
            <a:spLocks noGrp="1"/>
          </p:cNvSpPr>
          <p:nvPr>
            <p:ph type="title"/>
          </p:nvPr>
        </p:nvSpPr>
        <p:spPr>
          <a:xfrm>
            <a:off x="2841674" y="492369"/>
            <a:ext cx="5055418" cy="647114"/>
          </a:xfrm>
          <a:prstGeom prst="rect">
            <a:avLst/>
          </a:prstGeom>
          <a:noFill/>
          <a:ln>
            <a:noFill/>
          </a:ln>
        </p:spPr>
        <p:txBody>
          <a:bodyPr spcFirstLastPara="1" wrap="square" lIns="91425" tIns="45700" rIns="91425" bIns="45700" anchor="b" anchorCtr="0">
            <a:noAutofit/>
          </a:bodyPr>
          <a:lstStyle/>
          <a:p>
            <a:pPr marL="0" lvl="0" indent="0" algn="l" rtl="0">
              <a:lnSpc>
                <a:spcPct val="85000"/>
              </a:lnSpc>
              <a:spcBef>
                <a:spcPts val="0"/>
              </a:spcBef>
              <a:spcAft>
                <a:spcPts val="0"/>
              </a:spcAft>
              <a:buClr>
                <a:srgbClr val="3F3F3F"/>
              </a:buClr>
              <a:buSzPts val="4320"/>
              <a:buFont typeface="Arial"/>
              <a:buNone/>
            </a:pPr>
            <a:r>
              <a:rPr lang="en-US" sz="4320"/>
              <a:t>Merge Sort Algorithm</a:t>
            </a:r>
            <a:endParaRPr sz="4320"/>
          </a:p>
        </p:txBody>
      </p:sp>
      <p:sp>
        <p:nvSpPr>
          <p:cNvPr id="2603" name="Google Shape;2603;p64"/>
          <p:cNvSpPr txBox="1">
            <a:spLocks noGrp="1"/>
          </p:cNvSpPr>
          <p:nvPr>
            <p:ph type="dt" idx="10"/>
          </p:nvPr>
        </p:nvSpPr>
        <p:spPr>
          <a:xfrm>
            <a:off x="1097282" y="6459787"/>
            <a:ext cx="2472271"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9/15/2022</a:t>
            </a:r>
            <a:endParaRPr/>
          </a:p>
        </p:txBody>
      </p:sp>
      <p:pic>
        <p:nvPicPr>
          <p:cNvPr id="2604" name="Google Shape;2604;p64"/>
          <p:cNvPicPr preferRelativeResize="0"/>
          <p:nvPr/>
        </p:nvPicPr>
        <p:blipFill rotWithShape="1">
          <a:blip r:embed="rId3">
            <a:alphaModFix/>
          </a:blip>
          <a:srcRect/>
          <a:stretch/>
        </p:blipFill>
        <p:spPr>
          <a:xfrm>
            <a:off x="195070" y="286604"/>
            <a:ext cx="1269598" cy="1148496"/>
          </a:xfrm>
          <a:prstGeom prst="rect">
            <a:avLst/>
          </a:prstGeom>
          <a:noFill/>
          <a:ln>
            <a:noFill/>
          </a:ln>
        </p:spPr>
      </p:pic>
      <p:pic>
        <p:nvPicPr>
          <p:cNvPr id="2605" name="Google Shape;2605;p64" descr="Working of Merge Sort"/>
          <p:cNvPicPr preferRelativeResize="0"/>
          <p:nvPr/>
        </p:nvPicPr>
        <p:blipFill rotWithShape="1">
          <a:blip r:embed="rId4">
            <a:alphaModFix/>
          </a:blip>
          <a:srcRect/>
          <a:stretch/>
        </p:blipFill>
        <p:spPr>
          <a:xfrm>
            <a:off x="5996608" y="1624084"/>
            <a:ext cx="6064440" cy="4662336"/>
          </a:xfrm>
          <a:prstGeom prst="rect">
            <a:avLst/>
          </a:prstGeom>
          <a:noFill/>
          <a:ln>
            <a:noFill/>
          </a:ln>
        </p:spPr>
      </p:pic>
      <p:sp>
        <p:nvSpPr>
          <p:cNvPr id="2606" name="Google Shape;2606;p64"/>
          <p:cNvSpPr txBox="1">
            <a:spLocks noGrp="1"/>
          </p:cNvSpPr>
          <p:nvPr>
            <p:ph type="ftr" idx="11"/>
          </p:nvPr>
        </p:nvSpPr>
        <p:spPr>
          <a:xfrm>
            <a:off x="3686186" y="6459787"/>
            <a:ext cx="4822804" cy="365125"/>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Fundamentals of Data Strcutures     </a:t>
            </a:r>
            <a:endParaRPr/>
          </a:p>
        </p:txBody>
      </p:sp>
      <p:sp>
        <p:nvSpPr>
          <p:cNvPr id="2607" name="Google Shape;2607;p64"/>
          <p:cNvSpPr txBox="1">
            <a:spLocks noGrp="1"/>
          </p:cNvSpPr>
          <p:nvPr>
            <p:ph type="sldNum" idx="12"/>
          </p:nvPr>
        </p:nvSpPr>
        <p:spPr>
          <a:xfrm>
            <a:off x="9900460" y="6459787"/>
            <a:ext cx="1312025"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Clr>
                <a:srgbClr val="000000"/>
              </a:buClr>
              <a:buSzPts val="1050"/>
              <a:buFont typeface="Arial"/>
              <a:buNone/>
            </a:pPr>
            <a:fld id="{00000000-1234-1234-1234-123412341234}" type="slidenum">
              <a:rPr lang="en-US"/>
              <a:t>31</a:t>
            </a:fld>
            <a:endParaRPr/>
          </a:p>
        </p:txBody>
      </p:sp>
      <p:sp>
        <p:nvSpPr>
          <p:cNvPr id="2608" name="Google Shape;2608;p64"/>
          <p:cNvSpPr/>
          <p:nvPr/>
        </p:nvSpPr>
        <p:spPr>
          <a:xfrm>
            <a:off x="195070" y="1486218"/>
            <a:ext cx="6947439" cy="501675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Algorithm MergeSort(a,low, high)</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//a[low : high] array to be sorted</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 Small(P) is true if there is only one element to sort. In this     case the list is already sorted</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if (low &lt; high) // If there are more than one element</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a:t>
            </a: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 Divide P into subproblems. Find where to split the set.</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mid := | (low + high)/2|;</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 Solve the subproblems.</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MergeSort(a,low, mid);</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MergeSort(a,mid + 1, high);</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 Combine the solutions.</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Merge(a,low, mid, high);</a:t>
            </a:r>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  }</a:t>
            </a:r>
            <a:endParaRPr sz="2000" b="0" i="0" u="none" strike="noStrike" cap="none">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2000" b="0" i="0" u="none" strike="noStrike" cap="none">
                <a:solidFill>
                  <a:srgbClr val="000000"/>
                </a:solidFill>
                <a:latin typeface="Times New Roman"/>
                <a:ea typeface="Times New Roman"/>
                <a:cs typeface="Times New Roman"/>
                <a:sym typeface="Times New Roman"/>
              </a:rPr>
              <a:t>}</a:t>
            </a:r>
            <a:endParaRPr sz="2000" b="0" i="0" u="none" strike="noStrike" cap="none">
              <a:solidFill>
                <a:srgbClr val="000000"/>
              </a:solidFill>
              <a:latin typeface="Times New Roman"/>
              <a:ea typeface="Times New Roman"/>
              <a:cs typeface="Times New Roman"/>
              <a:sym typeface="Times New Roman"/>
            </a:endParaRPr>
          </a:p>
        </p:txBody>
      </p:sp>
      <p:sp>
        <p:nvSpPr>
          <p:cNvPr id="9" name="Google Shape;742;p90"/>
          <p:cNvSpPr txBox="1">
            <a:spLocks/>
          </p:cNvSpPr>
          <p:nvPr/>
        </p:nvSpPr>
        <p:spPr>
          <a:xfrm>
            <a:off x="9274098" y="193923"/>
            <a:ext cx="2739488" cy="49565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100" b="0" i="0" u="none" strike="noStrike" cap="none">
                <a:solidFill>
                  <a:srgbClr val="C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t>REF BOOK: Horowitz, </a:t>
            </a:r>
            <a:r>
              <a:rPr lang="en-US" dirty="0" err="1"/>
              <a:t>Salmi</a:t>
            </a:r>
            <a:r>
              <a:rPr lang="en-US" dirty="0"/>
              <a:t> &amp; </a:t>
            </a:r>
            <a:r>
              <a:rPr lang="en-US" dirty="0" err="1"/>
              <a:t>Rajasekaran</a:t>
            </a:r>
            <a:endParaRPr lang="en-US" dirty="0"/>
          </a:p>
        </p:txBody>
      </p:sp>
    </p:spTree>
    <p:extLst>
      <p:ext uri="{BB962C8B-B14F-4D97-AF65-F5344CB8AC3E}">
        <p14:creationId xmlns:p14="http://schemas.microsoft.com/office/powerpoint/2010/main" val="21460776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08">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08">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08">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08">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08">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08">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08">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08">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08">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608">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608">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608">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608">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608">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608">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612"/>
        <p:cNvGrpSpPr/>
        <p:nvPr/>
      </p:nvGrpSpPr>
      <p:grpSpPr>
        <a:xfrm>
          <a:off x="0" y="0"/>
          <a:ext cx="0" cy="0"/>
          <a:chOff x="0" y="0"/>
          <a:chExt cx="0" cy="0"/>
        </a:xfrm>
      </p:grpSpPr>
      <p:pic>
        <p:nvPicPr>
          <p:cNvPr id="2613" name="Google Shape;2613;p87"/>
          <p:cNvPicPr preferRelativeResize="0"/>
          <p:nvPr/>
        </p:nvPicPr>
        <p:blipFill rotWithShape="1">
          <a:blip r:embed="rId3">
            <a:alphaModFix/>
          </a:blip>
          <a:srcRect/>
          <a:stretch/>
        </p:blipFill>
        <p:spPr>
          <a:xfrm>
            <a:off x="0" y="0"/>
            <a:ext cx="1269598" cy="1148496"/>
          </a:xfrm>
          <a:prstGeom prst="rect">
            <a:avLst/>
          </a:prstGeom>
          <a:noFill/>
          <a:ln>
            <a:noFill/>
          </a:ln>
        </p:spPr>
      </p:pic>
      <p:sp>
        <p:nvSpPr>
          <p:cNvPr id="2614" name="Google Shape;2614;p87"/>
          <p:cNvSpPr/>
          <p:nvPr/>
        </p:nvSpPr>
        <p:spPr>
          <a:xfrm>
            <a:off x="1297250" y="122829"/>
            <a:ext cx="7188368" cy="784830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Algorithm  Merge(</a:t>
            </a:r>
            <a:r>
              <a:rPr lang="en-US" sz="1400" b="0" i="0" u="none" strike="noStrike" cap="none" dirty="0" err="1">
                <a:solidFill>
                  <a:srgbClr val="000000"/>
                </a:solidFill>
                <a:latin typeface="Times New Roman"/>
                <a:ea typeface="Times New Roman"/>
                <a:cs typeface="Times New Roman"/>
                <a:sym typeface="Times New Roman"/>
              </a:rPr>
              <a:t>a,low</a:t>
            </a:r>
            <a:r>
              <a:rPr lang="en-US" sz="1400" b="0" i="0" u="none" strike="noStrike" cap="none" dirty="0">
                <a:solidFill>
                  <a:srgbClr val="000000"/>
                </a:solidFill>
                <a:latin typeface="Times New Roman"/>
                <a:ea typeface="Times New Roman"/>
                <a:cs typeface="Times New Roman"/>
                <a:sym typeface="Times New Roman"/>
              </a:rPr>
              <a:t>, mid , high)</a:t>
            </a:r>
            <a:endParaRPr dirty="0"/>
          </a:p>
          <a:p>
            <a:pPr marL="0" marR="0" lvl="0" indent="0" algn="l" rtl="0">
              <a:lnSpc>
                <a:spcPct val="100000"/>
              </a:lnSpc>
              <a:spcBef>
                <a:spcPts val="0"/>
              </a:spcBef>
              <a:spcAft>
                <a:spcPts val="0"/>
              </a:spcAft>
              <a:buNone/>
            </a:pPr>
            <a:r>
              <a:rPr lang="en-US" sz="1400" b="0" i="0" u="none" strike="noStrike" cap="none" dirty="0" smtClean="0">
                <a:solidFill>
                  <a:srgbClr val="000000"/>
                </a:solidFill>
                <a:latin typeface="Times New Roman"/>
                <a:ea typeface="Times New Roman"/>
                <a:cs typeface="Times New Roman"/>
                <a:sym typeface="Times New Roman"/>
              </a:rPr>
              <a:t>//  </a:t>
            </a:r>
            <a:r>
              <a:rPr lang="en-US" sz="1400" b="0" i="0" u="none" strike="noStrike" cap="none" dirty="0">
                <a:solidFill>
                  <a:srgbClr val="000000"/>
                </a:solidFill>
                <a:latin typeface="Times New Roman"/>
                <a:ea typeface="Times New Roman"/>
                <a:cs typeface="Times New Roman"/>
                <a:sym typeface="Times New Roman"/>
              </a:rPr>
              <a:t>a[low  : high]  is array  containing  two  </a:t>
            </a:r>
            <a:r>
              <a:rPr lang="en-US" sz="1400" b="0" i="0" u="none" strike="noStrike" cap="none" dirty="0" smtClean="0">
                <a:solidFill>
                  <a:srgbClr val="000000"/>
                </a:solidFill>
                <a:latin typeface="Times New Roman"/>
                <a:ea typeface="Times New Roman"/>
                <a:cs typeface="Times New Roman"/>
                <a:sym typeface="Times New Roman"/>
              </a:rPr>
              <a:t>sorted </a:t>
            </a:r>
            <a:endParaRPr dirty="0" smtClean="0"/>
          </a:p>
          <a:p>
            <a:pPr marL="0" marR="0" lvl="0" indent="0" algn="l" rtl="0">
              <a:lnSpc>
                <a:spcPct val="100000"/>
              </a:lnSpc>
              <a:spcBef>
                <a:spcPts val="0"/>
              </a:spcBef>
              <a:spcAft>
                <a:spcPts val="0"/>
              </a:spcAft>
              <a:buNone/>
            </a:pPr>
            <a:r>
              <a:rPr lang="en-US" sz="1400" b="0" i="0" u="none" strike="noStrike" cap="none" dirty="0" smtClean="0">
                <a:solidFill>
                  <a:srgbClr val="000000"/>
                </a:solidFill>
                <a:latin typeface="Times New Roman"/>
                <a:ea typeface="Times New Roman"/>
                <a:cs typeface="Times New Roman"/>
                <a:sym typeface="Times New Roman"/>
              </a:rPr>
              <a:t>/ /  subsets  in  a[ low;  : mid]  and  in  a[mid + 1 : high] .  </a:t>
            </a:r>
            <a:endParaRPr sz="1400" b="0" i="0" u="none" strike="noStrike" cap="none" dirty="0" smtClean="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0" i="0" u="none" strike="noStrike" cap="none" dirty="0" smtClean="0">
                <a:solidFill>
                  <a:srgbClr val="000000"/>
                </a:solidFill>
                <a:latin typeface="Times New Roman"/>
                <a:ea typeface="Times New Roman"/>
                <a:cs typeface="Times New Roman"/>
                <a:sym typeface="Times New Roman"/>
              </a:rPr>
              <a:t>The  </a:t>
            </a:r>
            <a:r>
              <a:rPr lang="en-US" sz="1400" b="0" i="0" u="none" strike="noStrike" cap="none" dirty="0">
                <a:solidFill>
                  <a:srgbClr val="000000"/>
                </a:solidFill>
                <a:latin typeface="Times New Roman"/>
                <a:ea typeface="Times New Roman"/>
                <a:cs typeface="Times New Roman"/>
                <a:sym typeface="Times New Roman"/>
              </a:rPr>
              <a:t>go is to  merge  these  two  sets  into  a  single set  residing</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in  a[low  : high] .  b[  ]  is an  auxiliary global  array.</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h := low ;  </a:t>
            </a:r>
            <a:r>
              <a:rPr lang="en-US" sz="1400" b="0" i="0" u="none" strike="noStrike" cap="none" dirty="0" err="1">
                <a:solidFill>
                  <a:srgbClr val="000000"/>
                </a:solidFill>
                <a:latin typeface="Times New Roman"/>
                <a:ea typeface="Times New Roman"/>
                <a:cs typeface="Times New Roman"/>
                <a:sym typeface="Times New Roman"/>
              </a:rPr>
              <a:t>i</a:t>
            </a:r>
            <a:r>
              <a:rPr lang="en-US" sz="1400" b="0" i="0" u="none" strike="noStrike" cap="none" dirty="0">
                <a:solidFill>
                  <a:srgbClr val="000000"/>
                </a:solidFill>
                <a:latin typeface="Times New Roman"/>
                <a:ea typeface="Times New Roman"/>
                <a:cs typeface="Times New Roman"/>
                <a:sym typeface="Times New Roman"/>
              </a:rPr>
              <a:t>  := low ; </a:t>
            </a:r>
            <a:r>
              <a:rPr lang="en-US" dirty="0">
                <a:latin typeface="Times New Roman"/>
                <a:ea typeface="Times New Roman"/>
                <a:cs typeface="Times New Roman"/>
                <a:sym typeface="Times New Roman"/>
              </a:rPr>
              <a:t>j</a:t>
            </a:r>
            <a:r>
              <a:rPr lang="en-US" sz="1400" b="0" i="0" u="none" strike="noStrike" cap="none" dirty="0">
                <a:solidFill>
                  <a:srgbClr val="000000"/>
                </a:solidFill>
                <a:latin typeface="Times New Roman"/>
                <a:ea typeface="Times New Roman"/>
                <a:cs typeface="Times New Roman"/>
                <a:sym typeface="Times New Roman"/>
              </a:rPr>
              <a:t> := mid + 1;</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while  ( ( h  &lt;= mid)   and </a:t>
            </a:r>
            <a:r>
              <a:rPr lang="en-US" dirty="0">
                <a:latin typeface="Times New Roman"/>
                <a:ea typeface="Times New Roman"/>
                <a:cs typeface="Times New Roman"/>
                <a:sym typeface="Times New Roman"/>
              </a:rPr>
              <a:t>(j</a:t>
            </a:r>
            <a:r>
              <a:rPr lang="en-US" sz="1400" b="0" i="0" u="none" strike="noStrike" cap="none" dirty="0">
                <a:solidFill>
                  <a:srgbClr val="000000"/>
                </a:solidFill>
                <a:latin typeface="Times New Roman"/>
                <a:ea typeface="Times New Roman"/>
                <a:cs typeface="Times New Roman"/>
                <a:sym typeface="Times New Roman"/>
              </a:rPr>
              <a:t>  &lt;= high))  do</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a:t>
            </a:r>
            <a:endParaRPr sz="1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if  ( a[ h] &lt;= a[</a:t>
            </a:r>
            <a:r>
              <a:rPr lang="en-US" dirty="0">
                <a:latin typeface="Times New Roman"/>
                <a:ea typeface="Times New Roman"/>
                <a:cs typeface="Times New Roman"/>
                <a:sym typeface="Times New Roman"/>
              </a:rPr>
              <a:t>j</a:t>
            </a:r>
            <a:r>
              <a:rPr lang="en-US" sz="1400" b="0" i="0" u="none" strike="noStrike" cap="none" dirty="0">
                <a:solidFill>
                  <a:srgbClr val="000000"/>
                </a:solidFill>
                <a:latin typeface="Times New Roman"/>
                <a:ea typeface="Times New Roman"/>
                <a:cs typeface="Times New Roman"/>
                <a:sym typeface="Times New Roman"/>
              </a:rPr>
              <a:t>])</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	</a:t>
            </a:r>
            <a:endParaRPr sz="1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b[</a:t>
            </a:r>
            <a:r>
              <a:rPr lang="en-US" sz="1400" b="0" i="0" u="none" strike="noStrike" cap="none" dirty="0" err="1">
                <a:solidFill>
                  <a:srgbClr val="000000"/>
                </a:solidFill>
                <a:latin typeface="Times New Roman"/>
                <a:ea typeface="Times New Roman"/>
                <a:cs typeface="Times New Roman"/>
                <a:sym typeface="Times New Roman"/>
              </a:rPr>
              <a:t>i</a:t>
            </a:r>
            <a:r>
              <a:rPr lang="en-US" sz="1400" b="0" i="0" u="none" strike="noStrike" cap="none" dirty="0">
                <a:solidFill>
                  <a:srgbClr val="000000"/>
                </a:solidFill>
                <a:latin typeface="Times New Roman"/>
                <a:ea typeface="Times New Roman"/>
                <a:cs typeface="Times New Roman"/>
                <a:sym typeface="Times New Roman"/>
              </a:rPr>
              <a:t>] := a[h] ;h := h + 1;</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a:t>
            </a:r>
            <a:endParaRPr sz="1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else</a:t>
            </a:r>
            <a:endParaRPr sz="1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b[</a:t>
            </a:r>
            <a:r>
              <a:rPr lang="en-US" sz="1400" b="0" i="0" u="none" strike="noStrike" cap="none" dirty="0" err="1">
                <a:solidFill>
                  <a:srgbClr val="000000"/>
                </a:solidFill>
                <a:latin typeface="Times New Roman"/>
                <a:ea typeface="Times New Roman"/>
                <a:cs typeface="Times New Roman"/>
                <a:sym typeface="Times New Roman"/>
              </a:rPr>
              <a:t>i</a:t>
            </a:r>
            <a:r>
              <a:rPr lang="en-US" sz="1400" b="0" i="0" u="none" strike="noStrike" cap="none" dirty="0">
                <a:solidFill>
                  <a:srgbClr val="000000"/>
                </a:solidFill>
                <a:latin typeface="Times New Roman"/>
                <a:ea typeface="Times New Roman"/>
                <a:cs typeface="Times New Roman"/>
                <a:sym typeface="Times New Roman"/>
              </a:rPr>
              <a:t> ] := a[j ] ;    j:= j+ l ;</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a:t>
            </a:r>
            <a:endParaRPr sz="1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i:= </a:t>
            </a:r>
            <a:r>
              <a:rPr lang="en-US" sz="1400" b="0" i="0" u="none" strike="noStrike" cap="none" dirty="0" err="1">
                <a:solidFill>
                  <a:srgbClr val="000000"/>
                </a:solidFill>
                <a:latin typeface="Times New Roman"/>
                <a:ea typeface="Times New Roman"/>
                <a:cs typeface="Times New Roman"/>
                <a:sym typeface="Times New Roman"/>
              </a:rPr>
              <a:t>i</a:t>
            </a:r>
            <a:r>
              <a:rPr lang="en-US" sz="1400" b="0" i="0" u="none" strike="noStrike" cap="none" dirty="0">
                <a:solidFill>
                  <a:srgbClr val="000000"/>
                </a:solidFill>
                <a:latin typeface="Times New Roman"/>
                <a:ea typeface="Times New Roman"/>
                <a:cs typeface="Times New Roman"/>
                <a:sym typeface="Times New Roman"/>
              </a:rPr>
              <a:t> + 1;</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a:t>
            </a:r>
            <a:endParaRPr sz="1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if  ( h  &gt; mid)  then</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for  k  := </a:t>
            </a:r>
            <a:r>
              <a:rPr lang="en-US" dirty="0">
                <a:latin typeface="Times New Roman"/>
                <a:ea typeface="Times New Roman"/>
                <a:cs typeface="Times New Roman"/>
                <a:sym typeface="Times New Roman"/>
              </a:rPr>
              <a:t>j </a:t>
            </a:r>
            <a:r>
              <a:rPr lang="en-US" sz="1400" b="0" i="0" u="none" strike="noStrike" cap="none" dirty="0">
                <a:solidFill>
                  <a:srgbClr val="000000"/>
                </a:solidFill>
                <a:latin typeface="Times New Roman"/>
                <a:ea typeface="Times New Roman"/>
                <a:cs typeface="Times New Roman"/>
                <a:sym typeface="Times New Roman"/>
              </a:rPr>
              <a:t> to  high  do</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a:t>
            </a:r>
            <a:endParaRPr sz="1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b[</a:t>
            </a:r>
            <a:r>
              <a:rPr lang="en-US" sz="1400" b="0" i="0" u="none" strike="noStrike" cap="none" dirty="0" err="1">
                <a:solidFill>
                  <a:srgbClr val="000000"/>
                </a:solidFill>
                <a:latin typeface="Times New Roman"/>
                <a:ea typeface="Times New Roman"/>
                <a:cs typeface="Times New Roman"/>
                <a:sym typeface="Times New Roman"/>
              </a:rPr>
              <a:t>i</a:t>
            </a:r>
            <a:r>
              <a:rPr lang="en-US" sz="1400" b="0" i="0" u="none" strike="noStrike" cap="none" dirty="0">
                <a:solidFill>
                  <a:srgbClr val="000000"/>
                </a:solidFill>
                <a:latin typeface="Times New Roman"/>
                <a:ea typeface="Times New Roman"/>
                <a:cs typeface="Times New Roman"/>
                <a:sym typeface="Times New Roman"/>
              </a:rPr>
              <a:t>] := a[ k] ;	i:= </a:t>
            </a:r>
            <a:r>
              <a:rPr lang="en-US" sz="1400" b="0" i="0" u="none" strike="noStrike" cap="none" dirty="0" err="1">
                <a:solidFill>
                  <a:srgbClr val="000000"/>
                </a:solidFill>
                <a:latin typeface="Times New Roman"/>
                <a:ea typeface="Times New Roman"/>
                <a:cs typeface="Times New Roman"/>
                <a:sym typeface="Times New Roman"/>
              </a:rPr>
              <a:t>i</a:t>
            </a:r>
            <a:r>
              <a:rPr lang="en-US" sz="1400" b="0" i="0" u="none" strike="noStrike" cap="none" dirty="0">
                <a:solidFill>
                  <a:srgbClr val="000000"/>
                </a:solidFill>
                <a:latin typeface="Times New Roman"/>
                <a:ea typeface="Times New Roman"/>
                <a:cs typeface="Times New Roman"/>
                <a:sym typeface="Times New Roman"/>
              </a:rPr>
              <a:t>  + 1;</a:t>
            </a:r>
            <a:endParaRPr sz="1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a:t>
            </a:r>
            <a:endParaRPr sz="1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else</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for  k  := h to  mid  do</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a:t>
            </a:r>
            <a:endParaRPr sz="1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b[</a:t>
            </a:r>
            <a:r>
              <a:rPr lang="en-US" sz="1400" b="0" i="0" u="none" strike="noStrike" cap="none" dirty="0" err="1">
                <a:solidFill>
                  <a:srgbClr val="000000"/>
                </a:solidFill>
                <a:latin typeface="Times New Roman"/>
                <a:ea typeface="Times New Roman"/>
                <a:cs typeface="Times New Roman"/>
                <a:sym typeface="Times New Roman"/>
              </a:rPr>
              <a:t>i</a:t>
            </a:r>
            <a:r>
              <a:rPr lang="en-US" sz="1400" b="0" i="0" u="none" strike="noStrike" cap="none" dirty="0">
                <a:solidFill>
                  <a:srgbClr val="000000"/>
                </a:solidFill>
                <a:latin typeface="Times New Roman"/>
                <a:ea typeface="Times New Roman"/>
                <a:cs typeface="Times New Roman"/>
                <a:sym typeface="Times New Roman"/>
              </a:rPr>
              <a:t>]  := a[ k] ;  i:= </a:t>
            </a:r>
            <a:r>
              <a:rPr lang="en-US" sz="1400" b="0" i="0" u="none" strike="noStrike" cap="none" dirty="0" err="1">
                <a:solidFill>
                  <a:srgbClr val="000000"/>
                </a:solidFill>
                <a:latin typeface="Times New Roman"/>
                <a:ea typeface="Times New Roman"/>
                <a:cs typeface="Times New Roman"/>
                <a:sym typeface="Times New Roman"/>
              </a:rPr>
              <a:t>i</a:t>
            </a:r>
            <a:r>
              <a:rPr lang="en-US" sz="1400" b="0" i="0" u="none" strike="noStrike" cap="none" dirty="0">
                <a:solidFill>
                  <a:srgbClr val="000000"/>
                </a:solidFill>
                <a:latin typeface="Times New Roman"/>
                <a:ea typeface="Times New Roman"/>
                <a:cs typeface="Times New Roman"/>
                <a:sym typeface="Times New Roman"/>
              </a:rPr>
              <a:t>+ 1 ;</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a:t>
            </a:r>
            <a:endParaRPr sz="1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   for  k  :=  low  to  high  do  a[ k]   := b[ k] ;</a:t>
            </a:r>
            <a:endParaRPr dirty="0"/>
          </a:p>
          <a:p>
            <a:pPr marL="0" marR="0" lvl="0" indent="0" algn="l" rtl="0">
              <a:lnSpc>
                <a:spcPct val="100000"/>
              </a:lnSpc>
              <a:spcBef>
                <a:spcPts val="0"/>
              </a:spcBef>
              <a:spcAft>
                <a:spcPts val="0"/>
              </a:spcAft>
              <a:buNone/>
            </a:pPr>
            <a:r>
              <a:rPr lang="en-US" sz="1400" b="0" i="0" u="none" strike="noStrike" cap="none" dirty="0">
                <a:solidFill>
                  <a:srgbClr val="000000"/>
                </a:solidFill>
                <a:latin typeface="Times New Roman"/>
                <a:ea typeface="Times New Roman"/>
                <a:cs typeface="Times New Roman"/>
                <a:sym typeface="Times New Roman"/>
              </a:rPr>
              <a:t>}</a:t>
            </a:r>
            <a:endParaRPr dirty="0"/>
          </a:p>
          <a:p>
            <a:pPr marL="0" marR="0" lvl="0" indent="0" algn="l" rtl="0">
              <a:lnSpc>
                <a:spcPct val="100000"/>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a:p>
            <a:pPr marL="0" marR="0" lvl="0" indent="0" algn="l" rtl="0">
              <a:lnSpc>
                <a:spcPct val="100000"/>
              </a:lnSpc>
              <a:spcBef>
                <a:spcPts val="0"/>
              </a:spcBef>
              <a:spcAft>
                <a:spcPts val="0"/>
              </a:spcAft>
              <a:buNone/>
            </a:pPr>
            <a:endParaRPr sz="1400" b="0" i="0" u="none" strike="noStrike" cap="none" dirty="0">
              <a:solidFill>
                <a:srgbClr val="000000"/>
              </a:solidFill>
              <a:latin typeface="Times New Roman"/>
              <a:ea typeface="Times New Roman"/>
              <a:cs typeface="Times New Roman"/>
              <a:sym typeface="Times New Roman"/>
            </a:endParaRPr>
          </a:p>
        </p:txBody>
      </p:sp>
      <p:pic>
        <p:nvPicPr>
          <p:cNvPr id="2615" name="Google Shape;2615;p87" descr="Merging Two Lists"/>
          <p:cNvPicPr preferRelativeResize="0"/>
          <p:nvPr/>
        </p:nvPicPr>
        <p:blipFill rotWithShape="1">
          <a:blip r:embed="rId4">
            <a:alphaModFix/>
          </a:blip>
          <a:srcRect/>
          <a:stretch/>
        </p:blipFill>
        <p:spPr>
          <a:xfrm>
            <a:off x="5933236" y="368324"/>
            <a:ext cx="5928067" cy="4654682"/>
          </a:xfrm>
          <a:prstGeom prst="rect">
            <a:avLst/>
          </a:prstGeom>
          <a:noFill/>
          <a:ln>
            <a:noFill/>
          </a:ln>
        </p:spPr>
      </p:pic>
      <p:sp>
        <p:nvSpPr>
          <p:cNvPr id="5" name="Google Shape;742;p90"/>
          <p:cNvSpPr txBox="1">
            <a:spLocks/>
          </p:cNvSpPr>
          <p:nvPr/>
        </p:nvSpPr>
        <p:spPr>
          <a:xfrm>
            <a:off x="9121815" y="5569487"/>
            <a:ext cx="2739488" cy="495651"/>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ctr" rtl="0">
              <a:lnSpc>
                <a:spcPct val="100000"/>
              </a:lnSpc>
              <a:spcBef>
                <a:spcPts val="0"/>
              </a:spcBef>
              <a:spcAft>
                <a:spcPts val="0"/>
              </a:spcAft>
              <a:buClr>
                <a:srgbClr val="000000"/>
              </a:buClr>
              <a:buSzPts val="1400"/>
              <a:buFont typeface="Arial"/>
              <a:buNone/>
              <a:defRPr sz="1100" b="0" i="0" u="none" strike="noStrike" cap="none">
                <a:solidFill>
                  <a:srgbClr val="C00000"/>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r>
              <a:rPr lang="en-US" dirty="0"/>
              <a:t>REF BOOK: Horowitz, </a:t>
            </a:r>
            <a:r>
              <a:rPr lang="en-US" dirty="0" err="1"/>
              <a:t>Salmi</a:t>
            </a:r>
            <a:r>
              <a:rPr lang="en-US" dirty="0"/>
              <a:t> &amp; </a:t>
            </a:r>
            <a:r>
              <a:rPr lang="en-US" dirty="0" err="1"/>
              <a:t>Rajasekaran</a:t>
            </a:r>
            <a:endParaRPr lang="en-US" dirty="0"/>
          </a:p>
        </p:txBody>
      </p:sp>
    </p:spTree>
    <p:extLst>
      <p:ext uri="{BB962C8B-B14F-4D97-AF65-F5344CB8AC3E}">
        <p14:creationId xmlns:p14="http://schemas.microsoft.com/office/powerpoint/2010/main" val="3507139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6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61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1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61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61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61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61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61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61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61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614">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614">
                                            <p:txEl>
                                              <p:pRg st="11" end="11"/>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614">
                                            <p:txEl>
                                              <p:pRg st="12" end="12"/>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614">
                                            <p:txEl>
                                              <p:pRg st="13" end="13"/>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nodeType="clickEffect">
                                  <p:stCondLst>
                                    <p:cond delay="0"/>
                                  </p:stCondLst>
                                  <p:childTnLst>
                                    <p:set>
                                      <p:cBhvr>
                                        <p:cTn id="62" dur="1" fill="hold">
                                          <p:stCondLst>
                                            <p:cond delay="0"/>
                                          </p:stCondLst>
                                        </p:cTn>
                                        <p:tgtEl>
                                          <p:spTgt spid="2614">
                                            <p:txEl>
                                              <p:pRg st="14" end="14"/>
                                            </p:txEl>
                                          </p:spTgt>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nodeType="clickEffect">
                                  <p:stCondLst>
                                    <p:cond delay="0"/>
                                  </p:stCondLst>
                                  <p:childTnLst>
                                    <p:set>
                                      <p:cBhvr>
                                        <p:cTn id="66" dur="1" fill="hold">
                                          <p:stCondLst>
                                            <p:cond delay="0"/>
                                          </p:stCondLst>
                                        </p:cTn>
                                        <p:tgtEl>
                                          <p:spTgt spid="2614">
                                            <p:txEl>
                                              <p:pRg st="15" end="15"/>
                                            </p:txEl>
                                          </p:spTgt>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nodeType="clickEffect">
                                  <p:stCondLst>
                                    <p:cond delay="0"/>
                                  </p:stCondLst>
                                  <p:childTnLst>
                                    <p:set>
                                      <p:cBhvr>
                                        <p:cTn id="70" dur="1" fill="hold">
                                          <p:stCondLst>
                                            <p:cond delay="0"/>
                                          </p:stCondLst>
                                        </p:cTn>
                                        <p:tgtEl>
                                          <p:spTgt spid="2614">
                                            <p:txEl>
                                              <p:pRg st="16" end="16"/>
                                            </p:txEl>
                                          </p:spTgt>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nodeType="clickEffect">
                                  <p:stCondLst>
                                    <p:cond delay="0"/>
                                  </p:stCondLst>
                                  <p:childTnLst>
                                    <p:set>
                                      <p:cBhvr>
                                        <p:cTn id="74" dur="1" fill="hold">
                                          <p:stCondLst>
                                            <p:cond delay="0"/>
                                          </p:stCondLst>
                                        </p:cTn>
                                        <p:tgtEl>
                                          <p:spTgt spid="2614">
                                            <p:txEl>
                                              <p:pRg st="17" end="17"/>
                                            </p:txEl>
                                          </p:spTgt>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nodeType="clickEffect">
                                  <p:stCondLst>
                                    <p:cond delay="0"/>
                                  </p:stCondLst>
                                  <p:childTnLst>
                                    <p:set>
                                      <p:cBhvr>
                                        <p:cTn id="78" dur="1" fill="hold">
                                          <p:stCondLst>
                                            <p:cond delay="0"/>
                                          </p:stCondLst>
                                        </p:cTn>
                                        <p:tgtEl>
                                          <p:spTgt spid="2614">
                                            <p:txEl>
                                              <p:pRg st="18" end="18"/>
                                            </p:txEl>
                                          </p:spTgt>
                                        </p:tgtEl>
                                        <p:attrNameLst>
                                          <p:attrName>style.visibility</p:attrName>
                                        </p:attrNameLst>
                                      </p:cBhvr>
                                      <p:to>
                                        <p:strVal val="visible"/>
                                      </p:to>
                                    </p:set>
                                  </p:childTnLst>
                                </p:cTn>
                              </p:par>
                            </p:childTnLst>
                          </p:cTn>
                        </p:par>
                      </p:childTnLst>
                    </p:cTn>
                  </p:par>
                  <p:par>
                    <p:cTn id="79" fill="hold">
                      <p:stCondLst>
                        <p:cond delay="indefinite"/>
                      </p:stCondLst>
                      <p:childTnLst>
                        <p:par>
                          <p:cTn id="80" fill="hold">
                            <p:stCondLst>
                              <p:cond delay="0"/>
                            </p:stCondLst>
                            <p:childTnLst>
                              <p:par>
                                <p:cTn id="81" presetID="1" presetClass="entr" presetSubtype="0" fill="hold" nodeType="clickEffect">
                                  <p:stCondLst>
                                    <p:cond delay="0"/>
                                  </p:stCondLst>
                                  <p:childTnLst>
                                    <p:set>
                                      <p:cBhvr>
                                        <p:cTn id="82" dur="1" fill="hold">
                                          <p:stCondLst>
                                            <p:cond delay="0"/>
                                          </p:stCondLst>
                                        </p:cTn>
                                        <p:tgtEl>
                                          <p:spTgt spid="2614">
                                            <p:txEl>
                                              <p:pRg st="19" end="19"/>
                                            </p:txEl>
                                          </p:spTgt>
                                        </p:tgtEl>
                                        <p:attrNameLst>
                                          <p:attrName>style.visibility</p:attrName>
                                        </p:attrNameLst>
                                      </p:cBhvr>
                                      <p:to>
                                        <p:strVal val="visible"/>
                                      </p:to>
                                    </p:set>
                                  </p:childTnLst>
                                </p:cTn>
                              </p:par>
                            </p:childTnLst>
                          </p:cTn>
                        </p:par>
                      </p:childTnLst>
                    </p:cTn>
                  </p:par>
                  <p:par>
                    <p:cTn id="83" fill="hold">
                      <p:stCondLst>
                        <p:cond delay="indefinite"/>
                      </p:stCondLst>
                      <p:childTnLst>
                        <p:par>
                          <p:cTn id="84" fill="hold">
                            <p:stCondLst>
                              <p:cond delay="0"/>
                            </p:stCondLst>
                            <p:childTnLst>
                              <p:par>
                                <p:cTn id="85" presetID="1" presetClass="entr" presetSubtype="0" fill="hold" nodeType="clickEffect">
                                  <p:stCondLst>
                                    <p:cond delay="0"/>
                                  </p:stCondLst>
                                  <p:childTnLst>
                                    <p:set>
                                      <p:cBhvr>
                                        <p:cTn id="86" dur="1" fill="hold">
                                          <p:stCondLst>
                                            <p:cond delay="0"/>
                                          </p:stCondLst>
                                        </p:cTn>
                                        <p:tgtEl>
                                          <p:spTgt spid="2614">
                                            <p:txEl>
                                              <p:pRg st="20" end="20"/>
                                            </p:txEl>
                                          </p:spTgt>
                                        </p:tgtEl>
                                        <p:attrNameLst>
                                          <p:attrName>style.visibility</p:attrName>
                                        </p:attrNameLst>
                                      </p:cBhvr>
                                      <p:to>
                                        <p:strVal val="visible"/>
                                      </p:to>
                                    </p:set>
                                  </p:childTnLst>
                                </p:cTn>
                              </p:par>
                            </p:childTnLst>
                          </p:cTn>
                        </p:par>
                      </p:childTnLst>
                    </p:cTn>
                  </p:par>
                  <p:par>
                    <p:cTn id="87" fill="hold">
                      <p:stCondLst>
                        <p:cond delay="indefinite"/>
                      </p:stCondLst>
                      <p:childTnLst>
                        <p:par>
                          <p:cTn id="88" fill="hold">
                            <p:stCondLst>
                              <p:cond delay="0"/>
                            </p:stCondLst>
                            <p:childTnLst>
                              <p:par>
                                <p:cTn id="89" presetID="1" presetClass="entr" presetSubtype="0" fill="hold" nodeType="clickEffect">
                                  <p:stCondLst>
                                    <p:cond delay="0"/>
                                  </p:stCondLst>
                                  <p:childTnLst>
                                    <p:set>
                                      <p:cBhvr>
                                        <p:cTn id="90" dur="1" fill="hold">
                                          <p:stCondLst>
                                            <p:cond delay="0"/>
                                          </p:stCondLst>
                                        </p:cTn>
                                        <p:tgtEl>
                                          <p:spTgt spid="2614">
                                            <p:txEl>
                                              <p:pRg st="21" end="21"/>
                                            </p:txEl>
                                          </p:spTgt>
                                        </p:tgtEl>
                                        <p:attrNameLst>
                                          <p:attrName>style.visibility</p:attrName>
                                        </p:attrNameLst>
                                      </p:cBhvr>
                                      <p:to>
                                        <p:strVal val="visible"/>
                                      </p:to>
                                    </p:set>
                                  </p:childTnLst>
                                </p:cTn>
                              </p:par>
                            </p:childTnLst>
                          </p:cTn>
                        </p:par>
                      </p:childTnLst>
                    </p:cTn>
                  </p:par>
                  <p:par>
                    <p:cTn id="91" fill="hold">
                      <p:stCondLst>
                        <p:cond delay="indefinite"/>
                      </p:stCondLst>
                      <p:childTnLst>
                        <p:par>
                          <p:cTn id="92" fill="hold">
                            <p:stCondLst>
                              <p:cond delay="0"/>
                            </p:stCondLst>
                            <p:childTnLst>
                              <p:par>
                                <p:cTn id="93" presetID="1" presetClass="entr" presetSubtype="0" fill="hold" nodeType="clickEffect">
                                  <p:stCondLst>
                                    <p:cond delay="0"/>
                                  </p:stCondLst>
                                  <p:childTnLst>
                                    <p:set>
                                      <p:cBhvr>
                                        <p:cTn id="94" dur="1" fill="hold">
                                          <p:stCondLst>
                                            <p:cond delay="0"/>
                                          </p:stCondLst>
                                        </p:cTn>
                                        <p:tgtEl>
                                          <p:spTgt spid="2614">
                                            <p:txEl>
                                              <p:pRg st="22" end="22"/>
                                            </p:txEl>
                                          </p:spTgt>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nodeType="clickEffect">
                                  <p:stCondLst>
                                    <p:cond delay="0"/>
                                  </p:stCondLst>
                                  <p:childTnLst>
                                    <p:set>
                                      <p:cBhvr>
                                        <p:cTn id="98" dur="1" fill="hold">
                                          <p:stCondLst>
                                            <p:cond delay="0"/>
                                          </p:stCondLst>
                                        </p:cTn>
                                        <p:tgtEl>
                                          <p:spTgt spid="2614">
                                            <p:txEl>
                                              <p:pRg st="23" end="23"/>
                                            </p:txEl>
                                          </p:spTgt>
                                        </p:tgtEl>
                                        <p:attrNameLst>
                                          <p:attrName>style.visibility</p:attrName>
                                        </p:attrNameLst>
                                      </p:cBhvr>
                                      <p:to>
                                        <p:strVal val="visible"/>
                                      </p:to>
                                    </p:set>
                                  </p:childTnLst>
                                </p:cTn>
                              </p:par>
                            </p:childTnLst>
                          </p:cTn>
                        </p:par>
                      </p:childTnLst>
                    </p:cTn>
                  </p:par>
                  <p:par>
                    <p:cTn id="99" fill="hold">
                      <p:stCondLst>
                        <p:cond delay="indefinite"/>
                      </p:stCondLst>
                      <p:childTnLst>
                        <p:par>
                          <p:cTn id="100" fill="hold">
                            <p:stCondLst>
                              <p:cond delay="0"/>
                            </p:stCondLst>
                            <p:childTnLst>
                              <p:par>
                                <p:cTn id="101" presetID="1" presetClass="entr" presetSubtype="0" fill="hold" nodeType="clickEffect">
                                  <p:stCondLst>
                                    <p:cond delay="0"/>
                                  </p:stCondLst>
                                  <p:childTnLst>
                                    <p:set>
                                      <p:cBhvr>
                                        <p:cTn id="102" dur="1" fill="hold">
                                          <p:stCondLst>
                                            <p:cond delay="0"/>
                                          </p:stCondLst>
                                        </p:cTn>
                                        <p:tgtEl>
                                          <p:spTgt spid="2614">
                                            <p:txEl>
                                              <p:pRg st="24" end="24"/>
                                            </p:txEl>
                                          </p:spTgt>
                                        </p:tgtEl>
                                        <p:attrNameLst>
                                          <p:attrName>style.visibility</p:attrName>
                                        </p:attrNameLst>
                                      </p:cBhvr>
                                      <p:to>
                                        <p:strVal val="visible"/>
                                      </p:to>
                                    </p:set>
                                  </p:childTnLst>
                                </p:cTn>
                              </p:par>
                            </p:childTnLst>
                          </p:cTn>
                        </p:par>
                      </p:childTnLst>
                    </p:cTn>
                  </p:par>
                  <p:par>
                    <p:cTn id="103" fill="hold">
                      <p:stCondLst>
                        <p:cond delay="indefinite"/>
                      </p:stCondLst>
                      <p:childTnLst>
                        <p:par>
                          <p:cTn id="104" fill="hold">
                            <p:stCondLst>
                              <p:cond delay="0"/>
                            </p:stCondLst>
                            <p:childTnLst>
                              <p:par>
                                <p:cTn id="105" presetID="1" presetClass="entr" presetSubtype="0" fill="hold" nodeType="clickEffect">
                                  <p:stCondLst>
                                    <p:cond delay="0"/>
                                  </p:stCondLst>
                                  <p:childTnLst>
                                    <p:set>
                                      <p:cBhvr>
                                        <p:cTn id="106" dur="1" fill="hold">
                                          <p:stCondLst>
                                            <p:cond delay="0"/>
                                          </p:stCondLst>
                                        </p:cTn>
                                        <p:tgtEl>
                                          <p:spTgt spid="2614">
                                            <p:txEl>
                                              <p:pRg st="25" end="25"/>
                                            </p:txEl>
                                          </p:spTgt>
                                        </p:tgtEl>
                                        <p:attrNameLst>
                                          <p:attrName>style.visibility</p:attrName>
                                        </p:attrNameLst>
                                      </p:cBhvr>
                                      <p:to>
                                        <p:strVal val="visible"/>
                                      </p:to>
                                    </p:set>
                                  </p:childTnLst>
                                </p:cTn>
                              </p:par>
                            </p:childTnLst>
                          </p:cTn>
                        </p:par>
                      </p:childTnLst>
                    </p:cTn>
                  </p:par>
                  <p:par>
                    <p:cTn id="107" fill="hold">
                      <p:stCondLst>
                        <p:cond delay="indefinite"/>
                      </p:stCondLst>
                      <p:childTnLst>
                        <p:par>
                          <p:cTn id="108" fill="hold">
                            <p:stCondLst>
                              <p:cond delay="0"/>
                            </p:stCondLst>
                            <p:childTnLst>
                              <p:par>
                                <p:cTn id="109" presetID="1" presetClass="entr" presetSubtype="0" fill="hold" nodeType="clickEffect">
                                  <p:stCondLst>
                                    <p:cond delay="0"/>
                                  </p:stCondLst>
                                  <p:childTnLst>
                                    <p:set>
                                      <p:cBhvr>
                                        <p:cTn id="110" dur="1" fill="hold">
                                          <p:stCondLst>
                                            <p:cond delay="0"/>
                                          </p:stCondLst>
                                        </p:cTn>
                                        <p:tgtEl>
                                          <p:spTgt spid="2614">
                                            <p:txEl>
                                              <p:pRg st="26" end="26"/>
                                            </p:txEl>
                                          </p:spTgt>
                                        </p:tgtEl>
                                        <p:attrNameLst>
                                          <p:attrName>style.visibility</p:attrName>
                                        </p:attrNameLst>
                                      </p:cBhvr>
                                      <p:to>
                                        <p:strVal val="visible"/>
                                      </p:to>
                                    </p:set>
                                  </p:childTnLst>
                                </p:cTn>
                              </p:par>
                            </p:childTnLst>
                          </p:cTn>
                        </p:par>
                      </p:childTnLst>
                    </p:cTn>
                  </p:par>
                  <p:par>
                    <p:cTn id="111" fill="hold">
                      <p:stCondLst>
                        <p:cond delay="indefinite"/>
                      </p:stCondLst>
                      <p:childTnLst>
                        <p:par>
                          <p:cTn id="112" fill="hold">
                            <p:stCondLst>
                              <p:cond delay="0"/>
                            </p:stCondLst>
                            <p:childTnLst>
                              <p:par>
                                <p:cTn id="113" presetID="1" presetClass="entr" presetSubtype="0" fill="hold" nodeType="clickEffect">
                                  <p:stCondLst>
                                    <p:cond delay="0"/>
                                  </p:stCondLst>
                                  <p:childTnLst>
                                    <p:set>
                                      <p:cBhvr>
                                        <p:cTn id="114" dur="1" fill="hold">
                                          <p:stCondLst>
                                            <p:cond delay="0"/>
                                          </p:stCondLst>
                                        </p:cTn>
                                        <p:tgtEl>
                                          <p:spTgt spid="2614">
                                            <p:txEl>
                                              <p:pRg st="27" end="27"/>
                                            </p:txEl>
                                          </p:spTgt>
                                        </p:tgtEl>
                                        <p:attrNameLst>
                                          <p:attrName>style.visibility</p:attrName>
                                        </p:attrNameLst>
                                      </p:cBhvr>
                                      <p:to>
                                        <p:strVal val="visible"/>
                                      </p:to>
                                    </p:set>
                                  </p:childTnLst>
                                </p:cTn>
                              </p:par>
                            </p:childTnLst>
                          </p:cTn>
                        </p:par>
                      </p:childTnLst>
                    </p:cTn>
                  </p:par>
                  <p:par>
                    <p:cTn id="115" fill="hold">
                      <p:stCondLst>
                        <p:cond delay="indefinite"/>
                      </p:stCondLst>
                      <p:childTnLst>
                        <p:par>
                          <p:cTn id="116" fill="hold">
                            <p:stCondLst>
                              <p:cond delay="0"/>
                            </p:stCondLst>
                            <p:childTnLst>
                              <p:par>
                                <p:cTn id="117" presetID="1" presetClass="entr" presetSubtype="0" fill="hold" nodeType="clickEffect">
                                  <p:stCondLst>
                                    <p:cond delay="0"/>
                                  </p:stCondLst>
                                  <p:childTnLst>
                                    <p:set>
                                      <p:cBhvr>
                                        <p:cTn id="118" dur="1" fill="hold">
                                          <p:stCondLst>
                                            <p:cond delay="0"/>
                                          </p:stCondLst>
                                        </p:cTn>
                                        <p:tgtEl>
                                          <p:spTgt spid="2614">
                                            <p:txEl>
                                              <p:pRg st="28" end="28"/>
                                            </p:txEl>
                                          </p:spTgt>
                                        </p:tgtEl>
                                        <p:attrNameLst>
                                          <p:attrName>style.visibility</p:attrName>
                                        </p:attrNameLst>
                                      </p:cBhvr>
                                      <p:to>
                                        <p:strVal val="visible"/>
                                      </p:to>
                                    </p:set>
                                  </p:childTnLst>
                                </p:cTn>
                              </p:par>
                            </p:childTnLst>
                          </p:cTn>
                        </p:par>
                      </p:childTnLst>
                    </p:cTn>
                  </p:par>
                  <p:par>
                    <p:cTn id="119" fill="hold">
                      <p:stCondLst>
                        <p:cond delay="indefinite"/>
                      </p:stCondLst>
                      <p:childTnLst>
                        <p:par>
                          <p:cTn id="120" fill="hold">
                            <p:stCondLst>
                              <p:cond delay="0"/>
                            </p:stCondLst>
                            <p:childTnLst>
                              <p:par>
                                <p:cTn id="121" presetID="1" presetClass="entr" presetSubtype="0" fill="hold" nodeType="clickEffect">
                                  <p:stCondLst>
                                    <p:cond delay="0"/>
                                  </p:stCondLst>
                                  <p:childTnLst>
                                    <p:set>
                                      <p:cBhvr>
                                        <p:cTn id="122" dur="1" fill="hold">
                                          <p:stCondLst>
                                            <p:cond delay="0"/>
                                          </p:stCondLst>
                                        </p:cTn>
                                        <p:tgtEl>
                                          <p:spTgt spid="2614">
                                            <p:txEl>
                                              <p:pRg st="29" end="29"/>
                                            </p:txEl>
                                          </p:spTgt>
                                        </p:tgtEl>
                                        <p:attrNameLst>
                                          <p:attrName>style.visibility</p:attrName>
                                        </p:attrNameLst>
                                      </p:cBhvr>
                                      <p:to>
                                        <p:strVal val="visible"/>
                                      </p:to>
                                    </p:set>
                                  </p:childTnLst>
                                </p:cTn>
                              </p:par>
                            </p:childTnLst>
                          </p:cTn>
                        </p:par>
                      </p:childTnLst>
                    </p:cTn>
                  </p:par>
                  <p:par>
                    <p:cTn id="123" fill="hold">
                      <p:stCondLst>
                        <p:cond delay="indefinite"/>
                      </p:stCondLst>
                      <p:childTnLst>
                        <p:par>
                          <p:cTn id="124" fill="hold">
                            <p:stCondLst>
                              <p:cond delay="0"/>
                            </p:stCondLst>
                            <p:childTnLst>
                              <p:par>
                                <p:cTn id="125" presetID="1" presetClass="entr" presetSubtype="0" fill="hold" nodeType="clickEffect">
                                  <p:stCondLst>
                                    <p:cond delay="0"/>
                                  </p:stCondLst>
                                  <p:childTnLst>
                                    <p:set>
                                      <p:cBhvr>
                                        <p:cTn id="126" dur="1" fill="hold">
                                          <p:stCondLst>
                                            <p:cond delay="0"/>
                                          </p:stCondLst>
                                        </p:cTn>
                                        <p:tgtEl>
                                          <p:spTgt spid="2614">
                                            <p:txEl>
                                              <p:pRg st="30" end="3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735"/>
        <p:cNvGrpSpPr/>
        <p:nvPr/>
      </p:nvGrpSpPr>
      <p:grpSpPr>
        <a:xfrm>
          <a:off x="0" y="0"/>
          <a:ext cx="0" cy="0"/>
          <a:chOff x="0" y="0"/>
          <a:chExt cx="0" cy="0"/>
        </a:xfrm>
      </p:grpSpPr>
      <p:sp>
        <p:nvSpPr>
          <p:cNvPr id="736" name="Google Shape;736;p90"/>
          <p:cNvSpPr txBox="1">
            <a:spLocks noGrp="1"/>
          </p:cNvSpPr>
          <p:nvPr>
            <p:ph type="ftr" idx="11"/>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900">
                <a:solidFill>
                  <a:srgbClr val="FFFFFF"/>
                </a:solidFill>
                <a:latin typeface="Calibri"/>
                <a:ea typeface="Calibri"/>
                <a:cs typeface="Calibri"/>
                <a:sym typeface="Calibri"/>
              </a:rPr>
              <a:t>Ref Book: Thomas Cormen</a:t>
            </a:r>
            <a:endParaRPr sz="900">
              <a:solidFill>
                <a:srgbClr val="FFFFFF"/>
              </a:solidFill>
              <a:latin typeface="Calibri"/>
              <a:ea typeface="Calibri"/>
              <a:cs typeface="Calibri"/>
              <a:sym typeface="Calibri"/>
            </a:endParaRPr>
          </a:p>
        </p:txBody>
      </p:sp>
      <p:sp>
        <p:nvSpPr>
          <p:cNvPr id="737" name="Google Shape;737;p90"/>
          <p:cNvSpPr txBox="1">
            <a:spLocks noGrp="1"/>
          </p:cNvSpPr>
          <p:nvPr>
            <p:ph type="title"/>
          </p:nvPr>
        </p:nvSpPr>
        <p:spPr>
          <a:xfrm>
            <a:off x="1097280" y="286604"/>
            <a:ext cx="10058400" cy="892910"/>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Times New Roman"/>
              <a:buNone/>
            </a:pPr>
            <a:r>
              <a:rPr lang="en-US">
                <a:latin typeface="Times New Roman"/>
                <a:ea typeface="Times New Roman"/>
                <a:cs typeface="Times New Roman"/>
                <a:sym typeface="Times New Roman"/>
              </a:rPr>
              <a:t>Pseudocode of Merge-Sort (A, p, r)</a:t>
            </a:r>
            <a:endParaRPr/>
          </a:p>
        </p:txBody>
      </p:sp>
      <p:sp>
        <p:nvSpPr>
          <p:cNvPr id="738" name="Google Shape;738;p90"/>
          <p:cNvSpPr txBox="1">
            <a:spLocks noGrp="1"/>
          </p:cNvSpPr>
          <p:nvPr>
            <p:ph type="body" idx="1"/>
          </p:nvPr>
        </p:nvSpPr>
        <p:spPr>
          <a:xfrm>
            <a:off x="1831976" y="1364179"/>
            <a:ext cx="8343900" cy="1038225"/>
          </a:xfrm>
          <a:prstGeom prst="rect">
            <a:avLst/>
          </a:prstGeom>
          <a:noFill/>
          <a:ln>
            <a:noFill/>
          </a:ln>
        </p:spPr>
        <p:txBody>
          <a:bodyPr spcFirstLastPara="1" wrap="square" lIns="0" tIns="45700" rIns="0" bIns="45700" anchor="t" anchorCtr="0">
            <a:normAutofit/>
          </a:bodyPr>
          <a:lstStyle/>
          <a:p>
            <a:pPr marL="91440" lvl="0" indent="-91440" algn="l" rtl="0">
              <a:lnSpc>
                <a:spcPct val="90000"/>
              </a:lnSpc>
              <a:spcBef>
                <a:spcPts val="0"/>
              </a:spcBef>
              <a:spcAft>
                <a:spcPts val="0"/>
              </a:spcAft>
              <a:buSzPts val="2800"/>
              <a:buFont typeface="Noto Sans Symbols"/>
              <a:buNone/>
            </a:pPr>
            <a:r>
              <a:rPr lang="en-US" sz="2800" b="1">
                <a:solidFill>
                  <a:srgbClr val="CC3300"/>
                </a:solidFill>
              </a:rPr>
              <a:t>INPUT: </a:t>
            </a:r>
            <a:r>
              <a:rPr lang="en-US" sz="2800" b="1">
                <a:solidFill>
                  <a:schemeClr val="hlink"/>
                </a:solidFill>
              </a:rPr>
              <a:t>a sequence of </a:t>
            </a:r>
            <a:r>
              <a:rPr lang="en-US" sz="2800" i="1">
                <a:solidFill>
                  <a:schemeClr val="hlink"/>
                </a:solidFill>
              </a:rPr>
              <a:t>n</a:t>
            </a:r>
            <a:r>
              <a:rPr lang="en-US" sz="2800" b="1">
                <a:solidFill>
                  <a:schemeClr val="hlink"/>
                </a:solidFill>
              </a:rPr>
              <a:t> numbers stored in array A</a:t>
            </a:r>
            <a:endParaRPr/>
          </a:p>
          <a:p>
            <a:pPr marL="91440" lvl="0" indent="-91440" algn="l" rtl="0">
              <a:lnSpc>
                <a:spcPct val="90000"/>
              </a:lnSpc>
              <a:spcBef>
                <a:spcPts val="1400"/>
              </a:spcBef>
              <a:spcAft>
                <a:spcPts val="0"/>
              </a:spcAft>
              <a:buSzPts val="2800"/>
              <a:buFont typeface="Noto Sans Symbols"/>
              <a:buNone/>
            </a:pPr>
            <a:r>
              <a:rPr lang="en-US" sz="2800" b="1">
                <a:solidFill>
                  <a:srgbClr val="CC3300"/>
                </a:solidFill>
              </a:rPr>
              <a:t>OUTPUT: </a:t>
            </a:r>
            <a:r>
              <a:rPr lang="en-US" sz="2800" b="1">
                <a:solidFill>
                  <a:schemeClr val="hlink"/>
                </a:solidFill>
              </a:rPr>
              <a:t>an ordered sequence of </a:t>
            </a:r>
            <a:r>
              <a:rPr lang="en-US" sz="2800" i="1">
                <a:solidFill>
                  <a:schemeClr val="hlink"/>
                </a:solidFill>
              </a:rPr>
              <a:t>n</a:t>
            </a:r>
            <a:r>
              <a:rPr lang="en-US" sz="2800" b="1">
                <a:solidFill>
                  <a:schemeClr val="hlink"/>
                </a:solidFill>
              </a:rPr>
              <a:t> numbers</a:t>
            </a:r>
            <a:endParaRPr sz="2800">
              <a:solidFill>
                <a:schemeClr val="hlink"/>
              </a:solidFill>
            </a:endParaRPr>
          </a:p>
          <a:p>
            <a:pPr marL="91440" lvl="0" indent="-91440" algn="l" rtl="0">
              <a:lnSpc>
                <a:spcPct val="90000"/>
              </a:lnSpc>
              <a:spcBef>
                <a:spcPts val="1400"/>
              </a:spcBef>
              <a:spcAft>
                <a:spcPts val="0"/>
              </a:spcAft>
              <a:buSzPts val="2000"/>
              <a:buFont typeface="Noto Sans Symbols"/>
              <a:buNone/>
            </a:pPr>
            <a:endParaRPr>
              <a:solidFill>
                <a:schemeClr val="hlink"/>
              </a:solidFill>
            </a:endParaRPr>
          </a:p>
        </p:txBody>
      </p:sp>
      <p:sp>
        <p:nvSpPr>
          <p:cNvPr id="739" name="Google Shape;739;p90"/>
          <p:cNvSpPr txBox="1"/>
          <p:nvPr/>
        </p:nvSpPr>
        <p:spPr>
          <a:xfrm>
            <a:off x="2074864" y="2217738"/>
            <a:ext cx="785812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40" name="Google Shape;740;p90"/>
          <p:cNvSpPr txBox="1"/>
          <p:nvPr/>
        </p:nvSpPr>
        <p:spPr>
          <a:xfrm>
            <a:off x="2074864" y="2570123"/>
            <a:ext cx="7335837" cy="2295525"/>
          </a:xfrm>
          <a:prstGeom prst="rect">
            <a:avLst/>
          </a:prstGeom>
          <a:solidFill>
            <a:srgbClr val="CCECFF"/>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457200" marR="0" lvl="0" indent="-457200" algn="l" rtl="0">
              <a:spcBef>
                <a:spcPts val="0"/>
              </a:spcBef>
              <a:spcAft>
                <a:spcPts val="0"/>
              </a:spcAft>
              <a:buNone/>
            </a:pPr>
            <a:r>
              <a:rPr lang="en-US" sz="2400" b="1" i="1">
                <a:solidFill>
                  <a:schemeClr val="dk1"/>
                </a:solidFill>
                <a:latin typeface="Times New Roman"/>
                <a:ea typeface="Times New Roman"/>
                <a:cs typeface="Times New Roman"/>
                <a:sym typeface="Times New Roman"/>
              </a:rPr>
              <a:t>MergeSort </a:t>
            </a:r>
            <a:r>
              <a:rPr lang="en-US" sz="2400" b="1">
                <a:solidFill>
                  <a:schemeClr val="dk1"/>
                </a:solidFill>
                <a:latin typeface="Times New Roman"/>
                <a:ea typeface="Times New Roman"/>
                <a:cs typeface="Times New Roman"/>
                <a:sym typeface="Times New Roman"/>
              </a:rPr>
              <a:t>(</a:t>
            </a:r>
            <a:r>
              <a:rPr lang="en-US" sz="2400" b="1" i="1">
                <a:solidFill>
                  <a:schemeClr val="dk1"/>
                </a:solidFill>
                <a:latin typeface="Times New Roman"/>
                <a:ea typeface="Times New Roman"/>
                <a:cs typeface="Times New Roman"/>
                <a:sym typeface="Times New Roman"/>
              </a:rPr>
              <a:t>A</a:t>
            </a:r>
            <a:r>
              <a:rPr lang="en-US" sz="2400" b="1">
                <a:solidFill>
                  <a:schemeClr val="dk1"/>
                </a:solidFill>
                <a:latin typeface="Times New Roman"/>
                <a:ea typeface="Times New Roman"/>
                <a:cs typeface="Times New Roman"/>
                <a:sym typeface="Times New Roman"/>
              </a:rPr>
              <a:t>, </a:t>
            </a:r>
            <a:r>
              <a:rPr lang="en-US" sz="2400" b="1" i="1">
                <a:solidFill>
                  <a:schemeClr val="dk1"/>
                </a:solidFill>
                <a:latin typeface="Times New Roman"/>
                <a:ea typeface="Times New Roman"/>
                <a:cs typeface="Times New Roman"/>
                <a:sym typeface="Times New Roman"/>
              </a:rPr>
              <a:t>p</a:t>
            </a:r>
            <a:r>
              <a:rPr lang="en-US" sz="2400" b="1">
                <a:solidFill>
                  <a:schemeClr val="dk1"/>
                </a:solidFill>
                <a:latin typeface="Times New Roman"/>
                <a:ea typeface="Times New Roman"/>
                <a:cs typeface="Times New Roman"/>
                <a:sym typeface="Times New Roman"/>
              </a:rPr>
              <a:t>, </a:t>
            </a:r>
            <a:r>
              <a:rPr lang="en-US" sz="2400" b="1" i="1">
                <a:solidFill>
                  <a:schemeClr val="dk1"/>
                </a:solidFill>
                <a:latin typeface="Times New Roman"/>
                <a:ea typeface="Times New Roman"/>
                <a:cs typeface="Times New Roman"/>
                <a:sym typeface="Times New Roman"/>
              </a:rPr>
              <a:t>r</a:t>
            </a:r>
            <a:r>
              <a:rPr lang="en-US" sz="2400" b="1">
                <a:solidFill>
                  <a:schemeClr val="dk1"/>
                </a:solidFill>
                <a:latin typeface="Times New Roman"/>
                <a:ea typeface="Times New Roman"/>
                <a:cs typeface="Times New Roman"/>
                <a:sym typeface="Times New Roman"/>
              </a:rPr>
              <a:t>)   // </a:t>
            </a:r>
            <a:r>
              <a:rPr lang="en-US" sz="2000">
                <a:solidFill>
                  <a:schemeClr val="dk1"/>
                </a:solidFill>
                <a:latin typeface="Times New Roman"/>
                <a:ea typeface="Times New Roman"/>
                <a:cs typeface="Times New Roman"/>
                <a:sym typeface="Times New Roman"/>
              </a:rPr>
              <a:t>sort </a:t>
            </a:r>
            <a:r>
              <a:rPr lang="en-US" sz="2000" i="1">
                <a:solidFill>
                  <a:schemeClr val="dk1"/>
                </a:solidFill>
                <a:latin typeface="Times New Roman"/>
                <a:ea typeface="Times New Roman"/>
                <a:cs typeface="Times New Roman"/>
                <a:sym typeface="Times New Roman"/>
              </a:rPr>
              <a:t>A</a:t>
            </a:r>
            <a:r>
              <a:rPr lang="en-US" sz="2000">
                <a:solidFill>
                  <a:schemeClr val="dk1"/>
                </a:solidFill>
                <a:latin typeface="Times New Roman"/>
                <a:ea typeface="Times New Roman"/>
                <a:cs typeface="Times New Roman"/>
                <a:sym typeface="Times New Roman"/>
              </a:rPr>
              <a:t>[</a:t>
            </a:r>
            <a:r>
              <a:rPr lang="en-US" sz="2000" i="1">
                <a:solidFill>
                  <a:schemeClr val="dk1"/>
                </a:solidFill>
                <a:latin typeface="Times New Roman"/>
                <a:ea typeface="Times New Roman"/>
                <a:cs typeface="Times New Roman"/>
                <a:sym typeface="Times New Roman"/>
              </a:rPr>
              <a:t>p..r</a:t>
            </a:r>
            <a:r>
              <a:rPr lang="en-US" sz="2000">
                <a:solidFill>
                  <a:schemeClr val="dk1"/>
                </a:solidFill>
                <a:latin typeface="Times New Roman"/>
                <a:ea typeface="Times New Roman"/>
                <a:cs typeface="Times New Roman"/>
                <a:sym typeface="Times New Roman"/>
              </a:rPr>
              <a:t>] by divide &amp; conquer</a:t>
            </a:r>
            <a:endParaRPr/>
          </a:p>
          <a:p>
            <a:pPr marL="457200" marR="0" lvl="0" indent="-457200" algn="l" rtl="0">
              <a:spcBef>
                <a:spcPts val="0"/>
              </a:spcBef>
              <a:spcAft>
                <a:spcPts val="0"/>
              </a:spcAft>
              <a:buClr>
                <a:schemeClr val="dk1"/>
              </a:buClr>
              <a:buSzPts val="2400"/>
              <a:buFont typeface="Times New Roman"/>
              <a:buAutoNum type="arabicPlain"/>
            </a:pPr>
            <a:r>
              <a:rPr lang="en-US" sz="2400" b="1">
                <a:solidFill>
                  <a:schemeClr val="dk1"/>
                </a:solidFill>
                <a:latin typeface="Times New Roman"/>
                <a:ea typeface="Times New Roman"/>
                <a:cs typeface="Times New Roman"/>
                <a:sym typeface="Times New Roman"/>
              </a:rPr>
              <a:t>if</a:t>
            </a:r>
            <a:r>
              <a:rPr lang="en-US" sz="2400" b="1" i="1">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p</a:t>
            </a:r>
            <a:r>
              <a:rPr lang="en-US" sz="2400">
                <a:solidFill>
                  <a:schemeClr val="dk1"/>
                </a:solidFill>
                <a:latin typeface="Times New Roman"/>
                <a:ea typeface="Times New Roman"/>
                <a:cs typeface="Times New Roman"/>
                <a:sym typeface="Times New Roman"/>
              </a:rPr>
              <a:t> &lt; </a:t>
            </a:r>
            <a:r>
              <a:rPr lang="en-US" sz="2400" i="1">
                <a:solidFill>
                  <a:schemeClr val="dk1"/>
                </a:solidFill>
                <a:latin typeface="Times New Roman"/>
                <a:ea typeface="Times New Roman"/>
                <a:cs typeface="Times New Roman"/>
                <a:sym typeface="Times New Roman"/>
              </a:rPr>
              <a:t>r</a:t>
            </a:r>
            <a:endParaRPr/>
          </a:p>
          <a:p>
            <a:pPr marL="457200" marR="0" lvl="0" indent="-457200" algn="l" rtl="0">
              <a:spcBef>
                <a:spcPts val="0"/>
              </a:spcBef>
              <a:spcAft>
                <a:spcPts val="0"/>
              </a:spcAft>
              <a:buClr>
                <a:schemeClr val="dk1"/>
              </a:buClr>
              <a:buSzPts val="2400"/>
              <a:buFont typeface="Times New Roman"/>
              <a:buAutoNum type="arabicPlain"/>
            </a:pPr>
            <a:r>
              <a:rPr lang="en-US" sz="2400" b="1">
                <a:solidFill>
                  <a:schemeClr val="dk1"/>
                </a:solidFill>
                <a:latin typeface="Times New Roman"/>
                <a:ea typeface="Times New Roman"/>
                <a:cs typeface="Times New Roman"/>
                <a:sym typeface="Times New Roman"/>
              </a:rPr>
              <a:t>    then</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q</a:t>
            </a:r>
            <a:r>
              <a:rPr lang="en-US" sz="2400">
                <a:solidFill>
                  <a:schemeClr val="dk1"/>
                </a:solidFill>
                <a:latin typeface="Times New Roman"/>
                <a:ea typeface="Times New Roman"/>
                <a:cs typeface="Times New Roman"/>
                <a:sym typeface="Times New Roman"/>
              </a:rPr>
              <a:t> ← ⎣(</a:t>
            </a:r>
            <a:r>
              <a:rPr lang="en-US" sz="2400" i="1">
                <a:solidFill>
                  <a:schemeClr val="dk1"/>
                </a:solidFill>
                <a:latin typeface="Times New Roman"/>
                <a:ea typeface="Times New Roman"/>
                <a:cs typeface="Times New Roman"/>
                <a:sym typeface="Times New Roman"/>
              </a:rPr>
              <a:t>p</a:t>
            </a:r>
            <a:r>
              <a:rPr lang="en-US" sz="2400">
                <a:solidFill>
                  <a:schemeClr val="dk1"/>
                </a:solidFill>
                <a:latin typeface="Times New Roman"/>
                <a:ea typeface="Times New Roman"/>
                <a:cs typeface="Times New Roman"/>
                <a:sym typeface="Times New Roman"/>
              </a:rPr>
              <a:t>+</a:t>
            </a:r>
            <a:r>
              <a:rPr lang="en-US" sz="2400" i="1">
                <a:solidFill>
                  <a:schemeClr val="dk1"/>
                </a:solidFill>
                <a:latin typeface="Times New Roman"/>
                <a:ea typeface="Times New Roman"/>
                <a:cs typeface="Times New Roman"/>
                <a:sym typeface="Times New Roman"/>
              </a:rPr>
              <a:t>r</a:t>
            </a:r>
            <a:r>
              <a:rPr lang="en-US" sz="2400">
                <a:solidFill>
                  <a:schemeClr val="dk1"/>
                </a:solidFill>
                <a:latin typeface="Times New Roman"/>
                <a:ea typeface="Times New Roman"/>
                <a:cs typeface="Times New Roman"/>
                <a:sym typeface="Times New Roman"/>
              </a:rPr>
              <a:t>)/2⎦</a:t>
            </a:r>
            <a:endParaRPr/>
          </a:p>
          <a:p>
            <a:pPr marL="457200" marR="0" lvl="0" indent="-457200" algn="l" rtl="0">
              <a:spcBef>
                <a:spcPts val="0"/>
              </a:spcBef>
              <a:spcAft>
                <a:spcPts val="0"/>
              </a:spcAft>
              <a:buClr>
                <a:schemeClr val="dk1"/>
              </a:buClr>
              <a:buSzPts val="2400"/>
              <a:buFont typeface="Times New Roman"/>
              <a:buAutoNum type="arabicPlain"/>
            </a:pP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MergeSort</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A</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p</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q</a:t>
            </a:r>
            <a:r>
              <a:rPr lang="en-US" sz="2400">
                <a:solidFill>
                  <a:schemeClr val="dk1"/>
                </a:solidFill>
                <a:latin typeface="Times New Roman"/>
                <a:ea typeface="Times New Roman"/>
                <a:cs typeface="Times New Roman"/>
                <a:sym typeface="Times New Roman"/>
              </a:rPr>
              <a:t>)</a:t>
            </a:r>
            <a:endParaRPr/>
          </a:p>
          <a:p>
            <a:pPr marL="457200" marR="0" lvl="0" indent="-457200" algn="l" rtl="0">
              <a:spcBef>
                <a:spcPts val="0"/>
              </a:spcBef>
              <a:spcAft>
                <a:spcPts val="0"/>
              </a:spcAft>
              <a:buClr>
                <a:schemeClr val="dk1"/>
              </a:buClr>
              <a:buSzPts val="2400"/>
              <a:buFont typeface="Times New Roman"/>
              <a:buAutoNum type="arabicPlain"/>
            </a:pP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MergeSort</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A</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q</a:t>
            </a:r>
            <a:r>
              <a:rPr lang="en-US" sz="2400">
                <a:solidFill>
                  <a:schemeClr val="dk1"/>
                </a:solidFill>
                <a:latin typeface="Times New Roman"/>
                <a:ea typeface="Times New Roman"/>
                <a:cs typeface="Times New Roman"/>
                <a:sym typeface="Times New Roman"/>
              </a:rPr>
              <a:t>+1, </a:t>
            </a:r>
            <a:r>
              <a:rPr lang="en-US" sz="2400" i="1">
                <a:solidFill>
                  <a:schemeClr val="dk1"/>
                </a:solidFill>
                <a:latin typeface="Times New Roman"/>
                <a:ea typeface="Times New Roman"/>
                <a:cs typeface="Times New Roman"/>
                <a:sym typeface="Times New Roman"/>
              </a:rPr>
              <a:t>r</a:t>
            </a:r>
            <a:r>
              <a:rPr lang="en-US" sz="2400">
                <a:solidFill>
                  <a:schemeClr val="dk1"/>
                </a:solidFill>
                <a:latin typeface="Times New Roman"/>
                <a:ea typeface="Times New Roman"/>
                <a:cs typeface="Times New Roman"/>
                <a:sym typeface="Times New Roman"/>
              </a:rPr>
              <a:t>)</a:t>
            </a:r>
            <a:endParaRPr/>
          </a:p>
          <a:p>
            <a:pPr marL="457200" marR="0" lvl="0" indent="-457200" algn="l" rtl="0">
              <a:spcBef>
                <a:spcPts val="0"/>
              </a:spcBef>
              <a:spcAft>
                <a:spcPts val="0"/>
              </a:spcAft>
              <a:buClr>
                <a:schemeClr val="dk1"/>
              </a:buClr>
              <a:buSzPts val="2400"/>
              <a:buFont typeface="Times New Roman"/>
              <a:buAutoNum type="arabicPlain"/>
            </a:pP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Merge</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A</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p</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q</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r</a:t>
            </a:r>
            <a:r>
              <a:rPr lang="en-US" sz="2400">
                <a:solidFill>
                  <a:schemeClr val="dk1"/>
                </a:solidFill>
                <a:latin typeface="Times New Roman"/>
                <a:ea typeface="Times New Roman"/>
                <a:cs typeface="Times New Roman"/>
                <a:sym typeface="Times New Roman"/>
              </a:rPr>
              <a:t>) // </a:t>
            </a:r>
            <a:r>
              <a:rPr lang="en-US" sz="2000">
                <a:solidFill>
                  <a:schemeClr val="dk1"/>
                </a:solidFill>
                <a:latin typeface="Times New Roman"/>
                <a:ea typeface="Times New Roman"/>
                <a:cs typeface="Times New Roman"/>
                <a:sym typeface="Times New Roman"/>
              </a:rPr>
              <a:t>merges </a:t>
            </a:r>
            <a:r>
              <a:rPr lang="en-US" sz="2000" i="1">
                <a:solidFill>
                  <a:schemeClr val="dk1"/>
                </a:solidFill>
                <a:latin typeface="Times New Roman"/>
                <a:ea typeface="Times New Roman"/>
                <a:cs typeface="Times New Roman"/>
                <a:sym typeface="Times New Roman"/>
              </a:rPr>
              <a:t>A</a:t>
            </a:r>
            <a:r>
              <a:rPr lang="en-US" sz="2000">
                <a:solidFill>
                  <a:schemeClr val="dk1"/>
                </a:solidFill>
                <a:latin typeface="Times New Roman"/>
                <a:ea typeface="Times New Roman"/>
                <a:cs typeface="Times New Roman"/>
                <a:sym typeface="Times New Roman"/>
              </a:rPr>
              <a:t>[</a:t>
            </a:r>
            <a:r>
              <a:rPr lang="en-US" sz="2000" i="1">
                <a:solidFill>
                  <a:schemeClr val="dk1"/>
                </a:solidFill>
                <a:latin typeface="Times New Roman"/>
                <a:ea typeface="Times New Roman"/>
                <a:cs typeface="Times New Roman"/>
                <a:sym typeface="Times New Roman"/>
              </a:rPr>
              <a:t>p..q</a:t>
            </a:r>
            <a:r>
              <a:rPr lang="en-US" sz="2000">
                <a:solidFill>
                  <a:schemeClr val="dk1"/>
                </a:solidFill>
                <a:latin typeface="Times New Roman"/>
                <a:ea typeface="Times New Roman"/>
                <a:cs typeface="Times New Roman"/>
                <a:sym typeface="Times New Roman"/>
              </a:rPr>
              <a:t>] with </a:t>
            </a:r>
            <a:r>
              <a:rPr lang="en-US" sz="2000" i="1">
                <a:solidFill>
                  <a:schemeClr val="dk1"/>
                </a:solidFill>
                <a:latin typeface="Times New Roman"/>
                <a:ea typeface="Times New Roman"/>
                <a:cs typeface="Times New Roman"/>
                <a:sym typeface="Times New Roman"/>
              </a:rPr>
              <a:t>A</a:t>
            </a:r>
            <a:r>
              <a:rPr lang="en-US" sz="2000">
                <a:solidFill>
                  <a:schemeClr val="dk1"/>
                </a:solidFill>
                <a:latin typeface="Times New Roman"/>
                <a:ea typeface="Times New Roman"/>
                <a:cs typeface="Times New Roman"/>
                <a:sym typeface="Times New Roman"/>
              </a:rPr>
              <a:t>[</a:t>
            </a:r>
            <a:r>
              <a:rPr lang="en-US" sz="2000" i="1">
                <a:solidFill>
                  <a:schemeClr val="dk1"/>
                </a:solidFill>
                <a:latin typeface="Times New Roman"/>
                <a:ea typeface="Times New Roman"/>
                <a:cs typeface="Times New Roman"/>
                <a:sym typeface="Times New Roman"/>
              </a:rPr>
              <a:t>q+1..r</a:t>
            </a:r>
            <a:r>
              <a:rPr lang="en-US" sz="2000">
                <a:solidFill>
                  <a:schemeClr val="dk1"/>
                </a:solidFill>
                <a:latin typeface="Times New Roman"/>
                <a:ea typeface="Times New Roman"/>
                <a:cs typeface="Times New Roman"/>
                <a:sym typeface="Times New Roman"/>
              </a:rPr>
              <a:t>] </a:t>
            </a:r>
            <a:endParaRPr/>
          </a:p>
        </p:txBody>
      </p:sp>
      <p:sp>
        <p:nvSpPr>
          <p:cNvPr id="741" name="Google Shape;741;p90"/>
          <p:cNvSpPr txBox="1"/>
          <p:nvPr/>
        </p:nvSpPr>
        <p:spPr>
          <a:xfrm>
            <a:off x="2138363" y="5160963"/>
            <a:ext cx="2946384"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C3300"/>
                </a:solidFill>
                <a:latin typeface="Calibri"/>
                <a:ea typeface="Calibri"/>
                <a:cs typeface="Calibri"/>
                <a:sym typeface="Calibri"/>
              </a:rPr>
              <a:t>Initial Call:</a:t>
            </a:r>
            <a:r>
              <a:rPr lang="en-US" sz="1800">
                <a:solidFill>
                  <a:schemeClr val="dk1"/>
                </a:solidFill>
                <a:latin typeface="Calibri"/>
                <a:ea typeface="Calibri"/>
                <a:cs typeface="Calibri"/>
                <a:sym typeface="Calibri"/>
              </a:rPr>
              <a:t> MergeSort(</a:t>
            </a:r>
            <a:r>
              <a:rPr lang="en-US" sz="1800" i="1">
                <a:solidFill>
                  <a:schemeClr val="dk1"/>
                </a:solidFill>
                <a:latin typeface="Calibri"/>
                <a:ea typeface="Calibri"/>
                <a:cs typeface="Calibri"/>
                <a:sym typeface="Calibri"/>
              </a:rPr>
              <a:t>A</a:t>
            </a:r>
            <a:r>
              <a:rPr lang="en-US" sz="1800">
                <a:solidFill>
                  <a:schemeClr val="dk1"/>
                </a:solidFill>
                <a:latin typeface="Calibri"/>
                <a:ea typeface="Calibri"/>
                <a:cs typeface="Calibri"/>
                <a:sym typeface="Calibri"/>
              </a:rPr>
              <a:t>, 1, </a:t>
            </a:r>
            <a:r>
              <a:rPr lang="en-US" sz="1800" i="1">
                <a:solidFill>
                  <a:schemeClr val="dk1"/>
                </a:solidFill>
                <a:latin typeface="Calibri"/>
                <a:ea typeface="Calibri"/>
                <a:cs typeface="Calibri"/>
                <a:sym typeface="Calibri"/>
              </a:rPr>
              <a:t>n</a:t>
            </a:r>
            <a:r>
              <a:rPr lang="en-US" sz="1800">
                <a:solidFill>
                  <a:schemeClr val="dk1"/>
                </a:solidFill>
                <a:latin typeface="Calibri"/>
                <a:ea typeface="Calibri"/>
                <a:cs typeface="Calibri"/>
                <a:sym typeface="Calibri"/>
              </a:rPr>
              <a:t>)</a:t>
            </a:r>
            <a:endParaRPr/>
          </a:p>
        </p:txBody>
      </p:sp>
      <p:sp>
        <p:nvSpPr>
          <p:cNvPr id="742" name="Google Shape;742;p90"/>
          <p:cNvSpPr txBox="1">
            <a:spLocks noGrp="1"/>
          </p:cNvSpPr>
          <p:nvPr>
            <p:ph type="ftr" idx="11"/>
          </p:nvPr>
        </p:nvSpPr>
        <p:spPr>
          <a:xfrm>
            <a:off x="9788578" y="193923"/>
            <a:ext cx="2225008" cy="49565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dirty="0"/>
              <a:t>REF BOOK: THOMAS CORMEN</a:t>
            </a:r>
            <a:endParaRPr dirty="0"/>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746"/>
        <p:cNvGrpSpPr/>
        <p:nvPr/>
      </p:nvGrpSpPr>
      <p:grpSpPr>
        <a:xfrm>
          <a:off x="0" y="0"/>
          <a:ext cx="0" cy="0"/>
          <a:chOff x="0" y="0"/>
          <a:chExt cx="0" cy="0"/>
        </a:xfrm>
      </p:grpSpPr>
      <p:sp>
        <p:nvSpPr>
          <p:cNvPr id="747" name="Google Shape;747;p91"/>
          <p:cNvSpPr txBox="1">
            <a:spLocks noGrp="1"/>
          </p:cNvSpPr>
          <p:nvPr>
            <p:ph type="ftr" idx="11"/>
          </p:nvPr>
        </p:nvSpPr>
        <p:spPr>
          <a:xfrm>
            <a:off x="1097280" y="6459785"/>
            <a:ext cx="2472271" cy="365125"/>
          </a:xfrm>
          <a:prstGeom prst="rect">
            <a:avLst/>
          </a:prstGeom>
          <a:noFill/>
          <a:ln>
            <a:noFill/>
          </a:ln>
        </p:spPr>
        <p:txBody>
          <a:bodyPr spcFirstLastPara="1" wrap="square" lIns="91425" tIns="45700" rIns="91425" bIns="45700" anchor="ctr" anchorCtr="0">
            <a:noAutofit/>
          </a:bodyPr>
          <a:lstStyle/>
          <a:p>
            <a:pPr marL="0" marR="0" lvl="0" indent="0" algn="l" rtl="0">
              <a:spcBef>
                <a:spcPts val="0"/>
              </a:spcBef>
              <a:spcAft>
                <a:spcPts val="0"/>
              </a:spcAft>
              <a:buNone/>
            </a:pPr>
            <a:r>
              <a:rPr lang="en-US" sz="900">
                <a:solidFill>
                  <a:srgbClr val="FFFFFF"/>
                </a:solidFill>
                <a:latin typeface="Calibri"/>
                <a:ea typeface="Calibri"/>
                <a:cs typeface="Calibri"/>
                <a:sym typeface="Calibri"/>
              </a:rPr>
              <a:t>Ref Book: Thomas Cormen</a:t>
            </a:r>
            <a:endParaRPr sz="900">
              <a:solidFill>
                <a:srgbClr val="FFFFFF"/>
              </a:solidFill>
              <a:latin typeface="Calibri"/>
              <a:ea typeface="Calibri"/>
              <a:cs typeface="Calibri"/>
              <a:sym typeface="Calibri"/>
            </a:endParaRPr>
          </a:p>
        </p:txBody>
      </p:sp>
      <p:sp>
        <p:nvSpPr>
          <p:cNvPr id="748" name="Google Shape;748;p91"/>
          <p:cNvSpPr txBox="1">
            <a:spLocks noGrp="1"/>
          </p:cNvSpPr>
          <p:nvPr>
            <p:ph type="title"/>
          </p:nvPr>
        </p:nvSpPr>
        <p:spPr>
          <a:xfrm>
            <a:off x="1524001" y="-179388"/>
            <a:ext cx="9142413" cy="914401"/>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Times New Roman"/>
              <a:buNone/>
            </a:pPr>
            <a:r>
              <a:rPr lang="en-US">
                <a:latin typeface="Times New Roman"/>
                <a:ea typeface="Times New Roman"/>
                <a:cs typeface="Times New Roman"/>
                <a:sym typeface="Times New Roman"/>
              </a:rPr>
              <a:t>Procedure Merge</a:t>
            </a:r>
            <a:endParaRPr/>
          </a:p>
        </p:txBody>
      </p:sp>
      <p:sp>
        <p:nvSpPr>
          <p:cNvPr id="749" name="Google Shape;749;p91"/>
          <p:cNvSpPr txBox="1">
            <a:spLocks noGrp="1"/>
          </p:cNvSpPr>
          <p:nvPr>
            <p:ph type="body" idx="1"/>
          </p:nvPr>
        </p:nvSpPr>
        <p:spPr>
          <a:xfrm>
            <a:off x="1812925" y="663576"/>
            <a:ext cx="3105439" cy="5390860"/>
          </a:xfrm>
          <a:prstGeom prst="rect">
            <a:avLst/>
          </a:prstGeom>
          <a:solidFill>
            <a:srgbClr val="CCECFF"/>
          </a:solidFill>
          <a:ln w="19050" cap="flat" cmpd="sng">
            <a:solidFill>
              <a:schemeClr val="dk1"/>
            </a:solidFill>
            <a:prstDash val="solid"/>
            <a:miter lim="800000"/>
            <a:headEnd type="none" w="sm" len="sm"/>
            <a:tailEnd type="none" w="sm" len="sm"/>
          </a:ln>
        </p:spPr>
        <p:txBody>
          <a:bodyPr spcFirstLastPara="1" wrap="square" lIns="0" tIns="45700" rIns="0" bIns="45700" anchor="t" anchorCtr="0">
            <a:normAutofit fontScale="85000" lnSpcReduction="20000"/>
          </a:bodyPr>
          <a:lstStyle/>
          <a:p>
            <a:pPr marL="902208" lvl="1" indent="-609600" algn="l" rtl="0">
              <a:lnSpc>
                <a:spcPct val="90000"/>
              </a:lnSpc>
              <a:spcBef>
                <a:spcPts val="0"/>
              </a:spcBef>
              <a:spcAft>
                <a:spcPts val="0"/>
              </a:spcAft>
              <a:buSzPct val="100000"/>
              <a:buNone/>
            </a:pPr>
            <a:r>
              <a:rPr lang="en-US" sz="2000" b="1">
                <a:solidFill>
                  <a:srgbClr val="FF3300"/>
                </a:solidFill>
                <a:latin typeface="Times New Roman"/>
                <a:ea typeface="Times New Roman"/>
                <a:cs typeface="Times New Roman"/>
                <a:sym typeface="Times New Roman"/>
              </a:rPr>
              <a:t>Merge(</a:t>
            </a:r>
            <a:r>
              <a:rPr lang="en-US" sz="2000" b="1" i="1">
                <a:solidFill>
                  <a:srgbClr val="FF3300"/>
                </a:solidFill>
                <a:latin typeface="Times New Roman"/>
                <a:ea typeface="Times New Roman"/>
                <a:cs typeface="Times New Roman"/>
                <a:sym typeface="Times New Roman"/>
              </a:rPr>
              <a:t>A</a:t>
            </a:r>
            <a:r>
              <a:rPr lang="en-US" sz="2000" b="1">
                <a:solidFill>
                  <a:srgbClr val="FF3300"/>
                </a:solidFill>
                <a:latin typeface="Times New Roman"/>
                <a:ea typeface="Times New Roman"/>
                <a:cs typeface="Times New Roman"/>
                <a:sym typeface="Times New Roman"/>
              </a:rPr>
              <a:t>, </a:t>
            </a:r>
            <a:r>
              <a:rPr lang="en-US" sz="2000" b="1" i="1">
                <a:solidFill>
                  <a:srgbClr val="FF3300"/>
                </a:solidFill>
                <a:latin typeface="Times New Roman"/>
                <a:ea typeface="Times New Roman"/>
                <a:cs typeface="Times New Roman"/>
                <a:sym typeface="Times New Roman"/>
              </a:rPr>
              <a:t>p</a:t>
            </a:r>
            <a:r>
              <a:rPr lang="en-US" sz="2000" b="1">
                <a:solidFill>
                  <a:srgbClr val="FF3300"/>
                </a:solidFill>
                <a:latin typeface="Times New Roman"/>
                <a:ea typeface="Times New Roman"/>
                <a:cs typeface="Times New Roman"/>
                <a:sym typeface="Times New Roman"/>
              </a:rPr>
              <a:t>, </a:t>
            </a:r>
            <a:r>
              <a:rPr lang="en-US" sz="2000" b="1" i="1">
                <a:solidFill>
                  <a:srgbClr val="FF3300"/>
                </a:solidFill>
                <a:latin typeface="Times New Roman"/>
                <a:ea typeface="Times New Roman"/>
                <a:cs typeface="Times New Roman"/>
                <a:sym typeface="Times New Roman"/>
              </a:rPr>
              <a:t>q</a:t>
            </a:r>
            <a:r>
              <a:rPr lang="en-US" sz="2000" b="1">
                <a:solidFill>
                  <a:srgbClr val="FF3300"/>
                </a:solidFill>
                <a:latin typeface="Times New Roman"/>
                <a:ea typeface="Times New Roman"/>
                <a:cs typeface="Times New Roman"/>
                <a:sym typeface="Times New Roman"/>
              </a:rPr>
              <a:t>, </a:t>
            </a:r>
            <a:r>
              <a:rPr lang="en-US" sz="2000" b="1" i="1">
                <a:solidFill>
                  <a:srgbClr val="FF3300"/>
                </a:solidFill>
                <a:latin typeface="Times New Roman"/>
                <a:ea typeface="Times New Roman"/>
                <a:cs typeface="Times New Roman"/>
                <a:sym typeface="Times New Roman"/>
              </a:rPr>
              <a:t>r</a:t>
            </a:r>
            <a:r>
              <a:rPr lang="en-US" sz="2000" b="1">
                <a:solidFill>
                  <a:srgbClr val="FF3300"/>
                </a:solidFill>
                <a:latin typeface="Times New Roman"/>
                <a:ea typeface="Times New Roman"/>
                <a:cs typeface="Times New Roman"/>
                <a:sym typeface="Times New Roman"/>
              </a:rPr>
              <a:t>)</a:t>
            </a:r>
            <a:endParaRPr/>
          </a:p>
          <a:p>
            <a:pPr marL="902208" lvl="1" indent="-609600" algn="l" rtl="0">
              <a:lnSpc>
                <a:spcPct val="90000"/>
              </a:lnSpc>
              <a:spcBef>
                <a:spcPts val="600"/>
              </a:spcBef>
              <a:spcAft>
                <a:spcPts val="0"/>
              </a:spcAft>
              <a:buSzPct val="100000"/>
              <a:buNone/>
            </a:pPr>
            <a:r>
              <a:rPr lang="en-US" sz="2000">
                <a:latin typeface="Times New Roman"/>
                <a:ea typeface="Times New Roman"/>
                <a:cs typeface="Times New Roman"/>
                <a:sym typeface="Times New Roman"/>
              </a:rPr>
              <a:t>1  </a:t>
            </a:r>
            <a:r>
              <a:rPr lang="en-US" sz="2000" i="1">
                <a:latin typeface="Times New Roman"/>
                <a:ea typeface="Times New Roman"/>
                <a:cs typeface="Times New Roman"/>
                <a:sym typeface="Times New Roman"/>
              </a:rPr>
              <a:t>n</a:t>
            </a:r>
            <a:r>
              <a:rPr lang="en-US" sz="2000" baseline="-25000">
                <a:latin typeface="Times New Roman"/>
                <a:ea typeface="Times New Roman"/>
                <a:cs typeface="Times New Roman"/>
                <a:sym typeface="Times New Roman"/>
              </a:rPr>
              <a:t>1</a:t>
            </a:r>
            <a:r>
              <a:rPr lang="en-US" sz="2000">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q </a:t>
            </a: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p </a:t>
            </a:r>
            <a:r>
              <a:rPr lang="en-US" sz="2000">
                <a:solidFill>
                  <a:schemeClr val="dk1"/>
                </a:solidFill>
                <a:latin typeface="Times New Roman"/>
                <a:ea typeface="Times New Roman"/>
                <a:cs typeface="Times New Roman"/>
                <a:sym typeface="Times New Roman"/>
              </a:rPr>
              <a:t>+ 1</a:t>
            </a:r>
            <a:endParaRPr sz="2000">
              <a:latin typeface="Times New Roman"/>
              <a:ea typeface="Times New Roman"/>
              <a:cs typeface="Times New Roman"/>
              <a:sym typeface="Times New Roman"/>
            </a:endParaRPr>
          </a:p>
          <a:p>
            <a:pPr marL="902208" lvl="1" indent="-609600" algn="l" rtl="0">
              <a:lnSpc>
                <a:spcPct val="90000"/>
              </a:lnSpc>
              <a:spcBef>
                <a:spcPts val="600"/>
              </a:spcBef>
              <a:spcAft>
                <a:spcPts val="0"/>
              </a:spcAft>
              <a:buSzPct val="100000"/>
              <a:buNone/>
            </a:pPr>
            <a:r>
              <a:rPr lang="en-US" sz="2000">
                <a:latin typeface="Times New Roman"/>
                <a:ea typeface="Times New Roman"/>
                <a:cs typeface="Times New Roman"/>
                <a:sym typeface="Times New Roman"/>
              </a:rPr>
              <a:t>2  </a:t>
            </a:r>
            <a:r>
              <a:rPr lang="en-US" sz="2000" i="1">
                <a:latin typeface="Times New Roman"/>
                <a:ea typeface="Times New Roman"/>
                <a:cs typeface="Times New Roman"/>
                <a:sym typeface="Times New Roman"/>
              </a:rPr>
              <a:t>n</a:t>
            </a:r>
            <a:r>
              <a:rPr lang="en-US" sz="2000" baseline="-25000">
                <a:latin typeface="Times New Roman"/>
                <a:ea typeface="Times New Roman"/>
                <a:cs typeface="Times New Roman"/>
                <a:sym typeface="Times New Roman"/>
              </a:rPr>
              <a:t>2</a:t>
            </a:r>
            <a:r>
              <a:rPr lang="en-US" sz="2000">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r </a:t>
            </a: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q</a:t>
            </a:r>
            <a:endParaRPr sz="2000" b="1" i="1">
              <a:solidFill>
                <a:schemeClr val="dk1"/>
              </a:solidFill>
              <a:latin typeface="Times New Roman"/>
              <a:ea typeface="Times New Roman"/>
              <a:cs typeface="Times New Roman"/>
              <a:sym typeface="Times New Roman"/>
            </a:endParaRPr>
          </a:p>
          <a:p>
            <a:pPr marL="902208" lvl="1" indent="-609600" algn="l" rtl="0">
              <a:lnSpc>
                <a:spcPct val="90000"/>
              </a:lnSpc>
              <a:spcBef>
                <a:spcPts val="600"/>
              </a:spcBef>
              <a:spcAft>
                <a:spcPts val="0"/>
              </a:spcAft>
              <a:buSzPct val="100000"/>
              <a:buFont typeface="Noto Sans Symbols"/>
              <a:buAutoNum type="arabicPlain" startAt="3"/>
            </a:pPr>
            <a:r>
              <a:rPr lang="en-US" sz="2000" b="1">
                <a:solidFill>
                  <a:schemeClr val="hlink"/>
                </a:solidFill>
                <a:latin typeface="Times New Roman"/>
                <a:ea typeface="Times New Roman"/>
                <a:cs typeface="Times New Roman"/>
                <a:sym typeface="Times New Roman"/>
              </a:rPr>
              <a:t>for</a:t>
            </a:r>
            <a:r>
              <a:rPr lang="en-US" sz="2000">
                <a:latin typeface="Times New Roman"/>
                <a:ea typeface="Times New Roman"/>
                <a:cs typeface="Times New Roman"/>
                <a:sym typeface="Times New Roman"/>
              </a:rPr>
              <a:t> </a:t>
            </a:r>
            <a:r>
              <a:rPr lang="en-US" sz="2000" i="1">
                <a:latin typeface="Times New Roman"/>
                <a:ea typeface="Times New Roman"/>
                <a:cs typeface="Times New Roman"/>
                <a:sym typeface="Times New Roman"/>
              </a:rPr>
              <a:t>i </a:t>
            </a:r>
            <a:r>
              <a:rPr lang="en-US" sz="2000">
                <a:solidFill>
                  <a:schemeClr val="dk1"/>
                </a:solidFill>
                <a:latin typeface="Times New Roman"/>
                <a:ea typeface="Times New Roman"/>
                <a:cs typeface="Times New Roman"/>
                <a:sym typeface="Times New Roman"/>
              </a:rPr>
              <a:t>←</a:t>
            </a:r>
            <a:r>
              <a:rPr lang="en-US" sz="2000">
                <a:latin typeface="Times New Roman"/>
                <a:ea typeface="Times New Roman"/>
                <a:cs typeface="Times New Roman"/>
                <a:sym typeface="Times New Roman"/>
              </a:rPr>
              <a:t> 1 </a:t>
            </a:r>
            <a:r>
              <a:rPr lang="en-US" sz="2000" b="1">
                <a:solidFill>
                  <a:schemeClr val="hlink"/>
                </a:solidFill>
                <a:latin typeface="Times New Roman"/>
                <a:ea typeface="Times New Roman"/>
                <a:cs typeface="Times New Roman"/>
                <a:sym typeface="Times New Roman"/>
              </a:rPr>
              <a:t>to</a:t>
            </a:r>
            <a:r>
              <a:rPr lang="en-US" sz="2000">
                <a:latin typeface="Times New Roman"/>
                <a:ea typeface="Times New Roman"/>
                <a:cs typeface="Times New Roman"/>
                <a:sym typeface="Times New Roman"/>
              </a:rPr>
              <a:t> </a:t>
            </a:r>
            <a:r>
              <a:rPr lang="en-US" sz="2000" i="1">
                <a:latin typeface="Times New Roman"/>
                <a:ea typeface="Times New Roman"/>
                <a:cs typeface="Times New Roman"/>
                <a:sym typeface="Times New Roman"/>
              </a:rPr>
              <a:t>n</a:t>
            </a:r>
            <a:r>
              <a:rPr lang="en-US" sz="2000" baseline="-25000">
                <a:latin typeface="Times New Roman"/>
                <a:ea typeface="Times New Roman"/>
                <a:cs typeface="Times New Roman"/>
                <a:sym typeface="Times New Roman"/>
              </a:rPr>
              <a:t>1</a:t>
            </a:r>
            <a:r>
              <a:rPr lang="en-US" sz="2000">
                <a:latin typeface="Times New Roman"/>
                <a:ea typeface="Times New Roman"/>
                <a:cs typeface="Times New Roman"/>
                <a:sym typeface="Times New Roman"/>
              </a:rPr>
              <a:t> </a:t>
            </a:r>
            <a:endParaRPr/>
          </a:p>
          <a:p>
            <a:pPr marL="902208" lvl="1" indent="-609600" algn="l" rtl="0">
              <a:lnSpc>
                <a:spcPct val="90000"/>
              </a:lnSpc>
              <a:spcBef>
                <a:spcPts val="600"/>
              </a:spcBef>
              <a:spcAft>
                <a:spcPts val="0"/>
              </a:spcAft>
              <a:buSzPct val="100000"/>
              <a:buFont typeface="Noto Sans Symbols"/>
              <a:buAutoNum type="arabicPlain" startAt="3"/>
            </a:pPr>
            <a:r>
              <a:rPr lang="en-US" sz="2000">
                <a:latin typeface="Times New Roman"/>
                <a:ea typeface="Times New Roman"/>
                <a:cs typeface="Times New Roman"/>
                <a:sym typeface="Times New Roman"/>
              </a:rPr>
              <a:t>    </a:t>
            </a:r>
            <a:r>
              <a:rPr lang="en-US" sz="2000" b="1">
                <a:solidFill>
                  <a:schemeClr val="hlink"/>
                </a:solidFill>
                <a:latin typeface="Times New Roman"/>
                <a:ea typeface="Times New Roman"/>
                <a:cs typeface="Times New Roman"/>
                <a:sym typeface="Times New Roman"/>
              </a:rPr>
              <a:t>do</a:t>
            </a:r>
            <a:r>
              <a:rPr lang="en-US" sz="2000">
                <a:latin typeface="Times New Roman"/>
                <a:ea typeface="Times New Roman"/>
                <a:cs typeface="Times New Roman"/>
                <a:sym typeface="Times New Roman"/>
              </a:rPr>
              <a:t> </a:t>
            </a:r>
            <a:r>
              <a:rPr lang="en-US" sz="2000" i="1">
                <a:latin typeface="Times New Roman"/>
                <a:ea typeface="Times New Roman"/>
                <a:cs typeface="Times New Roman"/>
                <a:sym typeface="Times New Roman"/>
              </a:rPr>
              <a:t>L</a:t>
            </a:r>
            <a:r>
              <a:rPr lang="en-US" sz="2000">
                <a:latin typeface="Times New Roman"/>
                <a:ea typeface="Times New Roman"/>
                <a:cs typeface="Times New Roman"/>
                <a:sym typeface="Times New Roman"/>
              </a:rPr>
              <a:t>[</a:t>
            </a:r>
            <a:r>
              <a:rPr lang="en-US" sz="2000" i="1">
                <a:latin typeface="Times New Roman"/>
                <a:ea typeface="Times New Roman"/>
                <a:cs typeface="Times New Roman"/>
                <a:sym typeface="Times New Roman"/>
              </a:rPr>
              <a:t>i</a:t>
            </a:r>
            <a:r>
              <a:rPr lang="en-US" sz="2000">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A</a:t>
            </a:r>
            <a:r>
              <a:rPr lang="en-US" sz="2000">
                <a:solidFill>
                  <a:schemeClr val="dk1"/>
                </a:solidFill>
                <a:latin typeface="Times New Roman"/>
                <a:ea typeface="Times New Roman"/>
                <a:cs typeface="Times New Roman"/>
                <a:sym typeface="Times New Roman"/>
              </a:rPr>
              <a:t>[</a:t>
            </a:r>
            <a:r>
              <a:rPr lang="en-US" sz="2000" i="1">
                <a:solidFill>
                  <a:schemeClr val="dk1"/>
                </a:solidFill>
                <a:latin typeface="Times New Roman"/>
                <a:ea typeface="Times New Roman"/>
                <a:cs typeface="Times New Roman"/>
                <a:sym typeface="Times New Roman"/>
              </a:rPr>
              <a:t>p </a:t>
            </a: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i </a:t>
            </a:r>
            <a:r>
              <a:rPr lang="en-US" sz="2000">
                <a:solidFill>
                  <a:schemeClr val="dk1"/>
                </a:solidFill>
                <a:latin typeface="Times New Roman"/>
                <a:ea typeface="Times New Roman"/>
                <a:cs typeface="Times New Roman"/>
                <a:sym typeface="Times New Roman"/>
              </a:rPr>
              <a:t>– 1]</a:t>
            </a:r>
            <a:endParaRPr/>
          </a:p>
          <a:p>
            <a:pPr marL="902208" lvl="1" indent="-609600" algn="l" rtl="0">
              <a:lnSpc>
                <a:spcPct val="90000"/>
              </a:lnSpc>
              <a:spcBef>
                <a:spcPts val="600"/>
              </a:spcBef>
              <a:spcAft>
                <a:spcPts val="0"/>
              </a:spcAft>
              <a:buSzPct val="100000"/>
              <a:buFont typeface="Noto Sans Symbols"/>
              <a:buAutoNum type="arabicPlain" startAt="3"/>
            </a:pPr>
            <a:r>
              <a:rPr lang="en-US" sz="2000" b="1">
                <a:solidFill>
                  <a:schemeClr val="hlink"/>
                </a:solidFill>
                <a:latin typeface="Times New Roman"/>
                <a:ea typeface="Times New Roman"/>
                <a:cs typeface="Times New Roman"/>
                <a:sym typeface="Times New Roman"/>
              </a:rPr>
              <a:t>for</a:t>
            </a:r>
            <a:r>
              <a:rPr lang="en-US" sz="2000">
                <a:latin typeface="Times New Roman"/>
                <a:ea typeface="Times New Roman"/>
                <a:cs typeface="Times New Roman"/>
                <a:sym typeface="Times New Roman"/>
              </a:rPr>
              <a:t> </a:t>
            </a:r>
            <a:r>
              <a:rPr lang="en-US" sz="2000" i="1">
                <a:latin typeface="Times New Roman"/>
                <a:ea typeface="Times New Roman"/>
                <a:cs typeface="Times New Roman"/>
                <a:sym typeface="Times New Roman"/>
              </a:rPr>
              <a:t>j </a:t>
            </a:r>
            <a:r>
              <a:rPr lang="en-US" sz="2000">
                <a:solidFill>
                  <a:schemeClr val="dk1"/>
                </a:solidFill>
                <a:latin typeface="Times New Roman"/>
                <a:ea typeface="Times New Roman"/>
                <a:cs typeface="Times New Roman"/>
                <a:sym typeface="Times New Roman"/>
              </a:rPr>
              <a:t>←</a:t>
            </a:r>
            <a:r>
              <a:rPr lang="en-US" sz="2000">
                <a:latin typeface="Times New Roman"/>
                <a:ea typeface="Times New Roman"/>
                <a:cs typeface="Times New Roman"/>
                <a:sym typeface="Times New Roman"/>
              </a:rPr>
              <a:t> 1 </a:t>
            </a:r>
            <a:r>
              <a:rPr lang="en-US" sz="2000" b="1">
                <a:solidFill>
                  <a:schemeClr val="hlink"/>
                </a:solidFill>
                <a:latin typeface="Times New Roman"/>
                <a:ea typeface="Times New Roman"/>
                <a:cs typeface="Times New Roman"/>
                <a:sym typeface="Times New Roman"/>
              </a:rPr>
              <a:t>to</a:t>
            </a:r>
            <a:r>
              <a:rPr lang="en-US" sz="2000">
                <a:latin typeface="Times New Roman"/>
                <a:ea typeface="Times New Roman"/>
                <a:cs typeface="Times New Roman"/>
                <a:sym typeface="Times New Roman"/>
              </a:rPr>
              <a:t> </a:t>
            </a:r>
            <a:r>
              <a:rPr lang="en-US" sz="2000" i="1">
                <a:latin typeface="Times New Roman"/>
                <a:ea typeface="Times New Roman"/>
                <a:cs typeface="Times New Roman"/>
                <a:sym typeface="Times New Roman"/>
              </a:rPr>
              <a:t>n</a:t>
            </a:r>
            <a:r>
              <a:rPr lang="en-US" sz="2000" baseline="-25000">
                <a:latin typeface="Times New Roman"/>
                <a:ea typeface="Times New Roman"/>
                <a:cs typeface="Times New Roman"/>
                <a:sym typeface="Times New Roman"/>
              </a:rPr>
              <a:t>2</a:t>
            </a:r>
            <a:r>
              <a:rPr lang="en-US" sz="2000">
                <a:latin typeface="Times New Roman"/>
                <a:ea typeface="Times New Roman"/>
                <a:cs typeface="Times New Roman"/>
                <a:sym typeface="Times New Roman"/>
              </a:rPr>
              <a:t> </a:t>
            </a:r>
            <a:endParaRPr/>
          </a:p>
          <a:p>
            <a:pPr marL="902208" lvl="1" indent="-609600" algn="l" rtl="0">
              <a:lnSpc>
                <a:spcPct val="90000"/>
              </a:lnSpc>
              <a:spcBef>
                <a:spcPts val="600"/>
              </a:spcBef>
              <a:spcAft>
                <a:spcPts val="0"/>
              </a:spcAft>
              <a:buSzPct val="100000"/>
              <a:buFont typeface="Noto Sans Symbols"/>
              <a:buAutoNum type="arabicPlain" startAt="3"/>
            </a:pPr>
            <a:r>
              <a:rPr lang="en-US" sz="2000">
                <a:latin typeface="Times New Roman"/>
                <a:ea typeface="Times New Roman"/>
                <a:cs typeface="Times New Roman"/>
                <a:sym typeface="Times New Roman"/>
              </a:rPr>
              <a:t>    </a:t>
            </a:r>
            <a:r>
              <a:rPr lang="en-US" sz="2000" b="1">
                <a:solidFill>
                  <a:schemeClr val="hlink"/>
                </a:solidFill>
                <a:latin typeface="Times New Roman"/>
                <a:ea typeface="Times New Roman"/>
                <a:cs typeface="Times New Roman"/>
                <a:sym typeface="Times New Roman"/>
              </a:rPr>
              <a:t>do</a:t>
            </a:r>
            <a:r>
              <a:rPr lang="en-US" sz="2000">
                <a:latin typeface="Times New Roman"/>
                <a:ea typeface="Times New Roman"/>
                <a:cs typeface="Times New Roman"/>
                <a:sym typeface="Times New Roman"/>
              </a:rPr>
              <a:t> </a:t>
            </a:r>
            <a:r>
              <a:rPr lang="en-US" sz="2000" i="1">
                <a:latin typeface="Times New Roman"/>
                <a:ea typeface="Times New Roman"/>
                <a:cs typeface="Times New Roman"/>
                <a:sym typeface="Times New Roman"/>
              </a:rPr>
              <a:t>R</a:t>
            </a:r>
            <a:r>
              <a:rPr lang="en-US" sz="2000">
                <a:latin typeface="Times New Roman"/>
                <a:ea typeface="Times New Roman"/>
                <a:cs typeface="Times New Roman"/>
                <a:sym typeface="Times New Roman"/>
              </a:rPr>
              <a:t>[</a:t>
            </a:r>
            <a:r>
              <a:rPr lang="en-US" sz="2000" i="1">
                <a:latin typeface="Times New Roman"/>
                <a:ea typeface="Times New Roman"/>
                <a:cs typeface="Times New Roman"/>
                <a:sym typeface="Times New Roman"/>
              </a:rPr>
              <a:t>j</a:t>
            </a:r>
            <a:r>
              <a:rPr lang="en-US" sz="2000">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A</a:t>
            </a:r>
            <a:r>
              <a:rPr lang="en-US" sz="2000">
                <a:solidFill>
                  <a:schemeClr val="dk1"/>
                </a:solidFill>
                <a:latin typeface="Times New Roman"/>
                <a:ea typeface="Times New Roman"/>
                <a:cs typeface="Times New Roman"/>
                <a:sym typeface="Times New Roman"/>
              </a:rPr>
              <a:t>[</a:t>
            </a:r>
            <a:r>
              <a:rPr lang="en-US" sz="2000" i="1">
                <a:solidFill>
                  <a:schemeClr val="dk1"/>
                </a:solidFill>
                <a:latin typeface="Times New Roman"/>
                <a:ea typeface="Times New Roman"/>
                <a:cs typeface="Times New Roman"/>
                <a:sym typeface="Times New Roman"/>
              </a:rPr>
              <a:t>q </a:t>
            </a: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j</a:t>
            </a:r>
            <a:r>
              <a:rPr lang="en-US" sz="2000">
                <a:solidFill>
                  <a:schemeClr val="dk1"/>
                </a:solidFill>
                <a:latin typeface="Times New Roman"/>
                <a:ea typeface="Times New Roman"/>
                <a:cs typeface="Times New Roman"/>
                <a:sym typeface="Times New Roman"/>
              </a:rPr>
              <a:t>]</a:t>
            </a:r>
            <a:endParaRPr sz="2000" i="1">
              <a:solidFill>
                <a:schemeClr val="dk1"/>
              </a:solidFill>
              <a:latin typeface="Times New Roman"/>
              <a:ea typeface="Times New Roman"/>
              <a:cs typeface="Times New Roman"/>
              <a:sym typeface="Times New Roman"/>
            </a:endParaRPr>
          </a:p>
          <a:p>
            <a:pPr marL="902208" lvl="1" indent="-609600" algn="l" rtl="0">
              <a:lnSpc>
                <a:spcPct val="90000"/>
              </a:lnSpc>
              <a:spcBef>
                <a:spcPts val="600"/>
              </a:spcBef>
              <a:spcAft>
                <a:spcPts val="0"/>
              </a:spcAft>
              <a:buSzPct val="100000"/>
              <a:buFont typeface="Noto Sans Symbols"/>
              <a:buAutoNum type="arabicPlain" startAt="3"/>
            </a:pPr>
            <a:r>
              <a:rPr lang="en-US" sz="2000" i="1">
                <a:solidFill>
                  <a:schemeClr val="dk1"/>
                </a:solidFill>
                <a:latin typeface="Times New Roman"/>
                <a:ea typeface="Times New Roman"/>
                <a:cs typeface="Times New Roman"/>
                <a:sym typeface="Times New Roman"/>
              </a:rPr>
              <a:t>L</a:t>
            </a:r>
            <a:r>
              <a:rPr lang="en-US" sz="2000">
                <a:solidFill>
                  <a:schemeClr val="dk1"/>
                </a:solidFill>
                <a:latin typeface="Times New Roman"/>
                <a:ea typeface="Times New Roman"/>
                <a:cs typeface="Times New Roman"/>
                <a:sym typeface="Times New Roman"/>
              </a:rPr>
              <a:t>[</a:t>
            </a:r>
            <a:r>
              <a:rPr lang="en-US" sz="2000" i="1">
                <a:latin typeface="Times New Roman"/>
                <a:ea typeface="Times New Roman"/>
                <a:cs typeface="Times New Roman"/>
                <a:sym typeface="Times New Roman"/>
              </a:rPr>
              <a:t>n</a:t>
            </a:r>
            <a:r>
              <a:rPr lang="en-US" sz="2000" i="1" baseline="-25000">
                <a:latin typeface="Times New Roman"/>
                <a:ea typeface="Times New Roman"/>
                <a:cs typeface="Times New Roman"/>
                <a:sym typeface="Times New Roman"/>
              </a:rPr>
              <a:t>1</a:t>
            </a:r>
            <a:r>
              <a:rPr lang="en-US" sz="2000">
                <a:latin typeface="Times New Roman"/>
                <a:ea typeface="Times New Roman"/>
                <a:cs typeface="Times New Roman"/>
                <a:sym typeface="Times New Roman"/>
              </a:rPr>
              <a:t>+1] </a:t>
            </a:r>
            <a:r>
              <a:rPr lang="en-US" sz="2000">
                <a:solidFill>
                  <a:schemeClr val="dk1"/>
                </a:solidFill>
                <a:latin typeface="Times New Roman"/>
                <a:ea typeface="Times New Roman"/>
                <a:cs typeface="Times New Roman"/>
                <a:sym typeface="Times New Roman"/>
              </a:rPr>
              <a:t>← ∞</a:t>
            </a:r>
            <a:endParaRPr/>
          </a:p>
          <a:p>
            <a:pPr marL="902208" lvl="1" indent="-609600" algn="l" rtl="0">
              <a:lnSpc>
                <a:spcPct val="90000"/>
              </a:lnSpc>
              <a:spcBef>
                <a:spcPts val="600"/>
              </a:spcBef>
              <a:spcAft>
                <a:spcPts val="0"/>
              </a:spcAft>
              <a:buSzPct val="100000"/>
              <a:buFont typeface="Noto Sans Symbols"/>
              <a:buAutoNum type="arabicPlain" startAt="3"/>
            </a:pPr>
            <a:r>
              <a:rPr lang="en-US" sz="2000" i="1">
                <a:solidFill>
                  <a:schemeClr val="dk1"/>
                </a:solidFill>
                <a:latin typeface="Times New Roman"/>
                <a:ea typeface="Times New Roman"/>
                <a:cs typeface="Times New Roman"/>
                <a:sym typeface="Times New Roman"/>
              </a:rPr>
              <a:t>R</a:t>
            </a:r>
            <a:r>
              <a:rPr lang="en-US" sz="2000">
                <a:solidFill>
                  <a:schemeClr val="dk1"/>
                </a:solidFill>
                <a:latin typeface="Times New Roman"/>
                <a:ea typeface="Times New Roman"/>
                <a:cs typeface="Times New Roman"/>
                <a:sym typeface="Times New Roman"/>
              </a:rPr>
              <a:t>[</a:t>
            </a:r>
            <a:r>
              <a:rPr lang="en-US" sz="2000" i="1">
                <a:latin typeface="Times New Roman"/>
                <a:ea typeface="Times New Roman"/>
                <a:cs typeface="Times New Roman"/>
                <a:sym typeface="Times New Roman"/>
              </a:rPr>
              <a:t>n</a:t>
            </a:r>
            <a:r>
              <a:rPr lang="en-US" sz="2000" i="1" baseline="-25000">
                <a:latin typeface="Times New Roman"/>
                <a:ea typeface="Times New Roman"/>
                <a:cs typeface="Times New Roman"/>
                <a:sym typeface="Times New Roman"/>
              </a:rPr>
              <a:t>2</a:t>
            </a:r>
            <a:r>
              <a:rPr lang="en-US" sz="2000">
                <a:latin typeface="Times New Roman"/>
                <a:ea typeface="Times New Roman"/>
                <a:cs typeface="Times New Roman"/>
                <a:sym typeface="Times New Roman"/>
              </a:rPr>
              <a:t>+1] </a:t>
            </a:r>
            <a:r>
              <a:rPr lang="en-US" sz="2000">
                <a:solidFill>
                  <a:schemeClr val="dk1"/>
                </a:solidFill>
                <a:latin typeface="Times New Roman"/>
                <a:ea typeface="Times New Roman"/>
                <a:cs typeface="Times New Roman"/>
                <a:sym typeface="Times New Roman"/>
              </a:rPr>
              <a:t>← ∞</a:t>
            </a:r>
            <a:endParaRPr/>
          </a:p>
          <a:p>
            <a:pPr marL="902208" lvl="1" indent="-609600" algn="l" rtl="0">
              <a:lnSpc>
                <a:spcPct val="90000"/>
              </a:lnSpc>
              <a:spcBef>
                <a:spcPts val="600"/>
              </a:spcBef>
              <a:spcAft>
                <a:spcPts val="0"/>
              </a:spcAft>
              <a:buSzPct val="100000"/>
              <a:buFont typeface="Noto Sans Symbols"/>
              <a:buAutoNum type="arabicPlain" startAt="3"/>
            </a:pPr>
            <a:r>
              <a:rPr lang="en-US" sz="2000" i="1">
                <a:solidFill>
                  <a:schemeClr val="dk1"/>
                </a:solidFill>
                <a:latin typeface="Times New Roman"/>
                <a:ea typeface="Times New Roman"/>
                <a:cs typeface="Times New Roman"/>
                <a:sym typeface="Times New Roman"/>
              </a:rPr>
              <a:t>i</a:t>
            </a:r>
            <a:r>
              <a:rPr lang="en-US" sz="2000">
                <a:solidFill>
                  <a:schemeClr val="dk1"/>
                </a:solidFill>
                <a:latin typeface="Times New Roman"/>
                <a:ea typeface="Times New Roman"/>
                <a:cs typeface="Times New Roman"/>
                <a:sym typeface="Times New Roman"/>
              </a:rPr>
              <a:t> ← 1</a:t>
            </a:r>
            <a:endParaRPr/>
          </a:p>
          <a:p>
            <a:pPr marL="902208" lvl="1" indent="-609600" algn="l" rtl="0">
              <a:lnSpc>
                <a:spcPct val="90000"/>
              </a:lnSpc>
              <a:spcBef>
                <a:spcPts val="600"/>
              </a:spcBef>
              <a:spcAft>
                <a:spcPts val="0"/>
              </a:spcAft>
              <a:buSzPct val="100000"/>
              <a:buFont typeface="Noto Sans Symbols"/>
              <a:buAutoNum type="arabicPlain" startAt="3"/>
            </a:pPr>
            <a:r>
              <a:rPr lang="en-US" sz="2000" i="1">
                <a:solidFill>
                  <a:schemeClr val="dk1"/>
                </a:solidFill>
                <a:latin typeface="Times New Roman"/>
                <a:ea typeface="Times New Roman"/>
                <a:cs typeface="Times New Roman"/>
                <a:sym typeface="Times New Roman"/>
              </a:rPr>
              <a:t>j</a:t>
            </a:r>
            <a:r>
              <a:rPr lang="en-US" sz="2000">
                <a:solidFill>
                  <a:schemeClr val="dk1"/>
                </a:solidFill>
                <a:latin typeface="Times New Roman"/>
                <a:ea typeface="Times New Roman"/>
                <a:cs typeface="Times New Roman"/>
                <a:sym typeface="Times New Roman"/>
              </a:rPr>
              <a:t> ← 1</a:t>
            </a:r>
            <a:endParaRPr/>
          </a:p>
          <a:p>
            <a:pPr marL="902208" lvl="1" indent="-609600" algn="l" rtl="0">
              <a:lnSpc>
                <a:spcPct val="90000"/>
              </a:lnSpc>
              <a:spcBef>
                <a:spcPts val="600"/>
              </a:spcBef>
              <a:spcAft>
                <a:spcPts val="0"/>
              </a:spcAft>
              <a:buSzPct val="100000"/>
              <a:buFont typeface="Noto Sans Symbols"/>
              <a:buAutoNum type="arabicPlain" startAt="3"/>
            </a:pPr>
            <a:r>
              <a:rPr lang="en-US" sz="2000" b="1">
                <a:solidFill>
                  <a:schemeClr val="hlink"/>
                </a:solidFill>
                <a:latin typeface="Times New Roman"/>
                <a:ea typeface="Times New Roman"/>
                <a:cs typeface="Times New Roman"/>
                <a:sym typeface="Times New Roman"/>
              </a:rPr>
              <a:t>for</a:t>
            </a:r>
            <a:r>
              <a:rPr lang="en-US" sz="2000" b="1">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k </a:t>
            </a:r>
            <a:r>
              <a:rPr lang="en-US" sz="2000">
                <a:solidFill>
                  <a:schemeClr val="dk1"/>
                </a:solidFill>
                <a:latin typeface="Times New Roman"/>
                <a:ea typeface="Times New Roman"/>
                <a:cs typeface="Times New Roman"/>
                <a:sym typeface="Times New Roman"/>
              </a:rPr>
              <a:t>←</a:t>
            </a:r>
            <a:r>
              <a:rPr lang="en-US" sz="2000" i="1">
                <a:solidFill>
                  <a:schemeClr val="dk1"/>
                </a:solidFill>
                <a:latin typeface="Times New Roman"/>
                <a:ea typeface="Times New Roman"/>
                <a:cs typeface="Times New Roman"/>
                <a:sym typeface="Times New Roman"/>
              </a:rPr>
              <a:t>p </a:t>
            </a:r>
            <a:r>
              <a:rPr lang="en-US" sz="2000" b="1">
                <a:solidFill>
                  <a:schemeClr val="hlink"/>
                </a:solidFill>
                <a:latin typeface="Times New Roman"/>
                <a:ea typeface="Times New Roman"/>
                <a:cs typeface="Times New Roman"/>
                <a:sym typeface="Times New Roman"/>
              </a:rPr>
              <a:t>to</a:t>
            </a:r>
            <a:r>
              <a:rPr lang="en-US" sz="2000" b="1">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r</a:t>
            </a:r>
            <a:endParaRPr sz="2000">
              <a:solidFill>
                <a:schemeClr val="dk1"/>
              </a:solidFill>
              <a:latin typeface="Times New Roman"/>
              <a:ea typeface="Times New Roman"/>
              <a:cs typeface="Times New Roman"/>
              <a:sym typeface="Times New Roman"/>
            </a:endParaRPr>
          </a:p>
          <a:p>
            <a:pPr marL="902208" lvl="1" indent="-609600" algn="l" rtl="0">
              <a:lnSpc>
                <a:spcPct val="90000"/>
              </a:lnSpc>
              <a:spcBef>
                <a:spcPts val="600"/>
              </a:spcBef>
              <a:spcAft>
                <a:spcPts val="0"/>
              </a:spcAft>
              <a:buSzPct val="100000"/>
              <a:buFont typeface="Noto Sans Symbols"/>
              <a:buAutoNum type="arabicPlain" startAt="3"/>
            </a:pPr>
            <a:r>
              <a:rPr lang="en-US" sz="2000">
                <a:solidFill>
                  <a:schemeClr val="dk1"/>
                </a:solidFill>
                <a:latin typeface="Times New Roman"/>
                <a:ea typeface="Times New Roman"/>
                <a:cs typeface="Times New Roman"/>
                <a:sym typeface="Times New Roman"/>
              </a:rPr>
              <a:t>    </a:t>
            </a:r>
            <a:r>
              <a:rPr lang="en-US" sz="2000" b="1">
                <a:solidFill>
                  <a:schemeClr val="hlink"/>
                </a:solidFill>
                <a:latin typeface="Times New Roman"/>
                <a:ea typeface="Times New Roman"/>
                <a:cs typeface="Times New Roman"/>
                <a:sym typeface="Times New Roman"/>
              </a:rPr>
              <a:t>do</a:t>
            </a:r>
            <a:r>
              <a:rPr lang="en-US" sz="2000" b="1">
                <a:solidFill>
                  <a:schemeClr val="dk1"/>
                </a:solidFill>
                <a:latin typeface="Times New Roman"/>
                <a:ea typeface="Times New Roman"/>
                <a:cs typeface="Times New Roman"/>
                <a:sym typeface="Times New Roman"/>
              </a:rPr>
              <a:t> </a:t>
            </a:r>
            <a:r>
              <a:rPr lang="en-US" sz="2000" b="1">
                <a:solidFill>
                  <a:schemeClr val="hlink"/>
                </a:solidFill>
                <a:latin typeface="Times New Roman"/>
                <a:ea typeface="Times New Roman"/>
                <a:cs typeface="Times New Roman"/>
                <a:sym typeface="Times New Roman"/>
              </a:rPr>
              <a:t>if</a:t>
            </a:r>
            <a:r>
              <a:rPr lang="en-US" sz="2000" b="1">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L</a:t>
            </a:r>
            <a:r>
              <a:rPr lang="en-US" sz="2000">
                <a:solidFill>
                  <a:schemeClr val="dk1"/>
                </a:solidFill>
                <a:latin typeface="Times New Roman"/>
                <a:ea typeface="Times New Roman"/>
                <a:cs typeface="Times New Roman"/>
                <a:sym typeface="Times New Roman"/>
              </a:rPr>
              <a:t>[</a:t>
            </a:r>
            <a:r>
              <a:rPr lang="en-US" sz="2000" i="1">
                <a:solidFill>
                  <a:schemeClr val="dk1"/>
                </a:solidFill>
                <a:latin typeface="Times New Roman"/>
                <a:ea typeface="Times New Roman"/>
                <a:cs typeface="Times New Roman"/>
                <a:sym typeface="Times New Roman"/>
              </a:rPr>
              <a:t>i</a:t>
            </a:r>
            <a:r>
              <a:rPr lang="en-US" sz="2000">
                <a:solidFill>
                  <a:schemeClr val="dk1"/>
                </a:solidFill>
                <a:latin typeface="Times New Roman"/>
                <a:ea typeface="Times New Roman"/>
                <a:cs typeface="Times New Roman"/>
                <a:sym typeface="Times New Roman"/>
              </a:rPr>
              <a:t>] ≤ </a:t>
            </a:r>
            <a:r>
              <a:rPr lang="en-US" sz="2000" i="1">
                <a:solidFill>
                  <a:schemeClr val="dk1"/>
                </a:solidFill>
                <a:latin typeface="Times New Roman"/>
                <a:ea typeface="Times New Roman"/>
                <a:cs typeface="Times New Roman"/>
                <a:sym typeface="Times New Roman"/>
              </a:rPr>
              <a:t>R</a:t>
            </a:r>
            <a:r>
              <a:rPr lang="en-US" sz="2000">
                <a:solidFill>
                  <a:schemeClr val="dk1"/>
                </a:solidFill>
                <a:latin typeface="Times New Roman"/>
                <a:ea typeface="Times New Roman"/>
                <a:cs typeface="Times New Roman"/>
                <a:sym typeface="Times New Roman"/>
              </a:rPr>
              <a:t>[</a:t>
            </a:r>
            <a:r>
              <a:rPr lang="en-US" sz="2000" i="1">
                <a:solidFill>
                  <a:schemeClr val="dk1"/>
                </a:solidFill>
                <a:latin typeface="Times New Roman"/>
                <a:ea typeface="Times New Roman"/>
                <a:cs typeface="Times New Roman"/>
                <a:sym typeface="Times New Roman"/>
              </a:rPr>
              <a:t>j</a:t>
            </a:r>
            <a:r>
              <a:rPr lang="en-US" sz="2000">
                <a:solidFill>
                  <a:schemeClr val="dk1"/>
                </a:solidFill>
                <a:latin typeface="Times New Roman"/>
                <a:ea typeface="Times New Roman"/>
                <a:cs typeface="Times New Roman"/>
                <a:sym typeface="Times New Roman"/>
              </a:rPr>
              <a:t>]</a:t>
            </a:r>
            <a:endParaRPr/>
          </a:p>
          <a:p>
            <a:pPr marL="902208" lvl="1" indent="-609600" algn="l" rtl="0">
              <a:lnSpc>
                <a:spcPct val="90000"/>
              </a:lnSpc>
              <a:spcBef>
                <a:spcPts val="600"/>
              </a:spcBef>
              <a:spcAft>
                <a:spcPts val="0"/>
              </a:spcAft>
              <a:buSzPct val="100000"/>
              <a:buFont typeface="Noto Sans Symbols"/>
              <a:buAutoNum type="arabicPlain" startAt="3"/>
            </a:pPr>
            <a:r>
              <a:rPr lang="en-US" sz="2000">
                <a:solidFill>
                  <a:schemeClr val="dk1"/>
                </a:solidFill>
                <a:latin typeface="Times New Roman"/>
                <a:ea typeface="Times New Roman"/>
                <a:cs typeface="Times New Roman"/>
                <a:sym typeface="Times New Roman"/>
              </a:rPr>
              <a:t>        </a:t>
            </a:r>
            <a:r>
              <a:rPr lang="en-US" sz="2000" b="1">
                <a:solidFill>
                  <a:schemeClr val="hlink"/>
                </a:solidFill>
                <a:latin typeface="Times New Roman"/>
                <a:ea typeface="Times New Roman"/>
                <a:cs typeface="Times New Roman"/>
                <a:sym typeface="Times New Roman"/>
              </a:rPr>
              <a:t>then</a:t>
            </a: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A</a:t>
            </a:r>
            <a:r>
              <a:rPr lang="en-US" sz="2000">
                <a:solidFill>
                  <a:schemeClr val="dk1"/>
                </a:solidFill>
                <a:latin typeface="Times New Roman"/>
                <a:ea typeface="Times New Roman"/>
                <a:cs typeface="Times New Roman"/>
                <a:sym typeface="Times New Roman"/>
              </a:rPr>
              <a:t>[</a:t>
            </a:r>
            <a:r>
              <a:rPr lang="en-US" sz="2000" i="1">
                <a:solidFill>
                  <a:schemeClr val="dk1"/>
                </a:solidFill>
                <a:latin typeface="Times New Roman"/>
                <a:ea typeface="Times New Roman"/>
                <a:cs typeface="Times New Roman"/>
                <a:sym typeface="Times New Roman"/>
              </a:rPr>
              <a:t>k</a:t>
            </a:r>
            <a:r>
              <a:rPr lang="en-US" sz="2000">
                <a:solidFill>
                  <a:schemeClr val="dk1"/>
                </a:solidFill>
                <a:latin typeface="Times New Roman"/>
                <a:ea typeface="Times New Roman"/>
                <a:cs typeface="Times New Roman"/>
                <a:sym typeface="Times New Roman"/>
              </a:rPr>
              <a:t>] ← </a:t>
            </a:r>
            <a:r>
              <a:rPr lang="en-US" sz="2000" i="1">
                <a:solidFill>
                  <a:schemeClr val="dk1"/>
                </a:solidFill>
                <a:latin typeface="Times New Roman"/>
                <a:ea typeface="Times New Roman"/>
                <a:cs typeface="Times New Roman"/>
                <a:sym typeface="Times New Roman"/>
              </a:rPr>
              <a:t>L</a:t>
            </a:r>
            <a:r>
              <a:rPr lang="en-US" sz="2000">
                <a:solidFill>
                  <a:schemeClr val="dk1"/>
                </a:solidFill>
                <a:latin typeface="Times New Roman"/>
                <a:ea typeface="Times New Roman"/>
                <a:cs typeface="Times New Roman"/>
                <a:sym typeface="Times New Roman"/>
              </a:rPr>
              <a:t>[</a:t>
            </a:r>
            <a:r>
              <a:rPr lang="en-US" sz="2000" i="1">
                <a:solidFill>
                  <a:schemeClr val="dk1"/>
                </a:solidFill>
                <a:latin typeface="Times New Roman"/>
                <a:ea typeface="Times New Roman"/>
                <a:cs typeface="Times New Roman"/>
                <a:sym typeface="Times New Roman"/>
              </a:rPr>
              <a:t>i</a:t>
            </a:r>
            <a:r>
              <a:rPr lang="en-US" sz="2000">
                <a:solidFill>
                  <a:schemeClr val="dk1"/>
                </a:solidFill>
                <a:latin typeface="Times New Roman"/>
                <a:ea typeface="Times New Roman"/>
                <a:cs typeface="Times New Roman"/>
                <a:sym typeface="Times New Roman"/>
              </a:rPr>
              <a:t>]</a:t>
            </a:r>
            <a:endParaRPr/>
          </a:p>
          <a:p>
            <a:pPr marL="902208" lvl="1" indent="-609600" algn="l" rtl="0">
              <a:lnSpc>
                <a:spcPct val="90000"/>
              </a:lnSpc>
              <a:spcBef>
                <a:spcPts val="600"/>
              </a:spcBef>
              <a:spcAft>
                <a:spcPts val="0"/>
              </a:spcAft>
              <a:buSzPct val="100000"/>
              <a:buFont typeface="Noto Sans Symbols"/>
              <a:buAutoNum type="arabicPlain" startAt="3"/>
            </a:pP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i </a:t>
            </a: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i</a:t>
            </a:r>
            <a:r>
              <a:rPr lang="en-US" sz="2000">
                <a:solidFill>
                  <a:schemeClr val="dk1"/>
                </a:solidFill>
                <a:latin typeface="Times New Roman"/>
                <a:ea typeface="Times New Roman"/>
                <a:cs typeface="Times New Roman"/>
                <a:sym typeface="Times New Roman"/>
              </a:rPr>
              <a:t> + 1</a:t>
            </a:r>
            <a:endParaRPr/>
          </a:p>
          <a:p>
            <a:pPr marL="902208" lvl="1" indent="-609600" algn="l" rtl="0">
              <a:lnSpc>
                <a:spcPct val="90000"/>
              </a:lnSpc>
              <a:spcBef>
                <a:spcPts val="600"/>
              </a:spcBef>
              <a:spcAft>
                <a:spcPts val="0"/>
              </a:spcAft>
              <a:buSzPct val="100000"/>
              <a:buFont typeface="Noto Sans Symbols"/>
              <a:buAutoNum type="arabicPlain" startAt="3"/>
            </a:pPr>
            <a:r>
              <a:rPr lang="en-US" sz="2000">
                <a:solidFill>
                  <a:schemeClr val="dk1"/>
                </a:solidFill>
                <a:latin typeface="Times New Roman"/>
                <a:ea typeface="Times New Roman"/>
                <a:cs typeface="Times New Roman"/>
                <a:sym typeface="Times New Roman"/>
              </a:rPr>
              <a:t>        </a:t>
            </a:r>
            <a:r>
              <a:rPr lang="en-US" sz="2000" b="1">
                <a:solidFill>
                  <a:schemeClr val="hlink"/>
                </a:solidFill>
                <a:latin typeface="Times New Roman"/>
                <a:ea typeface="Times New Roman"/>
                <a:cs typeface="Times New Roman"/>
                <a:sym typeface="Times New Roman"/>
              </a:rPr>
              <a:t>else</a:t>
            </a: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A</a:t>
            </a:r>
            <a:r>
              <a:rPr lang="en-US" sz="2000">
                <a:solidFill>
                  <a:schemeClr val="dk1"/>
                </a:solidFill>
                <a:latin typeface="Times New Roman"/>
                <a:ea typeface="Times New Roman"/>
                <a:cs typeface="Times New Roman"/>
                <a:sym typeface="Times New Roman"/>
              </a:rPr>
              <a:t>[</a:t>
            </a:r>
            <a:r>
              <a:rPr lang="en-US" sz="2000" i="1">
                <a:solidFill>
                  <a:schemeClr val="dk1"/>
                </a:solidFill>
                <a:latin typeface="Times New Roman"/>
                <a:ea typeface="Times New Roman"/>
                <a:cs typeface="Times New Roman"/>
                <a:sym typeface="Times New Roman"/>
              </a:rPr>
              <a:t>k</a:t>
            </a:r>
            <a:r>
              <a:rPr lang="en-US" sz="2000">
                <a:solidFill>
                  <a:schemeClr val="dk1"/>
                </a:solidFill>
                <a:latin typeface="Times New Roman"/>
                <a:ea typeface="Times New Roman"/>
                <a:cs typeface="Times New Roman"/>
                <a:sym typeface="Times New Roman"/>
              </a:rPr>
              <a:t>] ← </a:t>
            </a:r>
            <a:r>
              <a:rPr lang="en-US" sz="2000" i="1">
                <a:solidFill>
                  <a:schemeClr val="dk1"/>
                </a:solidFill>
                <a:latin typeface="Times New Roman"/>
                <a:ea typeface="Times New Roman"/>
                <a:cs typeface="Times New Roman"/>
                <a:sym typeface="Times New Roman"/>
              </a:rPr>
              <a:t>R</a:t>
            </a:r>
            <a:r>
              <a:rPr lang="en-US" sz="2000">
                <a:solidFill>
                  <a:schemeClr val="dk1"/>
                </a:solidFill>
                <a:latin typeface="Times New Roman"/>
                <a:ea typeface="Times New Roman"/>
                <a:cs typeface="Times New Roman"/>
                <a:sym typeface="Times New Roman"/>
              </a:rPr>
              <a:t>[</a:t>
            </a:r>
            <a:r>
              <a:rPr lang="en-US" sz="2000" i="1">
                <a:solidFill>
                  <a:schemeClr val="dk1"/>
                </a:solidFill>
                <a:latin typeface="Times New Roman"/>
                <a:ea typeface="Times New Roman"/>
                <a:cs typeface="Times New Roman"/>
                <a:sym typeface="Times New Roman"/>
              </a:rPr>
              <a:t>j</a:t>
            </a:r>
            <a:r>
              <a:rPr lang="en-US" sz="2000">
                <a:solidFill>
                  <a:schemeClr val="dk1"/>
                </a:solidFill>
                <a:latin typeface="Times New Roman"/>
                <a:ea typeface="Times New Roman"/>
                <a:cs typeface="Times New Roman"/>
                <a:sym typeface="Times New Roman"/>
              </a:rPr>
              <a:t>]</a:t>
            </a:r>
            <a:endParaRPr/>
          </a:p>
          <a:p>
            <a:pPr marL="902208" lvl="1" indent="-609600" algn="l" rtl="0">
              <a:lnSpc>
                <a:spcPct val="90000"/>
              </a:lnSpc>
              <a:spcBef>
                <a:spcPts val="600"/>
              </a:spcBef>
              <a:spcAft>
                <a:spcPts val="0"/>
              </a:spcAft>
              <a:buSzPct val="100000"/>
              <a:buFont typeface="Noto Sans Symbols"/>
              <a:buAutoNum type="arabicPlain" startAt="3"/>
            </a:pP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j </a:t>
            </a:r>
            <a:r>
              <a:rPr lang="en-US" sz="2000">
                <a:solidFill>
                  <a:schemeClr val="dk1"/>
                </a:solidFill>
                <a:latin typeface="Times New Roman"/>
                <a:ea typeface="Times New Roman"/>
                <a:cs typeface="Times New Roman"/>
                <a:sym typeface="Times New Roman"/>
              </a:rPr>
              <a:t>← </a:t>
            </a:r>
            <a:r>
              <a:rPr lang="en-US" sz="2000" i="1">
                <a:solidFill>
                  <a:schemeClr val="dk1"/>
                </a:solidFill>
                <a:latin typeface="Times New Roman"/>
                <a:ea typeface="Times New Roman"/>
                <a:cs typeface="Times New Roman"/>
                <a:sym typeface="Times New Roman"/>
              </a:rPr>
              <a:t>j</a:t>
            </a:r>
            <a:r>
              <a:rPr lang="en-US" sz="2000">
                <a:solidFill>
                  <a:schemeClr val="dk1"/>
                </a:solidFill>
                <a:latin typeface="Times New Roman"/>
                <a:ea typeface="Times New Roman"/>
                <a:cs typeface="Times New Roman"/>
                <a:sym typeface="Times New Roman"/>
              </a:rPr>
              <a:t> + 1</a:t>
            </a:r>
            <a:endParaRPr/>
          </a:p>
          <a:p>
            <a:pPr marL="902208" lvl="1" indent="-501650" algn="l" rtl="0">
              <a:lnSpc>
                <a:spcPct val="90000"/>
              </a:lnSpc>
              <a:spcBef>
                <a:spcPts val="600"/>
              </a:spcBef>
              <a:spcAft>
                <a:spcPts val="0"/>
              </a:spcAft>
              <a:buSzPct val="100000"/>
              <a:buFont typeface="Noto Sans Symbols"/>
              <a:buNone/>
            </a:pPr>
            <a:endParaRPr sz="2000" b="1" i="1">
              <a:latin typeface="Times New Roman"/>
              <a:ea typeface="Times New Roman"/>
              <a:cs typeface="Times New Roman"/>
              <a:sym typeface="Times New Roman"/>
            </a:endParaRPr>
          </a:p>
          <a:p>
            <a:pPr marL="902208" lvl="1" indent="-609600" algn="l" rtl="0">
              <a:lnSpc>
                <a:spcPct val="90000"/>
              </a:lnSpc>
              <a:spcBef>
                <a:spcPts val="600"/>
              </a:spcBef>
              <a:spcAft>
                <a:spcPts val="0"/>
              </a:spcAft>
              <a:buSzPct val="100000"/>
              <a:buNone/>
            </a:pPr>
            <a:r>
              <a:rPr lang="en-US" sz="2000">
                <a:latin typeface="Times New Roman"/>
                <a:ea typeface="Times New Roman"/>
                <a:cs typeface="Times New Roman"/>
                <a:sym typeface="Times New Roman"/>
              </a:rPr>
              <a:t>  </a:t>
            </a:r>
            <a:endParaRPr/>
          </a:p>
        </p:txBody>
      </p:sp>
      <p:grpSp>
        <p:nvGrpSpPr>
          <p:cNvPr id="750" name="Google Shape;750;p91"/>
          <p:cNvGrpSpPr/>
          <p:nvPr/>
        </p:nvGrpSpPr>
        <p:grpSpPr>
          <a:xfrm>
            <a:off x="3908425" y="3252789"/>
            <a:ext cx="5651500" cy="1946275"/>
            <a:chOff x="1502" y="2049"/>
            <a:chExt cx="3560" cy="1226"/>
          </a:xfrm>
        </p:grpSpPr>
        <p:sp>
          <p:nvSpPr>
            <p:cNvPr id="751" name="Google Shape;751;p91"/>
            <p:cNvSpPr txBox="1"/>
            <p:nvPr/>
          </p:nvSpPr>
          <p:spPr>
            <a:xfrm>
              <a:off x="3275" y="2693"/>
              <a:ext cx="1787" cy="582"/>
            </a:xfrm>
            <a:prstGeom prst="rect">
              <a:avLst/>
            </a:prstGeom>
            <a:no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b="1">
                  <a:solidFill>
                    <a:srgbClr val="CC3300"/>
                  </a:solidFill>
                  <a:latin typeface="Calibri"/>
                  <a:ea typeface="Calibri"/>
                  <a:cs typeface="Calibri"/>
                  <a:sym typeface="Calibri"/>
                </a:rPr>
                <a:t>Sentinels</a:t>
              </a:r>
              <a:r>
                <a:rPr lang="en-US" sz="1800">
                  <a:solidFill>
                    <a:schemeClr val="dk1"/>
                  </a:solidFill>
                  <a:latin typeface="Calibri"/>
                  <a:ea typeface="Calibri"/>
                  <a:cs typeface="Calibri"/>
                  <a:sym typeface="Calibri"/>
                </a:rPr>
                <a:t>, to avoid having to</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check if either subarray is</a:t>
              </a:r>
              <a:endParaRPr/>
            </a:p>
            <a:p>
              <a:pPr marL="0" marR="0" lvl="0" indent="0" algn="l" rtl="0">
                <a:spcBef>
                  <a:spcPts val="0"/>
                </a:spcBef>
                <a:spcAft>
                  <a:spcPts val="0"/>
                </a:spcAft>
                <a:buNone/>
              </a:pPr>
              <a:r>
                <a:rPr lang="en-US" sz="1800">
                  <a:solidFill>
                    <a:schemeClr val="dk1"/>
                  </a:solidFill>
                  <a:latin typeface="Calibri"/>
                  <a:ea typeface="Calibri"/>
                  <a:cs typeface="Calibri"/>
                  <a:sym typeface="Calibri"/>
                </a:rPr>
                <a:t>fully copied at </a:t>
              </a:r>
              <a:r>
                <a:rPr lang="en-US" sz="1800">
                  <a:solidFill>
                    <a:srgbClr val="CC3300"/>
                  </a:solidFill>
                  <a:latin typeface="Calibri"/>
                  <a:ea typeface="Calibri"/>
                  <a:cs typeface="Calibri"/>
                  <a:sym typeface="Calibri"/>
                </a:rPr>
                <a:t>each step</a:t>
              </a:r>
              <a:r>
                <a:rPr lang="en-US" sz="1800">
                  <a:solidFill>
                    <a:schemeClr val="dk1"/>
                  </a:solidFill>
                  <a:latin typeface="Calibri"/>
                  <a:ea typeface="Calibri"/>
                  <a:cs typeface="Calibri"/>
                  <a:sym typeface="Calibri"/>
                </a:rPr>
                <a:t>.</a:t>
              </a:r>
              <a:endParaRPr sz="1800" b="1">
                <a:solidFill>
                  <a:schemeClr val="dk1"/>
                </a:solidFill>
                <a:latin typeface="Calibri"/>
                <a:ea typeface="Calibri"/>
                <a:cs typeface="Calibri"/>
                <a:sym typeface="Calibri"/>
              </a:endParaRPr>
            </a:p>
          </p:txBody>
        </p:sp>
        <p:sp>
          <p:nvSpPr>
            <p:cNvPr id="752" name="Google Shape;752;p91"/>
            <p:cNvSpPr/>
            <p:nvPr/>
          </p:nvSpPr>
          <p:spPr>
            <a:xfrm>
              <a:off x="1502" y="2049"/>
              <a:ext cx="1762" cy="840"/>
            </a:xfrm>
            <a:custGeom>
              <a:avLst/>
              <a:gdLst/>
              <a:ahLst/>
              <a:cxnLst/>
              <a:rect l="l" t="t" r="r" b="b"/>
              <a:pathLst>
                <a:path w="1762" h="840" extrusionOk="0">
                  <a:moveTo>
                    <a:pt x="1762" y="840"/>
                  </a:moveTo>
                  <a:lnTo>
                    <a:pt x="0" y="0"/>
                  </a:lnTo>
                </a:path>
              </a:pathLst>
            </a:custGeom>
            <a:noFill/>
            <a:ln w="19050" cap="flat" cmpd="sng">
              <a:solidFill>
                <a:schemeClr val="dk1"/>
              </a:solidFill>
              <a:prstDash val="solid"/>
              <a:round/>
              <a:headEnd type="none" w="sm" len="sm"/>
              <a:tailEnd type="triangle"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3" name="Google Shape;753;p91"/>
            <p:cNvSpPr/>
            <p:nvPr/>
          </p:nvSpPr>
          <p:spPr>
            <a:xfrm>
              <a:off x="1521" y="2238"/>
              <a:ext cx="1752" cy="669"/>
            </a:xfrm>
            <a:custGeom>
              <a:avLst/>
              <a:gdLst/>
              <a:ahLst/>
              <a:cxnLst/>
              <a:rect l="l" t="t" r="r" b="b"/>
              <a:pathLst>
                <a:path w="1752" h="669" extrusionOk="0">
                  <a:moveTo>
                    <a:pt x="1752" y="669"/>
                  </a:moveTo>
                  <a:lnTo>
                    <a:pt x="0" y="0"/>
                  </a:lnTo>
                </a:path>
              </a:pathLst>
            </a:custGeom>
            <a:noFill/>
            <a:ln w="19050" cap="flat" cmpd="sng">
              <a:solidFill>
                <a:schemeClr val="dk1"/>
              </a:solidFill>
              <a:prstDash val="solid"/>
              <a:round/>
              <a:headEnd type="none" w="sm" len="sm"/>
              <a:tailEnd type="triangle"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54" name="Google Shape;754;p91"/>
            <p:cNvSpPr/>
            <p:nvPr/>
          </p:nvSpPr>
          <p:spPr>
            <a:xfrm>
              <a:off x="1814" y="3097"/>
              <a:ext cx="1459" cy="39"/>
            </a:xfrm>
            <a:custGeom>
              <a:avLst/>
              <a:gdLst/>
              <a:ahLst/>
              <a:cxnLst/>
              <a:rect l="l" t="t" r="r" b="b"/>
              <a:pathLst>
                <a:path w="1459" h="39" extrusionOk="0">
                  <a:moveTo>
                    <a:pt x="1459" y="39"/>
                  </a:moveTo>
                  <a:lnTo>
                    <a:pt x="0" y="0"/>
                  </a:lnTo>
                </a:path>
              </a:pathLst>
            </a:custGeom>
            <a:noFill/>
            <a:ln w="19050" cap="flat" cmpd="sng">
              <a:solidFill>
                <a:schemeClr val="dk1"/>
              </a:solidFill>
              <a:prstDash val="solid"/>
              <a:round/>
              <a:headEnd type="none" w="sm" len="sm"/>
              <a:tailEnd type="triangle" w="med" len="med"/>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755" name="Google Shape;755;p91"/>
          <p:cNvSpPr txBox="1"/>
          <p:nvPr/>
        </p:nvSpPr>
        <p:spPr>
          <a:xfrm>
            <a:off x="6589713" y="1131888"/>
            <a:ext cx="3395662" cy="133882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Calibri"/>
                <a:ea typeface="Calibri"/>
                <a:cs typeface="Calibri"/>
                <a:sym typeface="Calibri"/>
              </a:rPr>
              <a:t>Input: Array containing sorted subarrays </a:t>
            </a:r>
            <a:r>
              <a:rPr lang="en-US" sz="1800" i="1">
                <a:solidFill>
                  <a:schemeClr val="dk1"/>
                </a:solidFill>
                <a:latin typeface="Calibri"/>
                <a:ea typeface="Calibri"/>
                <a:cs typeface="Calibri"/>
                <a:sym typeface="Calibri"/>
              </a:rPr>
              <a:t>A</a:t>
            </a:r>
            <a:r>
              <a:rPr lang="en-US" sz="1800">
                <a:solidFill>
                  <a:schemeClr val="dk1"/>
                </a:solidFill>
                <a:latin typeface="Calibri"/>
                <a:ea typeface="Calibri"/>
                <a:cs typeface="Calibri"/>
                <a:sym typeface="Calibri"/>
              </a:rPr>
              <a:t>[</a:t>
            </a:r>
            <a:r>
              <a:rPr lang="en-US" sz="1800" i="1">
                <a:solidFill>
                  <a:schemeClr val="dk1"/>
                </a:solidFill>
                <a:latin typeface="Calibri"/>
                <a:ea typeface="Calibri"/>
                <a:cs typeface="Calibri"/>
                <a:sym typeface="Calibri"/>
              </a:rPr>
              <a:t>p..q</a:t>
            </a:r>
            <a:r>
              <a:rPr lang="en-US" sz="1800">
                <a:solidFill>
                  <a:schemeClr val="dk1"/>
                </a:solidFill>
                <a:latin typeface="Calibri"/>
                <a:ea typeface="Calibri"/>
                <a:cs typeface="Calibri"/>
                <a:sym typeface="Calibri"/>
              </a:rPr>
              <a:t>] and </a:t>
            </a:r>
            <a:r>
              <a:rPr lang="en-US" sz="1800" i="1">
                <a:solidFill>
                  <a:schemeClr val="dk1"/>
                </a:solidFill>
                <a:latin typeface="Calibri"/>
                <a:ea typeface="Calibri"/>
                <a:cs typeface="Calibri"/>
                <a:sym typeface="Calibri"/>
              </a:rPr>
              <a:t>A</a:t>
            </a:r>
            <a:r>
              <a:rPr lang="en-US" sz="1800">
                <a:solidFill>
                  <a:schemeClr val="dk1"/>
                </a:solidFill>
                <a:latin typeface="Calibri"/>
                <a:ea typeface="Calibri"/>
                <a:cs typeface="Calibri"/>
                <a:sym typeface="Calibri"/>
              </a:rPr>
              <a:t>[</a:t>
            </a:r>
            <a:r>
              <a:rPr lang="en-US" sz="1800" i="1">
                <a:solidFill>
                  <a:schemeClr val="dk1"/>
                </a:solidFill>
                <a:latin typeface="Calibri"/>
                <a:ea typeface="Calibri"/>
                <a:cs typeface="Calibri"/>
                <a:sym typeface="Calibri"/>
              </a:rPr>
              <a:t>q+1..r</a:t>
            </a:r>
            <a:r>
              <a:rPr lang="en-US" sz="1800">
                <a:solidFill>
                  <a:schemeClr val="dk1"/>
                </a:solidFill>
                <a:latin typeface="Calibri"/>
                <a:ea typeface="Calibri"/>
                <a:cs typeface="Calibri"/>
                <a:sym typeface="Calibri"/>
              </a:rPr>
              <a:t>].</a:t>
            </a:r>
            <a:endParaRPr/>
          </a:p>
          <a:p>
            <a:pPr marL="0" marR="0" lvl="0" indent="0" algn="l" rtl="0">
              <a:spcBef>
                <a:spcPts val="900"/>
              </a:spcBef>
              <a:spcAft>
                <a:spcPts val="0"/>
              </a:spcAft>
              <a:buNone/>
            </a:pPr>
            <a:r>
              <a:rPr lang="en-US" sz="1800">
                <a:solidFill>
                  <a:schemeClr val="dk1"/>
                </a:solidFill>
                <a:latin typeface="Calibri"/>
                <a:ea typeface="Calibri"/>
                <a:cs typeface="Calibri"/>
                <a:sym typeface="Calibri"/>
              </a:rPr>
              <a:t>Output: Merged sorted subarray in </a:t>
            </a:r>
            <a:r>
              <a:rPr lang="en-US" sz="1800" i="1">
                <a:solidFill>
                  <a:schemeClr val="dk1"/>
                </a:solidFill>
                <a:latin typeface="Calibri"/>
                <a:ea typeface="Calibri"/>
                <a:cs typeface="Calibri"/>
                <a:sym typeface="Calibri"/>
              </a:rPr>
              <a:t>A</a:t>
            </a:r>
            <a:r>
              <a:rPr lang="en-US" sz="1800">
                <a:solidFill>
                  <a:schemeClr val="dk1"/>
                </a:solidFill>
                <a:latin typeface="Calibri"/>
                <a:ea typeface="Calibri"/>
                <a:cs typeface="Calibri"/>
                <a:sym typeface="Calibri"/>
              </a:rPr>
              <a:t>[</a:t>
            </a:r>
            <a:r>
              <a:rPr lang="en-US" sz="1800" i="1">
                <a:solidFill>
                  <a:schemeClr val="dk1"/>
                </a:solidFill>
                <a:latin typeface="Calibri"/>
                <a:ea typeface="Calibri"/>
                <a:cs typeface="Calibri"/>
                <a:sym typeface="Calibri"/>
              </a:rPr>
              <a:t>p..r</a:t>
            </a:r>
            <a:r>
              <a:rPr lang="en-US" sz="1800">
                <a:solidFill>
                  <a:schemeClr val="dk1"/>
                </a:solidFill>
                <a:latin typeface="Calibri"/>
                <a:ea typeface="Calibri"/>
                <a:cs typeface="Calibri"/>
                <a:sym typeface="Calibri"/>
              </a:rPr>
              <a:t>].</a:t>
            </a:r>
            <a:endParaRPr/>
          </a:p>
        </p:txBody>
      </p:sp>
      <p:sp>
        <p:nvSpPr>
          <p:cNvPr id="756" name="Google Shape;756;p91"/>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REF BOOK: THOMAS CORMEN</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762"/>
        <p:cNvGrpSpPr/>
        <p:nvPr/>
      </p:nvGrpSpPr>
      <p:grpSpPr>
        <a:xfrm>
          <a:off x="0" y="0"/>
          <a:ext cx="0" cy="0"/>
          <a:chOff x="0" y="0"/>
          <a:chExt cx="0" cy="0"/>
        </a:xfrm>
      </p:grpSpPr>
      <p:sp>
        <p:nvSpPr>
          <p:cNvPr id="763" name="Google Shape;763;p9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Times New Roman"/>
              <a:buNone/>
            </a:pPr>
            <a:r>
              <a:rPr lang="en-US">
                <a:latin typeface="Times New Roman"/>
                <a:ea typeface="Times New Roman"/>
                <a:cs typeface="Times New Roman"/>
                <a:sym typeface="Times New Roman"/>
              </a:rPr>
              <a:t>Analysis of Mergesort</a:t>
            </a:r>
            <a:endParaRPr>
              <a:latin typeface="Times New Roman"/>
              <a:ea typeface="Times New Roman"/>
              <a:cs typeface="Times New Roman"/>
              <a:sym typeface="Times New Roman"/>
            </a:endParaRPr>
          </a:p>
        </p:txBody>
      </p:sp>
      <p:sp>
        <p:nvSpPr>
          <p:cNvPr id="764" name="Google Shape;764;p92"/>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REF BOOK: THOMAS CORMEN</a:t>
            </a:r>
            <a:endParaRPr/>
          </a:p>
        </p:txBody>
      </p:sp>
      <p:sp>
        <p:nvSpPr>
          <p:cNvPr id="765" name="Google Shape;765;p92"/>
          <p:cNvSpPr txBox="1">
            <a:spLocks noGrp="1"/>
          </p:cNvSpPr>
          <p:nvPr>
            <p:ph type="body" idx="1"/>
          </p:nvPr>
        </p:nvSpPr>
        <p:spPr>
          <a:xfrm>
            <a:off x="1068387" y="2086892"/>
            <a:ext cx="10058400" cy="4023360"/>
          </a:xfrm>
          <a:prstGeom prst="rect">
            <a:avLst/>
          </a:prstGeom>
          <a:noFill/>
          <a:ln>
            <a:noFill/>
          </a:ln>
        </p:spPr>
        <p:txBody>
          <a:bodyPr spcFirstLastPara="1" wrap="square" lIns="0" tIns="45700" rIns="0" bIns="45700" anchor="t" anchorCtr="0">
            <a:normAutofit fontScale="92500" lnSpcReduction="10000"/>
          </a:bodyPr>
          <a:lstStyle/>
          <a:p>
            <a:pPr marL="91440" lvl="0" indent="-164465" algn="l" rtl="0">
              <a:lnSpc>
                <a:spcPct val="90000"/>
              </a:lnSpc>
              <a:spcBef>
                <a:spcPts val="0"/>
              </a:spcBef>
              <a:spcAft>
                <a:spcPts val="0"/>
              </a:spcAft>
              <a:buSzPct val="100000"/>
              <a:buChar char=" "/>
            </a:pPr>
            <a:r>
              <a:rPr lang="en-US" sz="2800">
                <a:solidFill>
                  <a:srgbClr val="CC3300"/>
                </a:solidFill>
              </a:rPr>
              <a:t>Running time </a:t>
            </a:r>
            <a:r>
              <a:rPr lang="en-US" sz="2800" b="1" i="1">
                <a:solidFill>
                  <a:schemeClr val="hlink"/>
                </a:solidFill>
              </a:rPr>
              <a:t>T</a:t>
            </a:r>
            <a:r>
              <a:rPr lang="en-US" sz="2800" b="1">
                <a:solidFill>
                  <a:schemeClr val="hlink"/>
                </a:solidFill>
              </a:rPr>
              <a:t>(</a:t>
            </a:r>
            <a:r>
              <a:rPr lang="en-US" sz="2800" b="1" i="1">
                <a:solidFill>
                  <a:schemeClr val="hlink"/>
                </a:solidFill>
              </a:rPr>
              <a:t>n</a:t>
            </a:r>
            <a:r>
              <a:rPr lang="en-US" sz="2800" b="1">
                <a:solidFill>
                  <a:schemeClr val="hlink"/>
                </a:solidFill>
              </a:rPr>
              <a:t>)</a:t>
            </a:r>
            <a:r>
              <a:rPr lang="en-US" sz="2800">
                <a:solidFill>
                  <a:srgbClr val="CC3300"/>
                </a:solidFill>
              </a:rPr>
              <a:t> of Merge Sort:</a:t>
            </a:r>
            <a:endParaRPr/>
          </a:p>
          <a:p>
            <a:pPr marL="91440" lvl="0" indent="-164465" algn="l" rtl="0">
              <a:lnSpc>
                <a:spcPct val="90000"/>
              </a:lnSpc>
              <a:spcBef>
                <a:spcPts val="1400"/>
              </a:spcBef>
              <a:spcAft>
                <a:spcPts val="0"/>
              </a:spcAft>
              <a:buSzPct val="100000"/>
              <a:buChar char=" "/>
            </a:pPr>
            <a:r>
              <a:rPr lang="en-US" sz="2800"/>
              <a:t>Divide: computing the middle takes </a:t>
            </a:r>
            <a:r>
              <a:rPr lang="en-US" sz="2800">
                <a:solidFill>
                  <a:srgbClr val="CC3300"/>
                </a:solidFill>
              </a:rPr>
              <a:t>Θ(1)</a:t>
            </a:r>
            <a:r>
              <a:rPr lang="en-US" sz="2800" i="1">
                <a:solidFill>
                  <a:srgbClr val="3DDE2C"/>
                </a:solidFill>
              </a:rPr>
              <a:t> </a:t>
            </a:r>
            <a:endParaRPr/>
          </a:p>
          <a:p>
            <a:pPr marL="91440" lvl="0" indent="-164465" algn="l" rtl="0">
              <a:lnSpc>
                <a:spcPct val="90000"/>
              </a:lnSpc>
              <a:spcBef>
                <a:spcPts val="1400"/>
              </a:spcBef>
              <a:spcAft>
                <a:spcPts val="0"/>
              </a:spcAft>
              <a:buSzPct val="100000"/>
              <a:buChar char=" "/>
            </a:pPr>
            <a:r>
              <a:rPr lang="en-US" sz="2800"/>
              <a:t>Conquer: solving 2 sub problems takes </a:t>
            </a:r>
            <a:r>
              <a:rPr lang="en-US" sz="2800">
                <a:solidFill>
                  <a:srgbClr val="CC3300"/>
                </a:solidFill>
              </a:rPr>
              <a:t>2</a:t>
            </a:r>
            <a:r>
              <a:rPr lang="en-US" sz="2800" i="1">
                <a:solidFill>
                  <a:srgbClr val="CC3300"/>
                </a:solidFill>
              </a:rPr>
              <a:t>T</a:t>
            </a:r>
            <a:r>
              <a:rPr lang="en-US" sz="2800">
                <a:solidFill>
                  <a:srgbClr val="CC3300"/>
                </a:solidFill>
              </a:rPr>
              <a:t>(</a:t>
            </a:r>
            <a:r>
              <a:rPr lang="en-US" sz="2800" i="1">
                <a:solidFill>
                  <a:srgbClr val="CC3300"/>
                </a:solidFill>
              </a:rPr>
              <a:t>n</a:t>
            </a:r>
            <a:r>
              <a:rPr lang="en-US" sz="2800">
                <a:solidFill>
                  <a:srgbClr val="CC3300"/>
                </a:solidFill>
              </a:rPr>
              <a:t>/2)</a:t>
            </a:r>
            <a:r>
              <a:rPr lang="en-US" sz="2800" i="1">
                <a:solidFill>
                  <a:srgbClr val="3DDE2C"/>
                </a:solidFill>
              </a:rPr>
              <a:t> </a:t>
            </a:r>
            <a:endParaRPr sz="2800"/>
          </a:p>
          <a:p>
            <a:pPr marL="91440" lvl="0" indent="-164465" algn="l" rtl="0">
              <a:lnSpc>
                <a:spcPct val="90000"/>
              </a:lnSpc>
              <a:spcBef>
                <a:spcPts val="1400"/>
              </a:spcBef>
              <a:spcAft>
                <a:spcPts val="0"/>
              </a:spcAft>
              <a:buSzPct val="100000"/>
              <a:buChar char=" "/>
            </a:pPr>
            <a:r>
              <a:rPr lang="en-US" sz="2800"/>
              <a:t>Combine: merging </a:t>
            </a:r>
            <a:r>
              <a:rPr lang="en-US" sz="2800" i="1"/>
              <a:t>n</a:t>
            </a:r>
            <a:r>
              <a:rPr lang="en-US" sz="2800"/>
              <a:t> elements takes </a:t>
            </a:r>
            <a:r>
              <a:rPr lang="en-US" sz="2800">
                <a:solidFill>
                  <a:srgbClr val="CC3300"/>
                </a:solidFill>
              </a:rPr>
              <a:t>Θ(</a:t>
            </a:r>
            <a:r>
              <a:rPr lang="en-US" sz="2800" i="1">
                <a:solidFill>
                  <a:srgbClr val="CC3300"/>
                </a:solidFill>
              </a:rPr>
              <a:t>n</a:t>
            </a:r>
            <a:r>
              <a:rPr lang="en-US" sz="2800">
                <a:solidFill>
                  <a:srgbClr val="CC3300"/>
                </a:solidFill>
              </a:rPr>
              <a:t>)</a:t>
            </a:r>
            <a:r>
              <a:rPr lang="en-US" sz="2800" i="1">
                <a:solidFill>
                  <a:srgbClr val="3DDE2C"/>
                </a:solidFill>
              </a:rPr>
              <a:t> </a:t>
            </a:r>
            <a:endParaRPr/>
          </a:p>
          <a:p>
            <a:pPr marL="91440" lvl="0" indent="-164465" algn="l" rtl="0">
              <a:lnSpc>
                <a:spcPct val="90000"/>
              </a:lnSpc>
              <a:spcBef>
                <a:spcPts val="1400"/>
              </a:spcBef>
              <a:spcAft>
                <a:spcPts val="0"/>
              </a:spcAft>
              <a:buSzPct val="100000"/>
              <a:buChar char=" "/>
            </a:pPr>
            <a:r>
              <a:rPr lang="en-US" sz="2800"/>
              <a:t>Total</a:t>
            </a:r>
            <a:r>
              <a:rPr lang="en-US"/>
              <a:t>:</a:t>
            </a:r>
            <a:endParaRPr/>
          </a:p>
          <a:p>
            <a:pPr marL="566928" lvl="2" indent="-182880" algn="ctr" rtl="0">
              <a:lnSpc>
                <a:spcPct val="90000"/>
              </a:lnSpc>
              <a:spcBef>
                <a:spcPts val="400"/>
              </a:spcBef>
              <a:spcAft>
                <a:spcPts val="0"/>
              </a:spcAft>
              <a:buSzPct val="100000"/>
              <a:buFont typeface="Calibri"/>
              <a:buNone/>
            </a:pPr>
            <a:r>
              <a:rPr lang="en-US" sz="2800" i="1">
                <a:solidFill>
                  <a:srgbClr val="CC3300"/>
                </a:solidFill>
              </a:rPr>
              <a:t>		T</a:t>
            </a:r>
            <a:r>
              <a:rPr lang="en-US" sz="2800">
                <a:solidFill>
                  <a:srgbClr val="CC3300"/>
                </a:solidFill>
              </a:rPr>
              <a:t>(</a:t>
            </a:r>
            <a:r>
              <a:rPr lang="en-US" sz="2800" i="1">
                <a:solidFill>
                  <a:srgbClr val="CC3300"/>
                </a:solidFill>
              </a:rPr>
              <a:t>n</a:t>
            </a:r>
            <a:r>
              <a:rPr lang="en-US" sz="2800">
                <a:solidFill>
                  <a:srgbClr val="CC3300"/>
                </a:solidFill>
              </a:rPr>
              <a:t>)</a:t>
            </a:r>
            <a:r>
              <a:rPr lang="en-US" sz="2800" i="1">
                <a:solidFill>
                  <a:srgbClr val="CC3300"/>
                </a:solidFill>
              </a:rPr>
              <a:t> = </a:t>
            </a:r>
            <a:r>
              <a:rPr lang="en-US" sz="2800">
                <a:solidFill>
                  <a:srgbClr val="CC3300"/>
                </a:solidFill>
              </a:rPr>
              <a:t>Θ(1)</a:t>
            </a:r>
            <a:r>
              <a:rPr lang="en-US" sz="2800" i="1">
                <a:solidFill>
                  <a:srgbClr val="CC3300"/>
                </a:solidFill>
              </a:rPr>
              <a:t> 			</a:t>
            </a:r>
            <a:r>
              <a:rPr lang="en-US" sz="2800">
                <a:solidFill>
                  <a:srgbClr val="CC3300"/>
                </a:solidFill>
              </a:rPr>
              <a:t>if</a:t>
            </a:r>
            <a:r>
              <a:rPr lang="en-US" sz="2800" i="1">
                <a:solidFill>
                  <a:srgbClr val="CC3300"/>
                </a:solidFill>
              </a:rPr>
              <a:t> n = </a:t>
            </a:r>
            <a:r>
              <a:rPr lang="en-US" sz="2800">
                <a:solidFill>
                  <a:srgbClr val="CC3300"/>
                </a:solidFill>
              </a:rPr>
              <a:t>1</a:t>
            </a:r>
            <a:endParaRPr sz="2800" i="1">
              <a:solidFill>
                <a:srgbClr val="CC3300"/>
              </a:solidFill>
            </a:endParaRPr>
          </a:p>
          <a:p>
            <a:pPr marL="566928" lvl="2" indent="-182880" algn="ctr" rtl="0">
              <a:lnSpc>
                <a:spcPct val="90000"/>
              </a:lnSpc>
              <a:spcBef>
                <a:spcPts val="600"/>
              </a:spcBef>
              <a:spcAft>
                <a:spcPts val="0"/>
              </a:spcAft>
              <a:buSzPct val="100000"/>
              <a:buFont typeface="Calibri"/>
              <a:buNone/>
            </a:pPr>
            <a:r>
              <a:rPr lang="en-US" sz="2800" i="1">
                <a:solidFill>
                  <a:srgbClr val="CC3300"/>
                </a:solidFill>
              </a:rPr>
              <a:t>T</a:t>
            </a:r>
            <a:r>
              <a:rPr lang="en-US" sz="2800">
                <a:solidFill>
                  <a:srgbClr val="CC3300"/>
                </a:solidFill>
              </a:rPr>
              <a:t>(</a:t>
            </a:r>
            <a:r>
              <a:rPr lang="en-US" sz="2800" i="1">
                <a:solidFill>
                  <a:srgbClr val="CC3300"/>
                </a:solidFill>
              </a:rPr>
              <a:t>n</a:t>
            </a:r>
            <a:r>
              <a:rPr lang="en-US" sz="2800">
                <a:solidFill>
                  <a:srgbClr val="CC3300"/>
                </a:solidFill>
              </a:rPr>
              <a:t>)</a:t>
            </a:r>
            <a:r>
              <a:rPr lang="en-US" sz="2800" i="1">
                <a:solidFill>
                  <a:srgbClr val="CC3300"/>
                </a:solidFill>
              </a:rPr>
              <a:t> = </a:t>
            </a:r>
            <a:r>
              <a:rPr lang="en-US" sz="2800">
                <a:solidFill>
                  <a:srgbClr val="CC3300"/>
                </a:solidFill>
              </a:rPr>
              <a:t>2</a:t>
            </a:r>
            <a:r>
              <a:rPr lang="en-US" sz="2800" i="1">
                <a:solidFill>
                  <a:srgbClr val="CC3300"/>
                </a:solidFill>
              </a:rPr>
              <a:t>T</a:t>
            </a:r>
            <a:r>
              <a:rPr lang="en-US" sz="2800">
                <a:solidFill>
                  <a:srgbClr val="CC3300"/>
                </a:solidFill>
              </a:rPr>
              <a:t>(</a:t>
            </a:r>
            <a:r>
              <a:rPr lang="en-US" sz="2800" i="1">
                <a:solidFill>
                  <a:srgbClr val="CC3300"/>
                </a:solidFill>
              </a:rPr>
              <a:t>n</a:t>
            </a:r>
            <a:r>
              <a:rPr lang="en-US" sz="2800">
                <a:solidFill>
                  <a:srgbClr val="CC3300"/>
                </a:solidFill>
              </a:rPr>
              <a:t>/2)</a:t>
            </a:r>
            <a:r>
              <a:rPr lang="en-US" sz="2800" i="1">
                <a:solidFill>
                  <a:srgbClr val="CC3300"/>
                </a:solidFill>
              </a:rPr>
              <a:t> + </a:t>
            </a:r>
            <a:r>
              <a:rPr lang="en-US" sz="2800">
                <a:solidFill>
                  <a:srgbClr val="CC3300"/>
                </a:solidFill>
              </a:rPr>
              <a:t>Θ(</a:t>
            </a:r>
            <a:r>
              <a:rPr lang="en-US" sz="2800" i="1">
                <a:solidFill>
                  <a:srgbClr val="CC3300"/>
                </a:solidFill>
              </a:rPr>
              <a:t>n</a:t>
            </a:r>
            <a:r>
              <a:rPr lang="en-US" sz="2800">
                <a:solidFill>
                  <a:srgbClr val="CC3300"/>
                </a:solidFill>
              </a:rPr>
              <a:t>)</a:t>
            </a:r>
            <a:r>
              <a:rPr lang="en-US" sz="2800" i="1">
                <a:solidFill>
                  <a:srgbClr val="CC3300"/>
                </a:solidFill>
              </a:rPr>
              <a:t> 		</a:t>
            </a:r>
            <a:r>
              <a:rPr lang="en-US" sz="2800">
                <a:solidFill>
                  <a:srgbClr val="CC3300"/>
                </a:solidFill>
              </a:rPr>
              <a:t>if</a:t>
            </a:r>
            <a:r>
              <a:rPr lang="en-US" sz="2800" i="1">
                <a:solidFill>
                  <a:srgbClr val="CC3300"/>
                </a:solidFill>
              </a:rPr>
              <a:t> n &gt; </a:t>
            </a:r>
            <a:r>
              <a:rPr lang="en-US" sz="2800">
                <a:solidFill>
                  <a:srgbClr val="CC3300"/>
                </a:solidFill>
              </a:rPr>
              <a:t>1</a:t>
            </a:r>
            <a:endParaRPr sz="2800" i="1">
              <a:solidFill>
                <a:srgbClr val="CC3300"/>
              </a:solidFill>
            </a:endParaRPr>
          </a:p>
          <a:p>
            <a:pPr marL="566928" lvl="2" indent="-182880" algn="ctr" rtl="0">
              <a:lnSpc>
                <a:spcPct val="90000"/>
              </a:lnSpc>
              <a:spcBef>
                <a:spcPts val="600"/>
              </a:spcBef>
              <a:spcAft>
                <a:spcPts val="0"/>
              </a:spcAft>
              <a:buSzPct val="100000"/>
              <a:buFont typeface="Calibri"/>
              <a:buNone/>
            </a:pPr>
            <a:endParaRPr sz="1000" i="1">
              <a:solidFill>
                <a:srgbClr val="CC3300"/>
              </a:solidFill>
            </a:endParaRPr>
          </a:p>
          <a:p>
            <a:pPr marL="384048" lvl="1" indent="-182879" algn="l" rtl="0">
              <a:lnSpc>
                <a:spcPct val="90000"/>
              </a:lnSpc>
              <a:spcBef>
                <a:spcPts val="600"/>
              </a:spcBef>
              <a:spcAft>
                <a:spcPts val="0"/>
              </a:spcAft>
              <a:buSzPct val="100000"/>
              <a:buFont typeface="Noto Sans Symbols"/>
              <a:buChar char="⇒"/>
            </a:pPr>
            <a:r>
              <a:rPr lang="en-US" i="1">
                <a:solidFill>
                  <a:schemeClr val="hlink"/>
                </a:solidFill>
              </a:rPr>
              <a:t>T</a:t>
            </a:r>
            <a:r>
              <a:rPr lang="en-US">
                <a:solidFill>
                  <a:schemeClr val="hlink"/>
                </a:solidFill>
              </a:rPr>
              <a:t>(</a:t>
            </a:r>
            <a:r>
              <a:rPr lang="en-US" i="1">
                <a:solidFill>
                  <a:schemeClr val="hlink"/>
                </a:solidFill>
              </a:rPr>
              <a:t>n</a:t>
            </a:r>
            <a:r>
              <a:rPr lang="en-US">
                <a:solidFill>
                  <a:schemeClr val="hlink"/>
                </a:solidFill>
              </a:rPr>
              <a:t>)</a:t>
            </a:r>
            <a:r>
              <a:rPr lang="en-US" i="1">
                <a:solidFill>
                  <a:schemeClr val="hlink"/>
                </a:solidFill>
              </a:rPr>
              <a:t> = </a:t>
            </a:r>
            <a:r>
              <a:rPr lang="en-US">
                <a:solidFill>
                  <a:schemeClr val="hlink"/>
                </a:solidFill>
              </a:rPr>
              <a:t>Θ(</a:t>
            </a:r>
            <a:r>
              <a:rPr lang="en-US" i="1">
                <a:solidFill>
                  <a:schemeClr val="hlink"/>
                </a:solidFill>
              </a:rPr>
              <a:t>n </a:t>
            </a:r>
            <a:r>
              <a:rPr lang="en-US">
                <a:solidFill>
                  <a:schemeClr val="hlink"/>
                </a:solidFill>
              </a:rPr>
              <a:t>lg</a:t>
            </a:r>
            <a:r>
              <a:rPr lang="en-US" i="1">
                <a:solidFill>
                  <a:schemeClr val="hlink"/>
                </a:solidFill>
              </a:rPr>
              <a:t> n</a:t>
            </a:r>
            <a:r>
              <a:rPr lang="en-US">
                <a:solidFill>
                  <a:schemeClr val="hlink"/>
                </a:solidFill>
              </a:rPr>
              <a:t>) </a:t>
            </a:r>
            <a:endParaRPr>
              <a:solidFill>
                <a:schemeClr val="hlink"/>
              </a:solidFill>
            </a:endParaRPr>
          </a:p>
          <a:p>
            <a:pPr marL="384048" lvl="1" indent="-182879" algn="l" rtl="0">
              <a:lnSpc>
                <a:spcPct val="90000"/>
              </a:lnSpc>
              <a:spcBef>
                <a:spcPts val="600"/>
              </a:spcBef>
              <a:spcAft>
                <a:spcPts val="0"/>
              </a:spcAft>
              <a:buSzPct val="100000"/>
              <a:buFont typeface="Noto Sans Symbols"/>
              <a:buChar char="⇒"/>
            </a:pPr>
            <a:r>
              <a:rPr lang="en-US"/>
              <a:t>Space requirement: </a:t>
            </a:r>
            <a:r>
              <a:rPr lang="en-US">
                <a:latin typeface="Merriweather Sans"/>
                <a:ea typeface="Merriweather Sans"/>
                <a:cs typeface="Merriweather Sans"/>
                <a:sym typeface="Merriweather Sans"/>
              </a:rPr>
              <a:t>Θ</a:t>
            </a:r>
            <a:r>
              <a:rPr lang="en-US"/>
              <a:t>(</a:t>
            </a:r>
            <a:r>
              <a:rPr lang="en-US" i="1"/>
              <a:t>n</a:t>
            </a:r>
            <a:r>
              <a:rPr lang="en-US"/>
              <a:t>) (</a:t>
            </a:r>
            <a:r>
              <a:rPr lang="en-US" u="sng"/>
              <a:t>not</a:t>
            </a:r>
            <a:r>
              <a:rPr lang="en-US"/>
              <a:t> in-place)</a:t>
            </a:r>
            <a:endParaRPr/>
          </a:p>
        </p:txBody>
      </p:sp>
    </p:spTree>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Footer Placeholder 2"/>
          <p:cNvSpPr>
            <a:spLocks noGrp="1"/>
          </p:cNvSpPr>
          <p:nvPr>
            <p:ph type="ftr" sz="quarter" idx="10"/>
          </p:nvPr>
        </p:nvSpPr>
        <p:spPr/>
        <p:txBody>
          <a:bodyPr/>
          <a:lstStyle/>
          <a:p>
            <a:r>
              <a:rPr lang="en-US">
                <a:solidFill>
                  <a:srgbClr val="0033CC"/>
                </a:solidFill>
              </a:rPr>
              <a:t>Ref Book: Thomas Cormen</a:t>
            </a:r>
          </a:p>
        </p:txBody>
      </p:sp>
      <p:sp>
        <p:nvSpPr>
          <p:cNvPr id="450562" name="Rectangle 2"/>
          <p:cNvSpPr>
            <a:spLocks noGrp="1" noChangeArrowheads="1"/>
          </p:cNvSpPr>
          <p:nvPr>
            <p:ph type="title"/>
          </p:nvPr>
        </p:nvSpPr>
        <p:spPr>
          <a:xfrm>
            <a:off x="1097280" y="286603"/>
            <a:ext cx="10058400" cy="630353"/>
          </a:xfrm>
        </p:spPr>
        <p:txBody>
          <a:bodyPr>
            <a:normAutofit fontScale="90000"/>
          </a:bodyPr>
          <a:lstStyle/>
          <a:p>
            <a:r>
              <a:rPr lang="en-US" dirty="0">
                <a:solidFill>
                  <a:schemeClr val="tx1"/>
                </a:solidFill>
              </a:rPr>
              <a:t>Recursion Tree for Merge Sort</a:t>
            </a:r>
          </a:p>
        </p:txBody>
      </p:sp>
      <p:sp>
        <p:nvSpPr>
          <p:cNvPr id="450563" name="Text Box 3"/>
          <p:cNvSpPr txBox="1">
            <a:spLocks noChangeArrowheads="1"/>
          </p:cNvSpPr>
          <p:nvPr/>
        </p:nvSpPr>
        <p:spPr bwMode="auto">
          <a:xfrm>
            <a:off x="1835151" y="1174750"/>
            <a:ext cx="3319463"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en-US" sz="2000" dirty="0">
                <a:solidFill>
                  <a:srgbClr val="000000"/>
                </a:solidFill>
              </a:rPr>
              <a:t>For the original problem, we have a cost of </a:t>
            </a:r>
            <a:r>
              <a:rPr lang="en-US" sz="2000" i="1" dirty="0" err="1">
                <a:solidFill>
                  <a:srgbClr val="CC3300"/>
                </a:solidFill>
              </a:rPr>
              <a:t>cn</a:t>
            </a:r>
            <a:r>
              <a:rPr lang="en-US" sz="2000" dirty="0">
                <a:solidFill>
                  <a:srgbClr val="000000"/>
                </a:solidFill>
              </a:rPr>
              <a:t>, plus two </a:t>
            </a:r>
            <a:r>
              <a:rPr lang="en-US" sz="2000" dirty="0" smtClean="0">
                <a:solidFill>
                  <a:srgbClr val="000000"/>
                </a:solidFill>
              </a:rPr>
              <a:t>sub problems </a:t>
            </a:r>
            <a:r>
              <a:rPr lang="en-US" sz="2000" dirty="0">
                <a:solidFill>
                  <a:srgbClr val="000000"/>
                </a:solidFill>
              </a:rPr>
              <a:t>each of size (</a:t>
            </a:r>
            <a:r>
              <a:rPr lang="en-US" sz="2000" i="1" dirty="0">
                <a:solidFill>
                  <a:srgbClr val="000000"/>
                </a:solidFill>
              </a:rPr>
              <a:t>n</a:t>
            </a:r>
            <a:r>
              <a:rPr lang="en-US" sz="2000" dirty="0">
                <a:solidFill>
                  <a:srgbClr val="000000"/>
                </a:solidFill>
              </a:rPr>
              <a:t>/2) and running time </a:t>
            </a:r>
            <a:r>
              <a:rPr lang="en-US" sz="2000" i="1" dirty="0">
                <a:solidFill>
                  <a:srgbClr val="000000"/>
                </a:solidFill>
              </a:rPr>
              <a:t>T</a:t>
            </a:r>
            <a:r>
              <a:rPr lang="en-US" sz="2000" dirty="0">
                <a:solidFill>
                  <a:srgbClr val="000000"/>
                </a:solidFill>
              </a:rPr>
              <a:t>(</a:t>
            </a:r>
            <a:r>
              <a:rPr lang="en-US" sz="2000" i="1" dirty="0">
                <a:solidFill>
                  <a:srgbClr val="000000"/>
                </a:solidFill>
              </a:rPr>
              <a:t>n</a:t>
            </a:r>
            <a:r>
              <a:rPr lang="en-US" sz="2000" dirty="0">
                <a:solidFill>
                  <a:srgbClr val="000000"/>
                </a:solidFill>
              </a:rPr>
              <a:t>/2).</a:t>
            </a:r>
          </a:p>
        </p:txBody>
      </p:sp>
      <p:grpSp>
        <p:nvGrpSpPr>
          <p:cNvPr id="450564" name="Group 4"/>
          <p:cNvGrpSpPr>
            <a:grpSpLocks/>
          </p:cNvGrpSpPr>
          <p:nvPr/>
        </p:nvGrpSpPr>
        <p:grpSpPr bwMode="auto">
          <a:xfrm>
            <a:off x="1882776" y="3224213"/>
            <a:ext cx="3109913" cy="2106612"/>
            <a:chOff x="226" y="2223"/>
            <a:chExt cx="1959" cy="1327"/>
          </a:xfrm>
        </p:grpSpPr>
        <p:sp>
          <p:nvSpPr>
            <p:cNvPr id="450565" name="Text Box 5"/>
            <p:cNvSpPr txBox="1">
              <a:spLocks noChangeArrowheads="1"/>
            </p:cNvSpPr>
            <p:nvPr/>
          </p:nvSpPr>
          <p:spPr bwMode="auto">
            <a:xfrm>
              <a:off x="1066" y="2223"/>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i="1">
                  <a:solidFill>
                    <a:srgbClr val="0033CC"/>
                  </a:solidFill>
                </a:rPr>
                <a:t>cn</a:t>
              </a:r>
            </a:p>
          </p:txBody>
        </p:sp>
        <p:sp>
          <p:nvSpPr>
            <p:cNvPr id="450566" name="Line 6"/>
            <p:cNvSpPr>
              <a:spLocks noChangeShapeType="1"/>
            </p:cNvSpPr>
            <p:nvPr/>
          </p:nvSpPr>
          <p:spPr bwMode="auto">
            <a:xfrm flipH="1">
              <a:off x="596" y="2503"/>
              <a:ext cx="585" cy="746"/>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endParaRPr>
            </a:p>
          </p:txBody>
        </p:sp>
        <p:sp>
          <p:nvSpPr>
            <p:cNvPr id="450567" name="Line 7"/>
            <p:cNvSpPr>
              <a:spLocks noChangeShapeType="1"/>
            </p:cNvSpPr>
            <p:nvPr/>
          </p:nvSpPr>
          <p:spPr bwMode="auto">
            <a:xfrm>
              <a:off x="1256" y="2493"/>
              <a:ext cx="557" cy="775"/>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endParaRPr>
            </a:p>
          </p:txBody>
        </p:sp>
        <p:sp>
          <p:nvSpPr>
            <p:cNvPr id="450568" name="Text Box 8"/>
            <p:cNvSpPr txBox="1">
              <a:spLocks noChangeArrowheads="1"/>
            </p:cNvSpPr>
            <p:nvPr/>
          </p:nvSpPr>
          <p:spPr bwMode="auto">
            <a:xfrm>
              <a:off x="226" y="3261"/>
              <a:ext cx="6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i="1">
                  <a:solidFill>
                    <a:srgbClr val="0033CC"/>
                  </a:solidFill>
                </a:rPr>
                <a:t>T</a:t>
              </a:r>
              <a:r>
                <a:rPr lang="en-US" sz="2400" b="1">
                  <a:solidFill>
                    <a:srgbClr val="0033CC"/>
                  </a:solidFill>
                </a:rPr>
                <a:t>(</a:t>
              </a:r>
              <a:r>
                <a:rPr lang="en-US" sz="2400" b="1" i="1">
                  <a:solidFill>
                    <a:srgbClr val="0033CC"/>
                  </a:solidFill>
                </a:rPr>
                <a:t>n</a:t>
              </a:r>
              <a:r>
                <a:rPr lang="en-US" sz="2400" b="1">
                  <a:solidFill>
                    <a:srgbClr val="0033CC"/>
                  </a:solidFill>
                </a:rPr>
                <a:t>/2)</a:t>
              </a:r>
            </a:p>
          </p:txBody>
        </p:sp>
        <p:sp>
          <p:nvSpPr>
            <p:cNvPr id="450569" name="Text Box 9"/>
            <p:cNvSpPr txBox="1">
              <a:spLocks noChangeArrowheads="1"/>
            </p:cNvSpPr>
            <p:nvPr/>
          </p:nvSpPr>
          <p:spPr bwMode="auto">
            <a:xfrm>
              <a:off x="1568" y="3262"/>
              <a:ext cx="61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i="1">
                  <a:solidFill>
                    <a:srgbClr val="0033CC"/>
                  </a:solidFill>
                </a:rPr>
                <a:t>T</a:t>
              </a:r>
              <a:r>
                <a:rPr lang="en-US" sz="2400" b="1">
                  <a:solidFill>
                    <a:srgbClr val="0033CC"/>
                  </a:solidFill>
                </a:rPr>
                <a:t>(</a:t>
              </a:r>
              <a:r>
                <a:rPr lang="en-US" sz="2400" b="1" i="1">
                  <a:solidFill>
                    <a:srgbClr val="0033CC"/>
                  </a:solidFill>
                </a:rPr>
                <a:t>n</a:t>
              </a:r>
              <a:r>
                <a:rPr lang="en-US" sz="2400" b="1">
                  <a:solidFill>
                    <a:srgbClr val="0033CC"/>
                  </a:solidFill>
                </a:rPr>
                <a:t>/2)</a:t>
              </a:r>
            </a:p>
          </p:txBody>
        </p:sp>
      </p:grpSp>
      <p:sp>
        <p:nvSpPr>
          <p:cNvPr id="450570" name="Text Box 10"/>
          <p:cNvSpPr txBox="1">
            <a:spLocks noChangeArrowheads="1"/>
          </p:cNvSpPr>
          <p:nvPr/>
        </p:nvSpPr>
        <p:spPr bwMode="auto">
          <a:xfrm>
            <a:off x="6034088" y="1233488"/>
            <a:ext cx="4070350" cy="1015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en-US" sz="2000" dirty="0">
                <a:solidFill>
                  <a:srgbClr val="000000"/>
                </a:solidFill>
              </a:rPr>
              <a:t>Each of the size </a:t>
            </a:r>
            <a:r>
              <a:rPr lang="en-US" sz="2000" i="1" dirty="0">
                <a:solidFill>
                  <a:srgbClr val="000000"/>
                </a:solidFill>
              </a:rPr>
              <a:t>n</a:t>
            </a:r>
            <a:r>
              <a:rPr lang="en-US" sz="2000" dirty="0">
                <a:solidFill>
                  <a:srgbClr val="000000"/>
                </a:solidFill>
              </a:rPr>
              <a:t>/2 problems has a cost of </a:t>
            </a:r>
            <a:r>
              <a:rPr lang="en-US" sz="2000" i="1" dirty="0" err="1">
                <a:solidFill>
                  <a:srgbClr val="000000"/>
                </a:solidFill>
              </a:rPr>
              <a:t>cn</a:t>
            </a:r>
            <a:r>
              <a:rPr lang="en-US" sz="2000" dirty="0">
                <a:solidFill>
                  <a:srgbClr val="000000"/>
                </a:solidFill>
              </a:rPr>
              <a:t>/2 plus two </a:t>
            </a:r>
            <a:r>
              <a:rPr lang="en-US" sz="2000" dirty="0" smtClean="0">
                <a:solidFill>
                  <a:srgbClr val="000000"/>
                </a:solidFill>
              </a:rPr>
              <a:t>sub problems, </a:t>
            </a:r>
            <a:r>
              <a:rPr lang="en-US" sz="2000" dirty="0">
                <a:solidFill>
                  <a:srgbClr val="000000"/>
                </a:solidFill>
              </a:rPr>
              <a:t>each costing </a:t>
            </a:r>
            <a:r>
              <a:rPr lang="en-US" sz="2000" i="1" dirty="0">
                <a:solidFill>
                  <a:srgbClr val="000000"/>
                </a:solidFill>
              </a:rPr>
              <a:t>T</a:t>
            </a:r>
            <a:r>
              <a:rPr lang="en-US" sz="2000" dirty="0">
                <a:solidFill>
                  <a:srgbClr val="000000"/>
                </a:solidFill>
              </a:rPr>
              <a:t>(</a:t>
            </a:r>
            <a:r>
              <a:rPr lang="en-US" sz="2000" i="1" dirty="0">
                <a:solidFill>
                  <a:srgbClr val="000000"/>
                </a:solidFill>
              </a:rPr>
              <a:t>n</a:t>
            </a:r>
            <a:r>
              <a:rPr lang="en-US" sz="2000" dirty="0">
                <a:solidFill>
                  <a:srgbClr val="000000"/>
                </a:solidFill>
              </a:rPr>
              <a:t>/4).</a:t>
            </a:r>
          </a:p>
        </p:txBody>
      </p:sp>
      <p:grpSp>
        <p:nvGrpSpPr>
          <p:cNvPr id="450571" name="Group 11"/>
          <p:cNvGrpSpPr>
            <a:grpSpLocks/>
          </p:cNvGrpSpPr>
          <p:nvPr/>
        </p:nvGrpSpPr>
        <p:grpSpPr bwMode="auto">
          <a:xfrm>
            <a:off x="6246813" y="2535238"/>
            <a:ext cx="3352800" cy="3148012"/>
            <a:chOff x="2975" y="1733"/>
            <a:chExt cx="2112" cy="1983"/>
          </a:xfrm>
        </p:grpSpPr>
        <p:sp>
          <p:nvSpPr>
            <p:cNvPr id="450572" name="Text Box 12"/>
            <p:cNvSpPr txBox="1">
              <a:spLocks noChangeArrowheads="1"/>
            </p:cNvSpPr>
            <p:nvPr/>
          </p:nvSpPr>
          <p:spPr bwMode="auto">
            <a:xfrm>
              <a:off x="3825" y="1733"/>
              <a:ext cx="308"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i="1">
                  <a:solidFill>
                    <a:srgbClr val="0033CC"/>
                  </a:solidFill>
                </a:rPr>
                <a:t>cn</a:t>
              </a:r>
            </a:p>
          </p:txBody>
        </p:sp>
        <p:sp>
          <p:nvSpPr>
            <p:cNvPr id="450573" name="Line 13"/>
            <p:cNvSpPr>
              <a:spLocks noChangeShapeType="1"/>
            </p:cNvSpPr>
            <p:nvPr/>
          </p:nvSpPr>
          <p:spPr bwMode="auto">
            <a:xfrm flipH="1">
              <a:off x="3620" y="2013"/>
              <a:ext cx="320" cy="689"/>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endParaRPr>
            </a:p>
          </p:txBody>
        </p:sp>
        <p:sp>
          <p:nvSpPr>
            <p:cNvPr id="450574" name="Line 14"/>
            <p:cNvSpPr>
              <a:spLocks noChangeShapeType="1"/>
            </p:cNvSpPr>
            <p:nvPr/>
          </p:nvSpPr>
          <p:spPr bwMode="auto">
            <a:xfrm>
              <a:off x="4015" y="2003"/>
              <a:ext cx="340" cy="672"/>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endParaRPr>
            </a:p>
          </p:txBody>
        </p:sp>
        <p:sp>
          <p:nvSpPr>
            <p:cNvPr id="450575" name="Text Box 15"/>
            <p:cNvSpPr txBox="1">
              <a:spLocks noChangeArrowheads="1"/>
            </p:cNvSpPr>
            <p:nvPr/>
          </p:nvSpPr>
          <p:spPr bwMode="auto">
            <a:xfrm>
              <a:off x="3411" y="2668"/>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i="1">
                  <a:solidFill>
                    <a:srgbClr val="0033CC"/>
                  </a:solidFill>
                </a:rPr>
                <a:t>cn</a:t>
              </a:r>
              <a:r>
                <a:rPr lang="en-US" sz="2400" b="1">
                  <a:solidFill>
                    <a:srgbClr val="0033CC"/>
                  </a:solidFill>
                </a:rPr>
                <a:t>/2</a:t>
              </a:r>
            </a:p>
          </p:txBody>
        </p:sp>
        <p:sp>
          <p:nvSpPr>
            <p:cNvPr id="450576" name="Text Box 16"/>
            <p:cNvSpPr txBox="1">
              <a:spLocks noChangeArrowheads="1"/>
            </p:cNvSpPr>
            <p:nvPr/>
          </p:nvSpPr>
          <p:spPr bwMode="auto">
            <a:xfrm>
              <a:off x="4176" y="2649"/>
              <a:ext cx="457" cy="2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400" b="1" i="1">
                  <a:solidFill>
                    <a:srgbClr val="0033CC"/>
                  </a:solidFill>
                </a:rPr>
                <a:t>cn</a:t>
              </a:r>
              <a:r>
                <a:rPr lang="en-US" sz="2400" b="1">
                  <a:solidFill>
                    <a:srgbClr val="0033CC"/>
                  </a:solidFill>
                </a:rPr>
                <a:t>/2</a:t>
              </a:r>
            </a:p>
          </p:txBody>
        </p:sp>
        <p:sp>
          <p:nvSpPr>
            <p:cNvPr id="450577" name="Line 17"/>
            <p:cNvSpPr>
              <a:spLocks noChangeShapeType="1"/>
            </p:cNvSpPr>
            <p:nvPr/>
          </p:nvSpPr>
          <p:spPr bwMode="auto">
            <a:xfrm flipH="1">
              <a:off x="3305" y="2946"/>
              <a:ext cx="274" cy="482"/>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endParaRPr>
            </a:p>
          </p:txBody>
        </p:sp>
        <p:sp>
          <p:nvSpPr>
            <p:cNvPr id="450578" name="Line 18"/>
            <p:cNvSpPr>
              <a:spLocks noChangeShapeType="1"/>
            </p:cNvSpPr>
            <p:nvPr/>
          </p:nvSpPr>
          <p:spPr bwMode="auto">
            <a:xfrm>
              <a:off x="3626" y="2946"/>
              <a:ext cx="265" cy="482"/>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endParaRPr>
            </a:p>
          </p:txBody>
        </p:sp>
        <p:sp>
          <p:nvSpPr>
            <p:cNvPr id="450579" name="Line 19"/>
            <p:cNvSpPr>
              <a:spLocks noChangeShapeType="1"/>
            </p:cNvSpPr>
            <p:nvPr/>
          </p:nvSpPr>
          <p:spPr bwMode="auto">
            <a:xfrm flipH="1">
              <a:off x="4147" y="2957"/>
              <a:ext cx="274" cy="482"/>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endParaRPr>
            </a:p>
          </p:txBody>
        </p:sp>
        <p:sp>
          <p:nvSpPr>
            <p:cNvPr id="450580" name="Line 20"/>
            <p:cNvSpPr>
              <a:spLocks noChangeShapeType="1"/>
            </p:cNvSpPr>
            <p:nvPr/>
          </p:nvSpPr>
          <p:spPr bwMode="auto">
            <a:xfrm>
              <a:off x="4468" y="2957"/>
              <a:ext cx="265" cy="482"/>
            </a:xfrm>
            <a:prstGeom prst="line">
              <a:avLst/>
            </a:prstGeom>
            <a:noFill/>
            <a:ln w="28575">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eaLnBrk="0" fontAlgn="base" hangingPunct="0">
                <a:spcBef>
                  <a:spcPct val="0"/>
                </a:spcBef>
                <a:spcAft>
                  <a:spcPct val="0"/>
                </a:spcAft>
              </a:pPr>
              <a:endParaRPr lang="en-US" sz="2400">
                <a:solidFill>
                  <a:srgbClr val="000000"/>
                </a:solidFill>
              </a:endParaRPr>
            </a:p>
          </p:txBody>
        </p:sp>
        <p:sp>
          <p:nvSpPr>
            <p:cNvPr id="450581" name="Text Box 21"/>
            <p:cNvSpPr txBox="1">
              <a:spLocks noChangeArrowheads="1"/>
            </p:cNvSpPr>
            <p:nvPr/>
          </p:nvSpPr>
          <p:spPr bwMode="auto">
            <a:xfrm>
              <a:off x="2975" y="3455"/>
              <a:ext cx="53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000" b="1" i="1">
                  <a:solidFill>
                    <a:srgbClr val="0033CC"/>
                  </a:solidFill>
                </a:rPr>
                <a:t>T</a:t>
              </a:r>
              <a:r>
                <a:rPr lang="en-US" sz="2000" b="1">
                  <a:solidFill>
                    <a:srgbClr val="0033CC"/>
                  </a:solidFill>
                </a:rPr>
                <a:t>(</a:t>
              </a:r>
              <a:r>
                <a:rPr lang="en-US" sz="2000" b="1" i="1">
                  <a:solidFill>
                    <a:srgbClr val="0033CC"/>
                  </a:solidFill>
                </a:rPr>
                <a:t>n</a:t>
              </a:r>
              <a:r>
                <a:rPr lang="en-US" sz="2000" b="1">
                  <a:solidFill>
                    <a:srgbClr val="0033CC"/>
                  </a:solidFill>
                </a:rPr>
                <a:t>/4)</a:t>
              </a:r>
            </a:p>
          </p:txBody>
        </p:sp>
        <p:sp>
          <p:nvSpPr>
            <p:cNvPr id="450582" name="Text Box 22"/>
            <p:cNvSpPr txBox="1">
              <a:spLocks noChangeArrowheads="1"/>
            </p:cNvSpPr>
            <p:nvPr/>
          </p:nvSpPr>
          <p:spPr bwMode="auto">
            <a:xfrm>
              <a:off x="3534" y="3466"/>
              <a:ext cx="53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000" b="1" i="1">
                  <a:solidFill>
                    <a:srgbClr val="0033CC"/>
                  </a:solidFill>
                </a:rPr>
                <a:t>T</a:t>
              </a:r>
              <a:r>
                <a:rPr lang="en-US" sz="2000" b="1">
                  <a:solidFill>
                    <a:srgbClr val="0033CC"/>
                  </a:solidFill>
                </a:rPr>
                <a:t>(</a:t>
              </a:r>
              <a:r>
                <a:rPr lang="en-US" sz="2000" b="1" i="1">
                  <a:solidFill>
                    <a:srgbClr val="0033CC"/>
                  </a:solidFill>
                </a:rPr>
                <a:t>n</a:t>
              </a:r>
              <a:r>
                <a:rPr lang="en-US" sz="2000" b="1">
                  <a:solidFill>
                    <a:srgbClr val="0033CC"/>
                  </a:solidFill>
                </a:rPr>
                <a:t>/4)</a:t>
              </a:r>
            </a:p>
          </p:txBody>
        </p:sp>
        <p:sp>
          <p:nvSpPr>
            <p:cNvPr id="450583" name="Text Box 23"/>
            <p:cNvSpPr txBox="1">
              <a:spLocks noChangeArrowheads="1"/>
            </p:cNvSpPr>
            <p:nvPr/>
          </p:nvSpPr>
          <p:spPr bwMode="auto">
            <a:xfrm>
              <a:off x="4015" y="3466"/>
              <a:ext cx="53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000" b="1" i="1">
                  <a:solidFill>
                    <a:srgbClr val="0033CC"/>
                  </a:solidFill>
                </a:rPr>
                <a:t>T</a:t>
              </a:r>
              <a:r>
                <a:rPr lang="en-US" sz="2000" b="1">
                  <a:solidFill>
                    <a:srgbClr val="0033CC"/>
                  </a:solidFill>
                </a:rPr>
                <a:t>(</a:t>
              </a:r>
              <a:r>
                <a:rPr lang="en-US" sz="2000" b="1" i="1">
                  <a:solidFill>
                    <a:srgbClr val="0033CC"/>
                  </a:solidFill>
                </a:rPr>
                <a:t>n</a:t>
              </a:r>
              <a:r>
                <a:rPr lang="en-US" sz="2000" b="1">
                  <a:solidFill>
                    <a:srgbClr val="0033CC"/>
                  </a:solidFill>
                </a:rPr>
                <a:t>/4)</a:t>
              </a:r>
            </a:p>
          </p:txBody>
        </p:sp>
        <p:sp>
          <p:nvSpPr>
            <p:cNvPr id="450584" name="Text Box 24"/>
            <p:cNvSpPr txBox="1">
              <a:spLocks noChangeArrowheads="1"/>
            </p:cNvSpPr>
            <p:nvPr/>
          </p:nvSpPr>
          <p:spPr bwMode="auto">
            <a:xfrm>
              <a:off x="4554" y="3466"/>
              <a:ext cx="53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pPr eaLnBrk="0" fontAlgn="base" hangingPunct="0">
                <a:spcBef>
                  <a:spcPct val="0"/>
                </a:spcBef>
                <a:spcAft>
                  <a:spcPct val="0"/>
                </a:spcAft>
              </a:pPr>
              <a:r>
                <a:rPr lang="en-US" sz="2000" b="1" i="1">
                  <a:solidFill>
                    <a:srgbClr val="0033CC"/>
                  </a:solidFill>
                </a:rPr>
                <a:t>T</a:t>
              </a:r>
              <a:r>
                <a:rPr lang="en-US" sz="2000" b="1">
                  <a:solidFill>
                    <a:srgbClr val="0033CC"/>
                  </a:solidFill>
                </a:rPr>
                <a:t>(</a:t>
              </a:r>
              <a:r>
                <a:rPr lang="en-US" sz="2000" b="1" i="1">
                  <a:solidFill>
                    <a:srgbClr val="0033CC"/>
                  </a:solidFill>
                </a:rPr>
                <a:t>n</a:t>
              </a:r>
              <a:r>
                <a:rPr lang="en-US" sz="2000" b="1">
                  <a:solidFill>
                    <a:srgbClr val="0033CC"/>
                  </a:solidFill>
                </a:rPr>
                <a:t>/4)</a:t>
              </a:r>
            </a:p>
          </p:txBody>
        </p:sp>
      </p:grpSp>
      <p:grpSp>
        <p:nvGrpSpPr>
          <p:cNvPr id="450585" name="Group 25"/>
          <p:cNvGrpSpPr>
            <a:grpSpLocks/>
          </p:cNvGrpSpPr>
          <p:nvPr/>
        </p:nvGrpSpPr>
        <p:grpSpPr bwMode="auto">
          <a:xfrm>
            <a:off x="3517900" y="2763838"/>
            <a:ext cx="4078288" cy="1484312"/>
            <a:chOff x="1256" y="1741"/>
            <a:chExt cx="2569" cy="935"/>
          </a:xfrm>
        </p:grpSpPr>
        <p:sp>
          <p:nvSpPr>
            <p:cNvPr id="450586" name="Text Box 26"/>
            <p:cNvSpPr txBox="1">
              <a:spLocks noChangeArrowheads="1"/>
            </p:cNvSpPr>
            <p:nvPr/>
          </p:nvSpPr>
          <p:spPr bwMode="auto">
            <a:xfrm>
              <a:off x="2006" y="2183"/>
              <a:ext cx="1141" cy="37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en-US" sz="1600" b="1">
                  <a:solidFill>
                    <a:srgbClr val="CC3300"/>
                  </a:solidFill>
                </a:rPr>
                <a:t>Cost of divide and merge. </a:t>
              </a:r>
            </a:p>
          </p:txBody>
        </p:sp>
        <p:cxnSp>
          <p:nvCxnSpPr>
            <p:cNvPr id="450587" name="AutoShape 27"/>
            <p:cNvCxnSpPr>
              <a:cxnSpLocks noChangeShapeType="1"/>
              <a:stCxn id="450586" idx="2"/>
              <a:endCxn id="450567" idx="0"/>
            </p:cNvCxnSpPr>
            <p:nvPr/>
          </p:nvCxnSpPr>
          <p:spPr bwMode="auto">
            <a:xfrm rot="16200000" flipV="1">
              <a:off x="1784" y="1764"/>
              <a:ext cx="265" cy="1321"/>
            </a:xfrm>
            <a:prstGeom prst="curvedConnector5">
              <a:avLst>
                <a:gd name="adj1" fmla="val -54338"/>
                <a:gd name="adj2" fmla="val 50491"/>
                <a:gd name="adj3" fmla="val 150944"/>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588" name="AutoShape 28"/>
            <p:cNvCxnSpPr>
              <a:cxnSpLocks noChangeShapeType="1"/>
              <a:stCxn id="450586" idx="3"/>
              <a:endCxn id="450572" idx="1"/>
            </p:cNvCxnSpPr>
            <p:nvPr/>
          </p:nvCxnSpPr>
          <p:spPr bwMode="auto">
            <a:xfrm flipV="1">
              <a:off x="3147" y="1741"/>
              <a:ext cx="678" cy="629"/>
            </a:xfrm>
            <a:prstGeom prst="curvedConnector3">
              <a:avLst>
                <a:gd name="adj1" fmla="val 50000"/>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589" name="AutoShape 29"/>
            <p:cNvCxnSpPr>
              <a:cxnSpLocks noChangeShapeType="1"/>
              <a:stCxn id="450586" idx="2"/>
              <a:endCxn id="450575" idx="1"/>
            </p:cNvCxnSpPr>
            <p:nvPr/>
          </p:nvCxnSpPr>
          <p:spPr bwMode="auto">
            <a:xfrm rot="16200000" flipH="1">
              <a:off x="2934" y="2200"/>
              <a:ext cx="119" cy="834"/>
            </a:xfrm>
            <a:prstGeom prst="curvedConnector2">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grpSp>
        <p:nvGrpSpPr>
          <p:cNvPr id="450590" name="Group 30"/>
          <p:cNvGrpSpPr>
            <a:grpSpLocks/>
          </p:cNvGrpSpPr>
          <p:nvPr/>
        </p:nvGrpSpPr>
        <p:grpSpPr bwMode="auto">
          <a:xfrm>
            <a:off x="4289425" y="5330826"/>
            <a:ext cx="2381250" cy="836613"/>
            <a:chOff x="1742" y="3358"/>
            <a:chExt cx="1500" cy="527"/>
          </a:xfrm>
        </p:grpSpPr>
        <p:sp>
          <p:nvSpPr>
            <p:cNvPr id="450591" name="Text Box 31"/>
            <p:cNvSpPr txBox="1">
              <a:spLocks noChangeArrowheads="1"/>
            </p:cNvSpPr>
            <p:nvPr/>
          </p:nvSpPr>
          <p:spPr bwMode="auto">
            <a:xfrm>
              <a:off x="1742" y="3511"/>
              <a:ext cx="1141" cy="374"/>
            </a:xfrm>
            <a:prstGeom prst="rect">
              <a:avLst/>
            </a:prstGeom>
            <a:noFill/>
            <a:ln w="12700">
              <a:solidFill>
                <a:schemeClr val="tx1"/>
              </a:solidFill>
              <a:miter lim="800000"/>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0" fontAlgn="base" hangingPunct="0">
                <a:spcBef>
                  <a:spcPct val="0"/>
                </a:spcBef>
                <a:spcAft>
                  <a:spcPct val="0"/>
                </a:spcAft>
              </a:pPr>
              <a:r>
                <a:rPr lang="en-US" sz="1600" b="1">
                  <a:solidFill>
                    <a:srgbClr val="CC3300"/>
                  </a:solidFill>
                </a:rPr>
                <a:t>Cost of sorting subproblems.</a:t>
              </a:r>
              <a:r>
                <a:rPr lang="en-US" sz="1600" b="1">
                  <a:solidFill>
                    <a:srgbClr val="000000"/>
                  </a:solidFill>
                </a:rPr>
                <a:t> </a:t>
              </a:r>
            </a:p>
          </p:txBody>
        </p:sp>
        <p:cxnSp>
          <p:nvCxnSpPr>
            <p:cNvPr id="450592" name="AutoShape 32"/>
            <p:cNvCxnSpPr>
              <a:cxnSpLocks noChangeShapeType="1"/>
              <a:stCxn id="450591" idx="0"/>
              <a:endCxn id="450569" idx="2"/>
            </p:cNvCxnSpPr>
            <p:nvPr/>
          </p:nvCxnSpPr>
          <p:spPr bwMode="auto">
            <a:xfrm rot="5400000" flipH="1">
              <a:off x="2018" y="3217"/>
              <a:ext cx="153" cy="436"/>
            </a:xfrm>
            <a:prstGeom prst="curvedConnector3">
              <a:avLst>
                <a:gd name="adj1" fmla="val 49671"/>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50593" name="AutoShape 33"/>
            <p:cNvCxnSpPr>
              <a:cxnSpLocks noChangeShapeType="1"/>
              <a:stCxn id="450591" idx="3"/>
              <a:endCxn id="450581" idx="2"/>
            </p:cNvCxnSpPr>
            <p:nvPr/>
          </p:nvCxnSpPr>
          <p:spPr bwMode="auto">
            <a:xfrm flipV="1">
              <a:off x="2883" y="3569"/>
              <a:ext cx="359" cy="129"/>
            </a:xfrm>
            <a:prstGeom prst="curvedConnector2">
              <a:avLst/>
            </a:prstGeom>
            <a:noFill/>
            <a:ln w="12700">
              <a:solidFill>
                <a:schemeClr val="tx1"/>
              </a:solidFill>
              <a:round/>
              <a:headEnd type="none" w="sm" len="sm"/>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cxnSp>
      </p:grpSp>
      <p:sp>
        <p:nvSpPr>
          <p:cNvPr id="35" name="Footer Placeholder 3"/>
          <p:cNvSpPr txBox="1">
            <a:spLocks/>
          </p:cNvSpPr>
          <p:nvPr/>
        </p:nvSpPr>
        <p:spPr bwMode="auto">
          <a:xfrm>
            <a:off x="9964877" y="209374"/>
            <a:ext cx="2225008" cy="4956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2075" tIns="46038" rIns="92075" bIns="46038" numCol="1" anchor="ctr" anchorCtr="0" compatLnSpc="1">
            <a:prstTxWarp prst="textNoShape">
              <a:avLst/>
            </a:prstTxWarp>
          </a:bodyPr>
          <a:lstStyle>
            <a:defPPr>
              <a:defRPr lang="en-US"/>
            </a:defPPr>
            <a:lvl1pPr marL="0" algn="r" defTabSz="914400" rtl="0" eaLnBrk="1" latinLnBrk="0" hangingPunct="1">
              <a:defRPr sz="1400" kern="1200">
                <a:solidFill>
                  <a:schemeClr val="hlink"/>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C00000"/>
                </a:solidFill>
              </a:rPr>
              <a:t>Ref Book: Thomas </a:t>
            </a:r>
            <a:r>
              <a:rPr lang="en-US" dirty="0" err="1">
                <a:solidFill>
                  <a:srgbClr val="C00000"/>
                </a:solidFill>
              </a:rPr>
              <a:t>Cormen</a:t>
            </a:r>
            <a:endParaRPr lang="en-US" dirty="0">
              <a:solidFill>
                <a:srgbClr val="C00000"/>
              </a:solidFill>
            </a:endParaRPr>
          </a:p>
        </p:txBody>
      </p:sp>
    </p:spTree>
    <p:extLst>
      <p:ext uri="{BB962C8B-B14F-4D97-AF65-F5344CB8AC3E}">
        <p14:creationId xmlns:p14="http://schemas.microsoft.com/office/powerpoint/2010/main" val="2412024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450563"/>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499"/>
                                          </p:stCondLst>
                                        </p:cTn>
                                        <p:tgtEl>
                                          <p:spTgt spid="450564"/>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grpId="0" nodeType="clickEffect">
                                  <p:stCondLst>
                                    <p:cond delay="0"/>
                                  </p:stCondLst>
                                  <p:childTnLst>
                                    <p:set>
                                      <p:cBhvr>
                                        <p:cTn id="14" dur="1" fill="hold">
                                          <p:stCondLst>
                                            <p:cond delay="499"/>
                                          </p:stCondLst>
                                        </p:cTn>
                                        <p:tgtEl>
                                          <p:spTgt spid="450570"/>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499"/>
                                          </p:stCondLst>
                                        </p:cTn>
                                        <p:tgtEl>
                                          <p:spTgt spid="450571"/>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50585"/>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4505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563" grpId="0" autoUpdateAnimBg="0"/>
      <p:bldP spid="450570"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07"/>
        <p:cNvGrpSpPr/>
        <p:nvPr/>
      </p:nvGrpSpPr>
      <p:grpSpPr>
        <a:xfrm>
          <a:off x="0" y="0"/>
          <a:ext cx="0" cy="0"/>
          <a:chOff x="0" y="0"/>
          <a:chExt cx="0" cy="0"/>
        </a:xfrm>
      </p:grpSpPr>
      <p:sp>
        <p:nvSpPr>
          <p:cNvPr id="808" name="Google Shape;808;p94"/>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r>
              <a:rPr lang="en-US">
                <a:solidFill>
                  <a:srgbClr val="0033CC"/>
                </a:solidFill>
              </a:rPr>
              <a:t>Ref Book: Thomas Cormen</a:t>
            </a:r>
            <a:endParaRPr>
              <a:solidFill>
                <a:srgbClr val="0033CC"/>
              </a:solidFill>
            </a:endParaRPr>
          </a:p>
        </p:txBody>
      </p:sp>
      <p:sp>
        <p:nvSpPr>
          <p:cNvPr id="809" name="Google Shape;809;p94"/>
          <p:cNvSpPr txBox="1">
            <a:spLocks noGrp="1"/>
          </p:cNvSpPr>
          <p:nvPr>
            <p:ph type="title"/>
          </p:nvPr>
        </p:nvSpPr>
        <p:spPr>
          <a:xfrm>
            <a:off x="1" y="0"/>
            <a:ext cx="12189884" cy="9144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r>
              <a:rPr lang="en-US">
                <a:solidFill>
                  <a:schemeClr val="dk1"/>
                </a:solidFill>
              </a:rPr>
              <a:t>Recursion Tree for Merge Sort</a:t>
            </a:r>
            <a:endParaRPr/>
          </a:p>
        </p:txBody>
      </p:sp>
      <p:sp>
        <p:nvSpPr>
          <p:cNvPr id="810" name="Google Shape;810;p94"/>
          <p:cNvSpPr txBox="1"/>
          <p:nvPr/>
        </p:nvSpPr>
        <p:spPr>
          <a:xfrm>
            <a:off x="1762126" y="828675"/>
            <a:ext cx="6989763"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000000"/>
                </a:solidFill>
                <a:latin typeface="Times New Roman"/>
                <a:ea typeface="Times New Roman"/>
                <a:cs typeface="Times New Roman"/>
                <a:sym typeface="Times New Roman"/>
              </a:rPr>
              <a:t>Continue expanding until the problem size reduces to 1.</a:t>
            </a:r>
            <a:endParaRPr/>
          </a:p>
        </p:txBody>
      </p:sp>
      <p:grpSp>
        <p:nvGrpSpPr>
          <p:cNvPr id="811" name="Google Shape;811;p94"/>
          <p:cNvGrpSpPr/>
          <p:nvPr/>
        </p:nvGrpSpPr>
        <p:grpSpPr>
          <a:xfrm>
            <a:off x="2525714" y="1268413"/>
            <a:ext cx="3432175" cy="4830762"/>
            <a:chOff x="659" y="978"/>
            <a:chExt cx="2162" cy="3043"/>
          </a:xfrm>
        </p:grpSpPr>
        <p:sp>
          <p:nvSpPr>
            <p:cNvPr id="812" name="Google Shape;812;p94"/>
            <p:cNvSpPr txBox="1"/>
            <p:nvPr/>
          </p:nvSpPr>
          <p:spPr>
            <a:xfrm>
              <a:off x="1596" y="978"/>
              <a:ext cx="308"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cn</a:t>
              </a:r>
              <a:endParaRPr/>
            </a:p>
          </p:txBody>
        </p:sp>
        <p:cxnSp>
          <p:nvCxnSpPr>
            <p:cNvPr id="813" name="Google Shape;813;p94"/>
            <p:cNvCxnSpPr/>
            <p:nvPr/>
          </p:nvCxnSpPr>
          <p:spPr>
            <a:xfrm flipH="1">
              <a:off x="1448" y="1258"/>
              <a:ext cx="263" cy="576"/>
            </a:xfrm>
            <a:prstGeom prst="straightConnector1">
              <a:avLst/>
            </a:prstGeom>
            <a:noFill/>
            <a:ln w="28575" cap="flat" cmpd="sng">
              <a:solidFill>
                <a:schemeClr val="dk1"/>
              </a:solidFill>
              <a:prstDash val="solid"/>
              <a:round/>
              <a:headEnd type="none" w="sm" len="sm"/>
              <a:tailEnd type="none" w="sm" len="sm"/>
            </a:ln>
          </p:spPr>
        </p:cxnSp>
        <p:cxnSp>
          <p:nvCxnSpPr>
            <p:cNvPr id="814" name="Google Shape;814;p94"/>
            <p:cNvCxnSpPr/>
            <p:nvPr/>
          </p:nvCxnSpPr>
          <p:spPr>
            <a:xfrm>
              <a:off x="1786" y="1248"/>
              <a:ext cx="293" cy="568"/>
            </a:xfrm>
            <a:prstGeom prst="straightConnector1">
              <a:avLst/>
            </a:prstGeom>
            <a:noFill/>
            <a:ln w="28575" cap="flat" cmpd="sng">
              <a:solidFill>
                <a:schemeClr val="dk1"/>
              </a:solidFill>
              <a:prstDash val="solid"/>
              <a:round/>
              <a:headEnd type="none" w="sm" len="sm"/>
              <a:tailEnd type="none" w="sm" len="sm"/>
            </a:ln>
          </p:spPr>
        </p:cxnSp>
        <p:sp>
          <p:nvSpPr>
            <p:cNvPr id="815" name="Google Shape;815;p94"/>
            <p:cNvSpPr txBox="1"/>
            <p:nvPr/>
          </p:nvSpPr>
          <p:spPr>
            <a:xfrm>
              <a:off x="1182" y="1913"/>
              <a:ext cx="457"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cn</a:t>
              </a:r>
              <a:r>
                <a:rPr lang="en-US" sz="2400" b="1">
                  <a:solidFill>
                    <a:srgbClr val="0033CC"/>
                  </a:solidFill>
                  <a:latin typeface="Times New Roman"/>
                  <a:ea typeface="Times New Roman"/>
                  <a:cs typeface="Times New Roman"/>
                  <a:sym typeface="Times New Roman"/>
                </a:rPr>
                <a:t>/2</a:t>
              </a:r>
              <a:endParaRPr/>
            </a:p>
          </p:txBody>
        </p:sp>
        <p:sp>
          <p:nvSpPr>
            <p:cNvPr id="816" name="Google Shape;816;p94"/>
            <p:cNvSpPr txBox="1"/>
            <p:nvPr/>
          </p:nvSpPr>
          <p:spPr>
            <a:xfrm>
              <a:off x="1947" y="1894"/>
              <a:ext cx="457"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cn</a:t>
              </a:r>
              <a:r>
                <a:rPr lang="en-US" sz="2400" b="1">
                  <a:solidFill>
                    <a:srgbClr val="0033CC"/>
                  </a:solidFill>
                  <a:latin typeface="Times New Roman"/>
                  <a:ea typeface="Times New Roman"/>
                  <a:cs typeface="Times New Roman"/>
                  <a:sym typeface="Times New Roman"/>
                </a:rPr>
                <a:t>/2</a:t>
              </a:r>
              <a:endParaRPr/>
            </a:p>
          </p:txBody>
        </p:sp>
        <p:cxnSp>
          <p:nvCxnSpPr>
            <p:cNvPr id="817" name="Google Shape;817;p94"/>
            <p:cNvCxnSpPr/>
            <p:nvPr/>
          </p:nvCxnSpPr>
          <p:spPr>
            <a:xfrm flipH="1">
              <a:off x="1076" y="2191"/>
              <a:ext cx="274" cy="482"/>
            </a:xfrm>
            <a:prstGeom prst="straightConnector1">
              <a:avLst/>
            </a:prstGeom>
            <a:noFill/>
            <a:ln w="28575" cap="flat" cmpd="sng">
              <a:solidFill>
                <a:schemeClr val="dk1"/>
              </a:solidFill>
              <a:prstDash val="solid"/>
              <a:round/>
              <a:headEnd type="none" w="sm" len="sm"/>
              <a:tailEnd type="none" w="sm" len="sm"/>
            </a:ln>
          </p:spPr>
        </p:cxnSp>
        <p:cxnSp>
          <p:nvCxnSpPr>
            <p:cNvPr id="818" name="Google Shape;818;p94"/>
            <p:cNvCxnSpPr/>
            <p:nvPr/>
          </p:nvCxnSpPr>
          <p:spPr>
            <a:xfrm>
              <a:off x="1397" y="2191"/>
              <a:ext cx="265" cy="482"/>
            </a:xfrm>
            <a:prstGeom prst="straightConnector1">
              <a:avLst/>
            </a:prstGeom>
            <a:noFill/>
            <a:ln w="28575" cap="flat" cmpd="sng">
              <a:solidFill>
                <a:schemeClr val="dk1"/>
              </a:solidFill>
              <a:prstDash val="solid"/>
              <a:round/>
              <a:headEnd type="none" w="sm" len="sm"/>
              <a:tailEnd type="none" w="sm" len="sm"/>
            </a:ln>
          </p:spPr>
        </p:cxnSp>
        <p:cxnSp>
          <p:nvCxnSpPr>
            <p:cNvPr id="819" name="Google Shape;819;p94"/>
            <p:cNvCxnSpPr/>
            <p:nvPr/>
          </p:nvCxnSpPr>
          <p:spPr>
            <a:xfrm flipH="1">
              <a:off x="1918" y="2202"/>
              <a:ext cx="274" cy="482"/>
            </a:xfrm>
            <a:prstGeom prst="straightConnector1">
              <a:avLst/>
            </a:prstGeom>
            <a:noFill/>
            <a:ln w="28575" cap="flat" cmpd="sng">
              <a:solidFill>
                <a:schemeClr val="dk1"/>
              </a:solidFill>
              <a:prstDash val="solid"/>
              <a:round/>
              <a:headEnd type="none" w="sm" len="sm"/>
              <a:tailEnd type="none" w="sm" len="sm"/>
            </a:ln>
          </p:spPr>
        </p:cxnSp>
        <p:cxnSp>
          <p:nvCxnSpPr>
            <p:cNvPr id="820" name="Google Shape;820;p94"/>
            <p:cNvCxnSpPr/>
            <p:nvPr/>
          </p:nvCxnSpPr>
          <p:spPr>
            <a:xfrm>
              <a:off x="2239" y="2202"/>
              <a:ext cx="265" cy="482"/>
            </a:xfrm>
            <a:prstGeom prst="straightConnector1">
              <a:avLst/>
            </a:prstGeom>
            <a:noFill/>
            <a:ln w="28575" cap="flat" cmpd="sng">
              <a:solidFill>
                <a:schemeClr val="dk1"/>
              </a:solidFill>
              <a:prstDash val="solid"/>
              <a:round/>
              <a:headEnd type="none" w="sm" len="sm"/>
              <a:tailEnd type="none" w="sm" len="sm"/>
            </a:ln>
          </p:spPr>
        </p:cxnSp>
        <p:sp>
          <p:nvSpPr>
            <p:cNvPr id="821" name="Google Shape;821;p94"/>
            <p:cNvSpPr txBox="1"/>
            <p:nvPr/>
          </p:nvSpPr>
          <p:spPr>
            <a:xfrm>
              <a:off x="746" y="2700"/>
              <a:ext cx="40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a:solidFill>
                    <a:srgbClr val="0033CC"/>
                  </a:solidFill>
                  <a:latin typeface="Times New Roman"/>
                  <a:ea typeface="Times New Roman"/>
                  <a:cs typeface="Times New Roman"/>
                  <a:sym typeface="Times New Roman"/>
                </a:rPr>
                <a:t>cn</a:t>
              </a:r>
              <a:r>
                <a:rPr lang="en-US" sz="2000" b="1">
                  <a:solidFill>
                    <a:srgbClr val="0033CC"/>
                  </a:solidFill>
                  <a:latin typeface="Times New Roman"/>
                  <a:ea typeface="Times New Roman"/>
                  <a:cs typeface="Times New Roman"/>
                  <a:sym typeface="Times New Roman"/>
                </a:rPr>
                <a:t>/4</a:t>
              </a:r>
              <a:endParaRPr/>
            </a:p>
          </p:txBody>
        </p:sp>
        <p:sp>
          <p:nvSpPr>
            <p:cNvPr id="822" name="Google Shape;822;p94"/>
            <p:cNvSpPr txBox="1"/>
            <p:nvPr/>
          </p:nvSpPr>
          <p:spPr>
            <a:xfrm>
              <a:off x="1399" y="2711"/>
              <a:ext cx="40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a:solidFill>
                    <a:srgbClr val="0033CC"/>
                  </a:solidFill>
                  <a:latin typeface="Times New Roman"/>
                  <a:ea typeface="Times New Roman"/>
                  <a:cs typeface="Times New Roman"/>
                  <a:sym typeface="Times New Roman"/>
                </a:rPr>
                <a:t>cn</a:t>
              </a:r>
              <a:r>
                <a:rPr lang="en-US" sz="2000" b="1">
                  <a:solidFill>
                    <a:srgbClr val="0033CC"/>
                  </a:solidFill>
                  <a:latin typeface="Times New Roman"/>
                  <a:ea typeface="Times New Roman"/>
                  <a:cs typeface="Times New Roman"/>
                  <a:sym typeface="Times New Roman"/>
                </a:rPr>
                <a:t>/4</a:t>
              </a:r>
              <a:endParaRPr/>
            </a:p>
          </p:txBody>
        </p:sp>
        <p:sp>
          <p:nvSpPr>
            <p:cNvPr id="823" name="Google Shape;823;p94"/>
            <p:cNvSpPr txBox="1"/>
            <p:nvPr/>
          </p:nvSpPr>
          <p:spPr>
            <a:xfrm>
              <a:off x="1786" y="2711"/>
              <a:ext cx="40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a:solidFill>
                    <a:srgbClr val="0033CC"/>
                  </a:solidFill>
                  <a:latin typeface="Times New Roman"/>
                  <a:ea typeface="Times New Roman"/>
                  <a:cs typeface="Times New Roman"/>
                  <a:sym typeface="Times New Roman"/>
                </a:rPr>
                <a:t>cn</a:t>
              </a:r>
              <a:r>
                <a:rPr lang="en-US" sz="2000" b="1">
                  <a:solidFill>
                    <a:srgbClr val="0033CC"/>
                  </a:solidFill>
                  <a:latin typeface="Times New Roman"/>
                  <a:ea typeface="Times New Roman"/>
                  <a:cs typeface="Times New Roman"/>
                  <a:sym typeface="Times New Roman"/>
                </a:rPr>
                <a:t>/4</a:t>
              </a:r>
              <a:endParaRPr/>
            </a:p>
          </p:txBody>
        </p:sp>
        <p:sp>
          <p:nvSpPr>
            <p:cNvPr id="824" name="Google Shape;824;p94"/>
            <p:cNvSpPr txBox="1"/>
            <p:nvPr/>
          </p:nvSpPr>
          <p:spPr>
            <a:xfrm>
              <a:off x="2325" y="2711"/>
              <a:ext cx="40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a:solidFill>
                    <a:srgbClr val="0033CC"/>
                  </a:solidFill>
                  <a:latin typeface="Times New Roman"/>
                  <a:ea typeface="Times New Roman"/>
                  <a:cs typeface="Times New Roman"/>
                  <a:sym typeface="Times New Roman"/>
                </a:rPr>
                <a:t>cn</a:t>
              </a:r>
              <a:r>
                <a:rPr lang="en-US" sz="2000" b="1">
                  <a:solidFill>
                    <a:srgbClr val="0033CC"/>
                  </a:solidFill>
                  <a:latin typeface="Times New Roman"/>
                  <a:ea typeface="Times New Roman"/>
                  <a:cs typeface="Times New Roman"/>
                  <a:sym typeface="Times New Roman"/>
                </a:rPr>
                <a:t>/4</a:t>
              </a:r>
              <a:endParaRPr/>
            </a:p>
          </p:txBody>
        </p:sp>
        <p:cxnSp>
          <p:nvCxnSpPr>
            <p:cNvPr id="825" name="Google Shape;825;p94"/>
            <p:cNvCxnSpPr/>
            <p:nvPr/>
          </p:nvCxnSpPr>
          <p:spPr>
            <a:xfrm flipH="1">
              <a:off x="746" y="2927"/>
              <a:ext cx="170" cy="425"/>
            </a:xfrm>
            <a:prstGeom prst="straightConnector1">
              <a:avLst/>
            </a:prstGeom>
            <a:noFill/>
            <a:ln w="28575" cap="flat" cmpd="sng">
              <a:solidFill>
                <a:schemeClr val="dk1"/>
              </a:solidFill>
              <a:prstDash val="solid"/>
              <a:round/>
              <a:headEnd type="none" w="sm" len="sm"/>
              <a:tailEnd type="none" w="sm" len="sm"/>
            </a:ln>
          </p:spPr>
        </p:cxnSp>
        <p:cxnSp>
          <p:nvCxnSpPr>
            <p:cNvPr id="826" name="Google Shape;826;p94"/>
            <p:cNvCxnSpPr/>
            <p:nvPr/>
          </p:nvCxnSpPr>
          <p:spPr>
            <a:xfrm>
              <a:off x="973" y="2928"/>
              <a:ext cx="141" cy="434"/>
            </a:xfrm>
            <a:prstGeom prst="straightConnector1">
              <a:avLst/>
            </a:prstGeom>
            <a:noFill/>
            <a:ln w="28575" cap="flat" cmpd="sng">
              <a:solidFill>
                <a:schemeClr val="dk1"/>
              </a:solidFill>
              <a:prstDash val="solid"/>
              <a:round/>
              <a:headEnd type="none" w="sm" len="sm"/>
              <a:tailEnd type="none" w="sm" len="sm"/>
            </a:ln>
          </p:spPr>
        </p:cxnSp>
        <p:cxnSp>
          <p:nvCxnSpPr>
            <p:cNvPr id="827" name="Google Shape;827;p94"/>
            <p:cNvCxnSpPr/>
            <p:nvPr/>
          </p:nvCxnSpPr>
          <p:spPr>
            <a:xfrm flipH="1">
              <a:off x="1408" y="2939"/>
              <a:ext cx="170" cy="425"/>
            </a:xfrm>
            <a:prstGeom prst="straightConnector1">
              <a:avLst/>
            </a:prstGeom>
            <a:noFill/>
            <a:ln w="28575" cap="flat" cmpd="sng">
              <a:solidFill>
                <a:schemeClr val="dk1"/>
              </a:solidFill>
              <a:prstDash val="solid"/>
              <a:round/>
              <a:headEnd type="none" w="sm" len="sm"/>
              <a:tailEnd type="none" w="sm" len="sm"/>
            </a:ln>
          </p:spPr>
        </p:cxnSp>
        <p:cxnSp>
          <p:nvCxnSpPr>
            <p:cNvPr id="828" name="Google Shape;828;p94"/>
            <p:cNvCxnSpPr/>
            <p:nvPr/>
          </p:nvCxnSpPr>
          <p:spPr>
            <a:xfrm>
              <a:off x="1635" y="2940"/>
              <a:ext cx="141" cy="434"/>
            </a:xfrm>
            <a:prstGeom prst="straightConnector1">
              <a:avLst/>
            </a:prstGeom>
            <a:noFill/>
            <a:ln w="28575" cap="flat" cmpd="sng">
              <a:solidFill>
                <a:schemeClr val="dk1"/>
              </a:solidFill>
              <a:prstDash val="solid"/>
              <a:round/>
              <a:headEnd type="none" w="sm" len="sm"/>
              <a:tailEnd type="none" w="sm" len="sm"/>
            </a:ln>
          </p:spPr>
        </p:cxnSp>
        <p:cxnSp>
          <p:nvCxnSpPr>
            <p:cNvPr id="829" name="Google Shape;829;p94"/>
            <p:cNvCxnSpPr/>
            <p:nvPr/>
          </p:nvCxnSpPr>
          <p:spPr>
            <a:xfrm flipH="1">
              <a:off x="1853" y="2948"/>
              <a:ext cx="170" cy="425"/>
            </a:xfrm>
            <a:prstGeom prst="straightConnector1">
              <a:avLst/>
            </a:prstGeom>
            <a:noFill/>
            <a:ln w="28575" cap="flat" cmpd="sng">
              <a:solidFill>
                <a:schemeClr val="dk1"/>
              </a:solidFill>
              <a:prstDash val="solid"/>
              <a:round/>
              <a:headEnd type="none" w="sm" len="sm"/>
              <a:tailEnd type="none" w="sm" len="sm"/>
            </a:ln>
          </p:spPr>
        </p:cxnSp>
        <p:cxnSp>
          <p:nvCxnSpPr>
            <p:cNvPr id="830" name="Google Shape;830;p94"/>
            <p:cNvCxnSpPr/>
            <p:nvPr/>
          </p:nvCxnSpPr>
          <p:spPr>
            <a:xfrm>
              <a:off x="2080" y="2949"/>
              <a:ext cx="141" cy="434"/>
            </a:xfrm>
            <a:prstGeom prst="straightConnector1">
              <a:avLst/>
            </a:prstGeom>
            <a:noFill/>
            <a:ln w="28575" cap="flat" cmpd="sng">
              <a:solidFill>
                <a:schemeClr val="dk1"/>
              </a:solidFill>
              <a:prstDash val="solid"/>
              <a:round/>
              <a:headEnd type="none" w="sm" len="sm"/>
              <a:tailEnd type="none" w="sm" len="sm"/>
            </a:ln>
          </p:spPr>
        </p:cxnSp>
        <p:cxnSp>
          <p:nvCxnSpPr>
            <p:cNvPr id="831" name="Google Shape;831;p94"/>
            <p:cNvCxnSpPr/>
            <p:nvPr/>
          </p:nvCxnSpPr>
          <p:spPr>
            <a:xfrm flipH="1">
              <a:off x="2371" y="2938"/>
              <a:ext cx="170" cy="425"/>
            </a:xfrm>
            <a:prstGeom prst="straightConnector1">
              <a:avLst/>
            </a:prstGeom>
            <a:noFill/>
            <a:ln w="28575" cap="flat" cmpd="sng">
              <a:solidFill>
                <a:schemeClr val="dk1"/>
              </a:solidFill>
              <a:prstDash val="solid"/>
              <a:round/>
              <a:headEnd type="none" w="sm" len="sm"/>
              <a:tailEnd type="none" w="sm" len="sm"/>
            </a:ln>
          </p:spPr>
        </p:cxnSp>
        <p:cxnSp>
          <p:nvCxnSpPr>
            <p:cNvPr id="832" name="Google Shape;832;p94"/>
            <p:cNvCxnSpPr/>
            <p:nvPr/>
          </p:nvCxnSpPr>
          <p:spPr>
            <a:xfrm>
              <a:off x="2598" y="2939"/>
              <a:ext cx="141" cy="434"/>
            </a:xfrm>
            <a:prstGeom prst="straightConnector1">
              <a:avLst/>
            </a:prstGeom>
            <a:noFill/>
            <a:ln w="28575" cap="flat" cmpd="sng">
              <a:solidFill>
                <a:schemeClr val="dk1"/>
              </a:solidFill>
              <a:prstDash val="solid"/>
              <a:round/>
              <a:headEnd type="none" w="sm" len="sm"/>
              <a:tailEnd type="none" w="sm" len="sm"/>
            </a:ln>
          </p:spPr>
        </p:cxnSp>
        <p:cxnSp>
          <p:nvCxnSpPr>
            <p:cNvPr id="833" name="Google Shape;833;p94"/>
            <p:cNvCxnSpPr/>
            <p:nvPr/>
          </p:nvCxnSpPr>
          <p:spPr>
            <a:xfrm>
              <a:off x="765" y="3523"/>
              <a:ext cx="0" cy="246"/>
            </a:xfrm>
            <a:prstGeom prst="straightConnector1">
              <a:avLst/>
            </a:prstGeom>
            <a:noFill/>
            <a:ln w="28575" cap="flat" cmpd="sng">
              <a:solidFill>
                <a:schemeClr val="dk1"/>
              </a:solidFill>
              <a:prstDash val="dot"/>
              <a:round/>
              <a:headEnd type="none" w="sm" len="sm"/>
              <a:tailEnd type="none" w="sm" len="sm"/>
            </a:ln>
          </p:spPr>
        </p:cxnSp>
        <p:cxnSp>
          <p:nvCxnSpPr>
            <p:cNvPr id="834" name="Google Shape;834;p94"/>
            <p:cNvCxnSpPr/>
            <p:nvPr/>
          </p:nvCxnSpPr>
          <p:spPr>
            <a:xfrm>
              <a:off x="1106" y="3523"/>
              <a:ext cx="0" cy="246"/>
            </a:xfrm>
            <a:prstGeom prst="straightConnector1">
              <a:avLst/>
            </a:prstGeom>
            <a:noFill/>
            <a:ln w="28575" cap="flat" cmpd="sng">
              <a:solidFill>
                <a:schemeClr val="dk1"/>
              </a:solidFill>
              <a:prstDash val="dot"/>
              <a:round/>
              <a:headEnd type="none" w="sm" len="sm"/>
              <a:tailEnd type="none" w="sm" len="sm"/>
            </a:ln>
          </p:spPr>
        </p:cxnSp>
        <p:cxnSp>
          <p:nvCxnSpPr>
            <p:cNvPr id="835" name="Google Shape;835;p94"/>
            <p:cNvCxnSpPr/>
            <p:nvPr/>
          </p:nvCxnSpPr>
          <p:spPr>
            <a:xfrm>
              <a:off x="1410" y="3523"/>
              <a:ext cx="0" cy="246"/>
            </a:xfrm>
            <a:prstGeom prst="straightConnector1">
              <a:avLst/>
            </a:prstGeom>
            <a:noFill/>
            <a:ln w="28575" cap="flat" cmpd="sng">
              <a:solidFill>
                <a:schemeClr val="dk1"/>
              </a:solidFill>
              <a:prstDash val="dot"/>
              <a:round/>
              <a:headEnd type="none" w="sm" len="sm"/>
              <a:tailEnd type="none" w="sm" len="sm"/>
            </a:ln>
          </p:spPr>
        </p:cxnSp>
        <p:cxnSp>
          <p:nvCxnSpPr>
            <p:cNvPr id="836" name="Google Shape;836;p94"/>
            <p:cNvCxnSpPr/>
            <p:nvPr/>
          </p:nvCxnSpPr>
          <p:spPr>
            <a:xfrm>
              <a:off x="2236" y="3523"/>
              <a:ext cx="0" cy="246"/>
            </a:xfrm>
            <a:prstGeom prst="straightConnector1">
              <a:avLst/>
            </a:prstGeom>
            <a:noFill/>
            <a:ln w="28575" cap="flat" cmpd="sng">
              <a:solidFill>
                <a:schemeClr val="dk1"/>
              </a:solidFill>
              <a:prstDash val="dot"/>
              <a:round/>
              <a:headEnd type="none" w="sm" len="sm"/>
              <a:tailEnd type="none" w="sm" len="sm"/>
            </a:ln>
          </p:spPr>
        </p:cxnSp>
        <p:cxnSp>
          <p:nvCxnSpPr>
            <p:cNvPr id="837" name="Google Shape;837;p94"/>
            <p:cNvCxnSpPr/>
            <p:nvPr/>
          </p:nvCxnSpPr>
          <p:spPr>
            <a:xfrm>
              <a:off x="2446" y="3523"/>
              <a:ext cx="0" cy="246"/>
            </a:xfrm>
            <a:prstGeom prst="straightConnector1">
              <a:avLst/>
            </a:prstGeom>
            <a:noFill/>
            <a:ln w="28575" cap="flat" cmpd="sng">
              <a:solidFill>
                <a:schemeClr val="dk1"/>
              </a:solidFill>
              <a:prstDash val="dot"/>
              <a:round/>
              <a:headEnd type="none" w="sm" len="sm"/>
              <a:tailEnd type="none" w="sm" len="sm"/>
            </a:ln>
          </p:spPr>
        </p:cxnSp>
        <p:cxnSp>
          <p:nvCxnSpPr>
            <p:cNvPr id="838" name="Google Shape;838;p94"/>
            <p:cNvCxnSpPr/>
            <p:nvPr/>
          </p:nvCxnSpPr>
          <p:spPr>
            <a:xfrm>
              <a:off x="2738" y="3523"/>
              <a:ext cx="0" cy="246"/>
            </a:xfrm>
            <a:prstGeom prst="straightConnector1">
              <a:avLst/>
            </a:prstGeom>
            <a:noFill/>
            <a:ln w="28575" cap="flat" cmpd="sng">
              <a:solidFill>
                <a:schemeClr val="dk1"/>
              </a:solidFill>
              <a:prstDash val="dot"/>
              <a:round/>
              <a:headEnd type="none" w="sm" len="sm"/>
              <a:tailEnd type="none" w="sm" len="sm"/>
            </a:ln>
          </p:spPr>
        </p:cxnSp>
        <p:cxnSp>
          <p:nvCxnSpPr>
            <p:cNvPr id="839" name="Google Shape;839;p94"/>
            <p:cNvCxnSpPr/>
            <p:nvPr/>
          </p:nvCxnSpPr>
          <p:spPr>
            <a:xfrm>
              <a:off x="1700" y="3654"/>
              <a:ext cx="396" cy="0"/>
            </a:xfrm>
            <a:prstGeom prst="straightConnector1">
              <a:avLst/>
            </a:prstGeom>
            <a:noFill/>
            <a:ln w="12700" cap="rnd" cmpd="sng">
              <a:solidFill>
                <a:schemeClr val="dk1"/>
              </a:solidFill>
              <a:prstDash val="dot"/>
              <a:round/>
              <a:headEnd type="none" w="sm" len="sm"/>
              <a:tailEnd type="none" w="sm" len="sm"/>
            </a:ln>
          </p:spPr>
        </p:cxnSp>
        <p:sp>
          <p:nvSpPr>
            <p:cNvPr id="840" name="Google Shape;840;p94"/>
            <p:cNvSpPr txBox="1"/>
            <p:nvPr/>
          </p:nvSpPr>
          <p:spPr>
            <a:xfrm>
              <a:off x="659" y="3733"/>
              <a:ext cx="201"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a:t>
              </a:r>
              <a:endParaRPr/>
            </a:p>
          </p:txBody>
        </p:sp>
        <p:sp>
          <p:nvSpPr>
            <p:cNvPr id="841" name="Google Shape;841;p94"/>
            <p:cNvSpPr txBox="1"/>
            <p:nvPr/>
          </p:nvSpPr>
          <p:spPr>
            <a:xfrm>
              <a:off x="982" y="3733"/>
              <a:ext cx="201"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a:t>
              </a:r>
              <a:endParaRPr/>
            </a:p>
          </p:txBody>
        </p:sp>
        <p:sp>
          <p:nvSpPr>
            <p:cNvPr id="842" name="Google Shape;842;p94"/>
            <p:cNvSpPr txBox="1"/>
            <p:nvPr/>
          </p:nvSpPr>
          <p:spPr>
            <a:xfrm>
              <a:off x="1305" y="3733"/>
              <a:ext cx="201"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a:t>
              </a:r>
              <a:endParaRPr/>
            </a:p>
          </p:txBody>
        </p:sp>
        <p:sp>
          <p:nvSpPr>
            <p:cNvPr id="843" name="Google Shape;843;p94"/>
            <p:cNvSpPr txBox="1"/>
            <p:nvPr/>
          </p:nvSpPr>
          <p:spPr>
            <a:xfrm>
              <a:off x="2345" y="3733"/>
              <a:ext cx="201"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a:t>
              </a:r>
              <a:endParaRPr/>
            </a:p>
          </p:txBody>
        </p:sp>
        <p:sp>
          <p:nvSpPr>
            <p:cNvPr id="844" name="Google Shape;844;p94"/>
            <p:cNvSpPr txBox="1"/>
            <p:nvPr/>
          </p:nvSpPr>
          <p:spPr>
            <a:xfrm>
              <a:off x="2138" y="3733"/>
              <a:ext cx="201"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a:t>
              </a:r>
              <a:endParaRPr/>
            </a:p>
          </p:txBody>
        </p:sp>
        <p:sp>
          <p:nvSpPr>
            <p:cNvPr id="845" name="Google Shape;845;p94"/>
            <p:cNvSpPr txBox="1"/>
            <p:nvPr/>
          </p:nvSpPr>
          <p:spPr>
            <a:xfrm>
              <a:off x="2620" y="3733"/>
              <a:ext cx="201"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a:t>
              </a:r>
              <a:endParaRPr/>
            </a:p>
          </p:txBody>
        </p:sp>
      </p:grpSp>
      <p:sp>
        <p:nvSpPr>
          <p:cNvPr id="846" name="Google Shape;846;p94"/>
          <p:cNvSpPr txBox="1"/>
          <p:nvPr/>
        </p:nvSpPr>
        <p:spPr>
          <a:xfrm>
            <a:off x="5599114" y="1579563"/>
            <a:ext cx="4725987"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a:solidFill>
                <a:srgbClr val="000000"/>
              </a:solidFill>
              <a:latin typeface="Times New Roman"/>
              <a:ea typeface="Times New Roman"/>
              <a:cs typeface="Times New Roman"/>
              <a:sym typeface="Times New Roman"/>
            </a:endParaRPr>
          </a:p>
        </p:txBody>
      </p:sp>
      <p:cxnSp>
        <p:nvCxnSpPr>
          <p:cNvPr id="847" name="Google Shape;847;p94"/>
          <p:cNvCxnSpPr/>
          <p:nvPr/>
        </p:nvCxnSpPr>
        <p:spPr>
          <a:xfrm>
            <a:off x="4746625" y="1576388"/>
            <a:ext cx="4076700" cy="0"/>
          </a:xfrm>
          <a:prstGeom prst="straightConnector1">
            <a:avLst/>
          </a:prstGeom>
          <a:noFill/>
          <a:ln w="19050" cap="flat" cmpd="sng">
            <a:solidFill>
              <a:schemeClr val="dk1"/>
            </a:solidFill>
            <a:prstDash val="dot"/>
            <a:round/>
            <a:headEnd type="none" w="sm" len="sm"/>
            <a:tailEnd type="triangle" w="med" len="med"/>
          </a:ln>
        </p:spPr>
      </p:cxnSp>
      <p:cxnSp>
        <p:nvCxnSpPr>
          <p:cNvPr id="848" name="Google Shape;848;p94"/>
          <p:cNvCxnSpPr/>
          <p:nvPr/>
        </p:nvCxnSpPr>
        <p:spPr>
          <a:xfrm>
            <a:off x="5513388" y="2959100"/>
            <a:ext cx="3313112" cy="0"/>
          </a:xfrm>
          <a:prstGeom prst="straightConnector1">
            <a:avLst/>
          </a:prstGeom>
          <a:noFill/>
          <a:ln w="19050" cap="flat" cmpd="sng">
            <a:solidFill>
              <a:schemeClr val="dk1"/>
            </a:solidFill>
            <a:prstDash val="dot"/>
            <a:round/>
            <a:headEnd type="none" w="sm" len="sm"/>
            <a:tailEnd type="triangle" w="med" len="med"/>
          </a:ln>
        </p:spPr>
      </p:cxnSp>
      <p:cxnSp>
        <p:nvCxnSpPr>
          <p:cNvPr id="849" name="Google Shape;849;p94"/>
          <p:cNvCxnSpPr/>
          <p:nvPr/>
        </p:nvCxnSpPr>
        <p:spPr>
          <a:xfrm>
            <a:off x="5919788" y="4192589"/>
            <a:ext cx="2908300" cy="14287"/>
          </a:xfrm>
          <a:prstGeom prst="straightConnector1">
            <a:avLst/>
          </a:prstGeom>
          <a:noFill/>
          <a:ln w="19050" cap="flat" cmpd="sng">
            <a:solidFill>
              <a:schemeClr val="dk1"/>
            </a:solidFill>
            <a:prstDash val="dot"/>
            <a:round/>
            <a:headEnd type="none" w="sm" len="sm"/>
            <a:tailEnd type="triangle" w="med" len="med"/>
          </a:ln>
        </p:spPr>
      </p:cxnSp>
      <p:cxnSp>
        <p:nvCxnSpPr>
          <p:cNvPr id="850" name="Google Shape;850;p94"/>
          <p:cNvCxnSpPr/>
          <p:nvPr/>
        </p:nvCxnSpPr>
        <p:spPr>
          <a:xfrm rot="10800000" flipH="1">
            <a:off x="6223001" y="5856289"/>
            <a:ext cx="2638425" cy="1587"/>
          </a:xfrm>
          <a:prstGeom prst="straightConnector1">
            <a:avLst/>
          </a:prstGeom>
          <a:noFill/>
          <a:ln w="19050" cap="flat" cmpd="sng">
            <a:solidFill>
              <a:schemeClr val="dk1"/>
            </a:solidFill>
            <a:prstDash val="dot"/>
            <a:round/>
            <a:headEnd type="none" w="sm" len="sm"/>
            <a:tailEnd type="triangle" w="med" len="med"/>
          </a:ln>
        </p:spPr>
      </p:cxnSp>
      <p:sp>
        <p:nvSpPr>
          <p:cNvPr id="851" name="Google Shape;851;p94"/>
          <p:cNvSpPr txBox="1"/>
          <p:nvPr/>
        </p:nvSpPr>
        <p:spPr>
          <a:xfrm>
            <a:off x="1716088" y="3482975"/>
            <a:ext cx="6667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a:solidFill>
                  <a:srgbClr val="CC3300"/>
                </a:solidFill>
                <a:latin typeface="Times New Roman"/>
                <a:ea typeface="Times New Roman"/>
                <a:cs typeface="Times New Roman"/>
                <a:sym typeface="Times New Roman"/>
              </a:rPr>
              <a:t>lg </a:t>
            </a:r>
            <a:r>
              <a:rPr lang="en-US" sz="2400" b="1" i="1">
                <a:solidFill>
                  <a:srgbClr val="CC3300"/>
                </a:solidFill>
                <a:latin typeface="Times New Roman"/>
                <a:ea typeface="Times New Roman"/>
                <a:cs typeface="Times New Roman"/>
                <a:sym typeface="Times New Roman"/>
              </a:rPr>
              <a:t>n</a:t>
            </a:r>
            <a:endParaRPr sz="2400" b="1">
              <a:solidFill>
                <a:srgbClr val="CC3300"/>
              </a:solidFill>
              <a:latin typeface="Times New Roman"/>
              <a:ea typeface="Times New Roman"/>
              <a:cs typeface="Times New Roman"/>
              <a:sym typeface="Times New Roman"/>
            </a:endParaRPr>
          </a:p>
        </p:txBody>
      </p:sp>
      <p:cxnSp>
        <p:nvCxnSpPr>
          <p:cNvPr id="852" name="Google Shape;852;p94"/>
          <p:cNvCxnSpPr/>
          <p:nvPr/>
        </p:nvCxnSpPr>
        <p:spPr>
          <a:xfrm rot="10800000">
            <a:off x="2032000" y="1438276"/>
            <a:ext cx="0" cy="1858963"/>
          </a:xfrm>
          <a:prstGeom prst="straightConnector1">
            <a:avLst/>
          </a:prstGeom>
          <a:noFill/>
          <a:ln w="19050" cap="flat" cmpd="sng">
            <a:solidFill>
              <a:schemeClr val="dk1"/>
            </a:solidFill>
            <a:prstDash val="solid"/>
            <a:round/>
            <a:headEnd type="none" w="sm" len="sm"/>
            <a:tailEnd type="triangle" w="med" len="med"/>
          </a:ln>
        </p:spPr>
      </p:cxnSp>
      <p:cxnSp>
        <p:nvCxnSpPr>
          <p:cNvPr id="853" name="Google Shape;853;p94"/>
          <p:cNvCxnSpPr/>
          <p:nvPr/>
        </p:nvCxnSpPr>
        <p:spPr>
          <a:xfrm>
            <a:off x="2047875" y="4137026"/>
            <a:ext cx="0" cy="1844675"/>
          </a:xfrm>
          <a:prstGeom prst="straightConnector1">
            <a:avLst/>
          </a:prstGeom>
          <a:noFill/>
          <a:ln w="19050" cap="flat" cmpd="sng">
            <a:solidFill>
              <a:schemeClr val="dk1"/>
            </a:solidFill>
            <a:prstDash val="solid"/>
            <a:round/>
            <a:headEnd type="none" w="med" len="med"/>
            <a:tailEnd type="triangle" w="med" len="med"/>
          </a:ln>
        </p:spPr>
      </p:cxnSp>
      <p:sp>
        <p:nvSpPr>
          <p:cNvPr id="854" name="Google Shape;854;p94"/>
          <p:cNvSpPr txBox="1"/>
          <p:nvPr/>
        </p:nvSpPr>
        <p:spPr>
          <a:xfrm>
            <a:off x="9091613" y="1309688"/>
            <a:ext cx="4889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CC3300"/>
                </a:solidFill>
                <a:latin typeface="Times New Roman"/>
                <a:ea typeface="Times New Roman"/>
                <a:cs typeface="Times New Roman"/>
                <a:sym typeface="Times New Roman"/>
              </a:rPr>
              <a:t>cn</a:t>
            </a:r>
            <a:endParaRPr/>
          </a:p>
        </p:txBody>
      </p:sp>
      <p:sp>
        <p:nvSpPr>
          <p:cNvPr id="855" name="Google Shape;855;p94"/>
          <p:cNvSpPr txBox="1"/>
          <p:nvPr/>
        </p:nvSpPr>
        <p:spPr>
          <a:xfrm>
            <a:off x="9091613" y="2735263"/>
            <a:ext cx="4889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CC3300"/>
                </a:solidFill>
                <a:latin typeface="Times New Roman"/>
                <a:ea typeface="Times New Roman"/>
                <a:cs typeface="Times New Roman"/>
                <a:sym typeface="Times New Roman"/>
              </a:rPr>
              <a:t>cn</a:t>
            </a:r>
            <a:endParaRPr/>
          </a:p>
        </p:txBody>
      </p:sp>
      <p:sp>
        <p:nvSpPr>
          <p:cNvPr id="856" name="Google Shape;856;p94"/>
          <p:cNvSpPr txBox="1"/>
          <p:nvPr/>
        </p:nvSpPr>
        <p:spPr>
          <a:xfrm>
            <a:off x="9091613" y="3995738"/>
            <a:ext cx="4889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CC3300"/>
                </a:solidFill>
                <a:latin typeface="Times New Roman"/>
                <a:ea typeface="Times New Roman"/>
                <a:cs typeface="Times New Roman"/>
                <a:sym typeface="Times New Roman"/>
              </a:rPr>
              <a:t>cn</a:t>
            </a:r>
            <a:endParaRPr/>
          </a:p>
        </p:txBody>
      </p:sp>
      <p:sp>
        <p:nvSpPr>
          <p:cNvPr id="857" name="Google Shape;857;p94"/>
          <p:cNvSpPr txBox="1"/>
          <p:nvPr/>
        </p:nvSpPr>
        <p:spPr>
          <a:xfrm>
            <a:off x="9091613" y="5616575"/>
            <a:ext cx="48895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CC3300"/>
                </a:solidFill>
                <a:latin typeface="Times New Roman"/>
                <a:ea typeface="Times New Roman"/>
                <a:cs typeface="Times New Roman"/>
                <a:sym typeface="Times New Roman"/>
              </a:rPr>
              <a:t>cn</a:t>
            </a:r>
            <a:endParaRPr/>
          </a:p>
        </p:txBody>
      </p:sp>
      <p:sp>
        <p:nvSpPr>
          <p:cNvPr id="858" name="Google Shape;858;p94"/>
          <p:cNvSpPr txBox="1"/>
          <p:nvPr/>
        </p:nvSpPr>
        <p:spPr>
          <a:xfrm>
            <a:off x="7158038" y="6046788"/>
            <a:ext cx="2959100"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FF3300"/>
                </a:solidFill>
                <a:latin typeface="Times New Roman"/>
                <a:ea typeface="Times New Roman"/>
                <a:cs typeface="Times New Roman"/>
                <a:sym typeface="Times New Roman"/>
              </a:rPr>
              <a:t>Total           : </a:t>
            </a:r>
            <a:r>
              <a:rPr lang="en-US" sz="2400" i="1">
                <a:solidFill>
                  <a:srgbClr val="FF3300"/>
                </a:solidFill>
                <a:latin typeface="Times New Roman"/>
                <a:ea typeface="Times New Roman"/>
                <a:cs typeface="Times New Roman"/>
                <a:sym typeface="Times New Roman"/>
              </a:rPr>
              <a:t>cn</a:t>
            </a:r>
            <a:r>
              <a:rPr lang="en-US" sz="2400">
                <a:solidFill>
                  <a:srgbClr val="FF3300"/>
                </a:solidFill>
                <a:latin typeface="Times New Roman"/>
                <a:ea typeface="Times New Roman"/>
                <a:cs typeface="Times New Roman"/>
                <a:sym typeface="Times New Roman"/>
              </a:rPr>
              <a:t>lg</a:t>
            </a:r>
            <a:r>
              <a:rPr lang="en-US" sz="2400" i="1">
                <a:solidFill>
                  <a:srgbClr val="FF3300"/>
                </a:solidFill>
                <a:latin typeface="Times New Roman"/>
                <a:ea typeface="Times New Roman"/>
                <a:cs typeface="Times New Roman"/>
                <a:sym typeface="Times New Roman"/>
              </a:rPr>
              <a:t>n</a:t>
            </a:r>
            <a:r>
              <a:rPr lang="en-US" sz="2400">
                <a:solidFill>
                  <a:srgbClr val="FF3300"/>
                </a:solidFill>
                <a:latin typeface="Times New Roman"/>
                <a:ea typeface="Times New Roman"/>
                <a:cs typeface="Times New Roman"/>
                <a:sym typeface="Times New Roman"/>
              </a:rPr>
              <a:t>+</a:t>
            </a:r>
            <a:r>
              <a:rPr lang="en-US" sz="2400" i="1">
                <a:solidFill>
                  <a:srgbClr val="FF3300"/>
                </a:solidFill>
                <a:latin typeface="Times New Roman"/>
                <a:ea typeface="Times New Roman"/>
                <a:cs typeface="Times New Roman"/>
                <a:sym typeface="Times New Roman"/>
              </a:rPr>
              <a:t>cn</a:t>
            </a:r>
            <a:endParaRPr sz="2400">
              <a:solidFill>
                <a:srgbClr val="FF3300"/>
              </a:solidFill>
              <a:latin typeface="Times New Roman"/>
              <a:ea typeface="Times New Roman"/>
              <a:cs typeface="Times New Roman"/>
              <a:sym typeface="Times New Roman"/>
            </a:endParaRPr>
          </a:p>
        </p:txBody>
      </p:sp>
      <p:sp>
        <p:nvSpPr>
          <p:cNvPr id="859" name="Google Shape;859;p94"/>
          <p:cNvSpPr txBox="1"/>
          <p:nvPr/>
        </p:nvSpPr>
        <p:spPr>
          <a:xfrm>
            <a:off x="9683647" y="303383"/>
            <a:ext cx="2225008" cy="495651"/>
          </a:xfrm>
          <a:prstGeom prst="rect">
            <a:avLst/>
          </a:prstGeom>
          <a:noFill/>
          <a:ln>
            <a:noFill/>
          </a:ln>
        </p:spPr>
        <p:txBody>
          <a:bodyPr spcFirstLastPara="1" wrap="square" lIns="92075" tIns="46025" rIns="92075" bIns="46025" anchor="ctr" anchorCtr="0">
            <a:noAutofit/>
          </a:bodyPr>
          <a:lstStyle/>
          <a:p>
            <a:pPr marL="0" marR="0" lvl="0" indent="0" algn="r" rtl="0">
              <a:spcBef>
                <a:spcPts val="0"/>
              </a:spcBef>
              <a:spcAft>
                <a:spcPts val="0"/>
              </a:spcAft>
              <a:buNone/>
            </a:pPr>
            <a:r>
              <a:rPr lang="en-US" sz="1400">
                <a:solidFill>
                  <a:srgbClr val="C00000"/>
                </a:solidFill>
                <a:latin typeface="Times New Roman"/>
                <a:ea typeface="Times New Roman"/>
                <a:cs typeface="Times New Roman"/>
                <a:sym typeface="Times New Roman"/>
              </a:rPr>
              <a:t>Ref Book: Thomas Cormen</a:t>
            </a:r>
            <a:endParaRPr sz="1400">
              <a:solidFill>
                <a:srgbClr val="C00000"/>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63"/>
        <p:cNvGrpSpPr/>
        <p:nvPr/>
      </p:nvGrpSpPr>
      <p:grpSpPr>
        <a:xfrm>
          <a:off x="0" y="0"/>
          <a:ext cx="0" cy="0"/>
          <a:chOff x="0" y="0"/>
          <a:chExt cx="0" cy="0"/>
        </a:xfrm>
      </p:grpSpPr>
      <p:sp>
        <p:nvSpPr>
          <p:cNvPr id="864" name="Google Shape;864;p95"/>
          <p:cNvSpPr txBox="1">
            <a:spLocks noGrp="1"/>
          </p:cNvSpPr>
          <p:nvPr>
            <p:ph type="ftr" idx="11"/>
          </p:nvPr>
        </p:nvSpPr>
        <p:spPr>
          <a:xfrm>
            <a:off x="4876800" y="6381750"/>
            <a:ext cx="2540000" cy="457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r>
              <a:rPr lang="en-US">
                <a:solidFill>
                  <a:srgbClr val="0033CC"/>
                </a:solidFill>
              </a:rPr>
              <a:t>Ref Book: Thomas Cormen</a:t>
            </a:r>
            <a:endParaRPr>
              <a:solidFill>
                <a:srgbClr val="0033CC"/>
              </a:solidFill>
            </a:endParaRPr>
          </a:p>
        </p:txBody>
      </p:sp>
      <p:sp>
        <p:nvSpPr>
          <p:cNvPr id="865" name="Google Shape;865;p95"/>
          <p:cNvSpPr txBox="1">
            <a:spLocks noGrp="1"/>
          </p:cNvSpPr>
          <p:nvPr>
            <p:ph type="title"/>
          </p:nvPr>
        </p:nvSpPr>
        <p:spPr>
          <a:xfrm>
            <a:off x="1" y="0"/>
            <a:ext cx="12189884" cy="9144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r>
              <a:rPr lang="en-US">
                <a:solidFill>
                  <a:schemeClr val="dk1"/>
                </a:solidFill>
              </a:rPr>
              <a:t>Recursion Tree for Merge Sort</a:t>
            </a:r>
            <a:endParaRPr/>
          </a:p>
        </p:txBody>
      </p:sp>
      <p:sp>
        <p:nvSpPr>
          <p:cNvPr id="866" name="Google Shape;866;p95"/>
          <p:cNvSpPr txBox="1"/>
          <p:nvPr/>
        </p:nvSpPr>
        <p:spPr>
          <a:xfrm>
            <a:off x="1792288" y="1069975"/>
            <a:ext cx="6989762"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000000"/>
                </a:solidFill>
                <a:latin typeface="Times New Roman"/>
                <a:ea typeface="Times New Roman"/>
                <a:cs typeface="Times New Roman"/>
                <a:sym typeface="Times New Roman"/>
              </a:rPr>
              <a:t>Continue expanding until the problem size reduces to 1.</a:t>
            </a:r>
            <a:endParaRPr/>
          </a:p>
        </p:txBody>
      </p:sp>
      <p:grpSp>
        <p:nvGrpSpPr>
          <p:cNvPr id="867" name="Google Shape;867;p95"/>
          <p:cNvGrpSpPr/>
          <p:nvPr/>
        </p:nvGrpSpPr>
        <p:grpSpPr>
          <a:xfrm>
            <a:off x="1790701" y="1403351"/>
            <a:ext cx="3432175" cy="4830763"/>
            <a:chOff x="659" y="978"/>
            <a:chExt cx="2162" cy="3043"/>
          </a:xfrm>
        </p:grpSpPr>
        <p:sp>
          <p:nvSpPr>
            <p:cNvPr id="868" name="Google Shape;868;p95"/>
            <p:cNvSpPr txBox="1"/>
            <p:nvPr/>
          </p:nvSpPr>
          <p:spPr>
            <a:xfrm>
              <a:off x="1596" y="978"/>
              <a:ext cx="308"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cn</a:t>
              </a:r>
              <a:endParaRPr/>
            </a:p>
          </p:txBody>
        </p:sp>
        <p:cxnSp>
          <p:nvCxnSpPr>
            <p:cNvPr id="869" name="Google Shape;869;p95"/>
            <p:cNvCxnSpPr/>
            <p:nvPr/>
          </p:nvCxnSpPr>
          <p:spPr>
            <a:xfrm flipH="1">
              <a:off x="1448" y="1258"/>
              <a:ext cx="263" cy="576"/>
            </a:xfrm>
            <a:prstGeom prst="straightConnector1">
              <a:avLst/>
            </a:prstGeom>
            <a:noFill/>
            <a:ln w="28575" cap="flat" cmpd="sng">
              <a:solidFill>
                <a:schemeClr val="dk1"/>
              </a:solidFill>
              <a:prstDash val="solid"/>
              <a:round/>
              <a:headEnd type="none" w="sm" len="sm"/>
              <a:tailEnd type="none" w="sm" len="sm"/>
            </a:ln>
          </p:spPr>
        </p:cxnSp>
        <p:cxnSp>
          <p:nvCxnSpPr>
            <p:cNvPr id="870" name="Google Shape;870;p95"/>
            <p:cNvCxnSpPr/>
            <p:nvPr/>
          </p:nvCxnSpPr>
          <p:spPr>
            <a:xfrm>
              <a:off x="1786" y="1248"/>
              <a:ext cx="293" cy="568"/>
            </a:xfrm>
            <a:prstGeom prst="straightConnector1">
              <a:avLst/>
            </a:prstGeom>
            <a:noFill/>
            <a:ln w="28575" cap="flat" cmpd="sng">
              <a:solidFill>
                <a:schemeClr val="dk1"/>
              </a:solidFill>
              <a:prstDash val="solid"/>
              <a:round/>
              <a:headEnd type="none" w="sm" len="sm"/>
              <a:tailEnd type="none" w="sm" len="sm"/>
            </a:ln>
          </p:spPr>
        </p:cxnSp>
        <p:sp>
          <p:nvSpPr>
            <p:cNvPr id="871" name="Google Shape;871;p95"/>
            <p:cNvSpPr txBox="1"/>
            <p:nvPr/>
          </p:nvSpPr>
          <p:spPr>
            <a:xfrm>
              <a:off x="1182" y="1913"/>
              <a:ext cx="457"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cn</a:t>
              </a:r>
              <a:r>
                <a:rPr lang="en-US" sz="2400" b="1">
                  <a:solidFill>
                    <a:srgbClr val="0033CC"/>
                  </a:solidFill>
                  <a:latin typeface="Times New Roman"/>
                  <a:ea typeface="Times New Roman"/>
                  <a:cs typeface="Times New Roman"/>
                  <a:sym typeface="Times New Roman"/>
                </a:rPr>
                <a:t>/2</a:t>
              </a:r>
              <a:endParaRPr/>
            </a:p>
          </p:txBody>
        </p:sp>
        <p:sp>
          <p:nvSpPr>
            <p:cNvPr id="872" name="Google Shape;872;p95"/>
            <p:cNvSpPr txBox="1"/>
            <p:nvPr/>
          </p:nvSpPr>
          <p:spPr>
            <a:xfrm>
              <a:off x="1947" y="1894"/>
              <a:ext cx="457"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cn</a:t>
              </a:r>
              <a:r>
                <a:rPr lang="en-US" sz="2400" b="1">
                  <a:solidFill>
                    <a:srgbClr val="0033CC"/>
                  </a:solidFill>
                  <a:latin typeface="Times New Roman"/>
                  <a:ea typeface="Times New Roman"/>
                  <a:cs typeface="Times New Roman"/>
                  <a:sym typeface="Times New Roman"/>
                </a:rPr>
                <a:t>/2</a:t>
              </a:r>
              <a:endParaRPr/>
            </a:p>
          </p:txBody>
        </p:sp>
        <p:cxnSp>
          <p:nvCxnSpPr>
            <p:cNvPr id="873" name="Google Shape;873;p95"/>
            <p:cNvCxnSpPr/>
            <p:nvPr/>
          </p:nvCxnSpPr>
          <p:spPr>
            <a:xfrm flipH="1">
              <a:off x="1076" y="2191"/>
              <a:ext cx="274" cy="482"/>
            </a:xfrm>
            <a:prstGeom prst="straightConnector1">
              <a:avLst/>
            </a:prstGeom>
            <a:noFill/>
            <a:ln w="28575" cap="flat" cmpd="sng">
              <a:solidFill>
                <a:schemeClr val="dk1"/>
              </a:solidFill>
              <a:prstDash val="solid"/>
              <a:round/>
              <a:headEnd type="none" w="sm" len="sm"/>
              <a:tailEnd type="none" w="sm" len="sm"/>
            </a:ln>
          </p:spPr>
        </p:cxnSp>
        <p:cxnSp>
          <p:nvCxnSpPr>
            <p:cNvPr id="874" name="Google Shape;874;p95"/>
            <p:cNvCxnSpPr/>
            <p:nvPr/>
          </p:nvCxnSpPr>
          <p:spPr>
            <a:xfrm>
              <a:off x="1397" y="2191"/>
              <a:ext cx="265" cy="482"/>
            </a:xfrm>
            <a:prstGeom prst="straightConnector1">
              <a:avLst/>
            </a:prstGeom>
            <a:noFill/>
            <a:ln w="28575" cap="flat" cmpd="sng">
              <a:solidFill>
                <a:schemeClr val="dk1"/>
              </a:solidFill>
              <a:prstDash val="solid"/>
              <a:round/>
              <a:headEnd type="none" w="sm" len="sm"/>
              <a:tailEnd type="none" w="sm" len="sm"/>
            </a:ln>
          </p:spPr>
        </p:cxnSp>
        <p:cxnSp>
          <p:nvCxnSpPr>
            <p:cNvPr id="875" name="Google Shape;875;p95"/>
            <p:cNvCxnSpPr/>
            <p:nvPr/>
          </p:nvCxnSpPr>
          <p:spPr>
            <a:xfrm flipH="1">
              <a:off x="1918" y="2202"/>
              <a:ext cx="274" cy="482"/>
            </a:xfrm>
            <a:prstGeom prst="straightConnector1">
              <a:avLst/>
            </a:prstGeom>
            <a:noFill/>
            <a:ln w="28575" cap="flat" cmpd="sng">
              <a:solidFill>
                <a:schemeClr val="dk1"/>
              </a:solidFill>
              <a:prstDash val="solid"/>
              <a:round/>
              <a:headEnd type="none" w="sm" len="sm"/>
              <a:tailEnd type="none" w="sm" len="sm"/>
            </a:ln>
          </p:spPr>
        </p:cxnSp>
        <p:cxnSp>
          <p:nvCxnSpPr>
            <p:cNvPr id="876" name="Google Shape;876;p95"/>
            <p:cNvCxnSpPr/>
            <p:nvPr/>
          </p:nvCxnSpPr>
          <p:spPr>
            <a:xfrm>
              <a:off x="2239" y="2202"/>
              <a:ext cx="265" cy="482"/>
            </a:xfrm>
            <a:prstGeom prst="straightConnector1">
              <a:avLst/>
            </a:prstGeom>
            <a:noFill/>
            <a:ln w="28575" cap="flat" cmpd="sng">
              <a:solidFill>
                <a:schemeClr val="dk1"/>
              </a:solidFill>
              <a:prstDash val="solid"/>
              <a:round/>
              <a:headEnd type="none" w="sm" len="sm"/>
              <a:tailEnd type="none" w="sm" len="sm"/>
            </a:ln>
          </p:spPr>
        </p:cxnSp>
        <p:sp>
          <p:nvSpPr>
            <p:cNvPr id="877" name="Google Shape;877;p95"/>
            <p:cNvSpPr txBox="1"/>
            <p:nvPr/>
          </p:nvSpPr>
          <p:spPr>
            <a:xfrm>
              <a:off x="746" y="2700"/>
              <a:ext cx="40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a:solidFill>
                    <a:srgbClr val="0033CC"/>
                  </a:solidFill>
                  <a:latin typeface="Times New Roman"/>
                  <a:ea typeface="Times New Roman"/>
                  <a:cs typeface="Times New Roman"/>
                  <a:sym typeface="Times New Roman"/>
                </a:rPr>
                <a:t>cn</a:t>
              </a:r>
              <a:r>
                <a:rPr lang="en-US" sz="2000" b="1">
                  <a:solidFill>
                    <a:srgbClr val="0033CC"/>
                  </a:solidFill>
                  <a:latin typeface="Times New Roman"/>
                  <a:ea typeface="Times New Roman"/>
                  <a:cs typeface="Times New Roman"/>
                  <a:sym typeface="Times New Roman"/>
                </a:rPr>
                <a:t>/4</a:t>
              </a:r>
              <a:endParaRPr/>
            </a:p>
          </p:txBody>
        </p:sp>
        <p:sp>
          <p:nvSpPr>
            <p:cNvPr id="878" name="Google Shape;878;p95"/>
            <p:cNvSpPr txBox="1"/>
            <p:nvPr/>
          </p:nvSpPr>
          <p:spPr>
            <a:xfrm>
              <a:off x="1399" y="2711"/>
              <a:ext cx="40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a:solidFill>
                    <a:srgbClr val="0033CC"/>
                  </a:solidFill>
                  <a:latin typeface="Times New Roman"/>
                  <a:ea typeface="Times New Roman"/>
                  <a:cs typeface="Times New Roman"/>
                  <a:sym typeface="Times New Roman"/>
                </a:rPr>
                <a:t>cn</a:t>
              </a:r>
              <a:r>
                <a:rPr lang="en-US" sz="2000" b="1">
                  <a:solidFill>
                    <a:srgbClr val="0033CC"/>
                  </a:solidFill>
                  <a:latin typeface="Times New Roman"/>
                  <a:ea typeface="Times New Roman"/>
                  <a:cs typeface="Times New Roman"/>
                  <a:sym typeface="Times New Roman"/>
                </a:rPr>
                <a:t>/4</a:t>
              </a:r>
              <a:endParaRPr/>
            </a:p>
          </p:txBody>
        </p:sp>
        <p:sp>
          <p:nvSpPr>
            <p:cNvPr id="879" name="Google Shape;879;p95"/>
            <p:cNvSpPr txBox="1"/>
            <p:nvPr/>
          </p:nvSpPr>
          <p:spPr>
            <a:xfrm>
              <a:off x="1786" y="2711"/>
              <a:ext cx="40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a:solidFill>
                    <a:srgbClr val="0033CC"/>
                  </a:solidFill>
                  <a:latin typeface="Times New Roman"/>
                  <a:ea typeface="Times New Roman"/>
                  <a:cs typeface="Times New Roman"/>
                  <a:sym typeface="Times New Roman"/>
                </a:rPr>
                <a:t>cn</a:t>
              </a:r>
              <a:r>
                <a:rPr lang="en-US" sz="2000" b="1">
                  <a:solidFill>
                    <a:srgbClr val="0033CC"/>
                  </a:solidFill>
                  <a:latin typeface="Times New Roman"/>
                  <a:ea typeface="Times New Roman"/>
                  <a:cs typeface="Times New Roman"/>
                  <a:sym typeface="Times New Roman"/>
                </a:rPr>
                <a:t>/4</a:t>
              </a:r>
              <a:endParaRPr/>
            </a:p>
          </p:txBody>
        </p:sp>
        <p:sp>
          <p:nvSpPr>
            <p:cNvPr id="880" name="Google Shape;880;p95"/>
            <p:cNvSpPr txBox="1"/>
            <p:nvPr/>
          </p:nvSpPr>
          <p:spPr>
            <a:xfrm>
              <a:off x="2325" y="2711"/>
              <a:ext cx="400" cy="25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b="1" i="1">
                  <a:solidFill>
                    <a:srgbClr val="0033CC"/>
                  </a:solidFill>
                  <a:latin typeface="Times New Roman"/>
                  <a:ea typeface="Times New Roman"/>
                  <a:cs typeface="Times New Roman"/>
                  <a:sym typeface="Times New Roman"/>
                </a:rPr>
                <a:t>cn</a:t>
              </a:r>
              <a:r>
                <a:rPr lang="en-US" sz="2000" b="1">
                  <a:solidFill>
                    <a:srgbClr val="0033CC"/>
                  </a:solidFill>
                  <a:latin typeface="Times New Roman"/>
                  <a:ea typeface="Times New Roman"/>
                  <a:cs typeface="Times New Roman"/>
                  <a:sym typeface="Times New Roman"/>
                </a:rPr>
                <a:t>/4</a:t>
              </a:r>
              <a:endParaRPr/>
            </a:p>
          </p:txBody>
        </p:sp>
        <p:cxnSp>
          <p:nvCxnSpPr>
            <p:cNvPr id="881" name="Google Shape;881;p95"/>
            <p:cNvCxnSpPr/>
            <p:nvPr/>
          </p:nvCxnSpPr>
          <p:spPr>
            <a:xfrm flipH="1">
              <a:off x="746" y="2927"/>
              <a:ext cx="170" cy="425"/>
            </a:xfrm>
            <a:prstGeom prst="straightConnector1">
              <a:avLst/>
            </a:prstGeom>
            <a:noFill/>
            <a:ln w="28575" cap="flat" cmpd="sng">
              <a:solidFill>
                <a:schemeClr val="dk1"/>
              </a:solidFill>
              <a:prstDash val="solid"/>
              <a:round/>
              <a:headEnd type="none" w="sm" len="sm"/>
              <a:tailEnd type="none" w="sm" len="sm"/>
            </a:ln>
          </p:spPr>
        </p:cxnSp>
        <p:cxnSp>
          <p:nvCxnSpPr>
            <p:cNvPr id="882" name="Google Shape;882;p95"/>
            <p:cNvCxnSpPr/>
            <p:nvPr/>
          </p:nvCxnSpPr>
          <p:spPr>
            <a:xfrm>
              <a:off x="973" y="2928"/>
              <a:ext cx="141" cy="434"/>
            </a:xfrm>
            <a:prstGeom prst="straightConnector1">
              <a:avLst/>
            </a:prstGeom>
            <a:noFill/>
            <a:ln w="28575" cap="flat" cmpd="sng">
              <a:solidFill>
                <a:schemeClr val="dk1"/>
              </a:solidFill>
              <a:prstDash val="solid"/>
              <a:round/>
              <a:headEnd type="none" w="sm" len="sm"/>
              <a:tailEnd type="none" w="sm" len="sm"/>
            </a:ln>
          </p:spPr>
        </p:cxnSp>
        <p:cxnSp>
          <p:nvCxnSpPr>
            <p:cNvPr id="883" name="Google Shape;883;p95"/>
            <p:cNvCxnSpPr/>
            <p:nvPr/>
          </p:nvCxnSpPr>
          <p:spPr>
            <a:xfrm flipH="1">
              <a:off x="1408" y="2939"/>
              <a:ext cx="170" cy="425"/>
            </a:xfrm>
            <a:prstGeom prst="straightConnector1">
              <a:avLst/>
            </a:prstGeom>
            <a:noFill/>
            <a:ln w="28575" cap="flat" cmpd="sng">
              <a:solidFill>
                <a:schemeClr val="dk1"/>
              </a:solidFill>
              <a:prstDash val="solid"/>
              <a:round/>
              <a:headEnd type="none" w="sm" len="sm"/>
              <a:tailEnd type="none" w="sm" len="sm"/>
            </a:ln>
          </p:spPr>
        </p:cxnSp>
        <p:cxnSp>
          <p:nvCxnSpPr>
            <p:cNvPr id="884" name="Google Shape;884;p95"/>
            <p:cNvCxnSpPr/>
            <p:nvPr/>
          </p:nvCxnSpPr>
          <p:spPr>
            <a:xfrm>
              <a:off x="1635" y="2940"/>
              <a:ext cx="141" cy="434"/>
            </a:xfrm>
            <a:prstGeom prst="straightConnector1">
              <a:avLst/>
            </a:prstGeom>
            <a:noFill/>
            <a:ln w="28575" cap="flat" cmpd="sng">
              <a:solidFill>
                <a:schemeClr val="dk1"/>
              </a:solidFill>
              <a:prstDash val="solid"/>
              <a:round/>
              <a:headEnd type="none" w="sm" len="sm"/>
              <a:tailEnd type="none" w="sm" len="sm"/>
            </a:ln>
          </p:spPr>
        </p:cxnSp>
        <p:cxnSp>
          <p:nvCxnSpPr>
            <p:cNvPr id="885" name="Google Shape;885;p95"/>
            <p:cNvCxnSpPr/>
            <p:nvPr/>
          </p:nvCxnSpPr>
          <p:spPr>
            <a:xfrm flipH="1">
              <a:off x="1853" y="2948"/>
              <a:ext cx="170" cy="425"/>
            </a:xfrm>
            <a:prstGeom prst="straightConnector1">
              <a:avLst/>
            </a:prstGeom>
            <a:noFill/>
            <a:ln w="28575" cap="flat" cmpd="sng">
              <a:solidFill>
                <a:schemeClr val="dk1"/>
              </a:solidFill>
              <a:prstDash val="solid"/>
              <a:round/>
              <a:headEnd type="none" w="sm" len="sm"/>
              <a:tailEnd type="none" w="sm" len="sm"/>
            </a:ln>
          </p:spPr>
        </p:cxnSp>
        <p:cxnSp>
          <p:nvCxnSpPr>
            <p:cNvPr id="886" name="Google Shape;886;p95"/>
            <p:cNvCxnSpPr/>
            <p:nvPr/>
          </p:nvCxnSpPr>
          <p:spPr>
            <a:xfrm>
              <a:off x="2080" y="2949"/>
              <a:ext cx="141" cy="434"/>
            </a:xfrm>
            <a:prstGeom prst="straightConnector1">
              <a:avLst/>
            </a:prstGeom>
            <a:noFill/>
            <a:ln w="28575" cap="flat" cmpd="sng">
              <a:solidFill>
                <a:schemeClr val="dk1"/>
              </a:solidFill>
              <a:prstDash val="solid"/>
              <a:round/>
              <a:headEnd type="none" w="sm" len="sm"/>
              <a:tailEnd type="none" w="sm" len="sm"/>
            </a:ln>
          </p:spPr>
        </p:cxnSp>
        <p:cxnSp>
          <p:nvCxnSpPr>
            <p:cNvPr id="887" name="Google Shape;887;p95"/>
            <p:cNvCxnSpPr/>
            <p:nvPr/>
          </p:nvCxnSpPr>
          <p:spPr>
            <a:xfrm flipH="1">
              <a:off x="2371" y="2938"/>
              <a:ext cx="170" cy="425"/>
            </a:xfrm>
            <a:prstGeom prst="straightConnector1">
              <a:avLst/>
            </a:prstGeom>
            <a:noFill/>
            <a:ln w="28575" cap="flat" cmpd="sng">
              <a:solidFill>
                <a:schemeClr val="dk1"/>
              </a:solidFill>
              <a:prstDash val="solid"/>
              <a:round/>
              <a:headEnd type="none" w="sm" len="sm"/>
              <a:tailEnd type="none" w="sm" len="sm"/>
            </a:ln>
          </p:spPr>
        </p:cxnSp>
        <p:cxnSp>
          <p:nvCxnSpPr>
            <p:cNvPr id="888" name="Google Shape;888;p95"/>
            <p:cNvCxnSpPr/>
            <p:nvPr/>
          </p:nvCxnSpPr>
          <p:spPr>
            <a:xfrm>
              <a:off x="2598" y="2939"/>
              <a:ext cx="141" cy="434"/>
            </a:xfrm>
            <a:prstGeom prst="straightConnector1">
              <a:avLst/>
            </a:prstGeom>
            <a:noFill/>
            <a:ln w="28575" cap="flat" cmpd="sng">
              <a:solidFill>
                <a:schemeClr val="dk1"/>
              </a:solidFill>
              <a:prstDash val="solid"/>
              <a:round/>
              <a:headEnd type="none" w="sm" len="sm"/>
              <a:tailEnd type="none" w="sm" len="sm"/>
            </a:ln>
          </p:spPr>
        </p:cxnSp>
        <p:cxnSp>
          <p:nvCxnSpPr>
            <p:cNvPr id="889" name="Google Shape;889;p95"/>
            <p:cNvCxnSpPr/>
            <p:nvPr/>
          </p:nvCxnSpPr>
          <p:spPr>
            <a:xfrm>
              <a:off x="765" y="3523"/>
              <a:ext cx="0" cy="246"/>
            </a:xfrm>
            <a:prstGeom prst="straightConnector1">
              <a:avLst/>
            </a:prstGeom>
            <a:noFill/>
            <a:ln w="28575" cap="flat" cmpd="sng">
              <a:solidFill>
                <a:schemeClr val="dk1"/>
              </a:solidFill>
              <a:prstDash val="dot"/>
              <a:round/>
              <a:headEnd type="none" w="sm" len="sm"/>
              <a:tailEnd type="none" w="sm" len="sm"/>
            </a:ln>
          </p:spPr>
        </p:cxnSp>
        <p:cxnSp>
          <p:nvCxnSpPr>
            <p:cNvPr id="890" name="Google Shape;890;p95"/>
            <p:cNvCxnSpPr/>
            <p:nvPr/>
          </p:nvCxnSpPr>
          <p:spPr>
            <a:xfrm>
              <a:off x="1106" y="3523"/>
              <a:ext cx="0" cy="246"/>
            </a:xfrm>
            <a:prstGeom prst="straightConnector1">
              <a:avLst/>
            </a:prstGeom>
            <a:noFill/>
            <a:ln w="28575" cap="flat" cmpd="sng">
              <a:solidFill>
                <a:schemeClr val="dk1"/>
              </a:solidFill>
              <a:prstDash val="dot"/>
              <a:round/>
              <a:headEnd type="none" w="sm" len="sm"/>
              <a:tailEnd type="none" w="sm" len="sm"/>
            </a:ln>
          </p:spPr>
        </p:cxnSp>
        <p:cxnSp>
          <p:nvCxnSpPr>
            <p:cNvPr id="891" name="Google Shape;891;p95"/>
            <p:cNvCxnSpPr/>
            <p:nvPr/>
          </p:nvCxnSpPr>
          <p:spPr>
            <a:xfrm>
              <a:off x="1410" y="3523"/>
              <a:ext cx="0" cy="246"/>
            </a:xfrm>
            <a:prstGeom prst="straightConnector1">
              <a:avLst/>
            </a:prstGeom>
            <a:noFill/>
            <a:ln w="28575" cap="flat" cmpd="sng">
              <a:solidFill>
                <a:schemeClr val="dk1"/>
              </a:solidFill>
              <a:prstDash val="dot"/>
              <a:round/>
              <a:headEnd type="none" w="sm" len="sm"/>
              <a:tailEnd type="none" w="sm" len="sm"/>
            </a:ln>
          </p:spPr>
        </p:cxnSp>
        <p:cxnSp>
          <p:nvCxnSpPr>
            <p:cNvPr id="892" name="Google Shape;892;p95"/>
            <p:cNvCxnSpPr/>
            <p:nvPr/>
          </p:nvCxnSpPr>
          <p:spPr>
            <a:xfrm>
              <a:off x="2236" y="3523"/>
              <a:ext cx="0" cy="246"/>
            </a:xfrm>
            <a:prstGeom prst="straightConnector1">
              <a:avLst/>
            </a:prstGeom>
            <a:noFill/>
            <a:ln w="28575" cap="flat" cmpd="sng">
              <a:solidFill>
                <a:schemeClr val="dk1"/>
              </a:solidFill>
              <a:prstDash val="dot"/>
              <a:round/>
              <a:headEnd type="none" w="sm" len="sm"/>
              <a:tailEnd type="none" w="sm" len="sm"/>
            </a:ln>
          </p:spPr>
        </p:cxnSp>
        <p:cxnSp>
          <p:nvCxnSpPr>
            <p:cNvPr id="893" name="Google Shape;893;p95"/>
            <p:cNvCxnSpPr/>
            <p:nvPr/>
          </p:nvCxnSpPr>
          <p:spPr>
            <a:xfrm>
              <a:off x="2446" y="3523"/>
              <a:ext cx="0" cy="246"/>
            </a:xfrm>
            <a:prstGeom prst="straightConnector1">
              <a:avLst/>
            </a:prstGeom>
            <a:noFill/>
            <a:ln w="28575" cap="flat" cmpd="sng">
              <a:solidFill>
                <a:schemeClr val="dk1"/>
              </a:solidFill>
              <a:prstDash val="dot"/>
              <a:round/>
              <a:headEnd type="none" w="sm" len="sm"/>
              <a:tailEnd type="none" w="sm" len="sm"/>
            </a:ln>
          </p:spPr>
        </p:cxnSp>
        <p:cxnSp>
          <p:nvCxnSpPr>
            <p:cNvPr id="894" name="Google Shape;894;p95"/>
            <p:cNvCxnSpPr/>
            <p:nvPr/>
          </p:nvCxnSpPr>
          <p:spPr>
            <a:xfrm>
              <a:off x="2738" y="3523"/>
              <a:ext cx="0" cy="246"/>
            </a:xfrm>
            <a:prstGeom prst="straightConnector1">
              <a:avLst/>
            </a:prstGeom>
            <a:noFill/>
            <a:ln w="28575" cap="flat" cmpd="sng">
              <a:solidFill>
                <a:schemeClr val="dk1"/>
              </a:solidFill>
              <a:prstDash val="dot"/>
              <a:round/>
              <a:headEnd type="none" w="sm" len="sm"/>
              <a:tailEnd type="none" w="sm" len="sm"/>
            </a:ln>
          </p:spPr>
        </p:cxnSp>
        <p:cxnSp>
          <p:nvCxnSpPr>
            <p:cNvPr id="895" name="Google Shape;895;p95"/>
            <p:cNvCxnSpPr/>
            <p:nvPr/>
          </p:nvCxnSpPr>
          <p:spPr>
            <a:xfrm>
              <a:off x="1700" y="3654"/>
              <a:ext cx="396" cy="0"/>
            </a:xfrm>
            <a:prstGeom prst="straightConnector1">
              <a:avLst/>
            </a:prstGeom>
            <a:noFill/>
            <a:ln w="12700" cap="rnd" cmpd="sng">
              <a:solidFill>
                <a:schemeClr val="dk1"/>
              </a:solidFill>
              <a:prstDash val="dot"/>
              <a:round/>
              <a:headEnd type="none" w="sm" len="sm"/>
              <a:tailEnd type="none" w="sm" len="sm"/>
            </a:ln>
          </p:spPr>
        </p:cxnSp>
        <p:sp>
          <p:nvSpPr>
            <p:cNvPr id="896" name="Google Shape;896;p95"/>
            <p:cNvSpPr txBox="1"/>
            <p:nvPr/>
          </p:nvSpPr>
          <p:spPr>
            <a:xfrm>
              <a:off x="659" y="3733"/>
              <a:ext cx="201"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a:t>
              </a:r>
              <a:endParaRPr/>
            </a:p>
          </p:txBody>
        </p:sp>
        <p:sp>
          <p:nvSpPr>
            <p:cNvPr id="897" name="Google Shape;897;p95"/>
            <p:cNvSpPr txBox="1"/>
            <p:nvPr/>
          </p:nvSpPr>
          <p:spPr>
            <a:xfrm>
              <a:off x="982" y="3733"/>
              <a:ext cx="201"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a:t>
              </a:r>
              <a:endParaRPr/>
            </a:p>
          </p:txBody>
        </p:sp>
        <p:sp>
          <p:nvSpPr>
            <p:cNvPr id="898" name="Google Shape;898;p95"/>
            <p:cNvSpPr txBox="1"/>
            <p:nvPr/>
          </p:nvSpPr>
          <p:spPr>
            <a:xfrm>
              <a:off x="1305" y="3733"/>
              <a:ext cx="201"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a:t>
              </a:r>
              <a:endParaRPr/>
            </a:p>
          </p:txBody>
        </p:sp>
        <p:sp>
          <p:nvSpPr>
            <p:cNvPr id="899" name="Google Shape;899;p95"/>
            <p:cNvSpPr txBox="1"/>
            <p:nvPr/>
          </p:nvSpPr>
          <p:spPr>
            <a:xfrm>
              <a:off x="2345" y="3733"/>
              <a:ext cx="201"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a:t>
              </a:r>
              <a:endParaRPr/>
            </a:p>
          </p:txBody>
        </p:sp>
        <p:sp>
          <p:nvSpPr>
            <p:cNvPr id="900" name="Google Shape;900;p95"/>
            <p:cNvSpPr txBox="1"/>
            <p:nvPr/>
          </p:nvSpPr>
          <p:spPr>
            <a:xfrm>
              <a:off x="2138" y="3733"/>
              <a:ext cx="201"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a:t>
              </a:r>
              <a:endParaRPr/>
            </a:p>
          </p:txBody>
        </p:sp>
        <p:sp>
          <p:nvSpPr>
            <p:cNvPr id="901" name="Google Shape;901;p95"/>
            <p:cNvSpPr txBox="1"/>
            <p:nvPr/>
          </p:nvSpPr>
          <p:spPr>
            <a:xfrm>
              <a:off x="2620" y="3733"/>
              <a:ext cx="201" cy="288"/>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b="1" i="1">
                  <a:solidFill>
                    <a:srgbClr val="0033CC"/>
                  </a:solidFill>
                  <a:latin typeface="Times New Roman"/>
                  <a:ea typeface="Times New Roman"/>
                  <a:cs typeface="Times New Roman"/>
                  <a:sym typeface="Times New Roman"/>
                </a:rPr>
                <a:t>c</a:t>
              </a:r>
              <a:endParaRPr/>
            </a:p>
          </p:txBody>
        </p:sp>
      </p:grpSp>
      <p:sp>
        <p:nvSpPr>
          <p:cNvPr id="902" name="Google Shape;902;p95"/>
          <p:cNvSpPr txBox="1"/>
          <p:nvPr/>
        </p:nvSpPr>
        <p:spPr>
          <a:xfrm>
            <a:off x="5599114" y="1579563"/>
            <a:ext cx="4725987" cy="4572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2400">
              <a:solidFill>
                <a:srgbClr val="000000"/>
              </a:solidFill>
              <a:latin typeface="Times New Roman"/>
              <a:ea typeface="Times New Roman"/>
              <a:cs typeface="Times New Roman"/>
              <a:sym typeface="Times New Roman"/>
            </a:endParaRPr>
          </a:p>
        </p:txBody>
      </p:sp>
      <p:sp>
        <p:nvSpPr>
          <p:cNvPr id="903" name="Google Shape;903;p95"/>
          <p:cNvSpPr txBox="1"/>
          <p:nvPr/>
        </p:nvSpPr>
        <p:spPr>
          <a:xfrm>
            <a:off x="5673726" y="1595439"/>
            <a:ext cx="4625975" cy="4524315"/>
          </a:xfrm>
          <a:prstGeom prst="rect">
            <a:avLst/>
          </a:prstGeom>
          <a:noFill/>
          <a:ln>
            <a:noFill/>
          </a:ln>
        </p:spPr>
        <p:txBody>
          <a:bodyPr spcFirstLastPara="1" wrap="square" lIns="91425" tIns="45700" rIns="91425" bIns="45700" anchor="t" anchorCtr="0">
            <a:spAutoFit/>
          </a:bodyPr>
          <a:lstStyle/>
          <a:p>
            <a:pPr marL="0" marR="0" lvl="0" indent="-152400" algn="l" rtl="0">
              <a:spcBef>
                <a:spcPts val="0"/>
              </a:spcBef>
              <a:spcAft>
                <a:spcPts val="0"/>
              </a:spcAft>
              <a:buClr>
                <a:srgbClr val="000000"/>
              </a:buClr>
              <a:buSzPts val="2400"/>
              <a:buFont typeface="Times New Roman"/>
              <a:buChar char="•"/>
            </a:pPr>
            <a:r>
              <a:rPr lang="en-US" sz="2400">
                <a:solidFill>
                  <a:srgbClr val="000000"/>
                </a:solidFill>
                <a:latin typeface="Times New Roman"/>
                <a:ea typeface="Times New Roman"/>
                <a:cs typeface="Times New Roman"/>
                <a:sym typeface="Times New Roman"/>
              </a:rPr>
              <a:t>Each level has total cost </a:t>
            </a:r>
            <a:r>
              <a:rPr lang="en-US" sz="2400" b="1" i="1">
                <a:solidFill>
                  <a:srgbClr val="CC3300"/>
                </a:solidFill>
                <a:latin typeface="Times New Roman"/>
                <a:ea typeface="Times New Roman"/>
                <a:cs typeface="Times New Roman"/>
                <a:sym typeface="Times New Roman"/>
              </a:rPr>
              <a:t>cn</a:t>
            </a:r>
            <a:r>
              <a:rPr lang="en-US" sz="2400">
                <a:solidFill>
                  <a:srgbClr val="000000"/>
                </a:solidFill>
                <a:latin typeface="Times New Roman"/>
                <a:ea typeface="Times New Roman"/>
                <a:cs typeface="Times New Roman"/>
                <a:sym typeface="Times New Roman"/>
              </a:rPr>
              <a:t>.</a:t>
            </a:r>
            <a:endParaRPr/>
          </a:p>
          <a:p>
            <a:pPr marL="0" marR="0" lvl="0" indent="-152400" algn="l" rtl="0">
              <a:spcBef>
                <a:spcPts val="0"/>
              </a:spcBef>
              <a:spcAft>
                <a:spcPts val="0"/>
              </a:spcAft>
              <a:buClr>
                <a:srgbClr val="000000"/>
              </a:buClr>
              <a:buSzPts val="2400"/>
              <a:buFont typeface="Times New Roman"/>
              <a:buChar char="•"/>
            </a:pPr>
            <a:r>
              <a:rPr lang="en-US" sz="2400">
                <a:solidFill>
                  <a:srgbClr val="000000"/>
                </a:solidFill>
                <a:latin typeface="Times New Roman"/>
                <a:ea typeface="Times New Roman"/>
                <a:cs typeface="Times New Roman"/>
                <a:sym typeface="Times New Roman"/>
              </a:rPr>
              <a:t>Each time we go down one level, the number of subproblems doubles, but the cost per subproblem halves  ⇒ </a:t>
            </a:r>
            <a:r>
              <a:rPr lang="en-US" sz="2400" i="1">
                <a:solidFill>
                  <a:srgbClr val="CC3300"/>
                </a:solidFill>
                <a:latin typeface="Times New Roman"/>
                <a:ea typeface="Times New Roman"/>
                <a:cs typeface="Times New Roman"/>
                <a:sym typeface="Times New Roman"/>
              </a:rPr>
              <a:t>cost per level remains the same</a:t>
            </a:r>
            <a:r>
              <a:rPr lang="en-US" sz="2400">
                <a:solidFill>
                  <a:srgbClr val="000000"/>
                </a:solidFill>
                <a:latin typeface="Times New Roman"/>
                <a:ea typeface="Times New Roman"/>
                <a:cs typeface="Times New Roman"/>
                <a:sym typeface="Times New Roman"/>
              </a:rPr>
              <a:t>.</a:t>
            </a:r>
            <a:endParaRPr/>
          </a:p>
          <a:p>
            <a:pPr marL="0" marR="0" lvl="0" indent="-152400" algn="l" rtl="0">
              <a:spcBef>
                <a:spcPts val="0"/>
              </a:spcBef>
              <a:spcAft>
                <a:spcPts val="0"/>
              </a:spcAft>
              <a:buClr>
                <a:srgbClr val="000000"/>
              </a:buClr>
              <a:buSzPts val="2400"/>
              <a:buFont typeface="Times New Roman"/>
              <a:buChar char="•"/>
            </a:pPr>
            <a:r>
              <a:rPr lang="en-US" sz="2400">
                <a:solidFill>
                  <a:srgbClr val="000000"/>
                </a:solidFill>
                <a:latin typeface="Times New Roman"/>
                <a:ea typeface="Times New Roman"/>
                <a:cs typeface="Times New Roman"/>
                <a:sym typeface="Times New Roman"/>
              </a:rPr>
              <a:t>There are lg </a:t>
            </a:r>
            <a:r>
              <a:rPr lang="en-US" sz="2400" i="1">
                <a:solidFill>
                  <a:srgbClr val="000000"/>
                </a:solidFill>
                <a:latin typeface="Times New Roman"/>
                <a:ea typeface="Times New Roman"/>
                <a:cs typeface="Times New Roman"/>
                <a:sym typeface="Times New Roman"/>
              </a:rPr>
              <a:t>n</a:t>
            </a:r>
            <a:r>
              <a:rPr lang="en-US" sz="2400">
                <a:solidFill>
                  <a:srgbClr val="000000"/>
                </a:solidFill>
                <a:latin typeface="Times New Roman"/>
                <a:ea typeface="Times New Roman"/>
                <a:cs typeface="Times New Roman"/>
                <a:sym typeface="Times New Roman"/>
              </a:rPr>
              <a:t> + 1 levels, height is lg </a:t>
            </a:r>
            <a:r>
              <a:rPr lang="en-US" sz="2400" i="1">
                <a:solidFill>
                  <a:srgbClr val="000000"/>
                </a:solidFill>
                <a:latin typeface="Times New Roman"/>
                <a:ea typeface="Times New Roman"/>
                <a:cs typeface="Times New Roman"/>
                <a:sym typeface="Times New Roman"/>
              </a:rPr>
              <a:t>n</a:t>
            </a:r>
            <a:r>
              <a:rPr lang="en-US" sz="2400">
                <a:solidFill>
                  <a:srgbClr val="000000"/>
                </a:solidFill>
                <a:latin typeface="Times New Roman"/>
                <a:ea typeface="Times New Roman"/>
                <a:cs typeface="Times New Roman"/>
                <a:sym typeface="Times New Roman"/>
              </a:rPr>
              <a:t>. (Assuming </a:t>
            </a:r>
            <a:r>
              <a:rPr lang="en-US" sz="2400" i="1">
                <a:solidFill>
                  <a:srgbClr val="000000"/>
                </a:solidFill>
                <a:latin typeface="Times New Roman"/>
                <a:ea typeface="Times New Roman"/>
                <a:cs typeface="Times New Roman"/>
                <a:sym typeface="Times New Roman"/>
              </a:rPr>
              <a:t>n</a:t>
            </a:r>
            <a:r>
              <a:rPr lang="en-US" sz="2400">
                <a:solidFill>
                  <a:srgbClr val="000000"/>
                </a:solidFill>
                <a:latin typeface="Times New Roman"/>
                <a:ea typeface="Times New Roman"/>
                <a:cs typeface="Times New Roman"/>
                <a:sym typeface="Times New Roman"/>
              </a:rPr>
              <a:t> is a power of 2.)</a:t>
            </a:r>
            <a:endParaRPr/>
          </a:p>
          <a:p>
            <a:pPr marL="457200" marR="0" lvl="1" indent="-152400" algn="l" rtl="0">
              <a:spcBef>
                <a:spcPts val="0"/>
              </a:spcBef>
              <a:spcAft>
                <a:spcPts val="0"/>
              </a:spcAft>
              <a:buClr>
                <a:srgbClr val="000000"/>
              </a:buClr>
              <a:buSzPts val="2400"/>
              <a:buFont typeface="Times New Roman"/>
              <a:buChar char="•"/>
            </a:pPr>
            <a:r>
              <a:rPr lang="en-US" sz="2400" b="0" i="0" u="none" strike="noStrike" cap="none">
                <a:solidFill>
                  <a:srgbClr val="000000"/>
                </a:solidFill>
                <a:latin typeface="Times New Roman"/>
                <a:ea typeface="Times New Roman"/>
                <a:cs typeface="Times New Roman"/>
                <a:sym typeface="Times New Roman"/>
              </a:rPr>
              <a:t>Can be proved by induction.</a:t>
            </a:r>
            <a:endParaRPr/>
          </a:p>
          <a:p>
            <a:pPr marL="0" marR="0" lvl="0" indent="-152400" algn="l" rtl="0">
              <a:spcBef>
                <a:spcPts val="0"/>
              </a:spcBef>
              <a:spcAft>
                <a:spcPts val="0"/>
              </a:spcAft>
              <a:buClr>
                <a:srgbClr val="000000"/>
              </a:buClr>
              <a:buSzPts val="2400"/>
              <a:buFont typeface="Times New Roman"/>
              <a:buChar char="•"/>
            </a:pPr>
            <a:r>
              <a:rPr lang="en-US" sz="2400">
                <a:solidFill>
                  <a:srgbClr val="000000"/>
                </a:solidFill>
                <a:latin typeface="Times New Roman"/>
                <a:ea typeface="Times New Roman"/>
                <a:cs typeface="Times New Roman"/>
                <a:sym typeface="Times New Roman"/>
              </a:rPr>
              <a:t>Total cost = sum of costs at each level = (lg </a:t>
            </a:r>
            <a:r>
              <a:rPr lang="en-US" sz="2400" i="1">
                <a:solidFill>
                  <a:srgbClr val="000000"/>
                </a:solidFill>
                <a:latin typeface="Times New Roman"/>
                <a:ea typeface="Times New Roman"/>
                <a:cs typeface="Times New Roman"/>
                <a:sym typeface="Times New Roman"/>
              </a:rPr>
              <a:t>n</a:t>
            </a:r>
            <a:r>
              <a:rPr lang="en-US" sz="2400">
                <a:solidFill>
                  <a:srgbClr val="000000"/>
                </a:solidFill>
                <a:latin typeface="Times New Roman"/>
                <a:ea typeface="Times New Roman"/>
                <a:cs typeface="Times New Roman"/>
                <a:sym typeface="Times New Roman"/>
              </a:rPr>
              <a:t> + 1)</a:t>
            </a:r>
            <a:r>
              <a:rPr lang="en-US" sz="2400" i="1">
                <a:solidFill>
                  <a:srgbClr val="000000"/>
                </a:solidFill>
                <a:latin typeface="Times New Roman"/>
                <a:ea typeface="Times New Roman"/>
                <a:cs typeface="Times New Roman"/>
                <a:sym typeface="Times New Roman"/>
              </a:rPr>
              <a:t>cn</a:t>
            </a:r>
            <a:r>
              <a:rPr lang="en-US" sz="2400">
                <a:solidFill>
                  <a:srgbClr val="000000"/>
                </a:solidFill>
                <a:latin typeface="Times New Roman"/>
                <a:ea typeface="Times New Roman"/>
                <a:cs typeface="Times New Roman"/>
                <a:sym typeface="Times New Roman"/>
              </a:rPr>
              <a:t> = </a:t>
            </a:r>
            <a:r>
              <a:rPr lang="en-US" sz="2400" i="1">
                <a:solidFill>
                  <a:srgbClr val="000000"/>
                </a:solidFill>
                <a:latin typeface="Times New Roman"/>
                <a:ea typeface="Times New Roman"/>
                <a:cs typeface="Times New Roman"/>
                <a:sym typeface="Times New Roman"/>
              </a:rPr>
              <a:t>cn</a:t>
            </a:r>
            <a:r>
              <a:rPr lang="en-US" sz="2400">
                <a:solidFill>
                  <a:srgbClr val="000000"/>
                </a:solidFill>
                <a:latin typeface="Times New Roman"/>
                <a:ea typeface="Times New Roman"/>
                <a:cs typeface="Times New Roman"/>
                <a:sym typeface="Times New Roman"/>
              </a:rPr>
              <a:t>lg</a:t>
            </a:r>
            <a:r>
              <a:rPr lang="en-US" sz="2400" i="1">
                <a:solidFill>
                  <a:srgbClr val="000000"/>
                </a:solidFill>
                <a:latin typeface="Times New Roman"/>
                <a:ea typeface="Times New Roman"/>
                <a:cs typeface="Times New Roman"/>
                <a:sym typeface="Times New Roman"/>
              </a:rPr>
              <a:t>n</a:t>
            </a:r>
            <a:r>
              <a:rPr lang="en-US" sz="2400">
                <a:solidFill>
                  <a:srgbClr val="000000"/>
                </a:solidFill>
                <a:latin typeface="Times New Roman"/>
                <a:ea typeface="Times New Roman"/>
                <a:cs typeface="Times New Roman"/>
                <a:sym typeface="Times New Roman"/>
              </a:rPr>
              <a:t> + </a:t>
            </a:r>
            <a:r>
              <a:rPr lang="en-US" sz="2400" i="1">
                <a:solidFill>
                  <a:srgbClr val="000000"/>
                </a:solidFill>
                <a:latin typeface="Times New Roman"/>
                <a:ea typeface="Times New Roman"/>
                <a:cs typeface="Times New Roman"/>
                <a:sym typeface="Times New Roman"/>
              </a:rPr>
              <a:t>cn</a:t>
            </a:r>
            <a:r>
              <a:rPr lang="en-US" sz="2400">
                <a:solidFill>
                  <a:srgbClr val="000000"/>
                </a:solidFill>
                <a:latin typeface="Times New Roman"/>
                <a:ea typeface="Times New Roman"/>
                <a:cs typeface="Times New Roman"/>
                <a:sym typeface="Times New Roman"/>
              </a:rPr>
              <a:t> = Θ(</a:t>
            </a:r>
            <a:r>
              <a:rPr lang="en-US" sz="2400" i="1">
                <a:solidFill>
                  <a:srgbClr val="000000"/>
                </a:solidFill>
                <a:latin typeface="Times New Roman"/>
                <a:ea typeface="Times New Roman"/>
                <a:cs typeface="Times New Roman"/>
                <a:sym typeface="Times New Roman"/>
              </a:rPr>
              <a:t>n </a:t>
            </a:r>
            <a:r>
              <a:rPr lang="en-US" sz="2400">
                <a:solidFill>
                  <a:srgbClr val="000000"/>
                </a:solidFill>
                <a:latin typeface="Times New Roman"/>
                <a:ea typeface="Times New Roman"/>
                <a:cs typeface="Times New Roman"/>
                <a:sym typeface="Times New Roman"/>
              </a:rPr>
              <a:t>lg</a:t>
            </a:r>
            <a:r>
              <a:rPr lang="en-US" sz="2400" i="1">
                <a:solidFill>
                  <a:srgbClr val="000000"/>
                </a:solidFill>
                <a:latin typeface="Times New Roman"/>
                <a:ea typeface="Times New Roman"/>
                <a:cs typeface="Times New Roman"/>
                <a:sym typeface="Times New Roman"/>
              </a:rPr>
              <a:t>n</a:t>
            </a:r>
            <a:r>
              <a:rPr lang="en-US" sz="2400">
                <a:solidFill>
                  <a:srgbClr val="000000"/>
                </a:solidFill>
                <a:latin typeface="Times New Roman"/>
                <a:ea typeface="Times New Roman"/>
                <a:cs typeface="Times New Roman"/>
                <a:sym typeface="Times New Roman"/>
              </a:rPr>
              <a:t>).</a:t>
            </a:r>
            <a:endParaRPr/>
          </a:p>
          <a:p>
            <a:pPr marL="0" marR="0" lvl="0" indent="0" algn="l" rtl="0">
              <a:spcBef>
                <a:spcPts val="0"/>
              </a:spcBef>
              <a:spcAft>
                <a:spcPts val="0"/>
              </a:spcAft>
              <a:buNone/>
            </a:pPr>
            <a:endParaRPr sz="2400">
              <a:solidFill>
                <a:srgbClr val="000000"/>
              </a:solidFill>
              <a:latin typeface="Times New Roman"/>
              <a:ea typeface="Times New Roman"/>
              <a:cs typeface="Times New Roman"/>
              <a:sym typeface="Times New Roman"/>
            </a:endParaRPr>
          </a:p>
        </p:txBody>
      </p:sp>
      <p:sp>
        <p:nvSpPr>
          <p:cNvPr id="904" name="Google Shape;904;p95"/>
          <p:cNvSpPr txBox="1"/>
          <p:nvPr/>
        </p:nvSpPr>
        <p:spPr>
          <a:xfrm>
            <a:off x="9683647" y="303383"/>
            <a:ext cx="2225008" cy="495651"/>
          </a:xfrm>
          <a:prstGeom prst="rect">
            <a:avLst/>
          </a:prstGeom>
          <a:noFill/>
          <a:ln>
            <a:noFill/>
          </a:ln>
        </p:spPr>
        <p:txBody>
          <a:bodyPr spcFirstLastPara="1" wrap="square" lIns="92075" tIns="46025" rIns="92075" bIns="46025" anchor="ctr" anchorCtr="0">
            <a:noAutofit/>
          </a:bodyPr>
          <a:lstStyle/>
          <a:p>
            <a:pPr marL="0" marR="0" lvl="0" indent="0" algn="r" rtl="0">
              <a:spcBef>
                <a:spcPts val="0"/>
              </a:spcBef>
              <a:spcAft>
                <a:spcPts val="0"/>
              </a:spcAft>
              <a:buNone/>
            </a:pPr>
            <a:r>
              <a:rPr lang="en-US" sz="1400">
                <a:solidFill>
                  <a:srgbClr val="C00000"/>
                </a:solidFill>
                <a:latin typeface="Times New Roman"/>
                <a:ea typeface="Times New Roman"/>
                <a:cs typeface="Times New Roman"/>
                <a:sym typeface="Times New Roman"/>
              </a:rPr>
              <a:t>Ref Book: Thomas Cormen</a:t>
            </a:r>
            <a:endParaRPr sz="1400">
              <a:solidFill>
                <a:srgbClr val="C00000"/>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09"/>
        <p:cNvGrpSpPr/>
        <p:nvPr/>
      </p:nvGrpSpPr>
      <p:grpSpPr>
        <a:xfrm>
          <a:off x="0" y="0"/>
          <a:ext cx="0" cy="0"/>
          <a:chOff x="0" y="0"/>
          <a:chExt cx="0" cy="0"/>
        </a:xfrm>
      </p:grpSpPr>
      <p:sp>
        <p:nvSpPr>
          <p:cNvPr id="910" name="Google Shape;910;p96"/>
          <p:cNvSpPr txBox="1">
            <a:spLocks noGrp="1"/>
          </p:cNvSpPr>
          <p:nvPr>
            <p:ph type="title"/>
          </p:nvPr>
        </p:nvSpPr>
        <p:spPr>
          <a:xfrm>
            <a:off x="2133600" y="228600"/>
            <a:ext cx="7848600" cy="838200"/>
          </a:xfrm>
          <a:prstGeom prst="rect">
            <a:avLst/>
          </a:prstGeom>
          <a:noFill/>
          <a:ln>
            <a:noFill/>
          </a:ln>
        </p:spPr>
        <p:txBody>
          <a:bodyPr spcFirstLastPara="1" wrap="square" lIns="92075" tIns="46025" rIns="92075" bIns="46025" anchor="ctr" anchorCtr="0">
            <a:noAutofit/>
          </a:bodyPr>
          <a:lstStyle/>
          <a:p>
            <a:pPr marL="0" lvl="0" indent="0" algn="ctr" rtl="0">
              <a:spcBef>
                <a:spcPts val="0"/>
              </a:spcBef>
              <a:spcAft>
                <a:spcPts val="0"/>
              </a:spcAft>
              <a:buNone/>
            </a:pPr>
            <a:r>
              <a:rPr lang="en-US">
                <a:solidFill>
                  <a:schemeClr val="dk1"/>
                </a:solidFill>
              </a:rPr>
              <a:t>Quicksort</a:t>
            </a:r>
            <a:endParaRPr/>
          </a:p>
        </p:txBody>
      </p:sp>
      <p:sp>
        <p:nvSpPr>
          <p:cNvPr id="911" name="Google Shape;911;p96"/>
          <p:cNvSpPr txBox="1">
            <a:spLocks noGrp="1"/>
          </p:cNvSpPr>
          <p:nvPr>
            <p:ph type="body" idx="1"/>
          </p:nvPr>
        </p:nvSpPr>
        <p:spPr>
          <a:xfrm>
            <a:off x="1524000" y="1905000"/>
            <a:ext cx="5486400" cy="3962400"/>
          </a:xfrm>
          <a:prstGeom prst="rect">
            <a:avLst/>
          </a:prstGeom>
          <a:noFill/>
          <a:ln>
            <a:noFill/>
          </a:ln>
        </p:spPr>
        <p:txBody>
          <a:bodyPr spcFirstLastPara="1" wrap="square" lIns="92075" tIns="46025" rIns="92075" bIns="46025" anchor="t" anchorCtr="0">
            <a:noAutofit/>
          </a:bodyPr>
          <a:lstStyle/>
          <a:p>
            <a:pPr marL="342900" lvl="0" indent="-342900" algn="l" rtl="0">
              <a:lnSpc>
                <a:spcPct val="90000"/>
              </a:lnSpc>
              <a:spcBef>
                <a:spcPts val="0"/>
              </a:spcBef>
              <a:spcAft>
                <a:spcPts val="0"/>
              </a:spcAft>
              <a:buClr>
                <a:srgbClr val="010000"/>
              </a:buClr>
              <a:buSzPts val="2000"/>
              <a:buChar char="⬥"/>
            </a:pPr>
            <a:r>
              <a:rPr lang="en-US" sz="2000"/>
              <a:t>Divide : </a:t>
            </a:r>
            <a:endParaRPr sz="2000"/>
          </a:p>
          <a:p>
            <a:pPr marL="742950" lvl="1" indent="-285750" algn="l" rtl="0">
              <a:lnSpc>
                <a:spcPct val="90000"/>
              </a:lnSpc>
              <a:spcBef>
                <a:spcPts val="360"/>
              </a:spcBef>
              <a:spcAft>
                <a:spcPts val="0"/>
              </a:spcAft>
              <a:buClr>
                <a:schemeClr val="dk1"/>
              </a:buClr>
              <a:buSzPts val="1800"/>
              <a:buChar char="⬧"/>
            </a:pPr>
            <a:r>
              <a:rPr lang="en-US" sz="1800"/>
              <a:t>Pick any element (</a:t>
            </a:r>
            <a:r>
              <a:rPr lang="en-US" sz="1800" b="1" i="1">
                <a:solidFill>
                  <a:schemeClr val="hlink"/>
                </a:solidFill>
              </a:rPr>
              <a:t>pivot</a:t>
            </a:r>
            <a:r>
              <a:rPr lang="en-US" sz="1800"/>
              <a:t>) v in array A[p…r] </a:t>
            </a:r>
            <a:endParaRPr sz="1800"/>
          </a:p>
          <a:p>
            <a:pPr marL="742950" lvl="1" indent="-285750" algn="l" rtl="0">
              <a:lnSpc>
                <a:spcPct val="90000"/>
              </a:lnSpc>
              <a:spcBef>
                <a:spcPts val="360"/>
              </a:spcBef>
              <a:spcAft>
                <a:spcPts val="0"/>
              </a:spcAft>
              <a:buClr>
                <a:schemeClr val="dk1"/>
              </a:buClr>
              <a:buSzPts val="1800"/>
              <a:buChar char="⬧"/>
            </a:pPr>
            <a:r>
              <a:rPr lang="en-US" sz="1800"/>
              <a:t>Partition array A into two groups</a:t>
            </a:r>
            <a:endParaRPr sz="1800"/>
          </a:p>
          <a:p>
            <a:pPr marL="742950" lvl="1" indent="-285750" algn="l" rtl="0">
              <a:lnSpc>
                <a:spcPct val="90000"/>
              </a:lnSpc>
              <a:spcBef>
                <a:spcPts val="360"/>
              </a:spcBef>
              <a:spcAft>
                <a:spcPts val="0"/>
              </a:spcAft>
              <a:buClr>
                <a:schemeClr val="dk1"/>
              </a:buClr>
              <a:buSzPts val="1800"/>
              <a:buFont typeface="Arial"/>
              <a:buNone/>
            </a:pPr>
            <a:r>
              <a:rPr lang="en-US" sz="1800"/>
              <a:t>    A1[p - - -q-1] , A2 [q+1----r] Compute the index q</a:t>
            </a:r>
            <a:endParaRPr sz="1800"/>
          </a:p>
          <a:p>
            <a:pPr marL="742950" lvl="1" indent="-285750" algn="l" rtl="0">
              <a:lnSpc>
                <a:spcPct val="90000"/>
              </a:lnSpc>
              <a:spcBef>
                <a:spcPts val="360"/>
              </a:spcBef>
              <a:spcAft>
                <a:spcPts val="0"/>
              </a:spcAft>
              <a:buClr>
                <a:schemeClr val="dk1"/>
              </a:buClr>
              <a:buSzPts val="1800"/>
              <a:buFont typeface="Arial"/>
              <a:buNone/>
            </a:pPr>
            <a:r>
              <a:rPr lang="en-US" sz="1800"/>
              <a:t>A1 element &lt; A[q] &lt; A2 element</a:t>
            </a:r>
            <a:endParaRPr sz="1800"/>
          </a:p>
          <a:p>
            <a:pPr marL="342900" lvl="0" indent="-342900" algn="l" rtl="0">
              <a:lnSpc>
                <a:spcPct val="90000"/>
              </a:lnSpc>
              <a:spcBef>
                <a:spcPts val="400"/>
              </a:spcBef>
              <a:spcAft>
                <a:spcPts val="0"/>
              </a:spcAft>
              <a:buClr>
                <a:srgbClr val="010000"/>
              </a:buClr>
              <a:buSzPts val="2000"/>
              <a:buChar char="⬥"/>
            </a:pPr>
            <a:r>
              <a:rPr lang="en-US" sz="2000"/>
              <a:t>Conquer step: recursively sort  A1 and A2</a:t>
            </a:r>
            <a:endParaRPr sz="2000"/>
          </a:p>
          <a:p>
            <a:pPr marL="342900" lvl="0" indent="-215900" algn="l" rtl="0">
              <a:lnSpc>
                <a:spcPct val="90000"/>
              </a:lnSpc>
              <a:spcBef>
                <a:spcPts val="400"/>
              </a:spcBef>
              <a:spcAft>
                <a:spcPts val="0"/>
              </a:spcAft>
              <a:buClr>
                <a:srgbClr val="010000"/>
              </a:buClr>
              <a:buSzPts val="2000"/>
              <a:buNone/>
            </a:pPr>
            <a:endParaRPr sz="2000"/>
          </a:p>
          <a:p>
            <a:pPr marL="342900" lvl="0" indent="-342900" algn="l" rtl="0">
              <a:lnSpc>
                <a:spcPct val="90000"/>
              </a:lnSpc>
              <a:spcBef>
                <a:spcPts val="400"/>
              </a:spcBef>
              <a:spcAft>
                <a:spcPts val="0"/>
              </a:spcAft>
              <a:buClr>
                <a:srgbClr val="010000"/>
              </a:buClr>
              <a:buSzPts val="2000"/>
              <a:buChar char="⬥"/>
            </a:pPr>
            <a:r>
              <a:rPr lang="en-US" sz="2000"/>
              <a:t>Combine step: the sorted A1 </a:t>
            </a:r>
            <a:r>
              <a:rPr lang="en-US" sz="2000">
                <a:solidFill>
                  <a:schemeClr val="accent2"/>
                </a:solidFill>
              </a:rPr>
              <a:t>(by the time returned from recursion)</a:t>
            </a:r>
            <a:r>
              <a:rPr lang="en-US" sz="2000"/>
              <a:t>, followed by A[q], followed by the sorted A2 </a:t>
            </a:r>
            <a:r>
              <a:rPr lang="en-US" sz="2000">
                <a:solidFill>
                  <a:schemeClr val="accent2"/>
                </a:solidFill>
              </a:rPr>
              <a:t>(i.e., nothing extra needs to be done)</a:t>
            </a:r>
            <a:endParaRPr/>
          </a:p>
          <a:p>
            <a:pPr marL="342900" lvl="0" indent="-215900" algn="l" rtl="0">
              <a:lnSpc>
                <a:spcPct val="90000"/>
              </a:lnSpc>
              <a:spcBef>
                <a:spcPts val="400"/>
              </a:spcBef>
              <a:spcAft>
                <a:spcPts val="0"/>
              </a:spcAft>
              <a:buClr>
                <a:srgbClr val="010000"/>
              </a:buClr>
              <a:buSzPts val="2000"/>
              <a:buNone/>
            </a:pPr>
            <a:endParaRPr sz="2000"/>
          </a:p>
          <a:p>
            <a:pPr marL="342900" lvl="0" indent="-342900" algn="l" rtl="0">
              <a:lnSpc>
                <a:spcPct val="90000"/>
              </a:lnSpc>
              <a:spcBef>
                <a:spcPts val="360"/>
              </a:spcBef>
              <a:spcAft>
                <a:spcPts val="0"/>
              </a:spcAft>
              <a:buClr>
                <a:srgbClr val="010000"/>
              </a:buClr>
              <a:buSzPts val="1800"/>
              <a:buFont typeface="Arial"/>
              <a:buNone/>
            </a:pPr>
            <a:endParaRPr sz="1800"/>
          </a:p>
        </p:txBody>
      </p:sp>
      <p:sp>
        <p:nvSpPr>
          <p:cNvPr id="912" name="Google Shape;912;p96"/>
          <p:cNvSpPr/>
          <p:nvPr/>
        </p:nvSpPr>
        <p:spPr>
          <a:xfrm>
            <a:off x="7696200" y="1606550"/>
            <a:ext cx="228600" cy="106045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913" name="Google Shape;913;p96"/>
          <p:cNvSpPr/>
          <p:nvPr/>
        </p:nvSpPr>
        <p:spPr>
          <a:xfrm>
            <a:off x="8102600" y="2209800"/>
            <a:ext cx="228600" cy="45720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914" name="Google Shape;914;p96"/>
          <p:cNvSpPr/>
          <p:nvPr/>
        </p:nvSpPr>
        <p:spPr>
          <a:xfrm>
            <a:off x="8915400" y="2381250"/>
            <a:ext cx="228600" cy="28575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915" name="Google Shape;915;p96"/>
          <p:cNvSpPr/>
          <p:nvPr/>
        </p:nvSpPr>
        <p:spPr>
          <a:xfrm>
            <a:off x="9321800" y="2038350"/>
            <a:ext cx="228600" cy="628650"/>
          </a:xfrm>
          <a:prstGeom prst="rect">
            <a:avLst/>
          </a:prstGeom>
          <a:solidFill>
            <a:schemeClr val="accen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2"/>
              </a:buClr>
              <a:buSzPts val="1800"/>
              <a:buFont typeface="Times New Roman"/>
              <a:buNone/>
            </a:pPr>
            <a:r>
              <a:rPr lang="en-US" sz="1800">
                <a:solidFill>
                  <a:schemeClr val="lt2"/>
                </a:solidFill>
                <a:latin typeface="Times New Roman"/>
                <a:ea typeface="Times New Roman"/>
                <a:cs typeface="Times New Roman"/>
                <a:sym typeface="Times New Roman"/>
              </a:rPr>
              <a:t>v</a:t>
            </a:r>
            <a:endParaRPr/>
          </a:p>
        </p:txBody>
      </p:sp>
      <p:sp>
        <p:nvSpPr>
          <p:cNvPr id="916" name="Google Shape;916;p96"/>
          <p:cNvSpPr/>
          <p:nvPr/>
        </p:nvSpPr>
        <p:spPr>
          <a:xfrm>
            <a:off x="9728200" y="1695450"/>
            <a:ext cx="228600" cy="97155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917" name="Google Shape;917;p96"/>
          <p:cNvSpPr/>
          <p:nvPr/>
        </p:nvSpPr>
        <p:spPr>
          <a:xfrm>
            <a:off x="10134600" y="2324100"/>
            <a:ext cx="228600" cy="34290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918" name="Google Shape;918;p96"/>
          <p:cNvSpPr/>
          <p:nvPr/>
        </p:nvSpPr>
        <p:spPr>
          <a:xfrm>
            <a:off x="8509000" y="1866900"/>
            <a:ext cx="228600" cy="80010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919" name="Google Shape;919;p96"/>
          <p:cNvSpPr/>
          <p:nvPr/>
        </p:nvSpPr>
        <p:spPr>
          <a:xfrm>
            <a:off x="9448800" y="3505200"/>
            <a:ext cx="228600" cy="106045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920" name="Google Shape;920;p96"/>
          <p:cNvSpPr/>
          <p:nvPr/>
        </p:nvSpPr>
        <p:spPr>
          <a:xfrm>
            <a:off x="10287000" y="3594100"/>
            <a:ext cx="228600" cy="97155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921" name="Google Shape;921;p96"/>
          <p:cNvSpPr/>
          <p:nvPr/>
        </p:nvSpPr>
        <p:spPr>
          <a:xfrm>
            <a:off x="9867900" y="3765550"/>
            <a:ext cx="228600" cy="80010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grpSp>
        <p:nvGrpSpPr>
          <p:cNvPr id="922" name="Google Shape;922;p96"/>
          <p:cNvGrpSpPr/>
          <p:nvPr/>
        </p:nvGrpSpPr>
        <p:grpSpPr>
          <a:xfrm>
            <a:off x="7016750" y="4114800"/>
            <a:ext cx="1054100" cy="457200"/>
            <a:chOff x="3320" y="2304"/>
            <a:chExt cx="664" cy="384"/>
          </a:xfrm>
        </p:grpSpPr>
        <p:sp>
          <p:nvSpPr>
            <p:cNvPr id="923" name="Google Shape;923;p96"/>
            <p:cNvSpPr/>
            <p:nvPr/>
          </p:nvSpPr>
          <p:spPr>
            <a:xfrm>
              <a:off x="3320" y="2304"/>
              <a:ext cx="144" cy="384"/>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924" name="Google Shape;924;p96"/>
            <p:cNvSpPr/>
            <p:nvPr/>
          </p:nvSpPr>
          <p:spPr>
            <a:xfrm>
              <a:off x="3580" y="2448"/>
              <a:ext cx="144" cy="240"/>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sp>
          <p:nvSpPr>
            <p:cNvPr id="925" name="Google Shape;925;p96"/>
            <p:cNvSpPr/>
            <p:nvPr/>
          </p:nvSpPr>
          <p:spPr>
            <a:xfrm>
              <a:off x="3840" y="2400"/>
              <a:ext cx="144" cy="288"/>
            </a:xfrm>
            <a:prstGeom prst="rect">
              <a:avLst/>
            </a:prstGeom>
            <a:solidFill>
              <a:schemeClr val="folHlink"/>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Times New Roman"/>
                <a:ea typeface="Times New Roman"/>
                <a:cs typeface="Times New Roman"/>
                <a:sym typeface="Times New Roman"/>
              </a:endParaRPr>
            </a:p>
          </p:txBody>
        </p:sp>
      </p:grpSp>
      <p:sp>
        <p:nvSpPr>
          <p:cNvPr id="926" name="Google Shape;926;p96"/>
          <p:cNvSpPr/>
          <p:nvPr/>
        </p:nvSpPr>
        <p:spPr>
          <a:xfrm>
            <a:off x="8648700" y="3943350"/>
            <a:ext cx="228600" cy="628650"/>
          </a:xfrm>
          <a:prstGeom prst="rect">
            <a:avLst/>
          </a:prstGeom>
          <a:solidFill>
            <a:schemeClr val="accent1"/>
          </a:solidFill>
          <a:ln w="19050"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Clr>
                <a:schemeClr val="lt2"/>
              </a:buClr>
              <a:buSzPts val="1800"/>
              <a:buFont typeface="Times New Roman"/>
              <a:buNone/>
            </a:pPr>
            <a:r>
              <a:rPr lang="en-US" sz="1800">
                <a:solidFill>
                  <a:schemeClr val="lt2"/>
                </a:solidFill>
                <a:latin typeface="Times New Roman"/>
                <a:ea typeface="Times New Roman"/>
                <a:cs typeface="Times New Roman"/>
                <a:sym typeface="Times New Roman"/>
              </a:rPr>
              <a:t>v</a:t>
            </a:r>
            <a:endParaRPr/>
          </a:p>
        </p:txBody>
      </p:sp>
      <p:sp>
        <p:nvSpPr>
          <p:cNvPr id="927" name="Google Shape;927;p96"/>
          <p:cNvSpPr/>
          <p:nvPr/>
        </p:nvSpPr>
        <p:spPr>
          <a:xfrm rot="-5400000">
            <a:off x="7391400" y="4095750"/>
            <a:ext cx="304800" cy="1219200"/>
          </a:xfrm>
          <a:prstGeom prst="leftBrace">
            <a:avLst>
              <a:gd name="adj1" fmla="val 33333"/>
              <a:gd name="adj2"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8" name="Google Shape;928;p96"/>
          <p:cNvSpPr txBox="1"/>
          <p:nvPr/>
        </p:nvSpPr>
        <p:spPr>
          <a:xfrm>
            <a:off x="7155324" y="4899306"/>
            <a:ext cx="1159685" cy="107763"/>
          </a:xfrm>
          <a:prstGeom prst="rect">
            <a:avLst/>
          </a:prstGeom>
          <a:noFill/>
          <a:ln>
            <a:noFill/>
          </a:ln>
        </p:spPr>
        <p:txBody>
          <a:bodyPr spcFirstLastPara="1" wrap="square" lIns="91425" tIns="0" rIns="548625" bIns="0" anchor="t" anchorCtr="0">
            <a:noAutofit/>
          </a:bodyPr>
          <a:lstStyle/>
          <a:p>
            <a:pPr marL="0" marR="0" lvl="0" indent="0" algn="ctr" rtl="0">
              <a:spcBef>
                <a:spcPts val="0"/>
              </a:spcBef>
              <a:spcAft>
                <a:spcPts val="0"/>
              </a:spcAft>
              <a:buClr>
                <a:schemeClr val="dk1"/>
              </a:buClr>
              <a:buSzPts val="1800"/>
              <a:buFont typeface="Times New Roman"/>
              <a:buNone/>
            </a:pPr>
            <a:r>
              <a:rPr lang="en-US" sz="1800" dirty="0">
                <a:solidFill>
                  <a:schemeClr val="dk1"/>
                </a:solidFill>
                <a:latin typeface="Times New Roman"/>
                <a:ea typeface="Times New Roman"/>
                <a:cs typeface="Times New Roman"/>
                <a:sym typeface="Times New Roman"/>
              </a:rPr>
              <a:t>A1</a:t>
            </a:r>
            <a:endParaRPr sz="1800" dirty="0">
              <a:solidFill>
                <a:schemeClr val="dk1"/>
              </a:solidFill>
              <a:latin typeface="Times New Roman"/>
              <a:ea typeface="Times New Roman"/>
              <a:cs typeface="Times New Roman"/>
              <a:sym typeface="Times New Roman"/>
            </a:endParaRPr>
          </a:p>
        </p:txBody>
      </p:sp>
      <p:sp>
        <p:nvSpPr>
          <p:cNvPr id="929" name="Google Shape;929;p96"/>
          <p:cNvSpPr/>
          <p:nvPr/>
        </p:nvSpPr>
        <p:spPr>
          <a:xfrm rot="-5400000">
            <a:off x="9829800" y="4095750"/>
            <a:ext cx="304800" cy="1219200"/>
          </a:xfrm>
          <a:prstGeom prst="leftBrace">
            <a:avLst>
              <a:gd name="adj1" fmla="val 33333"/>
              <a:gd name="adj2"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0" name="Google Shape;930;p96"/>
          <p:cNvSpPr txBox="1"/>
          <p:nvPr/>
        </p:nvSpPr>
        <p:spPr>
          <a:xfrm>
            <a:off x="9638775" y="4871403"/>
            <a:ext cx="1159685" cy="107763"/>
          </a:xfrm>
          <a:prstGeom prst="rect">
            <a:avLst/>
          </a:prstGeom>
          <a:noFill/>
          <a:ln>
            <a:noFill/>
          </a:ln>
        </p:spPr>
        <p:txBody>
          <a:bodyPr spcFirstLastPara="1" wrap="square" lIns="91425" tIns="0" rIns="548625" bIns="0" anchor="t" anchorCtr="0">
            <a:noAutofit/>
          </a:bodyPr>
          <a:lstStyle/>
          <a:p>
            <a:pPr marL="0" marR="0" lvl="0" indent="0" algn="ctr" rtl="0">
              <a:spcBef>
                <a:spcPts val="0"/>
              </a:spcBef>
              <a:spcAft>
                <a:spcPts val="0"/>
              </a:spcAft>
              <a:buClr>
                <a:schemeClr val="dk1"/>
              </a:buClr>
              <a:buSzPts val="1800"/>
              <a:buFont typeface="Times New Roman"/>
              <a:buNone/>
            </a:pPr>
            <a:r>
              <a:rPr lang="en-US" sz="1800" dirty="0">
                <a:solidFill>
                  <a:schemeClr val="dk1"/>
                </a:solidFill>
                <a:latin typeface="Times New Roman"/>
                <a:ea typeface="Times New Roman"/>
                <a:cs typeface="Times New Roman"/>
                <a:sym typeface="Times New Roman"/>
              </a:rPr>
              <a:t>A2</a:t>
            </a:r>
            <a:endParaRPr sz="1800" dirty="0">
              <a:solidFill>
                <a:schemeClr val="dk1"/>
              </a:solidFill>
              <a:latin typeface="Times New Roman"/>
              <a:ea typeface="Times New Roman"/>
              <a:cs typeface="Times New Roman"/>
              <a:sym typeface="Times New Roman"/>
            </a:endParaRPr>
          </a:p>
        </p:txBody>
      </p:sp>
      <p:sp>
        <p:nvSpPr>
          <p:cNvPr id="931" name="Google Shape;931;p96"/>
          <p:cNvSpPr/>
          <p:nvPr/>
        </p:nvSpPr>
        <p:spPr>
          <a:xfrm rot="-5400000">
            <a:off x="8877300" y="1714500"/>
            <a:ext cx="304800" cy="2514600"/>
          </a:xfrm>
          <a:prstGeom prst="leftBrace">
            <a:avLst>
              <a:gd name="adj1" fmla="val 68750"/>
              <a:gd name="adj2" fmla="val 50000"/>
            </a:avLst>
          </a:prstGeom>
          <a:noFill/>
          <a:ln w="19050" cap="flat" cmpd="sng">
            <a:solidFill>
              <a:schemeClr val="dk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32" name="Google Shape;932;p96"/>
          <p:cNvSpPr txBox="1"/>
          <p:nvPr/>
        </p:nvSpPr>
        <p:spPr>
          <a:xfrm>
            <a:off x="7895152" y="3083595"/>
            <a:ext cx="2391848" cy="107763"/>
          </a:xfrm>
          <a:prstGeom prst="rect">
            <a:avLst/>
          </a:prstGeom>
          <a:noFill/>
          <a:ln>
            <a:noFill/>
          </a:ln>
        </p:spPr>
        <p:txBody>
          <a:bodyPr spcFirstLastPara="1" wrap="square" lIns="91425" tIns="0" rIns="548625" bIns="0" anchor="t" anchorCtr="0">
            <a:noAutofit/>
          </a:bodyPr>
          <a:lstStyle/>
          <a:p>
            <a:pPr marL="0" marR="0" lvl="0" indent="0" algn="ctr" rtl="0">
              <a:spcBef>
                <a:spcPts val="0"/>
              </a:spcBef>
              <a:spcAft>
                <a:spcPts val="0"/>
              </a:spcAft>
              <a:buClr>
                <a:schemeClr val="dk1"/>
              </a:buClr>
              <a:buSzPts val="1800"/>
              <a:buFont typeface="Times New Roman"/>
              <a:buNone/>
            </a:pPr>
            <a:r>
              <a:rPr lang="en-US" sz="1800" dirty="0">
                <a:solidFill>
                  <a:schemeClr val="dk1"/>
                </a:solidFill>
                <a:latin typeface="Times New Roman"/>
                <a:ea typeface="Times New Roman"/>
                <a:cs typeface="Times New Roman"/>
                <a:sym typeface="Times New Roman"/>
              </a:rPr>
              <a:t>A</a:t>
            </a:r>
            <a:endParaRPr sz="1800" dirty="0">
              <a:solidFill>
                <a:schemeClr val="dk1"/>
              </a:solidFill>
              <a:latin typeface="Times New Roman"/>
              <a:ea typeface="Times New Roman"/>
              <a:cs typeface="Times New Roman"/>
              <a:sym typeface="Times New Roman"/>
            </a:endParaRPr>
          </a:p>
        </p:txBody>
      </p:sp>
      <p:sp>
        <p:nvSpPr>
          <p:cNvPr id="933" name="Google Shape;933;p96"/>
          <p:cNvSpPr txBox="1"/>
          <p:nvPr/>
        </p:nvSpPr>
        <p:spPr>
          <a:xfrm>
            <a:off x="9683647" y="303383"/>
            <a:ext cx="2225008" cy="495651"/>
          </a:xfrm>
          <a:prstGeom prst="rect">
            <a:avLst/>
          </a:prstGeom>
          <a:noFill/>
          <a:ln>
            <a:noFill/>
          </a:ln>
        </p:spPr>
        <p:txBody>
          <a:bodyPr spcFirstLastPara="1" wrap="square" lIns="92075" tIns="46025" rIns="92075" bIns="46025" anchor="ctr" anchorCtr="0">
            <a:noAutofit/>
          </a:bodyPr>
          <a:lstStyle/>
          <a:p>
            <a:pPr marL="0" marR="0" lvl="0" indent="0" algn="r" rtl="0">
              <a:spcBef>
                <a:spcPts val="0"/>
              </a:spcBef>
              <a:spcAft>
                <a:spcPts val="0"/>
              </a:spcAft>
              <a:buNone/>
            </a:pPr>
            <a:r>
              <a:rPr lang="en-US" sz="1400">
                <a:solidFill>
                  <a:srgbClr val="C00000"/>
                </a:solidFill>
                <a:latin typeface="Times New Roman"/>
                <a:ea typeface="Times New Roman"/>
                <a:cs typeface="Times New Roman"/>
                <a:sym typeface="Times New Roman"/>
              </a:rPr>
              <a:t>Ref Book: Thomas Cormen</a:t>
            </a:r>
            <a:endParaRPr sz="1400">
              <a:solidFill>
                <a:srgbClr val="C00000"/>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937"/>
        <p:cNvGrpSpPr/>
        <p:nvPr/>
      </p:nvGrpSpPr>
      <p:grpSpPr>
        <a:xfrm>
          <a:off x="0" y="0"/>
          <a:ext cx="0" cy="0"/>
          <a:chOff x="0" y="0"/>
          <a:chExt cx="0" cy="0"/>
        </a:xfrm>
      </p:grpSpPr>
      <p:sp>
        <p:nvSpPr>
          <p:cNvPr id="938" name="Google Shape;938;p97"/>
          <p:cNvSpPr txBox="1">
            <a:spLocks noGrp="1"/>
          </p:cNvSpPr>
          <p:nvPr>
            <p:ph type="title"/>
          </p:nvPr>
        </p:nvSpPr>
        <p:spPr>
          <a:xfrm>
            <a:off x="1625600" y="0"/>
            <a:ext cx="10363200" cy="1143000"/>
          </a:xfrm>
          <a:prstGeom prst="rect">
            <a:avLst/>
          </a:prstGeom>
          <a:noFill/>
          <a:ln>
            <a:noFill/>
          </a:ln>
        </p:spPr>
        <p:txBody>
          <a:bodyPr spcFirstLastPara="1" wrap="square" lIns="91425" tIns="45700" rIns="91425" bIns="45700" anchor="ctr" anchorCtr="0">
            <a:noAutofit/>
          </a:bodyPr>
          <a:lstStyle/>
          <a:p>
            <a:pPr marL="0" lvl="0" indent="0" algn="l" rtl="0">
              <a:spcBef>
                <a:spcPts val="0"/>
              </a:spcBef>
              <a:spcAft>
                <a:spcPts val="0"/>
              </a:spcAft>
              <a:buNone/>
            </a:pPr>
            <a:r>
              <a:rPr lang="en-US"/>
              <a:t>Idea of Quick Sort</a:t>
            </a:r>
            <a:endParaRPr/>
          </a:p>
        </p:txBody>
      </p:sp>
      <p:sp>
        <p:nvSpPr>
          <p:cNvPr id="939" name="Google Shape;939;p97"/>
          <p:cNvSpPr txBox="1">
            <a:spLocks noGrp="1"/>
          </p:cNvSpPr>
          <p:nvPr>
            <p:ph type="body" idx="1"/>
          </p:nvPr>
        </p:nvSpPr>
        <p:spPr>
          <a:xfrm>
            <a:off x="1828800" y="1981200"/>
            <a:ext cx="4572000" cy="4267200"/>
          </a:xfrm>
          <a:prstGeom prst="rect">
            <a:avLst/>
          </a:prstGeom>
          <a:noFill/>
          <a:ln>
            <a:noFill/>
          </a:ln>
        </p:spPr>
        <p:txBody>
          <a:bodyPr spcFirstLastPara="1" wrap="square" lIns="91425" tIns="45700" rIns="91425" bIns="45700" anchor="t" anchorCtr="0">
            <a:noAutofit/>
          </a:bodyPr>
          <a:lstStyle/>
          <a:p>
            <a:pPr marL="342900" lvl="0" indent="-342900" algn="l" rtl="0">
              <a:lnSpc>
                <a:spcPct val="90000"/>
              </a:lnSpc>
              <a:spcBef>
                <a:spcPts val="0"/>
              </a:spcBef>
              <a:spcAft>
                <a:spcPts val="0"/>
              </a:spcAft>
              <a:buClr>
                <a:schemeClr val="dk1"/>
              </a:buClr>
              <a:buSzPts val="2400"/>
              <a:buFont typeface="Georgia"/>
              <a:buNone/>
            </a:pPr>
            <a:r>
              <a:rPr lang="en-US" sz="2400"/>
              <a:t>1) </a:t>
            </a:r>
            <a:r>
              <a:rPr lang="en-US" sz="2400" b="1"/>
              <a:t>Select</a:t>
            </a:r>
            <a:r>
              <a:rPr lang="en-US" sz="2400"/>
              <a:t>: pick an element</a:t>
            </a:r>
            <a:endParaRPr/>
          </a:p>
          <a:p>
            <a:pPr marL="342900" lvl="0" indent="-342900" algn="l" rtl="0">
              <a:lnSpc>
                <a:spcPct val="90000"/>
              </a:lnSpc>
              <a:spcBef>
                <a:spcPts val="480"/>
              </a:spcBef>
              <a:spcAft>
                <a:spcPts val="0"/>
              </a:spcAft>
              <a:buClr>
                <a:schemeClr val="dk1"/>
              </a:buClr>
              <a:buSzPts val="2400"/>
              <a:buFont typeface="Georgia"/>
              <a:buNone/>
            </a:pPr>
            <a:endParaRPr sz="2400"/>
          </a:p>
          <a:p>
            <a:pPr marL="342900" lvl="0" indent="-342900" algn="l" rtl="0">
              <a:lnSpc>
                <a:spcPct val="90000"/>
              </a:lnSpc>
              <a:spcBef>
                <a:spcPts val="480"/>
              </a:spcBef>
              <a:spcAft>
                <a:spcPts val="0"/>
              </a:spcAft>
              <a:buClr>
                <a:schemeClr val="dk1"/>
              </a:buClr>
              <a:buSzPts val="2400"/>
              <a:buFont typeface="Georgia"/>
              <a:buNone/>
            </a:pPr>
            <a:endParaRPr sz="2400"/>
          </a:p>
          <a:p>
            <a:pPr marL="342900" lvl="0" indent="-342900" algn="l" rtl="0">
              <a:lnSpc>
                <a:spcPct val="90000"/>
              </a:lnSpc>
              <a:spcBef>
                <a:spcPts val="480"/>
              </a:spcBef>
              <a:spcAft>
                <a:spcPts val="0"/>
              </a:spcAft>
              <a:buClr>
                <a:schemeClr val="dk1"/>
              </a:buClr>
              <a:buSzPts val="2400"/>
              <a:buFont typeface="Georgia"/>
              <a:buNone/>
            </a:pPr>
            <a:endParaRPr sz="2400"/>
          </a:p>
          <a:p>
            <a:pPr marL="342900" lvl="0" indent="-342900" algn="l" rtl="0">
              <a:lnSpc>
                <a:spcPct val="90000"/>
              </a:lnSpc>
              <a:spcBef>
                <a:spcPts val="480"/>
              </a:spcBef>
              <a:spcAft>
                <a:spcPts val="0"/>
              </a:spcAft>
              <a:buClr>
                <a:schemeClr val="dk1"/>
              </a:buClr>
              <a:buSzPts val="2400"/>
              <a:buFont typeface="Georgia"/>
              <a:buNone/>
            </a:pPr>
            <a:r>
              <a:rPr lang="en-US" sz="2400"/>
              <a:t>2</a:t>
            </a:r>
            <a:r>
              <a:rPr lang="en-US" sz="2400" b="1"/>
              <a:t>) Divide</a:t>
            </a:r>
            <a:r>
              <a:rPr lang="en-US" sz="2400"/>
              <a:t>: rearrange elements so that </a:t>
            </a:r>
            <a:r>
              <a:rPr lang="en-US" sz="2400">
                <a:solidFill>
                  <a:srgbClr val="329439"/>
                </a:solidFill>
              </a:rPr>
              <a:t>x </a:t>
            </a:r>
            <a:r>
              <a:rPr lang="en-US" sz="2400"/>
              <a:t>goes to its</a:t>
            </a:r>
            <a:r>
              <a:rPr lang="en-US" sz="2400">
                <a:solidFill>
                  <a:srgbClr val="329439"/>
                </a:solidFill>
              </a:rPr>
              <a:t> final  position E</a:t>
            </a:r>
            <a:endParaRPr/>
          </a:p>
          <a:p>
            <a:pPr marL="342900" lvl="0" indent="-342900" algn="l" rtl="0">
              <a:lnSpc>
                <a:spcPct val="90000"/>
              </a:lnSpc>
              <a:spcBef>
                <a:spcPts val="480"/>
              </a:spcBef>
              <a:spcAft>
                <a:spcPts val="0"/>
              </a:spcAft>
              <a:buClr>
                <a:schemeClr val="dk1"/>
              </a:buClr>
              <a:buSzPts val="2400"/>
              <a:buFont typeface="Georgia"/>
              <a:buNone/>
            </a:pPr>
            <a:endParaRPr sz="2400">
              <a:solidFill>
                <a:srgbClr val="329439"/>
              </a:solidFill>
            </a:endParaRPr>
          </a:p>
          <a:p>
            <a:pPr marL="342900" lvl="0" indent="-342900" algn="l" rtl="0">
              <a:lnSpc>
                <a:spcPct val="90000"/>
              </a:lnSpc>
              <a:spcBef>
                <a:spcPts val="480"/>
              </a:spcBef>
              <a:spcAft>
                <a:spcPts val="0"/>
              </a:spcAft>
              <a:buClr>
                <a:schemeClr val="dk1"/>
              </a:buClr>
              <a:buSzPts val="2400"/>
              <a:buFont typeface="Georgia"/>
              <a:buNone/>
            </a:pPr>
            <a:r>
              <a:rPr lang="en-US" sz="2400"/>
              <a:t>3) </a:t>
            </a:r>
            <a:r>
              <a:rPr lang="en-US" sz="2400" b="1"/>
              <a:t>Recurse and Conquer</a:t>
            </a:r>
            <a:r>
              <a:rPr lang="en-US" sz="2400"/>
              <a:t>: recursively sort</a:t>
            </a:r>
            <a:endParaRPr sz="2000"/>
          </a:p>
          <a:p>
            <a:pPr marL="342900" lvl="0" indent="-342900" algn="l" rtl="0">
              <a:lnSpc>
                <a:spcPct val="90000"/>
              </a:lnSpc>
              <a:spcBef>
                <a:spcPts val="400"/>
              </a:spcBef>
              <a:spcAft>
                <a:spcPts val="0"/>
              </a:spcAft>
              <a:buClr>
                <a:schemeClr val="dk1"/>
              </a:buClr>
              <a:buSzPts val="2000"/>
              <a:buFont typeface="Georgia"/>
              <a:buNone/>
            </a:pPr>
            <a:endParaRPr sz="2000"/>
          </a:p>
          <a:p>
            <a:pPr marL="342900" lvl="0" indent="-342900" algn="l" rtl="0">
              <a:lnSpc>
                <a:spcPct val="90000"/>
              </a:lnSpc>
              <a:spcBef>
                <a:spcPts val="400"/>
              </a:spcBef>
              <a:spcAft>
                <a:spcPts val="0"/>
              </a:spcAft>
              <a:buClr>
                <a:schemeClr val="dk1"/>
              </a:buClr>
              <a:buSzPts val="2000"/>
              <a:buFont typeface="Georgia"/>
              <a:buNone/>
            </a:pPr>
            <a:r>
              <a:rPr lang="en-US" sz="2000"/>
              <a:t>		</a:t>
            </a:r>
            <a:endParaRPr/>
          </a:p>
        </p:txBody>
      </p:sp>
      <p:pic>
        <p:nvPicPr>
          <p:cNvPr id="940" name="Google Shape;940;p97"/>
          <p:cNvPicPr preferRelativeResize="0">
            <a:picLocks noGrp="1"/>
          </p:cNvPicPr>
          <p:nvPr>
            <p:ph type="body" idx="2"/>
          </p:nvPr>
        </p:nvPicPr>
        <p:blipFill rotWithShape="1">
          <a:blip r:embed="rId3">
            <a:alphaModFix/>
          </a:blip>
          <a:srcRect/>
          <a:stretch/>
        </p:blipFill>
        <p:spPr>
          <a:xfrm>
            <a:off x="6781800" y="1295400"/>
            <a:ext cx="2057400" cy="5410200"/>
          </a:xfrm>
          <a:prstGeom prst="rect">
            <a:avLst/>
          </a:prstGeom>
          <a:noFill/>
          <a:ln>
            <a:noFill/>
          </a:ln>
        </p:spPr>
      </p:pic>
      <p:sp>
        <p:nvSpPr>
          <p:cNvPr id="941" name="Google Shape;941;p97"/>
          <p:cNvSpPr txBox="1"/>
          <p:nvPr/>
        </p:nvSpPr>
        <p:spPr>
          <a:xfrm>
            <a:off x="9683647" y="303383"/>
            <a:ext cx="2225008" cy="495651"/>
          </a:xfrm>
          <a:prstGeom prst="rect">
            <a:avLst/>
          </a:prstGeom>
          <a:noFill/>
          <a:ln>
            <a:noFill/>
          </a:ln>
        </p:spPr>
        <p:txBody>
          <a:bodyPr spcFirstLastPara="1" wrap="square" lIns="92075" tIns="46025" rIns="92075" bIns="46025" anchor="ctr" anchorCtr="0">
            <a:noAutofit/>
          </a:bodyPr>
          <a:lstStyle/>
          <a:p>
            <a:pPr marL="0" marR="0" lvl="0" indent="0" algn="r" rtl="0">
              <a:spcBef>
                <a:spcPts val="0"/>
              </a:spcBef>
              <a:spcAft>
                <a:spcPts val="0"/>
              </a:spcAft>
              <a:buNone/>
            </a:pPr>
            <a:r>
              <a:rPr lang="en-US" sz="1400">
                <a:solidFill>
                  <a:srgbClr val="C00000"/>
                </a:solidFill>
                <a:latin typeface="Georgia"/>
                <a:ea typeface="Georgia"/>
                <a:cs typeface="Georgia"/>
                <a:sym typeface="Georgia"/>
              </a:rPr>
              <a:t>Ref Book: Internet</a:t>
            </a:r>
            <a:endParaRPr sz="1400">
              <a:solidFill>
                <a:srgbClr val="C00000"/>
              </a:solidFill>
              <a:latin typeface="Georgia"/>
              <a:ea typeface="Georgia"/>
              <a:cs typeface="Georgia"/>
              <a:sym typeface="Georgia"/>
            </a:endParaRP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Shape 945"/>
        <p:cNvGrpSpPr/>
        <p:nvPr/>
      </p:nvGrpSpPr>
      <p:grpSpPr>
        <a:xfrm>
          <a:off x="0" y="0"/>
          <a:ext cx="0" cy="0"/>
          <a:chOff x="0" y="0"/>
          <a:chExt cx="0" cy="0"/>
        </a:xfrm>
      </p:grpSpPr>
      <p:sp>
        <p:nvSpPr>
          <p:cNvPr id="946" name="Google Shape;946;p98"/>
          <p:cNvSpPr txBox="1">
            <a:spLocks noGrp="1"/>
          </p:cNvSpPr>
          <p:nvPr>
            <p:ph type="title"/>
          </p:nvPr>
        </p:nvSpPr>
        <p:spPr>
          <a:xfrm>
            <a:off x="1097280" y="286604"/>
            <a:ext cx="10058400" cy="892910"/>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solidFill>
                  <a:schemeClr val="dk1"/>
                </a:solidFill>
              </a:rPr>
              <a:t>Quicksort Pseudo-code </a:t>
            </a:r>
            <a:endParaRPr>
              <a:solidFill>
                <a:schemeClr val="dk1"/>
              </a:solidFill>
              <a:latin typeface="Times New Roman"/>
              <a:ea typeface="Times New Roman"/>
              <a:cs typeface="Times New Roman"/>
              <a:sym typeface="Times New Roman"/>
            </a:endParaRPr>
          </a:p>
        </p:txBody>
      </p:sp>
      <p:sp>
        <p:nvSpPr>
          <p:cNvPr id="947" name="Google Shape;947;p98"/>
          <p:cNvSpPr txBox="1">
            <a:spLocks noGrp="1"/>
          </p:cNvSpPr>
          <p:nvPr>
            <p:ph type="body" idx="1"/>
          </p:nvPr>
        </p:nvSpPr>
        <p:spPr>
          <a:xfrm>
            <a:off x="1831976" y="1364179"/>
            <a:ext cx="8343900" cy="1038225"/>
          </a:xfrm>
          <a:prstGeom prst="rect">
            <a:avLst/>
          </a:prstGeom>
          <a:noFill/>
          <a:ln>
            <a:noFill/>
          </a:ln>
        </p:spPr>
        <p:txBody>
          <a:bodyPr spcFirstLastPara="1" wrap="square" lIns="91425" tIns="45700" rIns="91425" bIns="45700" anchor="t" anchorCtr="0">
            <a:normAutofit fontScale="85000" lnSpcReduction="10000"/>
          </a:bodyPr>
          <a:lstStyle/>
          <a:p>
            <a:pPr marL="342900" lvl="0" indent="-342900" algn="l" rtl="0">
              <a:spcBef>
                <a:spcPts val="0"/>
              </a:spcBef>
              <a:spcAft>
                <a:spcPts val="0"/>
              </a:spcAft>
              <a:buClr>
                <a:srgbClr val="CC3300"/>
              </a:buClr>
              <a:buSzPct val="100000"/>
              <a:buFont typeface="Noto Sans Symbols"/>
              <a:buNone/>
            </a:pPr>
            <a:r>
              <a:rPr lang="en-US" sz="2800" b="1">
                <a:solidFill>
                  <a:srgbClr val="CC3300"/>
                </a:solidFill>
              </a:rPr>
              <a:t>INPUT: </a:t>
            </a:r>
            <a:r>
              <a:rPr lang="en-US" sz="2800" b="1">
                <a:solidFill>
                  <a:schemeClr val="hlink"/>
                </a:solidFill>
              </a:rPr>
              <a:t>a sequence of </a:t>
            </a:r>
            <a:r>
              <a:rPr lang="en-US" sz="2800" i="1">
                <a:solidFill>
                  <a:schemeClr val="hlink"/>
                </a:solidFill>
              </a:rPr>
              <a:t>n</a:t>
            </a:r>
            <a:r>
              <a:rPr lang="en-US" sz="2800" b="1">
                <a:solidFill>
                  <a:schemeClr val="hlink"/>
                </a:solidFill>
              </a:rPr>
              <a:t> numbers stored in array A</a:t>
            </a:r>
            <a:endParaRPr/>
          </a:p>
          <a:p>
            <a:pPr marL="342900" lvl="0" indent="-342900" algn="l" rtl="0">
              <a:spcBef>
                <a:spcPts val="476"/>
              </a:spcBef>
              <a:spcAft>
                <a:spcPts val="0"/>
              </a:spcAft>
              <a:buClr>
                <a:srgbClr val="CC3300"/>
              </a:buClr>
              <a:buSzPct val="100000"/>
              <a:buFont typeface="Noto Sans Symbols"/>
              <a:buNone/>
            </a:pPr>
            <a:r>
              <a:rPr lang="en-US" sz="2800" b="1">
                <a:solidFill>
                  <a:srgbClr val="CC3300"/>
                </a:solidFill>
              </a:rPr>
              <a:t>OUTPUT: </a:t>
            </a:r>
            <a:r>
              <a:rPr lang="en-US" sz="2800" b="1">
                <a:solidFill>
                  <a:schemeClr val="hlink"/>
                </a:solidFill>
              </a:rPr>
              <a:t>an ordered sequence of </a:t>
            </a:r>
            <a:r>
              <a:rPr lang="en-US" sz="2800" i="1">
                <a:solidFill>
                  <a:schemeClr val="hlink"/>
                </a:solidFill>
              </a:rPr>
              <a:t>n</a:t>
            </a:r>
            <a:r>
              <a:rPr lang="en-US" sz="2800" b="1">
                <a:solidFill>
                  <a:schemeClr val="hlink"/>
                </a:solidFill>
              </a:rPr>
              <a:t> numbers</a:t>
            </a:r>
            <a:endParaRPr sz="2800">
              <a:solidFill>
                <a:schemeClr val="hlink"/>
              </a:solidFill>
            </a:endParaRPr>
          </a:p>
          <a:p>
            <a:pPr marL="342900" lvl="0" indent="-342900" algn="l" rtl="0">
              <a:spcBef>
                <a:spcPts val="476"/>
              </a:spcBef>
              <a:spcAft>
                <a:spcPts val="0"/>
              </a:spcAft>
              <a:buClr>
                <a:schemeClr val="dk1"/>
              </a:buClr>
              <a:buSzPct val="100000"/>
              <a:buFont typeface="Noto Sans Symbols"/>
              <a:buNone/>
            </a:pPr>
            <a:endParaRPr>
              <a:solidFill>
                <a:schemeClr val="hlink"/>
              </a:solidFill>
            </a:endParaRPr>
          </a:p>
        </p:txBody>
      </p:sp>
      <p:sp>
        <p:nvSpPr>
          <p:cNvPr id="948" name="Google Shape;948;p98"/>
          <p:cNvSpPr txBox="1"/>
          <p:nvPr/>
        </p:nvSpPr>
        <p:spPr>
          <a:xfrm>
            <a:off x="2074864" y="2217738"/>
            <a:ext cx="7858125"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endParaRPr sz="1800">
              <a:solidFill>
                <a:schemeClr val="dk1"/>
              </a:solidFill>
              <a:latin typeface="Georgia"/>
              <a:ea typeface="Georgia"/>
              <a:cs typeface="Georgia"/>
              <a:sym typeface="Georgia"/>
            </a:endParaRPr>
          </a:p>
        </p:txBody>
      </p:sp>
      <p:sp>
        <p:nvSpPr>
          <p:cNvPr id="949" name="Google Shape;949;p98"/>
          <p:cNvSpPr txBox="1"/>
          <p:nvPr/>
        </p:nvSpPr>
        <p:spPr>
          <a:xfrm>
            <a:off x="2074864" y="2570123"/>
            <a:ext cx="7335837" cy="1938992"/>
          </a:xfrm>
          <a:prstGeom prst="rect">
            <a:avLst/>
          </a:prstGeom>
          <a:solidFill>
            <a:srgbClr val="CCECFF"/>
          </a:solidFill>
          <a:ln w="12700" cap="flat" cmpd="sng">
            <a:solidFill>
              <a:schemeClr val="dk1"/>
            </a:solidFill>
            <a:prstDash val="solid"/>
            <a:miter lim="800000"/>
            <a:headEnd type="none" w="sm" len="sm"/>
            <a:tailEnd type="none" w="sm" len="sm"/>
          </a:ln>
        </p:spPr>
        <p:txBody>
          <a:bodyPr spcFirstLastPara="1" wrap="square" lIns="91425" tIns="45700" rIns="91425" bIns="45700" anchor="t" anchorCtr="0">
            <a:spAutoFit/>
          </a:bodyPr>
          <a:lstStyle/>
          <a:p>
            <a:pPr marL="457200" marR="0" lvl="0" indent="-457200" algn="l" rtl="0">
              <a:spcBef>
                <a:spcPts val="0"/>
              </a:spcBef>
              <a:spcAft>
                <a:spcPts val="0"/>
              </a:spcAft>
              <a:buNone/>
            </a:pPr>
            <a:r>
              <a:rPr lang="en-US" sz="2400" b="1" i="1">
                <a:solidFill>
                  <a:schemeClr val="dk1"/>
                </a:solidFill>
                <a:latin typeface="Times New Roman"/>
                <a:ea typeface="Times New Roman"/>
                <a:cs typeface="Times New Roman"/>
                <a:sym typeface="Times New Roman"/>
              </a:rPr>
              <a:t>QuickSort </a:t>
            </a:r>
            <a:r>
              <a:rPr lang="en-US" sz="2400" b="1">
                <a:solidFill>
                  <a:schemeClr val="dk1"/>
                </a:solidFill>
                <a:latin typeface="Times New Roman"/>
                <a:ea typeface="Times New Roman"/>
                <a:cs typeface="Times New Roman"/>
                <a:sym typeface="Times New Roman"/>
              </a:rPr>
              <a:t>(</a:t>
            </a:r>
            <a:r>
              <a:rPr lang="en-US" sz="2400" b="1" i="1">
                <a:solidFill>
                  <a:schemeClr val="dk1"/>
                </a:solidFill>
                <a:latin typeface="Times New Roman"/>
                <a:ea typeface="Times New Roman"/>
                <a:cs typeface="Times New Roman"/>
                <a:sym typeface="Times New Roman"/>
              </a:rPr>
              <a:t>A</a:t>
            </a:r>
            <a:r>
              <a:rPr lang="en-US" sz="2400" b="1">
                <a:solidFill>
                  <a:schemeClr val="dk1"/>
                </a:solidFill>
                <a:latin typeface="Times New Roman"/>
                <a:ea typeface="Times New Roman"/>
                <a:cs typeface="Times New Roman"/>
                <a:sym typeface="Times New Roman"/>
              </a:rPr>
              <a:t>, </a:t>
            </a:r>
            <a:r>
              <a:rPr lang="en-US" sz="2400" b="1" i="1">
                <a:solidFill>
                  <a:schemeClr val="dk1"/>
                </a:solidFill>
                <a:latin typeface="Times New Roman"/>
                <a:ea typeface="Times New Roman"/>
                <a:cs typeface="Times New Roman"/>
                <a:sym typeface="Times New Roman"/>
              </a:rPr>
              <a:t>p</a:t>
            </a:r>
            <a:r>
              <a:rPr lang="en-US" sz="2400" b="1">
                <a:solidFill>
                  <a:schemeClr val="dk1"/>
                </a:solidFill>
                <a:latin typeface="Times New Roman"/>
                <a:ea typeface="Times New Roman"/>
                <a:cs typeface="Times New Roman"/>
                <a:sym typeface="Times New Roman"/>
              </a:rPr>
              <a:t>, </a:t>
            </a:r>
            <a:r>
              <a:rPr lang="en-US" sz="2400" b="1" i="1">
                <a:solidFill>
                  <a:schemeClr val="dk1"/>
                </a:solidFill>
                <a:latin typeface="Times New Roman"/>
                <a:ea typeface="Times New Roman"/>
                <a:cs typeface="Times New Roman"/>
                <a:sym typeface="Times New Roman"/>
              </a:rPr>
              <a:t>r</a:t>
            </a:r>
            <a:r>
              <a:rPr lang="en-US" sz="2400" b="1">
                <a:solidFill>
                  <a:schemeClr val="dk1"/>
                </a:solidFill>
                <a:latin typeface="Times New Roman"/>
                <a:ea typeface="Times New Roman"/>
                <a:cs typeface="Times New Roman"/>
                <a:sym typeface="Times New Roman"/>
              </a:rPr>
              <a:t>)   // </a:t>
            </a:r>
            <a:r>
              <a:rPr lang="en-US" sz="2000">
                <a:solidFill>
                  <a:schemeClr val="dk1"/>
                </a:solidFill>
                <a:latin typeface="Times New Roman"/>
                <a:ea typeface="Times New Roman"/>
                <a:cs typeface="Times New Roman"/>
                <a:sym typeface="Times New Roman"/>
              </a:rPr>
              <a:t>sort </a:t>
            </a:r>
            <a:r>
              <a:rPr lang="en-US" sz="2000" i="1">
                <a:solidFill>
                  <a:schemeClr val="dk1"/>
                </a:solidFill>
                <a:latin typeface="Times New Roman"/>
                <a:ea typeface="Times New Roman"/>
                <a:cs typeface="Times New Roman"/>
                <a:sym typeface="Times New Roman"/>
              </a:rPr>
              <a:t>A</a:t>
            </a:r>
            <a:r>
              <a:rPr lang="en-US" sz="2000">
                <a:solidFill>
                  <a:schemeClr val="dk1"/>
                </a:solidFill>
                <a:latin typeface="Times New Roman"/>
                <a:ea typeface="Times New Roman"/>
                <a:cs typeface="Times New Roman"/>
                <a:sym typeface="Times New Roman"/>
              </a:rPr>
              <a:t>[</a:t>
            </a:r>
            <a:r>
              <a:rPr lang="en-US" sz="2000" i="1">
                <a:solidFill>
                  <a:schemeClr val="dk1"/>
                </a:solidFill>
                <a:latin typeface="Times New Roman"/>
                <a:ea typeface="Times New Roman"/>
                <a:cs typeface="Times New Roman"/>
                <a:sym typeface="Times New Roman"/>
              </a:rPr>
              <a:t>p..r</a:t>
            </a:r>
            <a:r>
              <a:rPr lang="en-US" sz="2000">
                <a:solidFill>
                  <a:schemeClr val="dk1"/>
                </a:solidFill>
                <a:latin typeface="Times New Roman"/>
                <a:ea typeface="Times New Roman"/>
                <a:cs typeface="Times New Roman"/>
                <a:sym typeface="Times New Roman"/>
              </a:rPr>
              <a:t>] by divide &amp; conquer</a:t>
            </a:r>
            <a:endParaRPr/>
          </a:p>
          <a:p>
            <a:pPr marL="457200" marR="0" lvl="0" indent="-457200" algn="l" rtl="0">
              <a:spcBef>
                <a:spcPts val="0"/>
              </a:spcBef>
              <a:spcAft>
                <a:spcPts val="0"/>
              </a:spcAft>
              <a:buClr>
                <a:schemeClr val="dk1"/>
              </a:buClr>
              <a:buSzPts val="2400"/>
              <a:buFont typeface="Times New Roman"/>
              <a:buAutoNum type="arabicPlain"/>
            </a:pPr>
            <a:r>
              <a:rPr lang="en-US" sz="2400" b="1">
                <a:solidFill>
                  <a:schemeClr val="dk1"/>
                </a:solidFill>
                <a:latin typeface="Times New Roman"/>
                <a:ea typeface="Times New Roman"/>
                <a:cs typeface="Times New Roman"/>
                <a:sym typeface="Times New Roman"/>
              </a:rPr>
              <a:t>if</a:t>
            </a:r>
            <a:r>
              <a:rPr lang="en-US" sz="2400" b="1" i="1">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p</a:t>
            </a:r>
            <a:r>
              <a:rPr lang="en-US" sz="2400">
                <a:solidFill>
                  <a:schemeClr val="dk1"/>
                </a:solidFill>
                <a:latin typeface="Times New Roman"/>
                <a:ea typeface="Times New Roman"/>
                <a:cs typeface="Times New Roman"/>
                <a:sym typeface="Times New Roman"/>
              </a:rPr>
              <a:t> &lt; </a:t>
            </a:r>
            <a:r>
              <a:rPr lang="en-US" sz="2400" i="1">
                <a:solidFill>
                  <a:schemeClr val="dk1"/>
                </a:solidFill>
                <a:latin typeface="Times New Roman"/>
                <a:ea typeface="Times New Roman"/>
                <a:cs typeface="Times New Roman"/>
                <a:sym typeface="Times New Roman"/>
              </a:rPr>
              <a:t>r</a:t>
            </a:r>
            <a:endParaRPr/>
          </a:p>
          <a:p>
            <a:pPr marL="457200" marR="0" lvl="0" indent="-457200" algn="l" rtl="0">
              <a:spcBef>
                <a:spcPts val="0"/>
              </a:spcBef>
              <a:spcAft>
                <a:spcPts val="0"/>
              </a:spcAft>
              <a:buClr>
                <a:schemeClr val="dk1"/>
              </a:buClr>
              <a:buSzPts val="2400"/>
              <a:buFont typeface="Times New Roman"/>
              <a:buAutoNum type="arabicPlain"/>
            </a:pPr>
            <a:r>
              <a:rPr lang="en-US" sz="2400" b="1">
                <a:solidFill>
                  <a:schemeClr val="dk1"/>
                </a:solidFill>
                <a:latin typeface="Times New Roman"/>
                <a:ea typeface="Times New Roman"/>
                <a:cs typeface="Times New Roman"/>
                <a:sym typeface="Times New Roman"/>
              </a:rPr>
              <a:t>    then</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q = Partition (A, p, r)</a:t>
            </a:r>
            <a:endParaRPr sz="2400">
              <a:solidFill>
                <a:schemeClr val="dk1"/>
              </a:solidFill>
              <a:latin typeface="Times New Roman"/>
              <a:ea typeface="Times New Roman"/>
              <a:cs typeface="Times New Roman"/>
              <a:sym typeface="Times New Roman"/>
            </a:endParaRPr>
          </a:p>
          <a:p>
            <a:pPr marL="457200" marR="0" lvl="0" indent="-457200" algn="l" rtl="0">
              <a:spcBef>
                <a:spcPts val="0"/>
              </a:spcBef>
              <a:spcAft>
                <a:spcPts val="0"/>
              </a:spcAft>
              <a:buClr>
                <a:schemeClr val="dk1"/>
              </a:buClr>
              <a:buSzPts val="2400"/>
              <a:buFont typeface="Times New Roman"/>
              <a:buAutoNum type="arabicPlain"/>
            </a:pPr>
            <a:r>
              <a:rPr lang="en-US" sz="2400">
                <a:solidFill>
                  <a:schemeClr val="dk1"/>
                </a:solidFill>
                <a:latin typeface="Times New Roman"/>
                <a:ea typeface="Times New Roman"/>
                <a:cs typeface="Times New Roman"/>
                <a:sym typeface="Times New Roman"/>
              </a:rPr>
              <a:t>         Quick</a:t>
            </a:r>
            <a:r>
              <a:rPr lang="en-US" sz="2400" i="1">
                <a:solidFill>
                  <a:schemeClr val="dk1"/>
                </a:solidFill>
                <a:latin typeface="Times New Roman"/>
                <a:ea typeface="Times New Roman"/>
                <a:cs typeface="Times New Roman"/>
                <a:sym typeface="Times New Roman"/>
              </a:rPr>
              <a:t>Sort</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A</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p</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q-1</a:t>
            </a:r>
            <a:r>
              <a:rPr lang="en-US" sz="2400">
                <a:solidFill>
                  <a:schemeClr val="dk1"/>
                </a:solidFill>
                <a:latin typeface="Times New Roman"/>
                <a:ea typeface="Times New Roman"/>
                <a:cs typeface="Times New Roman"/>
                <a:sym typeface="Times New Roman"/>
              </a:rPr>
              <a:t>)</a:t>
            </a:r>
            <a:endParaRPr/>
          </a:p>
          <a:p>
            <a:pPr marL="457200" marR="0" lvl="0" indent="-457200" algn="l" rtl="0">
              <a:spcBef>
                <a:spcPts val="0"/>
              </a:spcBef>
              <a:spcAft>
                <a:spcPts val="0"/>
              </a:spcAft>
              <a:buClr>
                <a:schemeClr val="dk1"/>
              </a:buClr>
              <a:buSzPts val="2400"/>
              <a:buFont typeface="Times New Roman"/>
              <a:buAutoNum type="arabicPlain"/>
            </a:pPr>
            <a:r>
              <a:rPr lang="en-US" sz="2400">
                <a:solidFill>
                  <a:schemeClr val="dk1"/>
                </a:solidFill>
                <a:latin typeface="Times New Roman"/>
                <a:ea typeface="Times New Roman"/>
                <a:cs typeface="Times New Roman"/>
                <a:sym typeface="Times New Roman"/>
              </a:rPr>
              <a:t>         Quick</a:t>
            </a:r>
            <a:r>
              <a:rPr lang="en-US" sz="2400" i="1">
                <a:solidFill>
                  <a:schemeClr val="dk1"/>
                </a:solidFill>
                <a:latin typeface="Times New Roman"/>
                <a:ea typeface="Times New Roman"/>
                <a:cs typeface="Times New Roman"/>
                <a:sym typeface="Times New Roman"/>
              </a:rPr>
              <a:t>Sort</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A</a:t>
            </a:r>
            <a:r>
              <a:rPr lang="en-US" sz="2400">
                <a:solidFill>
                  <a:schemeClr val="dk1"/>
                </a:solidFill>
                <a:latin typeface="Times New Roman"/>
                <a:ea typeface="Times New Roman"/>
                <a:cs typeface="Times New Roman"/>
                <a:sym typeface="Times New Roman"/>
              </a:rPr>
              <a:t>, </a:t>
            </a:r>
            <a:r>
              <a:rPr lang="en-US" sz="2400" i="1">
                <a:solidFill>
                  <a:schemeClr val="dk1"/>
                </a:solidFill>
                <a:latin typeface="Times New Roman"/>
                <a:ea typeface="Times New Roman"/>
                <a:cs typeface="Times New Roman"/>
                <a:sym typeface="Times New Roman"/>
              </a:rPr>
              <a:t>q</a:t>
            </a:r>
            <a:r>
              <a:rPr lang="en-US" sz="2400">
                <a:solidFill>
                  <a:schemeClr val="dk1"/>
                </a:solidFill>
                <a:latin typeface="Times New Roman"/>
                <a:ea typeface="Times New Roman"/>
                <a:cs typeface="Times New Roman"/>
                <a:sym typeface="Times New Roman"/>
              </a:rPr>
              <a:t>+1, </a:t>
            </a:r>
            <a:r>
              <a:rPr lang="en-US" sz="2400" i="1">
                <a:solidFill>
                  <a:schemeClr val="dk1"/>
                </a:solidFill>
                <a:latin typeface="Times New Roman"/>
                <a:ea typeface="Times New Roman"/>
                <a:cs typeface="Times New Roman"/>
                <a:sym typeface="Times New Roman"/>
              </a:rPr>
              <a:t>r</a:t>
            </a:r>
            <a:r>
              <a:rPr lang="en-US" sz="2400">
                <a:solidFill>
                  <a:schemeClr val="dk1"/>
                </a:solidFill>
                <a:latin typeface="Times New Roman"/>
                <a:ea typeface="Times New Roman"/>
                <a:cs typeface="Times New Roman"/>
                <a:sym typeface="Times New Roman"/>
              </a:rPr>
              <a:t>)</a:t>
            </a:r>
            <a:endParaRPr/>
          </a:p>
        </p:txBody>
      </p:sp>
      <p:sp>
        <p:nvSpPr>
          <p:cNvPr id="950" name="Google Shape;950;p98"/>
          <p:cNvSpPr txBox="1"/>
          <p:nvPr/>
        </p:nvSpPr>
        <p:spPr>
          <a:xfrm>
            <a:off x="2138363" y="5160963"/>
            <a:ext cx="3219151" cy="369332"/>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rgbClr val="CC3300"/>
                </a:solidFill>
                <a:latin typeface="Georgia"/>
                <a:ea typeface="Georgia"/>
                <a:cs typeface="Georgia"/>
                <a:sym typeface="Georgia"/>
              </a:rPr>
              <a:t>Initial Call:</a:t>
            </a:r>
            <a:r>
              <a:rPr lang="en-US" sz="1800">
                <a:solidFill>
                  <a:schemeClr val="dk1"/>
                </a:solidFill>
                <a:latin typeface="Georgia"/>
                <a:ea typeface="Georgia"/>
                <a:cs typeface="Georgia"/>
                <a:sym typeface="Georgia"/>
              </a:rPr>
              <a:t> QuickSort(</a:t>
            </a:r>
            <a:r>
              <a:rPr lang="en-US" sz="1800" i="1">
                <a:solidFill>
                  <a:schemeClr val="dk1"/>
                </a:solidFill>
                <a:latin typeface="Georgia"/>
                <a:ea typeface="Georgia"/>
                <a:cs typeface="Georgia"/>
                <a:sym typeface="Georgia"/>
              </a:rPr>
              <a:t>A</a:t>
            </a:r>
            <a:r>
              <a:rPr lang="en-US" sz="1800">
                <a:solidFill>
                  <a:schemeClr val="dk1"/>
                </a:solidFill>
                <a:latin typeface="Georgia"/>
                <a:ea typeface="Georgia"/>
                <a:cs typeface="Georgia"/>
                <a:sym typeface="Georgia"/>
              </a:rPr>
              <a:t>, 1, </a:t>
            </a:r>
            <a:r>
              <a:rPr lang="en-US" sz="1800" i="1">
                <a:solidFill>
                  <a:schemeClr val="dk1"/>
                </a:solidFill>
                <a:latin typeface="Georgia"/>
                <a:ea typeface="Georgia"/>
                <a:cs typeface="Georgia"/>
                <a:sym typeface="Georgia"/>
              </a:rPr>
              <a:t>n</a:t>
            </a:r>
            <a:r>
              <a:rPr lang="en-US" sz="1800">
                <a:solidFill>
                  <a:schemeClr val="dk1"/>
                </a:solidFill>
                <a:latin typeface="Georgia"/>
                <a:ea typeface="Georgia"/>
                <a:cs typeface="Georgia"/>
                <a:sym typeface="Georgia"/>
              </a:rPr>
              <a:t>)</a:t>
            </a:r>
            <a:endParaRPr/>
          </a:p>
        </p:txBody>
      </p:sp>
      <p:sp>
        <p:nvSpPr>
          <p:cNvPr id="951" name="Google Shape;951;p98"/>
          <p:cNvSpPr txBox="1">
            <a:spLocks noGrp="1"/>
          </p:cNvSpPr>
          <p:nvPr>
            <p:ph type="ftr" idx="11"/>
          </p:nvPr>
        </p:nvSpPr>
        <p:spPr>
          <a:xfrm>
            <a:off x="9788578" y="193923"/>
            <a:ext cx="2225008" cy="495651"/>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t>Ref Book: Thomas Cormen</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Shape 955"/>
        <p:cNvGrpSpPr/>
        <p:nvPr/>
      </p:nvGrpSpPr>
      <p:grpSpPr>
        <a:xfrm>
          <a:off x="0" y="0"/>
          <a:ext cx="0" cy="0"/>
          <a:chOff x="0" y="0"/>
          <a:chExt cx="0" cy="0"/>
        </a:xfrm>
      </p:grpSpPr>
      <p:sp>
        <p:nvSpPr>
          <p:cNvPr id="956" name="Google Shape;956;p99"/>
          <p:cNvSpPr txBox="1">
            <a:spLocks noGrp="1"/>
          </p:cNvSpPr>
          <p:nvPr>
            <p:ph type="title"/>
          </p:nvPr>
        </p:nvSpPr>
        <p:spPr>
          <a:xfrm>
            <a:off x="1524001" y="-179388"/>
            <a:ext cx="9142413" cy="91440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solidFill>
                  <a:schemeClr val="dk1"/>
                </a:solidFill>
                <a:latin typeface="Times New Roman"/>
                <a:ea typeface="Times New Roman"/>
                <a:cs typeface="Times New Roman"/>
                <a:sym typeface="Times New Roman"/>
              </a:rPr>
              <a:t>Procedure Partitioning the array</a:t>
            </a:r>
            <a:endParaRPr>
              <a:solidFill>
                <a:schemeClr val="dk1"/>
              </a:solidFill>
              <a:latin typeface="Times New Roman"/>
              <a:ea typeface="Times New Roman"/>
              <a:cs typeface="Times New Roman"/>
              <a:sym typeface="Times New Roman"/>
            </a:endParaRPr>
          </a:p>
        </p:txBody>
      </p:sp>
      <p:sp>
        <p:nvSpPr>
          <p:cNvPr id="957" name="Google Shape;957;p99"/>
          <p:cNvSpPr txBox="1">
            <a:spLocks noGrp="1"/>
          </p:cNvSpPr>
          <p:nvPr>
            <p:ph type="body" idx="1"/>
          </p:nvPr>
        </p:nvSpPr>
        <p:spPr>
          <a:xfrm>
            <a:off x="1707356" y="1408907"/>
            <a:ext cx="3854450" cy="3790157"/>
          </a:xfrm>
          <a:prstGeom prst="rect">
            <a:avLst/>
          </a:prstGeom>
          <a:solidFill>
            <a:srgbClr val="CCECFF"/>
          </a:solidFill>
          <a:ln w="19050"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902208" lvl="1" indent="-609600" algn="l" rtl="0">
              <a:spcBef>
                <a:spcPts val="0"/>
              </a:spcBef>
              <a:spcAft>
                <a:spcPts val="0"/>
              </a:spcAft>
              <a:buClr>
                <a:srgbClr val="FF3300"/>
              </a:buClr>
              <a:buSzPts val="1500"/>
              <a:buFont typeface="Times New Roman"/>
              <a:buNone/>
            </a:pPr>
            <a:r>
              <a:rPr lang="en-US" sz="2000" b="1">
                <a:solidFill>
                  <a:srgbClr val="FF3300"/>
                </a:solidFill>
                <a:latin typeface="Times New Roman"/>
                <a:ea typeface="Times New Roman"/>
                <a:cs typeface="Times New Roman"/>
                <a:sym typeface="Times New Roman"/>
              </a:rPr>
              <a:t>Partition(</a:t>
            </a:r>
            <a:r>
              <a:rPr lang="en-US" sz="2000" b="1" i="1">
                <a:solidFill>
                  <a:srgbClr val="FF3300"/>
                </a:solidFill>
                <a:latin typeface="Times New Roman"/>
                <a:ea typeface="Times New Roman"/>
                <a:cs typeface="Times New Roman"/>
                <a:sym typeface="Times New Roman"/>
              </a:rPr>
              <a:t>A</a:t>
            </a:r>
            <a:r>
              <a:rPr lang="en-US" sz="2000" b="1">
                <a:solidFill>
                  <a:srgbClr val="FF3300"/>
                </a:solidFill>
                <a:latin typeface="Times New Roman"/>
                <a:ea typeface="Times New Roman"/>
                <a:cs typeface="Times New Roman"/>
                <a:sym typeface="Times New Roman"/>
              </a:rPr>
              <a:t>, </a:t>
            </a:r>
            <a:r>
              <a:rPr lang="en-US" sz="2000" b="1" i="1">
                <a:solidFill>
                  <a:srgbClr val="FF3300"/>
                </a:solidFill>
                <a:latin typeface="Times New Roman"/>
                <a:ea typeface="Times New Roman"/>
                <a:cs typeface="Times New Roman"/>
                <a:sym typeface="Times New Roman"/>
              </a:rPr>
              <a:t>p</a:t>
            </a:r>
            <a:r>
              <a:rPr lang="en-US" sz="2000" b="1">
                <a:solidFill>
                  <a:srgbClr val="FF3300"/>
                </a:solidFill>
                <a:latin typeface="Times New Roman"/>
                <a:ea typeface="Times New Roman"/>
                <a:cs typeface="Times New Roman"/>
                <a:sym typeface="Times New Roman"/>
              </a:rPr>
              <a:t>, </a:t>
            </a:r>
            <a:r>
              <a:rPr lang="en-US" sz="2000" b="1" i="1">
                <a:solidFill>
                  <a:srgbClr val="FF3300"/>
                </a:solidFill>
                <a:latin typeface="Times New Roman"/>
                <a:ea typeface="Times New Roman"/>
                <a:cs typeface="Times New Roman"/>
                <a:sym typeface="Times New Roman"/>
              </a:rPr>
              <a:t>r</a:t>
            </a:r>
            <a:r>
              <a:rPr lang="en-US" sz="2000" b="1">
                <a:solidFill>
                  <a:srgbClr val="FF3300"/>
                </a:solidFill>
                <a:latin typeface="Times New Roman"/>
                <a:ea typeface="Times New Roman"/>
                <a:cs typeface="Times New Roman"/>
                <a:sym typeface="Times New Roman"/>
              </a:rPr>
              <a:t>)</a:t>
            </a:r>
            <a:endParaRPr/>
          </a:p>
          <a:p>
            <a:pPr marL="902208" lvl="1" indent="-609600" algn="l" rtl="0">
              <a:spcBef>
                <a:spcPts val="400"/>
              </a:spcBef>
              <a:spcAft>
                <a:spcPts val="0"/>
              </a:spcAft>
              <a:buClr>
                <a:schemeClr val="dk1"/>
              </a:buClr>
              <a:buSzPts val="1500"/>
              <a:buFont typeface="Times New Roman"/>
              <a:buNone/>
            </a:pPr>
            <a:r>
              <a:rPr lang="en-US" sz="2000">
                <a:latin typeface="Times New Roman"/>
                <a:ea typeface="Times New Roman"/>
                <a:cs typeface="Times New Roman"/>
                <a:sym typeface="Times New Roman"/>
              </a:rPr>
              <a:t>1  x</a:t>
            </a:r>
            <a:r>
              <a:rPr lang="en-US" sz="2000" i="1">
                <a:latin typeface="Times New Roman"/>
                <a:ea typeface="Times New Roman"/>
                <a:cs typeface="Times New Roman"/>
                <a:sym typeface="Times New Roman"/>
              </a:rPr>
              <a:t> = A[r]</a:t>
            </a:r>
            <a:endParaRPr sz="2000">
              <a:latin typeface="Times New Roman"/>
              <a:ea typeface="Times New Roman"/>
              <a:cs typeface="Times New Roman"/>
              <a:sym typeface="Times New Roman"/>
            </a:endParaRPr>
          </a:p>
          <a:p>
            <a:pPr marL="902208" lvl="1" indent="-609600" algn="l" rtl="0">
              <a:spcBef>
                <a:spcPts val="400"/>
              </a:spcBef>
              <a:spcAft>
                <a:spcPts val="0"/>
              </a:spcAft>
              <a:buClr>
                <a:schemeClr val="dk1"/>
              </a:buClr>
              <a:buSzPts val="1500"/>
              <a:buFont typeface="Times New Roman"/>
              <a:buNone/>
            </a:pPr>
            <a:r>
              <a:rPr lang="en-US" sz="2000">
                <a:latin typeface="Times New Roman"/>
                <a:ea typeface="Times New Roman"/>
                <a:cs typeface="Times New Roman"/>
                <a:sym typeface="Times New Roman"/>
              </a:rPr>
              <a:t>2  i = p - 1</a:t>
            </a:r>
            <a:endParaRPr sz="2000" b="1" i="1">
              <a:solidFill>
                <a:schemeClr val="dk1"/>
              </a:solidFill>
              <a:latin typeface="Times New Roman"/>
              <a:ea typeface="Times New Roman"/>
              <a:cs typeface="Times New Roman"/>
              <a:sym typeface="Times New Roman"/>
            </a:endParaRPr>
          </a:p>
          <a:p>
            <a:pPr marL="902208" lvl="1" indent="-609600" algn="l" rtl="0">
              <a:spcBef>
                <a:spcPts val="400"/>
              </a:spcBef>
              <a:spcAft>
                <a:spcPts val="0"/>
              </a:spcAft>
              <a:buClr>
                <a:schemeClr val="hlink"/>
              </a:buClr>
              <a:buSzPts val="1500"/>
              <a:buFont typeface="Noto Sans Symbols"/>
              <a:buAutoNum type="arabicPlain" startAt="3"/>
            </a:pPr>
            <a:r>
              <a:rPr lang="en-US" sz="2000" b="1">
                <a:solidFill>
                  <a:schemeClr val="hlink"/>
                </a:solidFill>
                <a:latin typeface="Times New Roman"/>
                <a:ea typeface="Times New Roman"/>
                <a:cs typeface="Times New Roman"/>
                <a:sym typeface="Times New Roman"/>
              </a:rPr>
              <a:t>for</a:t>
            </a:r>
            <a:r>
              <a:rPr lang="en-US" sz="2000">
                <a:latin typeface="Times New Roman"/>
                <a:ea typeface="Times New Roman"/>
                <a:cs typeface="Times New Roman"/>
                <a:sym typeface="Times New Roman"/>
              </a:rPr>
              <a:t> j</a:t>
            </a:r>
            <a:r>
              <a:rPr lang="en-US" sz="2000" i="1">
                <a:latin typeface="Times New Roman"/>
                <a:ea typeface="Times New Roman"/>
                <a:cs typeface="Times New Roman"/>
                <a:sym typeface="Times New Roman"/>
              </a:rPr>
              <a:t> </a:t>
            </a:r>
            <a:r>
              <a:rPr lang="en-US" sz="2000">
                <a:solidFill>
                  <a:schemeClr val="dk1"/>
                </a:solidFill>
                <a:latin typeface="Times New Roman"/>
                <a:ea typeface="Times New Roman"/>
                <a:cs typeface="Times New Roman"/>
                <a:sym typeface="Times New Roman"/>
              </a:rPr>
              <a:t>←</a:t>
            </a:r>
            <a:r>
              <a:rPr lang="en-US" sz="2000">
                <a:latin typeface="Times New Roman"/>
                <a:ea typeface="Times New Roman"/>
                <a:cs typeface="Times New Roman"/>
                <a:sym typeface="Times New Roman"/>
              </a:rPr>
              <a:t> p </a:t>
            </a:r>
            <a:r>
              <a:rPr lang="en-US" sz="2000" b="1">
                <a:solidFill>
                  <a:schemeClr val="hlink"/>
                </a:solidFill>
                <a:latin typeface="Times New Roman"/>
                <a:ea typeface="Times New Roman"/>
                <a:cs typeface="Times New Roman"/>
                <a:sym typeface="Times New Roman"/>
              </a:rPr>
              <a:t>to</a:t>
            </a:r>
            <a:r>
              <a:rPr lang="en-US" sz="2000">
                <a:latin typeface="Times New Roman"/>
                <a:ea typeface="Times New Roman"/>
                <a:cs typeface="Times New Roman"/>
                <a:sym typeface="Times New Roman"/>
              </a:rPr>
              <a:t> r-1 </a:t>
            </a:r>
            <a:endParaRPr/>
          </a:p>
          <a:p>
            <a:pPr marL="902208" lvl="1" indent="-609600" algn="l" rtl="0">
              <a:spcBef>
                <a:spcPts val="400"/>
              </a:spcBef>
              <a:spcAft>
                <a:spcPts val="0"/>
              </a:spcAft>
              <a:buClr>
                <a:schemeClr val="dk1"/>
              </a:buClr>
              <a:buSzPts val="1500"/>
              <a:buFont typeface="Noto Sans Symbols"/>
              <a:buAutoNum type="arabicPlain" startAt="3"/>
            </a:pPr>
            <a:r>
              <a:rPr lang="en-US" sz="2000">
                <a:latin typeface="Times New Roman"/>
                <a:ea typeface="Times New Roman"/>
                <a:cs typeface="Times New Roman"/>
                <a:sym typeface="Times New Roman"/>
              </a:rPr>
              <a:t>    if A[j] </a:t>
            </a:r>
            <a:r>
              <a:rPr lang="en-US" sz="2000">
                <a:solidFill>
                  <a:schemeClr val="dk1"/>
                </a:solidFill>
                <a:latin typeface="Times New Roman"/>
                <a:ea typeface="Times New Roman"/>
                <a:cs typeface="Times New Roman"/>
                <a:sym typeface="Times New Roman"/>
              </a:rPr>
              <a:t>≤ x</a:t>
            </a:r>
            <a:endParaRPr/>
          </a:p>
          <a:p>
            <a:pPr marL="902208" lvl="1" indent="-609600" algn="l" rtl="0">
              <a:spcBef>
                <a:spcPts val="400"/>
              </a:spcBef>
              <a:spcAft>
                <a:spcPts val="0"/>
              </a:spcAft>
              <a:buClr>
                <a:schemeClr val="dk1"/>
              </a:buClr>
              <a:buSzPts val="1500"/>
              <a:buFont typeface="Noto Sans Symbols"/>
              <a:buAutoNum type="arabicPlain" startAt="3"/>
            </a:pPr>
            <a:r>
              <a:rPr lang="en-US" sz="2000">
                <a:latin typeface="Times New Roman"/>
                <a:ea typeface="Times New Roman"/>
                <a:cs typeface="Times New Roman"/>
                <a:sym typeface="Times New Roman"/>
              </a:rPr>
              <a:t>       i= i +1 </a:t>
            </a:r>
            <a:endParaRPr/>
          </a:p>
          <a:p>
            <a:pPr marL="902208" lvl="1" indent="-609600" algn="l" rtl="0">
              <a:spcBef>
                <a:spcPts val="400"/>
              </a:spcBef>
              <a:spcAft>
                <a:spcPts val="0"/>
              </a:spcAft>
              <a:buClr>
                <a:schemeClr val="dk1"/>
              </a:buClr>
              <a:buSzPts val="1500"/>
              <a:buFont typeface="Noto Sans Symbols"/>
              <a:buAutoNum type="arabicPlain" startAt="3"/>
            </a:pPr>
            <a:r>
              <a:rPr lang="en-US" sz="2000">
                <a:latin typeface="Times New Roman"/>
                <a:ea typeface="Times New Roman"/>
                <a:cs typeface="Times New Roman"/>
                <a:sym typeface="Times New Roman"/>
              </a:rPr>
              <a:t>    exchange A[i] with A[j]</a:t>
            </a:r>
            <a:endParaRPr sz="2000" i="1">
              <a:solidFill>
                <a:schemeClr val="dk1"/>
              </a:solidFill>
              <a:latin typeface="Times New Roman"/>
              <a:ea typeface="Times New Roman"/>
              <a:cs typeface="Times New Roman"/>
              <a:sym typeface="Times New Roman"/>
            </a:endParaRPr>
          </a:p>
          <a:p>
            <a:pPr marL="902208" lvl="1" indent="-609600" algn="l" rtl="0">
              <a:spcBef>
                <a:spcPts val="400"/>
              </a:spcBef>
              <a:spcAft>
                <a:spcPts val="0"/>
              </a:spcAft>
              <a:buClr>
                <a:schemeClr val="dk1"/>
              </a:buClr>
              <a:buSzPts val="1500"/>
              <a:buFont typeface="Noto Sans Symbols"/>
              <a:buAutoNum type="arabicPlain" startAt="3"/>
            </a:pPr>
            <a:r>
              <a:rPr lang="en-US" sz="2000">
                <a:latin typeface="Times New Roman"/>
                <a:ea typeface="Times New Roman"/>
                <a:cs typeface="Times New Roman"/>
                <a:sym typeface="Times New Roman"/>
              </a:rPr>
              <a:t>exchange A[i+1] with A[j]</a:t>
            </a:r>
            <a:endParaRPr sz="2000">
              <a:solidFill>
                <a:schemeClr val="dk1"/>
              </a:solidFill>
              <a:latin typeface="Times New Roman"/>
              <a:ea typeface="Times New Roman"/>
              <a:cs typeface="Times New Roman"/>
              <a:sym typeface="Times New Roman"/>
            </a:endParaRPr>
          </a:p>
          <a:p>
            <a:pPr marL="902208" lvl="1" indent="-609600" algn="l" rtl="0">
              <a:spcBef>
                <a:spcPts val="400"/>
              </a:spcBef>
              <a:spcAft>
                <a:spcPts val="0"/>
              </a:spcAft>
              <a:buClr>
                <a:schemeClr val="dk1"/>
              </a:buClr>
              <a:buSzPts val="1500"/>
              <a:buFont typeface="Noto Sans Symbols"/>
              <a:buAutoNum type="arabicPlain" startAt="3"/>
            </a:pPr>
            <a:r>
              <a:rPr lang="en-US" sz="2000" i="1">
                <a:solidFill>
                  <a:schemeClr val="dk1"/>
                </a:solidFill>
                <a:latin typeface="Times New Roman"/>
                <a:ea typeface="Times New Roman"/>
                <a:cs typeface="Times New Roman"/>
                <a:sym typeface="Times New Roman"/>
              </a:rPr>
              <a:t>Return i + 1</a:t>
            </a:r>
            <a:endParaRPr sz="2000">
              <a:solidFill>
                <a:schemeClr val="dk1"/>
              </a:solidFill>
              <a:latin typeface="Times New Roman"/>
              <a:ea typeface="Times New Roman"/>
              <a:cs typeface="Times New Roman"/>
              <a:sym typeface="Times New Roman"/>
            </a:endParaRPr>
          </a:p>
          <a:p>
            <a:pPr marL="292608" lvl="1" indent="0" algn="l" rtl="0">
              <a:spcBef>
                <a:spcPts val="400"/>
              </a:spcBef>
              <a:spcAft>
                <a:spcPts val="0"/>
              </a:spcAft>
              <a:buClr>
                <a:schemeClr val="dk1"/>
              </a:buClr>
              <a:buSzPts val="1500"/>
              <a:buFont typeface="Georgia"/>
              <a:buNone/>
            </a:pPr>
            <a:endParaRPr sz="2000" b="1" i="1">
              <a:latin typeface="Times New Roman"/>
              <a:ea typeface="Times New Roman"/>
              <a:cs typeface="Times New Roman"/>
              <a:sym typeface="Times New Roman"/>
            </a:endParaRPr>
          </a:p>
          <a:p>
            <a:pPr marL="902208" lvl="1" indent="-609600" algn="l" rtl="0">
              <a:spcBef>
                <a:spcPts val="400"/>
              </a:spcBef>
              <a:spcAft>
                <a:spcPts val="0"/>
              </a:spcAft>
              <a:buClr>
                <a:schemeClr val="dk1"/>
              </a:buClr>
              <a:buSzPts val="1500"/>
              <a:buFont typeface="Times New Roman"/>
              <a:buNone/>
            </a:pPr>
            <a:r>
              <a:rPr lang="en-US" sz="2000">
                <a:latin typeface="Times New Roman"/>
                <a:ea typeface="Times New Roman"/>
                <a:cs typeface="Times New Roman"/>
                <a:sym typeface="Times New Roman"/>
              </a:rPr>
              <a:t>  </a:t>
            </a:r>
            <a:endParaRPr sz="2000">
              <a:latin typeface="Times New Roman"/>
              <a:ea typeface="Times New Roman"/>
              <a:cs typeface="Times New Roman"/>
              <a:sym typeface="Times New Roman"/>
            </a:endParaRPr>
          </a:p>
        </p:txBody>
      </p:sp>
      <p:sp>
        <p:nvSpPr>
          <p:cNvPr id="958" name="Google Shape;958;p99"/>
          <p:cNvSpPr txBox="1"/>
          <p:nvPr/>
        </p:nvSpPr>
        <p:spPr>
          <a:xfrm>
            <a:off x="6589713" y="1131888"/>
            <a:ext cx="3395662" cy="161582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1800">
                <a:solidFill>
                  <a:schemeClr val="dk1"/>
                </a:solidFill>
                <a:latin typeface="Georgia"/>
                <a:ea typeface="Georgia"/>
                <a:cs typeface="Georgia"/>
                <a:sym typeface="Georgia"/>
              </a:rPr>
              <a:t>Input: Array containing sorted subarrays </a:t>
            </a:r>
            <a:r>
              <a:rPr lang="en-US" sz="1800" i="1">
                <a:solidFill>
                  <a:schemeClr val="dk1"/>
                </a:solidFill>
                <a:latin typeface="Georgia"/>
                <a:ea typeface="Georgia"/>
                <a:cs typeface="Georgia"/>
                <a:sym typeface="Georgia"/>
              </a:rPr>
              <a:t>A</a:t>
            </a:r>
            <a:r>
              <a:rPr lang="en-US" sz="1800">
                <a:solidFill>
                  <a:schemeClr val="dk1"/>
                </a:solidFill>
                <a:latin typeface="Georgia"/>
                <a:ea typeface="Georgia"/>
                <a:cs typeface="Georgia"/>
                <a:sym typeface="Georgia"/>
              </a:rPr>
              <a:t>[</a:t>
            </a:r>
            <a:r>
              <a:rPr lang="en-US" sz="1800" i="1">
                <a:solidFill>
                  <a:schemeClr val="dk1"/>
                </a:solidFill>
                <a:latin typeface="Georgia"/>
                <a:ea typeface="Georgia"/>
                <a:cs typeface="Georgia"/>
                <a:sym typeface="Georgia"/>
              </a:rPr>
              <a:t>p..q</a:t>
            </a:r>
            <a:r>
              <a:rPr lang="en-US" sz="1800">
                <a:solidFill>
                  <a:schemeClr val="dk1"/>
                </a:solidFill>
                <a:latin typeface="Georgia"/>
                <a:ea typeface="Georgia"/>
                <a:cs typeface="Georgia"/>
                <a:sym typeface="Georgia"/>
              </a:rPr>
              <a:t>] and </a:t>
            </a:r>
            <a:r>
              <a:rPr lang="en-US" sz="1800" i="1">
                <a:solidFill>
                  <a:schemeClr val="dk1"/>
                </a:solidFill>
                <a:latin typeface="Georgia"/>
                <a:ea typeface="Georgia"/>
                <a:cs typeface="Georgia"/>
                <a:sym typeface="Georgia"/>
              </a:rPr>
              <a:t>A</a:t>
            </a:r>
            <a:r>
              <a:rPr lang="en-US" sz="1800">
                <a:solidFill>
                  <a:schemeClr val="dk1"/>
                </a:solidFill>
                <a:latin typeface="Georgia"/>
                <a:ea typeface="Georgia"/>
                <a:cs typeface="Georgia"/>
                <a:sym typeface="Georgia"/>
              </a:rPr>
              <a:t>[</a:t>
            </a:r>
            <a:r>
              <a:rPr lang="en-US" sz="1800" i="1">
                <a:solidFill>
                  <a:schemeClr val="dk1"/>
                </a:solidFill>
                <a:latin typeface="Georgia"/>
                <a:ea typeface="Georgia"/>
                <a:cs typeface="Georgia"/>
                <a:sym typeface="Georgia"/>
              </a:rPr>
              <a:t>q+1..r</a:t>
            </a:r>
            <a:r>
              <a:rPr lang="en-US" sz="1800">
                <a:solidFill>
                  <a:schemeClr val="dk1"/>
                </a:solidFill>
                <a:latin typeface="Georgia"/>
                <a:ea typeface="Georgia"/>
                <a:cs typeface="Georgia"/>
                <a:sym typeface="Georgia"/>
              </a:rPr>
              <a:t>].</a:t>
            </a:r>
            <a:endParaRPr/>
          </a:p>
          <a:p>
            <a:pPr marL="0" marR="0" lvl="0" indent="0" algn="l" rtl="0">
              <a:spcBef>
                <a:spcPts val="900"/>
              </a:spcBef>
              <a:spcAft>
                <a:spcPts val="0"/>
              </a:spcAft>
              <a:buNone/>
            </a:pPr>
            <a:r>
              <a:rPr lang="en-US" sz="1800">
                <a:solidFill>
                  <a:schemeClr val="dk1"/>
                </a:solidFill>
                <a:latin typeface="Georgia"/>
                <a:ea typeface="Georgia"/>
                <a:cs typeface="Georgia"/>
                <a:sym typeface="Georgia"/>
              </a:rPr>
              <a:t>Output: sorted subarray in </a:t>
            </a:r>
            <a:r>
              <a:rPr lang="en-US" sz="1800" i="1">
                <a:solidFill>
                  <a:schemeClr val="dk1"/>
                </a:solidFill>
                <a:latin typeface="Georgia"/>
                <a:ea typeface="Georgia"/>
                <a:cs typeface="Georgia"/>
                <a:sym typeface="Georgia"/>
              </a:rPr>
              <a:t>A</a:t>
            </a:r>
            <a:r>
              <a:rPr lang="en-US" sz="1800">
                <a:solidFill>
                  <a:schemeClr val="dk1"/>
                </a:solidFill>
                <a:latin typeface="Georgia"/>
                <a:ea typeface="Georgia"/>
                <a:cs typeface="Georgia"/>
                <a:sym typeface="Georgia"/>
              </a:rPr>
              <a:t>[</a:t>
            </a:r>
            <a:r>
              <a:rPr lang="en-US" sz="1800" i="1">
                <a:solidFill>
                  <a:schemeClr val="dk1"/>
                </a:solidFill>
                <a:latin typeface="Georgia"/>
                <a:ea typeface="Georgia"/>
                <a:cs typeface="Georgia"/>
                <a:sym typeface="Georgia"/>
              </a:rPr>
              <a:t>p..r</a:t>
            </a:r>
            <a:r>
              <a:rPr lang="en-US" sz="1800">
                <a:solidFill>
                  <a:schemeClr val="dk1"/>
                </a:solidFill>
                <a:latin typeface="Georgia"/>
                <a:ea typeface="Georgia"/>
                <a:cs typeface="Georgia"/>
                <a:sym typeface="Georgia"/>
              </a:rPr>
              <a:t>].</a:t>
            </a:r>
            <a:endParaRPr/>
          </a:p>
        </p:txBody>
      </p:sp>
      <p:sp>
        <p:nvSpPr>
          <p:cNvPr id="959" name="Google Shape;959;p99"/>
          <p:cNvSpPr txBox="1">
            <a:spLocks noGrp="1"/>
          </p:cNvSpPr>
          <p:nvPr>
            <p:ph type="ftr" idx="11"/>
          </p:nvPr>
        </p:nvSpPr>
        <p:spPr>
          <a:xfrm>
            <a:off x="9842834" y="349815"/>
            <a:ext cx="2225008" cy="495651"/>
          </a:xfrm>
          <a:prstGeom prst="rect">
            <a:avLst/>
          </a:prstGeom>
          <a:noFill/>
          <a:ln>
            <a:noFill/>
          </a:ln>
        </p:spPr>
        <p:txBody>
          <a:bodyPr spcFirstLastPara="1" wrap="square" lIns="91425" tIns="45700" rIns="91425" bIns="45700" anchor="b" anchorCtr="0">
            <a:noAutofit/>
          </a:bodyPr>
          <a:lstStyle/>
          <a:p>
            <a:pPr marL="0" lvl="0" indent="0" algn="ctr" rtl="0">
              <a:spcBef>
                <a:spcPts val="0"/>
              </a:spcBef>
              <a:spcAft>
                <a:spcPts val="0"/>
              </a:spcAft>
              <a:buNone/>
            </a:pPr>
            <a:r>
              <a:rPr lang="en-US">
                <a:solidFill>
                  <a:srgbClr val="C00000"/>
                </a:solidFill>
              </a:rPr>
              <a:t>Ref Book: Thomas Cormen</a:t>
            </a:r>
            <a:endParaRPr>
              <a:solidFill>
                <a:srgbClr val="C00000"/>
              </a:solidFill>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963"/>
        <p:cNvGrpSpPr/>
        <p:nvPr/>
      </p:nvGrpSpPr>
      <p:grpSpPr>
        <a:xfrm>
          <a:off x="0" y="0"/>
          <a:ext cx="0" cy="0"/>
          <a:chOff x="0" y="0"/>
          <a:chExt cx="0" cy="0"/>
        </a:xfrm>
      </p:grpSpPr>
      <p:sp>
        <p:nvSpPr>
          <p:cNvPr id="964" name="Google Shape;964;p100"/>
          <p:cNvSpPr txBox="1">
            <a:spLocks noGrp="1"/>
          </p:cNvSpPr>
          <p:nvPr>
            <p:ph type="title"/>
          </p:nvPr>
        </p:nvSpPr>
        <p:spPr>
          <a:xfrm>
            <a:off x="640080" y="217331"/>
            <a:ext cx="10058400" cy="1450757"/>
          </a:xfrm>
          <a:prstGeom prst="rect">
            <a:avLst/>
          </a:prstGeom>
          <a:noFill/>
          <a:ln>
            <a:noFill/>
          </a:ln>
        </p:spPr>
        <p:txBody>
          <a:bodyPr spcFirstLastPara="1" wrap="square" lIns="91425" tIns="45700" rIns="91425" bIns="45700" anchor="b" anchorCtr="0">
            <a:normAutofit/>
          </a:bodyPr>
          <a:lstStyle/>
          <a:p>
            <a:pPr marL="0" lvl="0" indent="0" algn="l" rtl="0">
              <a:lnSpc>
                <a:spcPct val="85000"/>
              </a:lnSpc>
              <a:spcBef>
                <a:spcPts val="0"/>
              </a:spcBef>
              <a:spcAft>
                <a:spcPts val="0"/>
              </a:spcAft>
              <a:buClr>
                <a:srgbClr val="3F3F3F"/>
              </a:buClr>
              <a:buSzPts val="2800"/>
              <a:buFont typeface="Calibri"/>
              <a:buNone/>
            </a:pPr>
            <a:r>
              <a:rPr lang="en-US" sz="2800"/>
              <a:t>Apply quick sort for the following numbers:</a:t>
            </a:r>
            <a:br>
              <a:rPr lang="en-US" sz="2800"/>
            </a:br>
            <a:r>
              <a:rPr lang="en-US" sz="2800"/>
              <a:t/>
            </a:r>
            <a:br>
              <a:rPr lang="en-US" sz="2800"/>
            </a:br>
            <a:r>
              <a:rPr lang="en-US" sz="2800"/>
              <a:t>2, 8, 7, 1, 3, 5, 6, 4  </a:t>
            </a:r>
            <a:endParaRPr sz="2800"/>
          </a:p>
        </p:txBody>
      </p:sp>
      <p:sp>
        <p:nvSpPr>
          <p:cNvPr id="965" name="Google Shape;965;p100"/>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REF BOOK: THOMAS CORMEN</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969"/>
        <p:cNvGrpSpPr/>
        <p:nvPr/>
      </p:nvGrpSpPr>
      <p:grpSpPr>
        <a:xfrm>
          <a:off x="0" y="0"/>
          <a:ext cx="0" cy="0"/>
          <a:chOff x="0" y="0"/>
          <a:chExt cx="0" cy="0"/>
        </a:xfrm>
      </p:grpSpPr>
      <p:sp>
        <p:nvSpPr>
          <p:cNvPr id="970" name="Google Shape;970;p101"/>
          <p:cNvSpPr txBox="1">
            <a:spLocks noGrp="1"/>
          </p:cNvSpPr>
          <p:nvPr>
            <p:ph type="ftr" idx="11"/>
          </p:nvPr>
        </p:nvSpPr>
        <p:spPr>
          <a:xfrm>
            <a:off x="3686185" y="6459785"/>
            <a:ext cx="4822804" cy="365125"/>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REF BOOK: THOMAS CORMEN</a:t>
            </a:r>
            <a:endParaRPr/>
          </a:p>
        </p:txBody>
      </p:sp>
      <p:pic>
        <p:nvPicPr>
          <p:cNvPr id="971" name="Google Shape;971;p101"/>
          <p:cNvPicPr preferRelativeResize="0"/>
          <p:nvPr/>
        </p:nvPicPr>
        <p:blipFill rotWithShape="1">
          <a:blip r:embed="rId3">
            <a:alphaModFix/>
          </a:blip>
          <a:srcRect/>
          <a:stretch/>
        </p:blipFill>
        <p:spPr>
          <a:xfrm>
            <a:off x="928254" y="346363"/>
            <a:ext cx="4532226" cy="1925781"/>
          </a:xfrm>
          <a:prstGeom prst="rect">
            <a:avLst/>
          </a:prstGeom>
          <a:noFill/>
          <a:ln>
            <a:noFill/>
          </a:ln>
        </p:spPr>
      </p:pic>
      <p:pic>
        <p:nvPicPr>
          <p:cNvPr id="972" name="Google Shape;972;p101"/>
          <p:cNvPicPr preferRelativeResize="0"/>
          <p:nvPr/>
        </p:nvPicPr>
        <p:blipFill rotWithShape="1">
          <a:blip r:embed="rId4">
            <a:alphaModFix/>
          </a:blip>
          <a:srcRect/>
          <a:stretch/>
        </p:blipFill>
        <p:spPr>
          <a:xfrm>
            <a:off x="987972" y="2272144"/>
            <a:ext cx="5649658" cy="3768438"/>
          </a:xfrm>
          <a:prstGeom prst="rect">
            <a:avLst/>
          </a:prstGeom>
          <a:noFill/>
          <a:ln>
            <a:noFill/>
          </a:ln>
        </p:spPr>
      </p:pic>
      <p:pic>
        <p:nvPicPr>
          <p:cNvPr id="973" name="Google Shape;973;p101"/>
          <p:cNvPicPr preferRelativeResize="0"/>
          <p:nvPr/>
        </p:nvPicPr>
        <p:blipFill rotWithShape="1">
          <a:blip r:embed="rId5">
            <a:alphaModFix/>
          </a:blip>
          <a:srcRect/>
          <a:stretch/>
        </p:blipFill>
        <p:spPr>
          <a:xfrm>
            <a:off x="7162800" y="346362"/>
            <a:ext cx="4104409" cy="5694219"/>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977"/>
        <p:cNvGrpSpPr/>
        <p:nvPr/>
      </p:nvGrpSpPr>
      <p:grpSpPr>
        <a:xfrm>
          <a:off x="0" y="0"/>
          <a:ext cx="0" cy="0"/>
          <a:chOff x="0" y="0"/>
          <a:chExt cx="0" cy="0"/>
        </a:xfrm>
      </p:grpSpPr>
      <p:sp>
        <p:nvSpPr>
          <p:cNvPr id="978" name="Google Shape;978;p102"/>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chemeClr val="dk1"/>
              </a:buClr>
              <a:buSzPts val="4800"/>
              <a:buFont typeface="Times New Roman"/>
              <a:buNone/>
            </a:pPr>
            <a:r>
              <a:rPr lang="en-US">
                <a:solidFill>
                  <a:schemeClr val="dk1"/>
                </a:solidFill>
                <a:latin typeface="Times New Roman"/>
                <a:ea typeface="Times New Roman"/>
                <a:cs typeface="Times New Roman"/>
                <a:sym typeface="Times New Roman"/>
              </a:rPr>
              <a:t>The steps of QuickSort</a:t>
            </a:r>
            <a:endParaRPr>
              <a:solidFill>
                <a:schemeClr val="dk1"/>
              </a:solidFill>
              <a:latin typeface="Times New Roman"/>
              <a:ea typeface="Times New Roman"/>
              <a:cs typeface="Times New Roman"/>
              <a:sym typeface="Times New Roman"/>
            </a:endParaRPr>
          </a:p>
        </p:txBody>
      </p:sp>
      <p:sp>
        <p:nvSpPr>
          <p:cNvPr id="979" name="Google Shape;979;p102"/>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0" algn="l" rtl="0">
              <a:lnSpc>
                <a:spcPct val="90000"/>
              </a:lnSpc>
              <a:spcBef>
                <a:spcPts val="0"/>
              </a:spcBef>
              <a:spcAft>
                <a:spcPts val="0"/>
              </a:spcAft>
              <a:buSzPts val="2000"/>
              <a:buNone/>
            </a:pPr>
            <a:endParaRPr/>
          </a:p>
        </p:txBody>
      </p:sp>
      <p:sp>
        <p:nvSpPr>
          <p:cNvPr id="980" name="Google Shape;980;p102"/>
          <p:cNvSpPr/>
          <p:nvPr/>
        </p:nvSpPr>
        <p:spPr>
          <a:xfrm>
            <a:off x="2971800" y="1905000"/>
            <a:ext cx="4724400" cy="9906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81" name="Google Shape;981;p102"/>
          <p:cNvSpPr txBox="1"/>
          <p:nvPr/>
        </p:nvSpPr>
        <p:spPr>
          <a:xfrm>
            <a:off x="3276600" y="22098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13</a:t>
            </a:r>
            <a:endParaRPr/>
          </a:p>
        </p:txBody>
      </p:sp>
      <p:sp>
        <p:nvSpPr>
          <p:cNvPr id="982" name="Google Shape;982;p102"/>
          <p:cNvSpPr txBox="1"/>
          <p:nvPr/>
        </p:nvSpPr>
        <p:spPr>
          <a:xfrm>
            <a:off x="3886200" y="20574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81</a:t>
            </a:r>
            <a:endParaRPr/>
          </a:p>
        </p:txBody>
      </p:sp>
      <p:sp>
        <p:nvSpPr>
          <p:cNvPr id="983" name="Google Shape;983;p102"/>
          <p:cNvSpPr txBox="1"/>
          <p:nvPr/>
        </p:nvSpPr>
        <p:spPr>
          <a:xfrm>
            <a:off x="4114800" y="23622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92</a:t>
            </a:r>
            <a:endParaRPr/>
          </a:p>
        </p:txBody>
      </p:sp>
      <p:sp>
        <p:nvSpPr>
          <p:cNvPr id="984" name="Google Shape;984;p102"/>
          <p:cNvSpPr txBox="1"/>
          <p:nvPr/>
        </p:nvSpPr>
        <p:spPr>
          <a:xfrm>
            <a:off x="4648200" y="21336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43</a:t>
            </a:r>
            <a:endParaRPr/>
          </a:p>
        </p:txBody>
      </p:sp>
      <p:sp>
        <p:nvSpPr>
          <p:cNvPr id="985" name="Google Shape;985;p102"/>
          <p:cNvSpPr txBox="1"/>
          <p:nvPr/>
        </p:nvSpPr>
        <p:spPr>
          <a:xfrm>
            <a:off x="5029200" y="25447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65</a:t>
            </a:r>
            <a:endParaRPr/>
          </a:p>
        </p:txBody>
      </p:sp>
      <p:sp>
        <p:nvSpPr>
          <p:cNvPr id="986" name="Google Shape;986;p102"/>
          <p:cNvSpPr txBox="1"/>
          <p:nvPr/>
        </p:nvSpPr>
        <p:spPr>
          <a:xfrm>
            <a:off x="5257800" y="20574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31</a:t>
            </a:r>
            <a:endParaRPr/>
          </a:p>
        </p:txBody>
      </p:sp>
      <p:sp>
        <p:nvSpPr>
          <p:cNvPr id="987" name="Google Shape;987;p102"/>
          <p:cNvSpPr txBox="1"/>
          <p:nvPr/>
        </p:nvSpPr>
        <p:spPr>
          <a:xfrm>
            <a:off x="5867400" y="20574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57</a:t>
            </a:r>
            <a:endParaRPr/>
          </a:p>
        </p:txBody>
      </p:sp>
      <p:sp>
        <p:nvSpPr>
          <p:cNvPr id="988" name="Google Shape;988;p102"/>
          <p:cNvSpPr txBox="1"/>
          <p:nvPr/>
        </p:nvSpPr>
        <p:spPr>
          <a:xfrm>
            <a:off x="6172200" y="25146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26</a:t>
            </a:r>
            <a:endParaRPr/>
          </a:p>
        </p:txBody>
      </p:sp>
      <p:sp>
        <p:nvSpPr>
          <p:cNvPr id="989" name="Google Shape;989;p102"/>
          <p:cNvSpPr txBox="1"/>
          <p:nvPr/>
        </p:nvSpPr>
        <p:spPr>
          <a:xfrm>
            <a:off x="6553200" y="22098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75</a:t>
            </a:r>
            <a:endParaRPr/>
          </a:p>
        </p:txBody>
      </p:sp>
      <p:sp>
        <p:nvSpPr>
          <p:cNvPr id="990" name="Google Shape;990;p102"/>
          <p:cNvSpPr txBox="1"/>
          <p:nvPr/>
        </p:nvSpPr>
        <p:spPr>
          <a:xfrm>
            <a:off x="7086601" y="2362200"/>
            <a:ext cx="276225"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0</a:t>
            </a:r>
            <a:endParaRPr/>
          </a:p>
        </p:txBody>
      </p:sp>
      <p:sp>
        <p:nvSpPr>
          <p:cNvPr id="991" name="Google Shape;991;p102"/>
          <p:cNvSpPr/>
          <p:nvPr/>
        </p:nvSpPr>
        <p:spPr>
          <a:xfrm>
            <a:off x="5024439" y="2513014"/>
            <a:ext cx="384175" cy="301625"/>
          </a:xfrm>
          <a:prstGeom prst="ellipse">
            <a:avLst/>
          </a:prstGeom>
          <a:noFill/>
          <a:ln w="1905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2" name="Google Shape;992;p102"/>
          <p:cNvSpPr txBox="1"/>
          <p:nvPr/>
        </p:nvSpPr>
        <p:spPr>
          <a:xfrm>
            <a:off x="2590801" y="1905000"/>
            <a:ext cx="354013" cy="4572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S</a:t>
            </a:r>
            <a:endParaRPr/>
          </a:p>
        </p:txBody>
      </p:sp>
      <p:sp>
        <p:nvSpPr>
          <p:cNvPr id="993" name="Google Shape;993;p102"/>
          <p:cNvSpPr txBox="1"/>
          <p:nvPr/>
        </p:nvSpPr>
        <p:spPr>
          <a:xfrm>
            <a:off x="8458201" y="1949450"/>
            <a:ext cx="1611313" cy="33655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select pivot value</a:t>
            </a:r>
            <a:endParaRPr/>
          </a:p>
        </p:txBody>
      </p:sp>
      <p:sp>
        <p:nvSpPr>
          <p:cNvPr id="994" name="Google Shape;994;p102"/>
          <p:cNvSpPr/>
          <p:nvPr/>
        </p:nvSpPr>
        <p:spPr>
          <a:xfrm>
            <a:off x="3048000" y="3200400"/>
            <a:ext cx="1981200" cy="8382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995" name="Google Shape;995;p102"/>
          <p:cNvSpPr txBox="1"/>
          <p:nvPr/>
        </p:nvSpPr>
        <p:spPr>
          <a:xfrm>
            <a:off x="3124200" y="35052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13</a:t>
            </a:r>
            <a:endParaRPr/>
          </a:p>
        </p:txBody>
      </p:sp>
      <p:sp>
        <p:nvSpPr>
          <p:cNvPr id="996" name="Google Shape;996;p102"/>
          <p:cNvSpPr txBox="1"/>
          <p:nvPr/>
        </p:nvSpPr>
        <p:spPr>
          <a:xfrm>
            <a:off x="7391400" y="35814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81</a:t>
            </a:r>
            <a:endParaRPr/>
          </a:p>
        </p:txBody>
      </p:sp>
      <p:sp>
        <p:nvSpPr>
          <p:cNvPr id="997" name="Google Shape;997;p102"/>
          <p:cNvSpPr txBox="1"/>
          <p:nvPr/>
        </p:nvSpPr>
        <p:spPr>
          <a:xfrm>
            <a:off x="6400800" y="36576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92</a:t>
            </a:r>
            <a:endParaRPr/>
          </a:p>
        </p:txBody>
      </p:sp>
      <p:sp>
        <p:nvSpPr>
          <p:cNvPr id="998" name="Google Shape;998;p102"/>
          <p:cNvSpPr txBox="1"/>
          <p:nvPr/>
        </p:nvSpPr>
        <p:spPr>
          <a:xfrm>
            <a:off x="3886200" y="34290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43</a:t>
            </a:r>
            <a:endParaRPr/>
          </a:p>
        </p:txBody>
      </p:sp>
      <p:sp>
        <p:nvSpPr>
          <p:cNvPr id="999" name="Google Shape;999;p102"/>
          <p:cNvSpPr txBox="1"/>
          <p:nvPr/>
        </p:nvSpPr>
        <p:spPr>
          <a:xfrm>
            <a:off x="5414963" y="346075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65</a:t>
            </a:r>
            <a:endParaRPr/>
          </a:p>
        </p:txBody>
      </p:sp>
      <p:sp>
        <p:nvSpPr>
          <p:cNvPr id="1000" name="Google Shape;1000;p102"/>
          <p:cNvSpPr txBox="1"/>
          <p:nvPr/>
        </p:nvSpPr>
        <p:spPr>
          <a:xfrm>
            <a:off x="4419600" y="33528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31</a:t>
            </a:r>
            <a:endParaRPr/>
          </a:p>
        </p:txBody>
      </p:sp>
      <p:sp>
        <p:nvSpPr>
          <p:cNvPr id="1001" name="Google Shape;1001;p102"/>
          <p:cNvSpPr txBox="1"/>
          <p:nvPr/>
        </p:nvSpPr>
        <p:spPr>
          <a:xfrm>
            <a:off x="4191000" y="37338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57</a:t>
            </a:r>
            <a:endParaRPr/>
          </a:p>
        </p:txBody>
      </p:sp>
      <p:sp>
        <p:nvSpPr>
          <p:cNvPr id="1002" name="Google Shape;1002;p102"/>
          <p:cNvSpPr txBox="1"/>
          <p:nvPr/>
        </p:nvSpPr>
        <p:spPr>
          <a:xfrm>
            <a:off x="3581400" y="37338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26</a:t>
            </a:r>
            <a:endParaRPr/>
          </a:p>
        </p:txBody>
      </p:sp>
      <p:sp>
        <p:nvSpPr>
          <p:cNvPr id="1003" name="Google Shape;1003;p102"/>
          <p:cNvSpPr txBox="1"/>
          <p:nvPr/>
        </p:nvSpPr>
        <p:spPr>
          <a:xfrm>
            <a:off x="6934200" y="335280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75</a:t>
            </a:r>
            <a:endParaRPr/>
          </a:p>
        </p:txBody>
      </p:sp>
      <p:sp>
        <p:nvSpPr>
          <p:cNvPr id="1004" name="Google Shape;1004;p102"/>
          <p:cNvSpPr txBox="1"/>
          <p:nvPr/>
        </p:nvSpPr>
        <p:spPr>
          <a:xfrm>
            <a:off x="3581401" y="3276600"/>
            <a:ext cx="276225"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0</a:t>
            </a:r>
            <a:endParaRPr/>
          </a:p>
        </p:txBody>
      </p:sp>
      <p:sp>
        <p:nvSpPr>
          <p:cNvPr id="1005" name="Google Shape;1005;p102"/>
          <p:cNvSpPr/>
          <p:nvPr/>
        </p:nvSpPr>
        <p:spPr>
          <a:xfrm>
            <a:off x="5410201" y="3429001"/>
            <a:ext cx="384175" cy="301625"/>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06" name="Google Shape;1006;p102"/>
          <p:cNvSpPr txBox="1"/>
          <p:nvPr/>
        </p:nvSpPr>
        <p:spPr>
          <a:xfrm>
            <a:off x="2743201" y="3048000"/>
            <a:ext cx="455613" cy="4572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S</a:t>
            </a:r>
            <a:r>
              <a:rPr lang="en-US" sz="2400" baseline="-25000">
                <a:solidFill>
                  <a:schemeClr val="dk1"/>
                </a:solidFill>
                <a:latin typeface="Times New Roman"/>
                <a:ea typeface="Times New Roman"/>
                <a:cs typeface="Times New Roman"/>
                <a:sym typeface="Times New Roman"/>
              </a:rPr>
              <a:t>1</a:t>
            </a:r>
            <a:endParaRPr sz="2400" b="1">
              <a:solidFill>
                <a:schemeClr val="dk1"/>
              </a:solidFill>
              <a:latin typeface="Times New Roman"/>
              <a:ea typeface="Times New Roman"/>
              <a:cs typeface="Times New Roman"/>
              <a:sym typeface="Times New Roman"/>
            </a:endParaRPr>
          </a:p>
        </p:txBody>
      </p:sp>
      <p:sp>
        <p:nvSpPr>
          <p:cNvPr id="1007" name="Google Shape;1007;p102"/>
          <p:cNvSpPr/>
          <p:nvPr/>
        </p:nvSpPr>
        <p:spPr>
          <a:xfrm>
            <a:off x="6096000" y="3276600"/>
            <a:ext cx="1981200" cy="8382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08" name="Google Shape;1008;p102"/>
          <p:cNvSpPr txBox="1"/>
          <p:nvPr/>
        </p:nvSpPr>
        <p:spPr>
          <a:xfrm>
            <a:off x="5867401" y="3048000"/>
            <a:ext cx="455613" cy="4572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S</a:t>
            </a:r>
            <a:r>
              <a:rPr lang="en-US" sz="2400" baseline="-25000">
                <a:solidFill>
                  <a:schemeClr val="dk1"/>
                </a:solidFill>
                <a:latin typeface="Times New Roman"/>
                <a:ea typeface="Times New Roman"/>
                <a:cs typeface="Times New Roman"/>
                <a:sym typeface="Times New Roman"/>
              </a:rPr>
              <a:t>2</a:t>
            </a:r>
            <a:endParaRPr sz="2400" b="1">
              <a:solidFill>
                <a:schemeClr val="dk1"/>
              </a:solidFill>
              <a:latin typeface="Times New Roman"/>
              <a:ea typeface="Times New Roman"/>
              <a:cs typeface="Times New Roman"/>
              <a:sym typeface="Times New Roman"/>
            </a:endParaRPr>
          </a:p>
        </p:txBody>
      </p:sp>
      <p:sp>
        <p:nvSpPr>
          <p:cNvPr id="1009" name="Google Shape;1009;p102"/>
          <p:cNvSpPr txBox="1"/>
          <p:nvPr/>
        </p:nvSpPr>
        <p:spPr>
          <a:xfrm>
            <a:off x="8485188" y="3092450"/>
            <a:ext cx="1039812" cy="33655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partition </a:t>
            </a:r>
            <a:r>
              <a:rPr lang="en-US" sz="1600" b="1">
                <a:solidFill>
                  <a:schemeClr val="dk1"/>
                </a:solidFill>
                <a:latin typeface="Times New Roman"/>
                <a:ea typeface="Times New Roman"/>
                <a:cs typeface="Times New Roman"/>
                <a:sym typeface="Times New Roman"/>
              </a:rPr>
              <a:t>S</a:t>
            </a:r>
            <a:endParaRPr/>
          </a:p>
        </p:txBody>
      </p:sp>
      <p:sp>
        <p:nvSpPr>
          <p:cNvPr id="1010" name="Google Shape;1010;p102"/>
          <p:cNvSpPr/>
          <p:nvPr/>
        </p:nvSpPr>
        <p:spPr>
          <a:xfrm>
            <a:off x="2743200" y="4695825"/>
            <a:ext cx="2311400" cy="3810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11" name="Google Shape;1011;p102"/>
          <p:cNvSpPr txBox="1"/>
          <p:nvPr/>
        </p:nvSpPr>
        <p:spPr>
          <a:xfrm>
            <a:off x="3162300" y="47545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13</a:t>
            </a:r>
            <a:endParaRPr/>
          </a:p>
        </p:txBody>
      </p:sp>
      <p:sp>
        <p:nvSpPr>
          <p:cNvPr id="1012" name="Google Shape;1012;p102"/>
          <p:cNvSpPr txBox="1"/>
          <p:nvPr/>
        </p:nvSpPr>
        <p:spPr>
          <a:xfrm>
            <a:off x="4076700" y="47545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43</a:t>
            </a:r>
            <a:endParaRPr/>
          </a:p>
        </p:txBody>
      </p:sp>
      <p:sp>
        <p:nvSpPr>
          <p:cNvPr id="1013" name="Google Shape;1013;p102"/>
          <p:cNvSpPr txBox="1"/>
          <p:nvPr/>
        </p:nvSpPr>
        <p:spPr>
          <a:xfrm>
            <a:off x="3759200" y="47545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31</a:t>
            </a:r>
            <a:endParaRPr/>
          </a:p>
        </p:txBody>
      </p:sp>
      <p:sp>
        <p:nvSpPr>
          <p:cNvPr id="1014" name="Google Shape;1014;p102"/>
          <p:cNvSpPr txBox="1"/>
          <p:nvPr/>
        </p:nvSpPr>
        <p:spPr>
          <a:xfrm>
            <a:off x="4381500" y="47545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57</a:t>
            </a:r>
            <a:endParaRPr/>
          </a:p>
        </p:txBody>
      </p:sp>
      <p:sp>
        <p:nvSpPr>
          <p:cNvPr id="1015" name="Google Shape;1015;p102"/>
          <p:cNvSpPr txBox="1"/>
          <p:nvPr/>
        </p:nvSpPr>
        <p:spPr>
          <a:xfrm>
            <a:off x="3454400" y="47545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26</a:t>
            </a:r>
            <a:endParaRPr/>
          </a:p>
        </p:txBody>
      </p:sp>
      <p:sp>
        <p:nvSpPr>
          <p:cNvPr id="1016" name="Google Shape;1016;p102"/>
          <p:cNvSpPr txBox="1"/>
          <p:nvPr/>
        </p:nvSpPr>
        <p:spPr>
          <a:xfrm>
            <a:off x="2949576" y="4754564"/>
            <a:ext cx="276225"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0</a:t>
            </a:r>
            <a:endParaRPr/>
          </a:p>
        </p:txBody>
      </p:sp>
      <p:sp>
        <p:nvSpPr>
          <p:cNvPr id="1017" name="Google Shape;1017;p102"/>
          <p:cNvSpPr txBox="1"/>
          <p:nvPr/>
        </p:nvSpPr>
        <p:spPr>
          <a:xfrm>
            <a:off x="2667001" y="4267200"/>
            <a:ext cx="455613" cy="4572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S</a:t>
            </a:r>
            <a:r>
              <a:rPr lang="en-US" sz="2400" baseline="-25000">
                <a:solidFill>
                  <a:schemeClr val="dk1"/>
                </a:solidFill>
                <a:latin typeface="Times New Roman"/>
                <a:ea typeface="Times New Roman"/>
                <a:cs typeface="Times New Roman"/>
                <a:sym typeface="Times New Roman"/>
              </a:rPr>
              <a:t>1</a:t>
            </a:r>
            <a:endParaRPr sz="2400" b="1">
              <a:solidFill>
                <a:schemeClr val="dk1"/>
              </a:solidFill>
              <a:latin typeface="Times New Roman"/>
              <a:ea typeface="Times New Roman"/>
              <a:cs typeface="Times New Roman"/>
              <a:sym typeface="Times New Roman"/>
            </a:endParaRPr>
          </a:p>
        </p:txBody>
      </p:sp>
      <p:sp>
        <p:nvSpPr>
          <p:cNvPr id="1018" name="Google Shape;1018;p102"/>
          <p:cNvSpPr txBox="1"/>
          <p:nvPr/>
        </p:nvSpPr>
        <p:spPr>
          <a:xfrm>
            <a:off x="6654800" y="47545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81</a:t>
            </a:r>
            <a:endParaRPr/>
          </a:p>
        </p:txBody>
      </p:sp>
      <p:sp>
        <p:nvSpPr>
          <p:cNvPr id="1019" name="Google Shape;1019;p102"/>
          <p:cNvSpPr txBox="1"/>
          <p:nvPr/>
        </p:nvSpPr>
        <p:spPr>
          <a:xfrm>
            <a:off x="7035800" y="47545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92</a:t>
            </a:r>
            <a:endParaRPr/>
          </a:p>
        </p:txBody>
      </p:sp>
      <p:sp>
        <p:nvSpPr>
          <p:cNvPr id="1020" name="Google Shape;1020;p102"/>
          <p:cNvSpPr txBox="1"/>
          <p:nvPr/>
        </p:nvSpPr>
        <p:spPr>
          <a:xfrm>
            <a:off x="6273800" y="47545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75</a:t>
            </a:r>
            <a:endParaRPr/>
          </a:p>
        </p:txBody>
      </p:sp>
      <p:sp>
        <p:nvSpPr>
          <p:cNvPr id="1021" name="Google Shape;1021;p102"/>
          <p:cNvSpPr/>
          <p:nvPr/>
        </p:nvSpPr>
        <p:spPr>
          <a:xfrm>
            <a:off x="6045200" y="4648200"/>
            <a:ext cx="1600200" cy="457200"/>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2" name="Google Shape;1022;p102"/>
          <p:cNvSpPr txBox="1"/>
          <p:nvPr/>
        </p:nvSpPr>
        <p:spPr>
          <a:xfrm>
            <a:off x="5360988" y="4756150"/>
            <a:ext cx="368300" cy="274638"/>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65</a:t>
            </a:r>
            <a:endParaRPr/>
          </a:p>
        </p:txBody>
      </p:sp>
      <p:sp>
        <p:nvSpPr>
          <p:cNvPr id="1023" name="Google Shape;1023;p102"/>
          <p:cNvSpPr/>
          <p:nvPr/>
        </p:nvSpPr>
        <p:spPr>
          <a:xfrm>
            <a:off x="5356226" y="4724401"/>
            <a:ext cx="384175" cy="301625"/>
          </a:xfrm>
          <a:prstGeom prst="ellipse">
            <a:avLst/>
          </a:prstGeom>
          <a:no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4" name="Google Shape;1024;p102"/>
          <p:cNvSpPr txBox="1"/>
          <p:nvPr/>
        </p:nvSpPr>
        <p:spPr>
          <a:xfrm>
            <a:off x="5867401" y="4267200"/>
            <a:ext cx="455613" cy="4572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S</a:t>
            </a:r>
            <a:r>
              <a:rPr lang="en-US" sz="2400" baseline="-25000">
                <a:solidFill>
                  <a:schemeClr val="dk1"/>
                </a:solidFill>
                <a:latin typeface="Times New Roman"/>
                <a:ea typeface="Times New Roman"/>
                <a:cs typeface="Times New Roman"/>
                <a:sym typeface="Times New Roman"/>
              </a:rPr>
              <a:t>2</a:t>
            </a:r>
            <a:endParaRPr sz="2400" b="1">
              <a:solidFill>
                <a:schemeClr val="dk1"/>
              </a:solidFill>
              <a:latin typeface="Times New Roman"/>
              <a:ea typeface="Times New Roman"/>
              <a:cs typeface="Times New Roman"/>
              <a:sym typeface="Times New Roman"/>
            </a:endParaRPr>
          </a:p>
        </p:txBody>
      </p:sp>
      <p:sp>
        <p:nvSpPr>
          <p:cNvPr id="1025" name="Google Shape;1025;p102"/>
          <p:cNvSpPr txBox="1"/>
          <p:nvPr/>
        </p:nvSpPr>
        <p:spPr>
          <a:xfrm>
            <a:off x="8458200" y="4144964"/>
            <a:ext cx="1684338" cy="581025"/>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QuickSort(S</a:t>
            </a:r>
            <a:r>
              <a:rPr lang="en-US" sz="1600" baseline="-25000">
                <a:solidFill>
                  <a:schemeClr val="dk1"/>
                </a:solidFill>
                <a:latin typeface="Times New Roman"/>
                <a:ea typeface="Times New Roman"/>
                <a:cs typeface="Times New Roman"/>
                <a:sym typeface="Times New Roman"/>
              </a:rPr>
              <a:t>1</a:t>
            </a:r>
            <a:r>
              <a:rPr lang="en-US" sz="1600">
                <a:solidFill>
                  <a:schemeClr val="dk1"/>
                </a:solidFill>
                <a:latin typeface="Times New Roman"/>
                <a:ea typeface="Times New Roman"/>
                <a:cs typeface="Times New Roman"/>
                <a:sym typeface="Times New Roman"/>
              </a:rPr>
              <a:t>) and</a:t>
            </a:r>
            <a:endParaRPr/>
          </a:p>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QuickSort(S</a:t>
            </a:r>
            <a:r>
              <a:rPr lang="en-US" sz="1600" baseline="-25000">
                <a:solidFill>
                  <a:schemeClr val="dk1"/>
                </a:solidFill>
                <a:latin typeface="Times New Roman"/>
                <a:ea typeface="Times New Roman"/>
                <a:cs typeface="Times New Roman"/>
                <a:sym typeface="Times New Roman"/>
              </a:rPr>
              <a:t>2</a:t>
            </a:r>
            <a:r>
              <a:rPr lang="en-US" sz="1600">
                <a:solidFill>
                  <a:schemeClr val="dk1"/>
                </a:solidFill>
                <a:latin typeface="Times New Roman"/>
                <a:ea typeface="Times New Roman"/>
                <a:cs typeface="Times New Roman"/>
                <a:sym typeface="Times New Roman"/>
              </a:rPr>
              <a:t>)</a:t>
            </a:r>
            <a:endParaRPr/>
          </a:p>
        </p:txBody>
      </p:sp>
      <p:sp>
        <p:nvSpPr>
          <p:cNvPr id="1026" name="Google Shape;1026;p102"/>
          <p:cNvSpPr/>
          <p:nvPr/>
        </p:nvSpPr>
        <p:spPr>
          <a:xfrm>
            <a:off x="3352800" y="5672138"/>
            <a:ext cx="3683000" cy="381000"/>
          </a:xfrm>
          <a:prstGeom prst="ellipse">
            <a:avLst/>
          </a:prstGeom>
          <a:solidFill>
            <a:srgbClr val="FFFFFF"/>
          </a:solidFill>
          <a:ln w="9525" cap="flat" cmpd="sng">
            <a:solidFill>
              <a:schemeClr val="dk1"/>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27" name="Google Shape;1027;p102"/>
          <p:cNvSpPr txBox="1"/>
          <p:nvPr/>
        </p:nvSpPr>
        <p:spPr>
          <a:xfrm>
            <a:off x="37719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13</a:t>
            </a:r>
            <a:endParaRPr/>
          </a:p>
        </p:txBody>
      </p:sp>
      <p:sp>
        <p:nvSpPr>
          <p:cNvPr id="1028" name="Google Shape;1028;p102"/>
          <p:cNvSpPr txBox="1"/>
          <p:nvPr/>
        </p:nvSpPr>
        <p:spPr>
          <a:xfrm>
            <a:off x="46863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43</a:t>
            </a:r>
            <a:endParaRPr/>
          </a:p>
        </p:txBody>
      </p:sp>
      <p:sp>
        <p:nvSpPr>
          <p:cNvPr id="1029" name="Google Shape;1029;p102"/>
          <p:cNvSpPr txBox="1"/>
          <p:nvPr/>
        </p:nvSpPr>
        <p:spPr>
          <a:xfrm>
            <a:off x="43688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31</a:t>
            </a:r>
            <a:endParaRPr/>
          </a:p>
        </p:txBody>
      </p:sp>
      <p:sp>
        <p:nvSpPr>
          <p:cNvPr id="1030" name="Google Shape;1030;p102"/>
          <p:cNvSpPr txBox="1"/>
          <p:nvPr/>
        </p:nvSpPr>
        <p:spPr>
          <a:xfrm>
            <a:off x="49911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57</a:t>
            </a:r>
            <a:endParaRPr/>
          </a:p>
        </p:txBody>
      </p:sp>
      <p:sp>
        <p:nvSpPr>
          <p:cNvPr id="1031" name="Google Shape;1031;p102"/>
          <p:cNvSpPr txBox="1"/>
          <p:nvPr/>
        </p:nvSpPr>
        <p:spPr>
          <a:xfrm>
            <a:off x="40640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26</a:t>
            </a:r>
            <a:endParaRPr/>
          </a:p>
        </p:txBody>
      </p:sp>
      <p:sp>
        <p:nvSpPr>
          <p:cNvPr id="1032" name="Google Shape;1032;p102"/>
          <p:cNvSpPr txBox="1"/>
          <p:nvPr/>
        </p:nvSpPr>
        <p:spPr>
          <a:xfrm>
            <a:off x="3559176" y="5745164"/>
            <a:ext cx="276225"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0</a:t>
            </a:r>
            <a:endParaRPr/>
          </a:p>
        </p:txBody>
      </p:sp>
      <p:sp>
        <p:nvSpPr>
          <p:cNvPr id="1033" name="Google Shape;1033;p102"/>
          <p:cNvSpPr txBox="1"/>
          <p:nvPr/>
        </p:nvSpPr>
        <p:spPr>
          <a:xfrm>
            <a:off x="53594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65</a:t>
            </a:r>
            <a:endParaRPr/>
          </a:p>
        </p:txBody>
      </p:sp>
      <p:sp>
        <p:nvSpPr>
          <p:cNvPr id="1034" name="Google Shape;1034;p102"/>
          <p:cNvSpPr txBox="1"/>
          <p:nvPr/>
        </p:nvSpPr>
        <p:spPr>
          <a:xfrm>
            <a:off x="61341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81</a:t>
            </a:r>
            <a:endParaRPr/>
          </a:p>
        </p:txBody>
      </p:sp>
      <p:sp>
        <p:nvSpPr>
          <p:cNvPr id="1035" name="Google Shape;1035;p102"/>
          <p:cNvSpPr txBox="1"/>
          <p:nvPr/>
        </p:nvSpPr>
        <p:spPr>
          <a:xfrm>
            <a:off x="65151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92</a:t>
            </a:r>
            <a:endParaRPr/>
          </a:p>
        </p:txBody>
      </p:sp>
      <p:sp>
        <p:nvSpPr>
          <p:cNvPr id="1036" name="Google Shape;1036;p102"/>
          <p:cNvSpPr txBox="1"/>
          <p:nvPr/>
        </p:nvSpPr>
        <p:spPr>
          <a:xfrm>
            <a:off x="5753100" y="5745164"/>
            <a:ext cx="368300" cy="274637"/>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200" b="1">
                <a:solidFill>
                  <a:schemeClr val="dk1"/>
                </a:solidFill>
                <a:latin typeface="Courier New"/>
                <a:ea typeface="Courier New"/>
                <a:cs typeface="Courier New"/>
                <a:sym typeface="Courier New"/>
              </a:rPr>
              <a:t>75</a:t>
            </a:r>
            <a:endParaRPr/>
          </a:p>
        </p:txBody>
      </p:sp>
      <p:sp>
        <p:nvSpPr>
          <p:cNvPr id="1037" name="Google Shape;1037;p102"/>
          <p:cNvSpPr txBox="1"/>
          <p:nvPr/>
        </p:nvSpPr>
        <p:spPr>
          <a:xfrm>
            <a:off x="2922588" y="5562600"/>
            <a:ext cx="354012" cy="45720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2400" b="1">
                <a:solidFill>
                  <a:schemeClr val="dk1"/>
                </a:solidFill>
                <a:latin typeface="Times New Roman"/>
                <a:ea typeface="Times New Roman"/>
                <a:cs typeface="Times New Roman"/>
                <a:sym typeface="Times New Roman"/>
              </a:rPr>
              <a:t>S</a:t>
            </a:r>
            <a:endParaRPr/>
          </a:p>
        </p:txBody>
      </p:sp>
      <p:sp>
        <p:nvSpPr>
          <p:cNvPr id="1038" name="Google Shape;1038;p102"/>
          <p:cNvSpPr txBox="1"/>
          <p:nvPr/>
        </p:nvSpPr>
        <p:spPr>
          <a:xfrm>
            <a:off x="8510588" y="5715000"/>
            <a:ext cx="1655762" cy="336550"/>
          </a:xfrm>
          <a:prstGeom prst="rect">
            <a:avLst/>
          </a:prstGeom>
          <a:noFill/>
          <a:ln>
            <a:noFill/>
          </a:ln>
        </p:spPr>
        <p:txBody>
          <a:bodyPr spcFirstLastPara="1" wrap="square" lIns="91425" tIns="45700" rIns="91425" bIns="45700" anchor="ctr" anchorCtr="0">
            <a:spAutoFit/>
          </a:bodyPr>
          <a:lstStyle/>
          <a:p>
            <a:pPr marL="0" marR="0" lvl="0" indent="0" algn="ctr" rtl="0">
              <a:spcBef>
                <a:spcPts val="0"/>
              </a:spcBef>
              <a:spcAft>
                <a:spcPts val="0"/>
              </a:spcAft>
              <a:buNone/>
            </a:pPr>
            <a:r>
              <a:rPr lang="en-US" sz="1600">
                <a:solidFill>
                  <a:schemeClr val="dk1"/>
                </a:solidFill>
                <a:latin typeface="Times New Roman"/>
                <a:ea typeface="Times New Roman"/>
                <a:cs typeface="Times New Roman"/>
                <a:sym typeface="Times New Roman"/>
              </a:rPr>
              <a:t>Voila!  </a:t>
            </a:r>
            <a:r>
              <a:rPr lang="en-US" sz="1600" b="1">
                <a:solidFill>
                  <a:schemeClr val="dk1"/>
                </a:solidFill>
                <a:latin typeface="Times New Roman"/>
                <a:ea typeface="Times New Roman"/>
                <a:cs typeface="Times New Roman"/>
                <a:sym typeface="Times New Roman"/>
              </a:rPr>
              <a:t>S</a:t>
            </a:r>
            <a:r>
              <a:rPr lang="en-US" sz="1600">
                <a:solidFill>
                  <a:schemeClr val="dk1"/>
                </a:solidFill>
                <a:latin typeface="Times New Roman"/>
                <a:ea typeface="Times New Roman"/>
                <a:cs typeface="Times New Roman"/>
                <a:sym typeface="Times New Roman"/>
              </a:rPr>
              <a:t> is sorted</a:t>
            </a:r>
            <a:endParaRPr/>
          </a:p>
        </p:txBody>
      </p:sp>
      <p:sp>
        <p:nvSpPr>
          <p:cNvPr id="1039" name="Google Shape;1039;p102"/>
          <p:cNvSpPr/>
          <p:nvPr/>
        </p:nvSpPr>
        <p:spPr>
          <a:xfrm>
            <a:off x="5402264" y="2133601"/>
            <a:ext cx="2979737" cy="396875"/>
          </a:xfrm>
          <a:custGeom>
            <a:avLst/>
            <a:gdLst/>
            <a:ahLst/>
            <a:cxnLst/>
            <a:rect l="l" t="t" r="r" b="b"/>
            <a:pathLst>
              <a:path w="1877" h="250" extrusionOk="0">
                <a:moveTo>
                  <a:pt x="1877" y="0"/>
                </a:moveTo>
                <a:cubicBezTo>
                  <a:pt x="1664" y="13"/>
                  <a:pt x="913" y="37"/>
                  <a:pt x="600" y="79"/>
                </a:cubicBezTo>
                <a:cubicBezTo>
                  <a:pt x="287" y="121"/>
                  <a:pt x="125" y="215"/>
                  <a:pt x="0" y="250"/>
                </a:cubicBezTo>
              </a:path>
            </a:pathLst>
          </a:custGeom>
          <a:noFill/>
          <a:ln w="19050" cap="flat" cmpd="sng">
            <a:solidFill>
              <a:srgbClr val="0000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0" name="Google Shape;1040;p102"/>
          <p:cNvSpPr/>
          <p:nvPr/>
        </p:nvSpPr>
        <p:spPr>
          <a:xfrm>
            <a:off x="8991600" y="2438400"/>
            <a:ext cx="381000" cy="381000"/>
          </a:xfrm>
          <a:prstGeom prst="downArrow">
            <a:avLst>
              <a:gd name="adj1" fmla="val 50000"/>
              <a:gd name="adj2" fmla="val 35833"/>
            </a:avLst>
          </a:prstGeom>
          <a:noFill/>
          <a:ln w="9525"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1" name="Google Shape;1041;p102"/>
          <p:cNvSpPr/>
          <p:nvPr/>
        </p:nvSpPr>
        <p:spPr>
          <a:xfrm>
            <a:off x="8991600" y="3581400"/>
            <a:ext cx="381000" cy="381000"/>
          </a:xfrm>
          <a:prstGeom prst="downArrow">
            <a:avLst>
              <a:gd name="adj1" fmla="val 50000"/>
              <a:gd name="adj2" fmla="val 35833"/>
            </a:avLst>
          </a:prstGeom>
          <a:noFill/>
          <a:ln w="9525"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2" name="Google Shape;1042;p102"/>
          <p:cNvSpPr/>
          <p:nvPr/>
        </p:nvSpPr>
        <p:spPr>
          <a:xfrm>
            <a:off x="8991600" y="5105400"/>
            <a:ext cx="381000" cy="381000"/>
          </a:xfrm>
          <a:prstGeom prst="downArrow">
            <a:avLst>
              <a:gd name="adj1" fmla="val 50000"/>
              <a:gd name="adj2" fmla="val 35833"/>
            </a:avLst>
          </a:prstGeom>
          <a:noFill/>
          <a:ln w="9525" cap="flat" cmpd="sng">
            <a:solidFill>
              <a:srgbClr val="0000F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043" name="Google Shape;1043;p102"/>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solidFill>
                  <a:srgbClr val="C00000"/>
                </a:solidFill>
              </a:rPr>
              <a:t>REF BOOK: INTERNET</a:t>
            </a:r>
            <a:endParaRPr>
              <a:solidFill>
                <a:srgbClr val="C00000"/>
              </a:solidFill>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1048"/>
        <p:cNvGrpSpPr/>
        <p:nvPr/>
      </p:nvGrpSpPr>
      <p:grpSpPr>
        <a:xfrm>
          <a:off x="0" y="0"/>
          <a:ext cx="0" cy="0"/>
          <a:chOff x="0" y="0"/>
          <a:chExt cx="0" cy="0"/>
        </a:xfrm>
      </p:grpSpPr>
      <p:sp>
        <p:nvSpPr>
          <p:cNvPr id="1049" name="Google Shape;1049;p103"/>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Times New Roman"/>
              <a:buNone/>
            </a:pPr>
            <a:r>
              <a:rPr lang="en-US">
                <a:latin typeface="Times New Roman"/>
                <a:ea typeface="Times New Roman"/>
                <a:cs typeface="Times New Roman"/>
                <a:sym typeface="Times New Roman"/>
              </a:rPr>
              <a:t>Quicksort Analysis</a:t>
            </a:r>
            <a:endParaRPr/>
          </a:p>
        </p:txBody>
      </p:sp>
      <p:sp>
        <p:nvSpPr>
          <p:cNvPr id="1050" name="Google Shape;1050;p103"/>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latin typeface="Times New Roman"/>
                <a:ea typeface="Times New Roman"/>
                <a:cs typeface="Times New Roman"/>
                <a:sym typeface="Times New Roman"/>
              </a:rPr>
              <a:t>Assumptions:</a:t>
            </a:r>
            <a:endParaRPr/>
          </a:p>
          <a:p>
            <a:pPr marL="384048" lvl="1" indent="-182880" algn="l" rtl="0">
              <a:lnSpc>
                <a:spcPct val="90000"/>
              </a:lnSpc>
              <a:spcBef>
                <a:spcPts val="400"/>
              </a:spcBef>
              <a:spcAft>
                <a:spcPts val="0"/>
              </a:spcAft>
              <a:buSzPts val="2000"/>
              <a:buChar char="◦"/>
            </a:pPr>
            <a:r>
              <a:rPr lang="en-US" sz="2000">
                <a:latin typeface="Times New Roman"/>
                <a:ea typeface="Times New Roman"/>
                <a:cs typeface="Times New Roman"/>
                <a:sym typeface="Times New Roman"/>
              </a:rPr>
              <a:t>A random pivot (no median-of-three partitioning)</a:t>
            </a:r>
            <a:endParaRPr/>
          </a:p>
          <a:p>
            <a:pPr marL="384048" lvl="1" indent="-182880" algn="l" rtl="0">
              <a:lnSpc>
                <a:spcPct val="90000"/>
              </a:lnSpc>
              <a:spcBef>
                <a:spcPts val="600"/>
              </a:spcBef>
              <a:spcAft>
                <a:spcPts val="0"/>
              </a:spcAft>
              <a:buSzPts val="2000"/>
              <a:buChar char="◦"/>
            </a:pPr>
            <a:r>
              <a:rPr lang="en-US" sz="2000">
                <a:latin typeface="Times New Roman"/>
                <a:ea typeface="Times New Roman"/>
                <a:cs typeface="Times New Roman"/>
                <a:sym typeface="Times New Roman"/>
              </a:rPr>
              <a:t>No cutoff for small arrays</a:t>
            </a:r>
            <a:endParaRPr/>
          </a:p>
          <a:p>
            <a:pPr marL="91440" lvl="0" indent="-127000" algn="l" rtl="0">
              <a:lnSpc>
                <a:spcPct val="90000"/>
              </a:lnSpc>
              <a:spcBef>
                <a:spcPts val="1600"/>
              </a:spcBef>
              <a:spcAft>
                <a:spcPts val="0"/>
              </a:spcAft>
              <a:buSzPts val="2000"/>
              <a:buChar char=" "/>
            </a:pPr>
            <a:r>
              <a:rPr lang="en-US">
                <a:latin typeface="Times New Roman"/>
                <a:ea typeface="Times New Roman"/>
                <a:cs typeface="Times New Roman"/>
                <a:sym typeface="Times New Roman"/>
              </a:rPr>
              <a:t>Running time</a:t>
            </a:r>
            <a:endParaRPr/>
          </a:p>
          <a:p>
            <a:pPr marL="384048" lvl="1" indent="-182880" algn="l" rtl="0">
              <a:lnSpc>
                <a:spcPct val="90000"/>
              </a:lnSpc>
              <a:spcBef>
                <a:spcPts val="400"/>
              </a:spcBef>
              <a:spcAft>
                <a:spcPts val="0"/>
              </a:spcAft>
              <a:buSzPts val="2000"/>
              <a:buChar char="◦"/>
            </a:pPr>
            <a:r>
              <a:rPr lang="en-US" sz="2000">
                <a:latin typeface="Times New Roman"/>
                <a:ea typeface="Times New Roman"/>
                <a:cs typeface="Times New Roman"/>
                <a:sym typeface="Times New Roman"/>
              </a:rPr>
              <a:t>pivot selection: constant time, i.e. O(1)</a:t>
            </a:r>
            <a:endParaRPr/>
          </a:p>
          <a:p>
            <a:pPr marL="384048" lvl="1" indent="-182880" algn="l" rtl="0">
              <a:lnSpc>
                <a:spcPct val="90000"/>
              </a:lnSpc>
              <a:spcBef>
                <a:spcPts val="600"/>
              </a:spcBef>
              <a:spcAft>
                <a:spcPts val="0"/>
              </a:spcAft>
              <a:buSzPts val="2000"/>
              <a:buChar char="◦"/>
            </a:pPr>
            <a:r>
              <a:rPr lang="en-US" sz="2000">
                <a:latin typeface="Times New Roman"/>
                <a:ea typeface="Times New Roman"/>
                <a:cs typeface="Times New Roman"/>
                <a:sym typeface="Times New Roman"/>
              </a:rPr>
              <a:t>partitioning: linear time, i.e. O(N)</a:t>
            </a:r>
            <a:endParaRPr/>
          </a:p>
          <a:p>
            <a:pPr marL="384048" lvl="1" indent="-182880" algn="l" rtl="0">
              <a:lnSpc>
                <a:spcPct val="90000"/>
              </a:lnSpc>
              <a:spcBef>
                <a:spcPts val="600"/>
              </a:spcBef>
              <a:spcAft>
                <a:spcPts val="0"/>
              </a:spcAft>
              <a:buSzPts val="2000"/>
              <a:buChar char="◦"/>
            </a:pPr>
            <a:r>
              <a:rPr lang="en-US" sz="2000">
                <a:latin typeface="Times New Roman"/>
                <a:ea typeface="Times New Roman"/>
                <a:cs typeface="Times New Roman"/>
                <a:sym typeface="Times New Roman"/>
              </a:rPr>
              <a:t>running time of the two recursive calls </a:t>
            </a:r>
            <a:endParaRPr/>
          </a:p>
          <a:p>
            <a:pPr marL="91440" lvl="0" indent="-127000" algn="l" rtl="0">
              <a:lnSpc>
                <a:spcPct val="90000"/>
              </a:lnSpc>
              <a:spcBef>
                <a:spcPts val="1600"/>
              </a:spcBef>
              <a:spcAft>
                <a:spcPts val="0"/>
              </a:spcAft>
              <a:buSzPts val="2000"/>
              <a:buChar char=" "/>
            </a:pPr>
            <a:r>
              <a:rPr lang="en-US">
                <a:latin typeface="Times New Roman"/>
                <a:ea typeface="Times New Roman"/>
                <a:cs typeface="Times New Roman"/>
                <a:sym typeface="Times New Roman"/>
              </a:rPr>
              <a:t>T(N)=T(i)+T(N-i-1)+cN where c is a constant</a:t>
            </a:r>
            <a:endParaRPr/>
          </a:p>
          <a:p>
            <a:pPr marL="384048" lvl="1" indent="-182880" algn="l" rtl="0">
              <a:lnSpc>
                <a:spcPct val="90000"/>
              </a:lnSpc>
              <a:spcBef>
                <a:spcPts val="400"/>
              </a:spcBef>
              <a:spcAft>
                <a:spcPts val="0"/>
              </a:spcAft>
              <a:buSzPts val="2000"/>
              <a:buChar char="◦"/>
            </a:pPr>
            <a:r>
              <a:rPr lang="en-US" sz="2000">
                <a:latin typeface="Times New Roman"/>
                <a:ea typeface="Times New Roman"/>
                <a:cs typeface="Times New Roman"/>
                <a:sym typeface="Times New Roman"/>
              </a:rPr>
              <a:t>i: number of elements in S1</a:t>
            </a:r>
            <a:endParaRPr/>
          </a:p>
        </p:txBody>
      </p:sp>
      <p:sp>
        <p:nvSpPr>
          <p:cNvPr id="1051" name="Google Shape;1051;p103"/>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REF BOOK: THOMAS CORMEN</a:t>
            </a:r>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1056"/>
        <p:cNvGrpSpPr/>
        <p:nvPr/>
      </p:nvGrpSpPr>
      <p:grpSpPr>
        <a:xfrm>
          <a:off x="0" y="0"/>
          <a:ext cx="0" cy="0"/>
          <a:chOff x="0" y="0"/>
          <a:chExt cx="0" cy="0"/>
        </a:xfrm>
      </p:grpSpPr>
      <p:sp>
        <p:nvSpPr>
          <p:cNvPr id="1057" name="Google Shape;1057;p104"/>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chemeClr val="dk1"/>
              </a:buClr>
              <a:buSzPts val="4800"/>
              <a:buFont typeface="Times New Roman"/>
              <a:buNone/>
            </a:pPr>
            <a:r>
              <a:rPr lang="en-US">
                <a:solidFill>
                  <a:schemeClr val="dk1"/>
                </a:solidFill>
                <a:latin typeface="Times New Roman"/>
                <a:ea typeface="Times New Roman"/>
                <a:cs typeface="Times New Roman"/>
                <a:sym typeface="Times New Roman"/>
              </a:rPr>
              <a:t>Worst-Case Analysis</a:t>
            </a:r>
            <a:endParaRPr/>
          </a:p>
        </p:txBody>
      </p:sp>
      <p:sp>
        <p:nvSpPr>
          <p:cNvPr id="1058" name="Google Shape;1058;p104"/>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worst case Partition?</a:t>
            </a:r>
            <a:endParaRPr/>
          </a:p>
          <a:p>
            <a:pPr marL="384048" lvl="1" indent="-182880" algn="l" rtl="0">
              <a:lnSpc>
                <a:spcPct val="90000"/>
              </a:lnSpc>
              <a:spcBef>
                <a:spcPts val="400"/>
              </a:spcBef>
              <a:spcAft>
                <a:spcPts val="0"/>
              </a:spcAft>
              <a:buSzPts val="1800"/>
              <a:buChar char="◦"/>
            </a:pPr>
            <a:r>
              <a:rPr lang="en-US"/>
              <a:t>The pivot is the smallest element, all the time</a:t>
            </a:r>
            <a:endParaRPr/>
          </a:p>
          <a:p>
            <a:pPr marL="384048" lvl="1" indent="-182880" algn="l" rtl="0">
              <a:lnSpc>
                <a:spcPct val="90000"/>
              </a:lnSpc>
              <a:spcBef>
                <a:spcPts val="600"/>
              </a:spcBef>
              <a:spcAft>
                <a:spcPts val="0"/>
              </a:spcAft>
              <a:buSzPts val="1800"/>
              <a:buChar char="◦"/>
            </a:pPr>
            <a:r>
              <a:rPr lang="en-US"/>
              <a:t>Partition is always unbalanced</a:t>
            </a:r>
            <a:endParaRPr/>
          </a:p>
          <a:p>
            <a:pPr marL="384048" lvl="1" indent="-68579" algn="l" rtl="0">
              <a:lnSpc>
                <a:spcPct val="90000"/>
              </a:lnSpc>
              <a:spcBef>
                <a:spcPts val="600"/>
              </a:spcBef>
              <a:spcAft>
                <a:spcPts val="0"/>
              </a:spcAft>
              <a:buSzPts val="1800"/>
              <a:buNone/>
            </a:pPr>
            <a:endParaRPr/>
          </a:p>
        </p:txBody>
      </p:sp>
      <p:pic>
        <p:nvPicPr>
          <p:cNvPr id="1059" name="Google Shape;1059;p104" descr="untitled"/>
          <p:cNvPicPr preferRelativeResize="0"/>
          <p:nvPr/>
        </p:nvPicPr>
        <p:blipFill rotWithShape="1">
          <a:blip r:embed="rId3">
            <a:alphaModFix/>
          </a:blip>
          <a:srcRect/>
          <a:stretch/>
        </p:blipFill>
        <p:spPr>
          <a:xfrm>
            <a:off x="3663002" y="3030941"/>
            <a:ext cx="4095750" cy="3044825"/>
          </a:xfrm>
          <a:prstGeom prst="rect">
            <a:avLst/>
          </a:prstGeom>
          <a:noFill/>
          <a:ln>
            <a:noFill/>
          </a:ln>
        </p:spPr>
      </p:pic>
      <p:sp>
        <p:nvSpPr>
          <p:cNvPr id="1060" name="Google Shape;1060;p104"/>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REF BOOK: THOMAS CORMEN</a:t>
            </a: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065"/>
        <p:cNvGrpSpPr/>
        <p:nvPr/>
      </p:nvGrpSpPr>
      <p:grpSpPr>
        <a:xfrm>
          <a:off x="0" y="0"/>
          <a:ext cx="0" cy="0"/>
          <a:chOff x="0" y="0"/>
          <a:chExt cx="0" cy="0"/>
        </a:xfrm>
      </p:grpSpPr>
      <p:sp>
        <p:nvSpPr>
          <p:cNvPr id="1066" name="Google Shape;1066;p105"/>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Times New Roman"/>
              <a:buNone/>
            </a:pPr>
            <a:r>
              <a:rPr lang="en-US">
                <a:latin typeface="Times New Roman"/>
                <a:ea typeface="Times New Roman"/>
                <a:cs typeface="Times New Roman"/>
                <a:sym typeface="Times New Roman"/>
              </a:rPr>
              <a:t>Best-case Analysis</a:t>
            </a:r>
            <a:endParaRPr/>
          </a:p>
        </p:txBody>
      </p:sp>
      <p:sp>
        <p:nvSpPr>
          <p:cNvPr id="1067" name="Google Shape;1067;p105"/>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best case Partitioning?</a:t>
            </a:r>
            <a:endParaRPr/>
          </a:p>
          <a:p>
            <a:pPr marL="384048" lvl="1" indent="-182880" algn="l" rtl="0">
              <a:lnSpc>
                <a:spcPct val="90000"/>
              </a:lnSpc>
              <a:spcBef>
                <a:spcPts val="400"/>
              </a:spcBef>
              <a:spcAft>
                <a:spcPts val="0"/>
              </a:spcAft>
              <a:buSzPts val="1800"/>
              <a:buChar char="◦"/>
            </a:pPr>
            <a:r>
              <a:rPr lang="en-US"/>
              <a:t>Partition is perfectly balanced.</a:t>
            </a:r>
            <a:endParaRPr/>
          </a:p>
          <a:p>
            <a:pPr marL="384048" lvl="1" indent="-182880" algn="l" rtl="0">
              <a:lnSpc>
                <a:spcPct val="90000"/>
              </a:lnSpc>
              <a:spcBef>
                <a:spcPts val="600"/>
              </a:spcBef>
              <a:spcAft>
                <a:spcPts val="0"/>
              </a:spcAft>
              <a:buSzPts val="1800"/>
              <a:buChar char="◦"/>
            </a:pPr>
            <a:r>
              <a:rPr lang="en-US"/>
              <a:t>Pivot is always in the middle (median of the array)</a:t>
            </a:r>
            <a:endParaRPr/>
          </a:p>
          <a:p>
            <a:pPr marL="91440" lvl="0" indent="0" algn="l" rtl="0">
              <a:lnSpc>
                <a:spcPct val="90000"/>
              </a:lnSpc>
              <a:spcBef>
                <a:spcPts val="1600"/>
              </a:spcBef>
              <a:spcAft>
                <a:spcPts val="0"/>
              </a:spcAft>
              <a:buSzPts val="2000"/>
              <a:buNone/>
            </a:pPr>
            <a:endParaRPr/>
          </a:p>
          <a:p>
            <a:pPr marL="91440" lvl="0" indent="0" algn="l" rtl="0">
              <a:lnSpc>
                <a:spcPct val="90000"/>
              </a:lnSpc>
              <a:spcBef>
                <a:spcPts val="1400"/>
              </a:spcBef>
              <a:spcAft>
                <a:spcPts val="0"/>
              </a:spcAft>
              <a:buSzPts val="2000"/>
              <a:buNone/>
            </a:pPr>
            <a:endParaRPr/>
          </a:p>
          <a:p>
            <a:pPr marL="91440" lvl="0" indent="0" algn="l" rtl="0">
              <a:lnSpc>
                <a:spcPct val="90000"/>
              </a:lnSpc>
              <a:spcBef>
                <a:spcPts val="1400"/>
              </a:spcBef>
              <a:spcAft>
                <a:spcPts val="0"/>
              </a:spcAft>
              <a:buSzPts val="2000"/>
              <a:buNone/>
            </a:pPr>
            <a:endParaRPr/>
          </a:p>
          <a:p>
            <a:pPr marL="91440" lvl="0" indent="0" algn="l" rtl="0">
              <a:lnSpc>
                <a:spcPct val="90000"/>
              </a:lnSpc>
              <a:spcBef>
                <a:spcPts val="1400"/>
              </a:spcBef>
              <a:spcAft>
                <a:spcPts val="0"/>
              </a:spcAft>
              <a:buSzPts val="2000"/>
              <a:buNone/>
            </a:pPr>
            <a:endParaRPr/>
          </a:p>
        </p:txBody>
      </p:sp>
      <p:pic>
        <p:nvPicPr>
          <p:cNvPr id="1068" name="Google Shape;1068;p105" descr="untitled"/>
          <p:cNvPicPr preferRelativeResize="0"/>
          <p:nvPr/>
        </p:nvPicPr>
        <p:blipFill rotWithShape="1">
          <a:blip r:embed="rId3">
            <a:alphaModFix/>
          </a:blip>
          <a:srcRect t="391" r="77429" b="87177"/>
          <a:stretch/>
        </p:blipFill>
        <p:spPr>
          <a:xfrm>
            <a:off x="6507480" y="2041314"/>
            <a:ext cx="4648200" cy="3632200"/>
          </a:xfrm>
          <a:prstGeom prst="rect">
            <a:avLst/>
          </a:prstGeom>
          <a:noFill/>
          <a:ln>
            <a:noFill/>
          </a:ln>
        </p:spPr>
      </p:pic>
      <p:sp>
        <p:nvSpPr>
          <p:cNvPr id="1069" name="Google Shape;1069;p105"/>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REF BOOK: THOMAS CORMEN</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074"/>
        <p:cNvGrpSpPr/>
        <p:nvPr/>
      </p:nvGrpSpPr>
      <p:grpSpPr>
        <a:xfrm>
          <a:off x="0" y="0"/>
          <a:ext cx="0" cy="0"/>
          <a:chOff x="0" y="0"/>
          <a:chExt cx="0" cy="0"/>
        </a:xfrm>
      </p:grpSpPr>
      <p:sp>
        <p:nvSpPr>
          <p:cNvPr id="1075" name="Google Shape;1075;p106"/>
          <p:cNvSpPr txBox="1">
            <a:spLocks noGrp="1"/>
          </p:cNvSpPr>
          <p:nvPr>
            <p:ph type="title"/>
          </p:nvPr>
        </p:nvSpPr>
        <p:spPr>
          <a:xfrm>
            <a:off x="1097280" y="286603"/>
            <a:ext cx="10058400" cy="1450757"/>
          </a:xfrm>
          <a:prstGeom prst="rect">
            <a:avLst/>
          </a:prstGeom>
          <a:noFill/>
          <a:ln>
            <a:noFill/>
          </a:ln>
        </p:spPr>
        <p:txBody>
          <a:bodyPr spcFirstLastPara="1" wrap="square" lIns="91425" tIns="45700" rIns="91425" bIns="45700" anchor="b" anchorCtr="0">
            <a:normAutofit/>
          </a:bodyPr>
          <a:lstStyle/>
          <a:p>
            <a:pPr marL="0" lvl="0" indent="0" algn="ctr" rtl="0">
              <a:lnSpc>
                <a:spcPct val="85000"/>
              </a:lnSpc>
              <a:spcBef>
                <a:spcPts val="0"/>
              </a:spcBef>
              <a:spcAft>
                <a:spcPts val="0"/>
              </a:spcAft>
              <a:buClr>
                <a:srgbClr val="3F3F3F"/>
              </a:buClr>
              <a:buSzPts val="4800"/>
              <a:buFont typeface="Times New Roman"/>
              <a:buNone/>
            </a:pPr>
            <a:r>
              <a:rPr lang="en-US">
                <a:latin typeface="Times New Roman"/>
                <a:ea typeface="Times New Roman"/>
                <a:cs typeface="Times New Roman"/>
                <a:sym typeface="Times New Roman"/>
              </a:rPr>
              <a:t>Average-Case Analysis</a:t>
            </a:r>
            <a:endParaRPr/>
          </a:p>
        </p:txBody>
      </p:sp>
      <p:sp>
        <p:nvSpPr>
          <p:cNvPr id="1076" name="Google Shape;1076;p106"/>
          <p:cNvSpPr txBox="1">
            <a:spLocks noGrp="1"/>
          </p:cNvSpPr>
          <p:nvPr>
            <p:ph type="body" idx="1"/>
          </p:nvPr>
        </p:nvSpPr>
        <p:spPr>
          <a:xfrm>
            <a:off x="1097280" y="1845734"/>
            <a:ext cx="10058400" cy="4023360"/>
          </a:xfrm>
          <a:prstGeom prst="rect">
            <a:avLst/>
          </a:prstGeom>
          <a:noFill/>
          <a:ln>
            <a:noFill/>
          </a:ln>
        </p:spPr>
        <p:txBody>
          <a:bodyPr spcFirstLastPara="1" wrap="square" lIns="0" tIns="45700" rIns="0" bIns="45700" anchor="t" anchorCtr="0">
            <a:normAutofit/>
          </a:bodyPr>
          <a:lstStyle/>
          <a:p>
            <a:pPr marL="91440" lvl="0" indent="-127000" algn="l" rtl="0">
              <a:lnSpc>
                <a:spcPct val="90000"/>
              </a:lnSpc>
              <a:spcBef>
                <a:spcPts val="0"/>
              </a:spcBef>
              <a:spcAft>
                <a:spcPts val="0"/>
              </a:spcAft>
              <a:buSzPts val="2000"/>
              <a:buChar char=" "/>
            </a:pPr>
            <a:r>
              <a:rPr lang="en-US"/>
              <a:t>Intution for Average Case : We can get an idea of average case by considering the case when partition puts O(n/9) elements in one set and O(9n/10) elements in other set. </a:t>
            </a:r>
            <a:endParaRPr/>
          </a:p>
          <a:p>
            <a:pPr marL="91440" lvl="0" indent="-127000" algn="l" rtl="0">
              <a:lnSpc>
                <a:spcPct val="90000"/>
              </a:lnSpc>
              <a:spcBef>
                <a:spcPts val="1400"/>
              </a:spcBef>
              <a:spcAft>
                <a:spcPts val="0"/>
              </a:spcAft>
              <a:buSzPts val="2000"/>
              <a:buChar char=" "/>
            </a:pPr>
            <a:r>
              <a:rPr lang="en-US"/>
              <a:t>Following is recurrence for this case. </a:t>
            </a:r>
            <a:endParaRPr/>
          </a:p>
          <a:p>
            <a:pPr marL="91440" lvl="0" indent="-127000" algn="l" rtl="0">
              <a:lnSpc>
                <a:spcPct val="90000"/>
              </a:lnSpc>
              <a:spcBef>
                <a:spcPts val="1400"/>
              </a:spcBef>
              <a:spcAft>
                <a:spcPts val="0"/>
              </a:spcAft>
              <a:buSzPts val="2000"/>
              <a:buChar char=" "/>
            </a:pPr>
            <a:r>
              <a:rPr lang="en-US"/>
              <a:t>T(n) = T(n/9) + T(9n/10) + ϴ(n) </a:t>
            </a:r>
            <a:endParaRPr/>
          </a:p>
          <a:p>
            <a:pPr marL="91440" lvl="0" indent="-127000" algn="l" rtl="0">
              <a:lnSpc>
                <a:spcPct val="90000"/>
              </a:lnSpc>
              <a:spcBef>
                <a:spcPts val="1400"/>
              </a:spcBef>
              <a:spcAft>
                <a:spcPts val="0"/>
              </a:spcAft>
              <a:buSzPts val="2000"/>
              <a:buChar char=" "/>
            </a:pPr>
            <a:r>
              <a:rPr lang="en-US"/>
              <a:t>Solution of above recurrence is also O(nlogn) </a:t>
            </a:r>
            <a:endParaRPr/>
          </a:p>
        </p:txBody>
      </p:sp>
      <p:sp>
        <p:nvSpPr>
          <p:cNvPr id="1077" name="Google Shape;1077;p106"/>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REF BOOK: THOMAS CORMEN</a:t>
            </a:r>
            <a:endParaRPr/>
          </a:p>
        </p:txBody>
      </p:sp>
      <p:pic>
        <p:nvPicPr>
          <p:cNvPr id="1078" name="Google Shape;1078;p106"/>
          <p:cNvPicPr preferRelativeResize="0"/>
          <p:nvPr/>
        </p:nvPicPr>
        <p:blipFill rotWithShape="1">
          <a:blip r:embed="rId3">
            <a:alphaModFix/>
          </a:blip>
          <a:srcRect/>
          <a:stretch/>
        </p:blipFill>
        <p:spPr>
          <a:xfrm>
            <a:off x="6005015" y="2856487"/>
            <a:ext cx="5552564" cy="3408393"/>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1083"/>
        <p:cNvGrpSpPr/>
        <p:nvPr/>
      </p:nvGrpSpPr>
      <p:grpSpPr>
        <a:xfrm>
          <a:off x="0" y="0"/>
          <a:ext cx="0" cy="0"/>
          <a:chOff x="0" y="0"/>
          <a:chExt cx="0" cy="0"/>
        </a:xfrm>
      </p:grpSpPr>
      <p:sp>
        <p:nvSpPr>
          <p:cNvPr id="1084" name="Google Shape;1084;p107"/>
          <p:cNvSpPr txBox="1">
            <a:spLocks noGrp="1"/>
          </p:cNvSpPr>
          <p:nvPr>
            <p:ph type="title"/>
          </p:nvPr>
        </p:nvSpPr>
        <p:spPr>
          <a:xfrm>
            <a:off x="1462522" y="641444"/>
            <a:ext cx="9749961" cy="641445"/>
          </a:xfrm>
          <a:prstGeom prst="rect">
            <a:avLst/>
          </a:prstGeom>
          <a:noFill/>
          <a:ln>
            <a:noFill/>
          </a:ln>
        </p:spPr>
        <p:txBody>
          <a:bodyPr spcFirstLastPara="1" wrap="square" lIns="91425" tIns="45700" rIns="91425" bIns="45700" anchor="b" anchorCtr="0">
            <a:normAutofit fontScale="90000"/>
          </a:bodyPr>
          <a:lstStyle/>
          <a:p>
            <a:pPr marL="0" lvl="0" indent="0" algn="ctr" rtl="0">
              <a:lnSpc>
                <a:spcPct val="85000"/>
              </a:lnSpc>
              <a:spcBef>
                <a:spcPts val="0"/>
              </a:spcBef>
              <a:spcAft>
                <a:spcPts val="0"/>
              </a:spcAft>
              <a:buClr>
                <a:srgbClr val="3F3F3F"/>
              </a:buClr>
              <a:buSzPct val="100000"/>
              <a:buFont typeface="Times New Roman"/>
              <a:buNone/>
            </a:pPr>
            <a:r>
              <a:rPr lang="en-US">
                <a:latin typeface="Times New Roman"/>
                <a:ea typeface="Times New Roman"/>
                <a:cs typeface="Times New Roman"/>
                <a:sym typeface="Times New Roman"/>
              </a:rPr>
              <a:t>Summary Analysis of Quicksort</a:t>
            </a:r>
            <a:endParaRPr/>
          </a:p>
        </p:txBody>
      </p:sp>
      <p:sp>
        <p:nvSpPr>
          <p:cNvPr id="1085" name="Google Shape;1085;p107"/>
          <p:cNvSpPr txBox="1">
            <a:spLocks noGrp="1"/>
          </p:cNvSpPr>
          <p:nvPr>
            <p:ph type="body" idx="1"/>
          </p:nvPr>
        </p:nvSpPr>
        <p:spPr>
          <a:xfrm>
            <a:off x="1405717" y="2303060"/>
            <a:ext cx="8502557" cy="3852080"/>
          </a:xfrm>
          <a:prstGeom prst="rect">
            <a:avLst/>
          </a:prstGeom>
          <a:noFill/>
          <a:ln>
            <a:noFill/>
          </a:ln>
        </p:spPr>
        <p:txBody>
          <a:bodyPr spcFirstLastPara="1" wrap="square" lIns="0" tIns="45700" rIns="0" bIns="45700" anchor="t" anchorCtr="0">
            <a:noAutofit/>
          </a:bodyPr>
          <a:lstStyle/>
          <a:p>
            <a:pPr marL="91440" lvl="0" indent="-152400" algn="l" rtl="0">
              <a:lnSpc>
                <a:spcPct val="90000"/>
              </a:lnSpc>
              <a:spcBef>
                <a:spcPts val="0"/>
              </a:spcBef>
              <a:spcAft>
                <a:spcPts val="0"/>
              </a:spcAft>
              <a:buSzPts val="2400"/>
              <a:buChar char=" "/>
            </a:pPr>
            <a:r>
              <a:rPr lang="en-US" sz="2400">
                <a:latin typeface="Times New Roman"/>
                <a:ea typeface="Times New Roman"/>
                <a:cs typeface="Times New Roman"/>
                <a:sym typeface="Times New Roman"/>
              </a:rPr>
              <a:t>Best case: split in the middle — Θ(</a:t>
            </a:r>
            <a:r>
              <a:rPr lang="en-US" sz="2400" i="1">
                <a:latin typeface="Times New Roman"/>
                <a:ea typeface="Times New Roman"/>
                <a:cs typeface="Times New Roman"/>
                <a:sym typeface="Times New Roman"/>
              </a:rPr>
              <a:t>n </a:t>
            </a:r>
            <a:r>
              <a:rPr lang="en-US" sz="2400">
                <a:latin typeface="Times New Roman"/>
                <a:ea typeface="Times New Roman"/>
                <a:cs typeface="Times New Roman"/>
                <a:sym typeface="Times New Roman"/>
              </a:rPr>
              <a:t>log </a:t>
            </a:r>
            <a:r>
              <a:rPr lang="en-US" sz="2400" i="1">
                <a:latin typeface="Times New Roman"/>
                <a:ea typeface="Times New Roman"/>
                <a:cs typeface="Times New Roman"/>
                <a:sym typeface="Times New Roman"/>
              </a:rPr>
              <a:t>n</a:t>
            </a:r>
            <a:r>
              <a:rPr lang="en-US" sz="2400">
                <a:latin typeface="Times New Roman"/>
                <a:ea typeface="Times New Roman"/>
                <a:cs typeface="Times New Roman"/>
                <a:sym typeface="Times New Roman"/>
              </a:rPr>
              <a:t>) </a:t>
            </a:r>
            <a:endParaRPr/>
          </a:p>
          <a:p>
            <a:pPr marL="91440" lvl="0" indent="-152400" algn="l" rtl="0">
              <a:lnSpc>
                <a:spcPct val="90000"/>
              </a:lnSpc>
              <a:spcBef>
                <a:spcPts val="1400"/>
              </a:spcBef>
              <a:spcAft>
                <a:spcPts val="0"/>
              </a:spcAft>
              <a:buSzPts val="2400"/>
              <a:buChar char=" "/>
            </a:pPr>
            <a:r>
              <a:rPr lang="en-US" sz="2400">
                <a:latin typeface="Times New Roman"/>
                <a:ea typeface="Times New Roman"/>
                <a:cs typeface="Times New Roman"/>
                <a:sym typeface="Times New Roman"/>
              </a:rPr>
              <a:t>Worst case: sorted array! — Θ(</a:t>
            </a:r>
            <a:r>
              <a:rPr lang="en-US" sz="2400" i="1">
                <a:latin typeface="Times New Roman"/>
                <a:ea typeface="Times New Roman"/>
                <a:cs typeface="Times New Roman"/>
                <a:sym typeface="Times New Roman"/>
              </a:rPr>
              <a:t>n</a:t>
            </a:r>
            <a:r>
              <a:rPr lang="en-US" sz="2400" i="1" baseline="30000">
                <a:latin typeface="Times New Roman"/>
                <a:ea typeface="Times New Roman"/>
                <a:cs typeface="Times New Roman"/>
                <a:sym typeface="Times New Roman"/>
              </a:rPr>
              <a:t>2</a:t>
            </a:r>
            <a:r>
              <a:rPr lang="en-US" sz="2400">
                <a:latin typeface="Times New Roman"/>
                <a:ea typeface="Times New Roman"/>
                <a:cs typeface="Times New Roman"/>
                <a:sym typeface="Times New Roman"/>
              </a:rPr>
              <a:t>) </a:t>
            </a:r>
            <a:endParaRPr/>
          </a:p>
          <a:p>
            <a:pPr marL="91440" lvl="0" indent="-152400" algn="l" rtl="0">
              <a:lnSpc>
                <a:spcPct val="90000"/>
              </a:lnSpc>
              <a:spcBef>
                <a:spcPts val="1400"/>
              </a:spcBef>
              <a:spcAft>
                <a:spcPts val="0"/>
              </a:spcAft>
              <a:buSzPts val="2400"/>
              <a:buChar char=" "/>
            </a:pPr>
            <a:r>
              <a:rPr lang="en-US" sz="2400">
                <a:latin typeface="Times New Roman"/>
                <a:ea typeface="Times New Roman"/>
                <a:cs typeface="Times New Roman"/>
                <a:sym typeface="Times New Roman"/>
              </a:rPr>
              <a:t>Average case: random arrays — Θ(</a:t>
            </a:r>
            <a:r>
              <a:rPr lang="en-US" sz="2400" i="1">
                <a:latin typeface="Times New Roman"/>
                <a:ea typeface="Times New Roman"/>
                <a:cs typeface="Times New Roman"/>
                <a:sym typeface="Times New Roman"/>
              </a:rPr>
              <a:t>n </a:t>
            </a:r>
            <a:r>
              <a:rPr lang="en-US" sz="2400">
                <a:latin typeface="Times New Roman"/>
                <a:ea typeface="Times New Roman"/>
                <a:cs typeface="Times New Roman"/>
                <a:sym typeface="Times New Roman"/>
              </a:rPr>
              <a:t>log </a:t>
            </a:r>
            <a:r>
              <a:rPr lang="en-US" sz="2400" i="1">
                <a:latin typeface="Times New Roman"/>
                <a:ea typeface="Times New Roman"/>
                <a:cs typeface="Times New Roman"/>
                <a:sym typeface="Times New Roman"/>
              </a:rPr>
              <a:t>n</a:t>
            </a:r>
            <a:r>
              <a:rPr lang="en-US" sz="2400">
                <a:latin typeface="Times New Roman"/>
                <a:ea typeface="Times New Roman"/>
                <a:cs typeface="Times New Roman"/>
                <a:sym typeface="Times New Roman"/>
              </a:rPr>
              <a:t>)</a:t>
            </a:r>
            <a:endParaRPr/>
          </a:p>
          <a:p>
            <a:pPr marL="91440" lvl="0" indent="-152400" algn="l" rtl="0">
              <a:lnSpc>
                <a:spcPct val="90000"/>
              </a:lnSpc>
              <a:spcBef>
                <a:spcPts val="1400"/>
              </a:spcBef>
              <a:spcAft>
                <a:spcPts val="0"/>
              </a:spcAft>
              <a:buSzPts val="2400"/>
              <a:buChar char=" "/>
            </a:pPr>
            <a:r>
              <a:rPr lang="en-US" sz="2400">
                <a:latin typeface="Times New Roman"/>
                <a:ea typeface="Times New Roman"/>
                <a:cs typeface="Times New Roman"/>
                <a:sym typeface="Times New Roman"/>
              </a:rPr>
              <a:t>Improvements:</a:t>
            </a:r>
            <a:endParaRPr/>
          </a:p>
          <a:p>
            <a:pPr marL="384048" lvl="1" indent="-182880" algn="l" rtl="0">
              <a:lnSpc>
                <a:spcPct val="90000"/>
              </a:lnSpc>
              <a:spcBef>
                <a:spcPts val="400"/>
              </a:spcBef>
              <a:spcAft>
                <a:spcPts val="0"/>
              </a:spcAft>
              <a:buSzPts val="2400"/>
              <a:buChar char="◦"/>
            </a:pPr>
            <a:r>
              <a:rPr lang="en-US" sz="2400">
                <a:latin typeface="Times New Roman"/>
                <a:ea typeface="Times New Roman"/>
                <a:cs typeface="Times New Roman"/>
                <a:sym typeface="Times New Roman"/>
              </a:rPr>
              <a:t>better pivot selection: median of three partitioning </a:t>
            </a:r>
            <a:endParaRPr/>
          </a:p>
          <a:p>
            <a:pPr marL="384048" lvl="1" indent="-182880" algn="l" rtl="0">
              <a:lnSpc>
                <a:spcPct val="90000"/>
              </a:lnSpc>
              <a:spcBef>
                <a:spcPts val="600"/>
              </a:spcBef>
              <a:spcAft>
                <a:spcPts val="0"/>
              </a:spcAft>
              <a:buSzPts val="2400"/>
              <a:buChar char="◦"/>
            </a:pPr>
            <a:r>
              <a:rPr lang="en-US" sz="2400">
                <a:latin typeface="Times New Roman"/>
                <a:ea typeface="Times New Roman"/>
                <a:cs typeface="Times New Roman"/>
                <a:sym typeface="Times New Roman"/>
              </a:rPr>
              <a:t>switch to insertion sort on small subfiles</a:t>
            </a:r>
            <a:endParaRPr sz="2400">
              <a:latin typeface="Times New Roman"/>
              <a:ea typeface="Times New Roman"/>
              <a:cs typeface="Times New Roman"/>
              <a:sym typeface="Times New Roman"/>
            </a:endParaRPr>
          </a:p>
          <a:p>
            <a:pPr marL="91440" lvl="0" indent="-91440" algn="l" rtl="0">
              <a:lnSpc>
                <a:spcPct val="90000"/>
              </a:lnSpc>
              <a:spcBef>
                <a:spcPts val="1600"/>
              </a:spcBef>
              <a:spcAft>
                <a:spcPts val="0"/>
              </a:spcAft>
              <a:buSzPts val="2400"/>
              <a:buFont typeface="Arial"/>
              <a:buNone/>
            </a:pPr>
            <a:endParaRPr sz="2400">
              <a:latin typeface="Times New Roman"/>
              <a:ea typeface="Times New Roman"/>
              <a:cs typeface="Times New Roman"/>
              <a:sym typeface="Times New Roman"/>
            </a:endParaRPr>
          </a:p>
        </p:txBody>
      </p:sp>
      <p:sp>
        <p:nvSpPr>
          <p:cNvPr id="1086" name="Google Shape;1086;p107"/>
          <p:cNvSpPr txBox="1">
            <a:spLocks noGrp="1"/>
          </p:cNvSpPr>
          <p:nvPr>
            <p:ph type="ftr" idx="11"/>
          </p:nvPr>
        </p:nvSpPr>
        <p:spPr>
          <a:xfrm>
            <a:off x="9683647" y="303383"/>
            <a:ext cx="2225008" cy="495651"/>
          </a:xfrm>
          <a:prstGeom prst="rect">
            <a:avLst/>
          </a:prstGeom>
          <a:noFill/>
          <a:ln>
            <a:noFill/>
          </a:ln>
        </p:spPr>
        <p:txBody>
          <a:bodyPr spcFirstLastPara="1" wrap="square" lIns="91425" tIns="45700" rIns="91425" bIns="45700" anchor="ctr" anchorCtr="0">
            <a:noAutofit/>
          </a:bodyPr>
          <a:lstStyle/>
          <a:p>
            <a:pPr marL="0" lvl="0" indent="0" algn="ctr" rtl="0">
              <a:spcBef>
                <a:spcPts val="0"/>
              </a:spcBef>
              <a:spcAft>
                <a:spcPts val="0"/>
              </a:spcAft>
              <a:buNone/>
            </a:pPr>
            <a:r>
              <a:rPr lang="en-US"/>
              <a:t>REF BOOK: THOMAS CORMEN</a:t>
            </a:r>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1091"/>
        <p:cNvGrpSpPr/>
        <p:nvPr/>
      </p:nvGrpSpPr>
      <p:grpSpPr>
        <a:xfrm>
          <a:off x="0" y="0"/>
          <a:ext cx="0" cy="0"/>
          <a:chOff x="0" y="0"/>
          <a:chExt cx="0" cy="0"/>
        </a:xfrm>
      </p:grpSpPr>
      <p:sp>
        <p:nvSpPr>
          <p:cNvPr id="1092" name="Google Shape;1092;p108"/>
          <p:cNvSpPr txBox="1">
            <a:spLocks noGrp="1"/>
          </p:cNvSpPr>
          <p:nvPr>
            <p:ph type="title"/>
          </p:nvPr>
        </p:nvSpPr>
        <p:spPr>
          <a:xfrm>
            <a:off x="2133600" y="304800"/>
            <a:ext cx="7772400" cy="6096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Multiplication of Large Integers </a:t>
            </a:r>
            <a:endParaRPr/>
          </a:p>
        </p:txBody>
      </p:sp>
      <p:sp>
        <p:nvSpPr>
          <p:cNvPr id="1093" name="Google Shape;1093;p108"/>
          <p:cNvSpPr txBox="1">
            <a:spLocks noGrp="1"/>
          </p:cNvSpPr>
          <p:nvPr>
            <p:ph type="body" idx="1"/>
          </p:nvPr>
        </p:nvSpPr>
        <p:spPr>
          <a:xfrm>
            <a:off x="2133600" y="1143000"/>
            <a:ext cx="8534400" cy="5715000"/>
          </a:xfrm>
          <a:prstGeom prst="rect">
            <a:avLst/>
          </a:prstGeom>
          <a:noFill/>
          <a:ln>
            <a:noFill/>
          </a:ln>
        </p:spPr>
        <p:txBody>
          <a:bodyPr spcFirstLastPara="1" wrap="square" lIns="91425" tIns="45700" rIns="91425" bIns="45700" anchor="t" anchorCtr="0">
            <a:noAutofit/>
          </a:bodyPr>
          <a:lstStyle/>
          <a:p>
            <a:pPr marL="0" lvl="0" indent="0" algn="l" rtl="0">
              <a:lnSpc>
                <a:spcPct val="90000"/>
              </a:lnSpc>
              <a:spcBef>
                <a:spcPts val="0"/>
              </a:spcBef>
              <a:spcAft>
                <a:spcPts val="0"/>
              </a:spcAft>
              <a:buSzPts val="1800"/>
              <a:buNone/>
            </a:pPr>
            <a:r>
              <a:rPr lang="en-US"/>
              <a:t>Consider the problem of multiplying two (large) </a:t>
            </a:r>
            <a:r>
              <a:rPr lang="en-US" i="1"/>
              <a:t>n</a:t>
            </a:r>
            <a:r>
              <a:rPr lang="en-US"/>
              <a:t>-digit integers represented by arrays of their digits such as:</a:t>
            </a:r>
            <a:br>
              <a:rPr lang="en-US"/>
            </a:br>
            <a:r>
              <a:rPr lang="en-US"/>
              <a:t/>
            </a:r>
            <a:br>
              <a:rPr lang="en-US"/>
            </a:br>
            <a:r>
              <a:rPr lang="en-US"/>
              <a:t>A = 12345678901357986429   B = 87654321284820912836</a:t>
            </a:r>
            <a:br>
              <a:rPr lang="en-US"/>
            </a:br>
            <a:r>
              <a:rPr lang="en-US"/>
              <a:t/>
            </a:r>
            <a:br>
              <a:rPr lang="en-US"/>
            </a:br>
            <a:r>
              <a:rPr lang="en-US"/>
              <a:t>The grade-school algorithm:</a:t>
            </a:r>
            <a:endParaRPr b="0"/>
          </a:p>
          <a:p>
            <a:pPr marL="0" lvl="0" indent="0" algn="l" rtl="0">
              <a:lnSpc>
                <a:spcPct val="90000"/>
              </a:lnSpc>
              <a:spcBef>
                <a:spcPts val="480"/>
              </a:spcBef>
              <a:spcAft>
                <a:spcPts val="0"/>
              </a:spcAft>
              <a:buSzPts val="1800"/>
              <a:buNone/>
            </a:pPr>
            <a:r>
              <a:rPr lang="en-US" i="1"/>
              <a:t>		a</a:t>
            </a:r>
            <a:r>
              <a:rPr lang="en-US" baseline="-25000"/>
              <a:t>1  </a:t>
            </a:r>
            <a:r>
              <a:rPr lang="en-US" i="1"/>
              <a:t>a</a:t>
            </a:r>
            <a:r>
              <a:rPr lang="en-US" baseline="-25000"/>
              <a:t>2 </a:t>
            </a:r>
            <a:r>
              <a:rPr lang="en-US"/>
              <a:t>…  </a:t>
            </a:r>
            <a:r>
              <a:rPr lang="en-US" i="1"/>
              <a:t>a</a:t>
            </a:r>
            <a:r>
              <a:rPr lang="en-US" i="1" baseline="-25000"/>
              <a:t>n</a:t>
            </a:r>
            <a:br>
              <a:rPr lang="en-US" i="1" baseline="-25000"/>
            </a:br>
            <a:r>
              <a:rPr lang="en-US" i="1" baseline="-25000"/>
              <a:t>               		</a:t>
            </a:r>
            <a:r>
              <a:rPr lang="en-US" i="1"/>
              <a:t>b</a:t>
            </a:r>
            <a:r>
              <a:rPr lang="en-US" baseline="-25000"/>
              <a:t>1  </a:t>
            </a:r>
            <a:r>
              <a:rPr lang="en-US" i="1"/>
              <a:t>b</a:t>
            </a:r>
            <a:r>
              <a:rPr lang="en-US" baseline="-25000"/>
              <a:t>2 </a:t>
            </a:r>
            <a:r>
              <a:rPr lang="en-US"/>
              <a:t>…  </a:t>
            </a:r>
            <a:r>
              <a:rPr lang="en-US" i="1"/>
              <a:t>b</a:t>
            </a:r>
            <a:r>
              <a:rPr lang="en-US" i="1" baseline="-25000"/>
              <a:t>n</a:t>
            </a:r>
            <a:br>
              <a:rPr lang="en-US" i="1" baseline="-25000"/>
            </a:br>
            <a:r>
              <a:rPr lang="en-US" i="1" baseline="-25000"/>
              <a:t> 	   </a:t>
            </a:r>
            <a:r>
              <a:rPr lang="en-US"/>
              <a:t>(</a:t>
            </a:r>
            <a:r>
              <a:rPr lang="en-US" i="1"/>
              <a:t>d</a:t>
            </a:r>
            <a:r>
              <a:rPr lang="en-US" baseline="-25000"/>
              <a:t>10</a:t>
            </a:r>
            <a:r>
              <a:rPr lang="en-US"/>
              <a:t>)</a:t>
            </a:r>
            <a:r>
              <a:rPr lang="en-US" baseline="-25000"/>
              <a:t> </a:t>
            </a:r>
            <a:r>
              <a:rPr lang="en-US" i="1"/>
              <a:t>d</a:t>
            </a:r>
            <a:r>
              <a:rPr lang="en-US" baseline="-25000"/>
              <a:t>11</a:t>
            </a:r>
            <a:r>
              <a:rPr lang="en-US" i="1"/>
              <a:t>d</a:t>
            </a:r>
            <a:r>
              <a:rPr lang="en-US" baseline="-25000"/>
              <a:t>12 </a:t>
            </a:r>
            <a:r>
              <a:rPr lang="en-US"/>
              <a:t>… </a:t>
            </a:r>
            <a:r>
              <a:rPr lang="en-US" i="1"/>
              <a:t>d</a:t>
            </a:r>
            <a:r>
              <a:rPr lang="en-US" baseline="-25000"/>
              <a:t>1</a:t>
            </a:r>
            <a:r>
              <a:rPr lang="en-US" i="1" baseline="-25000"/>
              <a:t>n</a:t>
            </a:r>
            <a:endParaRPr/>
          </a:p>
          <a:p>
            <a:pPr marL="0" lvl="0" indent="0" algn="l" rtl="0">
              <a:lnSpc>
                <a:spcPct val="90000"/>
              </a:lnSpc>
              <a:spcBef>
                <a:spcPts val="480"/>
              </a:spcBef>
              <a:spcAft>
                <a:spcPts val="0"/>
              </a:spcAft>
              <a:buSzPts val="1800"/>
              <a:buNone/>
            </a:pPr>
            <a:r>
              <a:rPr lang="en-US" i="1" baseline="-25000"/>
              <a:t>         </a:t>
            </a:r>
            <a:r>
              <a:rPr lang="en-US"/>
              <a:t>(</a:t>
            </a:r>
            <a:r>
              <a:rPr lang="en-US" i="1"/>
              <a:t>d</a:t>
            </a:r>
            <a:r>
              <a:rPr lang="en-US" baseline="-25000"/>
              <a:t>20</a:t>
            </a:r>
            <a:r>
              <a:rPr lang="en-US"/>
              <a:t>)</a:t>
            </a:r>
            <a:r>
              <a:rPr lang="en-US" baseline="-25000"/>
              <a:t> </a:t>
            </a:r>
            <a:r>
              <a:rPr lang="en-US" i="1"/>
              <a:t>d</a:t>
            </a:r>
            <a:r>
              <a:rPr lang="en-US" baseline="-25000"/>
              <a:t>21</a:t>
            </a:r>
            <a:r>
              <a:rPr lang="en-US" i="1"/>
              <a:t>d</a:t>
            </a:r>
            <a:r>
              <a:rPr lang="en-US" baseline="-25000"/>
              <a:t>22 </a:t>
            </a:r>
            <a:r>
              <a:rPr lang="en-US"/>
              <a:t>… </a:t>
            </a:r>
            <a:r>
              <a:rPr lang="en-US" i="1"/>
              <a:t>d</a:t>
            </a:r>
            <a:r>
              <a:rPr lang="en-US" baseline="-25000"/>
              <a:t>2</a:t>
            </a:r>
            <a:r>
              <a:rPr lang="en-US" i="1" baseline="-25000"/>
              <a:t>n</a:t>
            </a:r>
            <a:endParaRPr/>
          </a:p>
          <a:p>
            <a:pPr marL="0" lvl="0" indent="0" algn="l" rtl="0">
              <a:lnSpc>
                <a:spcPct val="90000"/>
              </a:lnSpc>
              <a:spcBef>
                <a:spcPts val="480"/>
              </a:spcBef>
              <a:spcAft>
                <a:spcPts val="0"/>
              </a:spcAft>
              <a:buSzPts val="1800"/>
              <a:buNone/>
            </a:pPr>
            <a:r>
              <a:rPr lang="en-US" i="1" baseline="-25000"/>
              <a:t>        </a:t>
            </a:r>
            <a:r>
              <a:rPr lang="en-US"/>
              <a:t>… … … … … … … </a:t>
            </a:r>
            <a:endParaRPr i="1" baseline="-25000"/>
          </a:p>
          <a:p>
            <a:pPr marL="0" lvl="0" indent="0" algn="l" rtl="0">
              <a:lnSpc>
                <a:spcPct val="90000"/>
              </a:lnSpc>
              <a:spcBef>
                <a:spcPts val="480"/>
              </a:spcBef>
              <a:spcAft>
                <a:spcPts val="0"/>
              </a:spcAft>
              <a:buSzPts val="1800"/>
              <a:buNone/>
            </a:pPr>
            <a:r>
              <a:rPr lang="en-US"/>
              <a:t>(</a:t>
            </a:r>
            <a:r>
              <a:rPr lang="en-US" i="1"/>
              <a:t>d</a:t>
            </a:r>
            <a:r>
              <a:rPr lang="en-US" i="1" baseline="-25000"/>
              <a:t>n</a:t>
            </a:r>
            <a:r>
              <a:rPr lang="en-US" baseline="-25000"/>
              <a:t>0</a:t>
            </a:r>
            <a:r>
              <a:rPr lang="en-US"/>
              <a:t>)</a:t>
            </a:r>
            <a:r>
              <a:rPr lang="en-US" baseline="-25000"/>
              <a:t> </a:t>
            </a:r>
            <a:r>
              <a:rPr lang="en-US" i="1"/>
              <a:t>d</a:t>
            </a:r>
            <a:r>
              <a:rPr lang="en-US" i="1" baseline="-25000"/>
              <a:t>n</a:t>
            </a:r>
            <a:r>
              <a:rPr lang="en-US" baseline="-25000"/>
              <a:t>1</a:t>
            </a:r>
            <a:r>
              <a:rPr lang="en-US" i="1"/>
              <a:t>d</a:t>
            </a:r>
            <a:r>
              <a:rPr lang="en-US" i="1" baseline="-25000"/>
              <a:t>n</a:t>
            </a:r>
            <a:r>
              <a:rPr lang="en-US" baseline="-25000"/>
              <a:t>2 </a:t>
            </a:r>
            <a:r>
              <a:rPr lang="en-US"/>
              <a:t>… </a:t>
            </a:r>
            <a:r>
              <a:rPr lang="en-US" i="1"/>
              <a:t>d</a:t>
            </a:r>
            <a:r>
              <a:rPr lang="en-US" i="1" baseline="-25000"/>
              <a:t>nn</a:t>
            </a:r>
            <a:endParaRPr/>
          </a:p>
          <a:p>
            <a:pPr marL="0" lvl="0" indent="0" algn="l" rtl="0">
              <a:lnSpc>
                <a:spcPct val="90000"/>
              </a:lnSpc>
              <a:spcBef>
                <a:spcPts val="480"/>
              </a:spcBef>
              <a:spcAft>
                <a:spcPts val="0"/>
              </a:spcAft>
              <a:buSzPts val="1800"/>
              <a:buNone/>
            </a:pPr>
            <a:r>
              <a:rPr lang="en-US" i="1" baseline="-25000"/>
              <a:t> </a:t>
            </a:r>
            <a:br>
              <a:rPr lang="en-US" i="1" baseline="-25000"/>
            </a:br>
            <a:r>
              <a:rPr lang="en-US" i="1" baseline="-25000"/>
              <a:t/>
            </a:r>
            <a:br>
              <a:rPr lang="en-US" i="1" baseline="-25000"/>
            </a:br>
            <a:r>
              <a:rPr lang="en-US"/>
              <a:t>Efficiency: Θ(</a:t>
            </a:r>
            <a:r>
              <a:rPr lang="en-US" i="1"/>
              <a:t>n</a:t>
            </a:r>
            <a:r>
              <a:rPr lang="en-US" baseline="30000"/>
              <a:t>2</a:t>
            </a:r>
            <a:r>
              <a:rPr lang="en-US"/>
              <a:t>) single-digit multiplications</a:t>
            </a:r>
            <a:endParaRPr/>
          </a:p>
        </p:txBody>
      </p:sp>
      <p:cxnSp>
        <p:nvCxnSpPr>
          <p:cNvPr id="1094" name="Google Shape;1094;p108"/>
          <p:cNvCxnSpPr/>
          <p:nvPr/>
        </p:nvCxnSpPr>
        <p:spPr>
          <a:xfrm>
            <a:off x="4038600" y="3962400"/>
            <a:ext cx="1371600" cy="0"/>
          </a:xfrm>
          <a:prstGeom prst="straightConnector1">
            <a:avLst/>
          </a:prstGeom>
          <a:noFill/>
          <a:ln w="12700" cap="flat" cmpd="sng">
            <a:solidFill>
              <a:srgbClr val="FF0000"/>
            </a:solidFill>
            <a:prstDash val="solid"/>
            <a:round/>
            <a:headEnd type="none" w="sm" len="sm"/>
            <a:tailEnd type="none" w="sm" len="sm"/>
          </a:ln>
        </p:spPr>
      </p:cxnSp>
      <p:cxnSp>
        <p:nvCxnSpPr>
          <p:cNvPr id="1095" name="Google Shape;1095;p108"/>
          <p:cNvCxnSpPr/>
          <p:nvPr/>
        </p:nvCxnSpPr>
        <p:spPr>
          <a:xfrm>
            <a:off x="2209800" y="5486400"/>
            <a:ext cx="3124200" cy="0"/>
          </a:xfrm>
          <a:prstGeom prst="straightConnector1">
            <a:avLst/>
          </a:prstGeom>
          <a:noFill/>
          <a:ln w="12700" cap="flat" cmpd="sng">
            <a:solidFill>
              <a:srgbClr val="FF0000"/>
            </a:solidFill>
            <a:prstDash val="solid"/>
            <a:round/>
            <a:headEnd type="none" w="sm" len="sm"/>
            <a:tailEnd type="none" w="sm" len="sm"/>
          </a:ln>
        </p:spPr>
      </p:cxn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1100"/>
        <p:cNvGrpSpPr/>
        <p:nvPr/>
      </p:nvGrpSpPr>
      <p:grpSpPr>
        <a:xfrm>
          <a:off x="0" y="0"/>
          <a:ext cx="0" cy="0"/>
          <a:chOff x="0" y="0"/>
          <a:chExt cx="0" cy="0"/>
        </a:xfrm>
      </p:grpSpPr>
      <p:sp>
        <p:nvSpPr>
          <p:cNvPr id="1101" name="Google Shape;1101;p109"/>
          <p:cNvSpPr txBox="1">
            <a:spLocks noGrp="1"/>
          </p:cNvSpPr>
          <p:nvPr>
            <p:ph type="title"/>
          </p:nvPr>
        </p:nvSpPr>
        <p:spPr>
          <a:xfrm>
            <a:off x="1981200" y="304800"/>
            <a:ext cx="7772400" cy="5334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First Divide-and-Conquer Algorithm</a:t>
            </a:r>
            <a:endParaRPr/>
          </a:p>
        </p:txBody>
      </p:sp>
      <p:sp>
        <p:nvSpPr>
          <p:cNvPr id="1102" name="Google Shape;1102;p109"/>
          <p:cNvSpPr txBox="1">
            <a:spLocks noGrp="1"/>
          </p:cNvSpPr>
          <p:nvPr>
            <p:ph type="body" idx="1"/>
          </p:nvPr>
        </p:nvSpPr>
        <p:spPr>
          <a:xfrm>
            <a:off x="1981200" y="1066800"/>
            <a:ext cx="8686800" cy="5638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A small example: A </a:t>
            </a:r>
            <a:r>
              <a:rPr lang="en-US" b="0"/>
              <a:t>*</a:t>
            </a:r>
            <a:r>
              <a:rPr lang="en-US"/>
              <a:t> B where A = 2135 and B = 4014</a:t>
            </a:r>
            <a:endParaRPr/>
          </a:p>
          <a:p>
            <a:pPr marL="0" lvl="0" indent="0" algn="l" rtl="0">
              <a:spcBef>
                <a:spcPts val="480"/>
              </a:spcBef>
              <a:spcAft>
                <a:spcPts val="0"/>
              </a:spcAft>
              <a:buSzPts val="1800"/>
              <a:buNone/>
            </a:pPr>
            <a:r>
              <a:rPr lang="en-US"/>
              <a:t>A = (21·10</a:t>
            </a:r>
            <a:r>
              <a:rPr lang="en-US" baseline="30000"/>
              <a:t>2</a:t>
            </a:r>
            <a:r>
              <a:rPr lang="en-US"/>
              <a:t> + 35),  B = (40 ·10</a:t>
            </a:r>
            <a:r>
              <a:rPr lang="en-US" baseline="30000"/>
              <a:t>2</a:t>
            </a:r>
            <a:r>
              <a:rPr lang="en-US"/>
              <a:t> + 14)</a:t>
            </a:r>
            <a:endParaRPr/>
          </a:p>
          <a:p>
            <a:pPr marL="0" lvl="0" indent="0" algn="l" rtl="0">
              <a:spcBef>
                <a:spcPts val="480"/>
              </a:spcBef>
              <a:spcAft>
                <a:spcPts val="0"/>
              </a:spcAft>
              <a:buSzPts val="1800"/>
              <a:buNone/>
            </a:pPr>
            <a:r>
              <a:rPr lang="en-US"/>
              <a:t>So, A </a:t>
            </a:r>
            <a:r>
              <a:rPr lang="en-US" b="0">
                <a:solidFill>
                  <a:schemeClr val="dk1"/>
                </a:solidFill>
              </a:rPr>
              <a:t>*</a:t>
            </a:r>
            <a:r>
              <a:rPr lang="en-US" b="0"/>
              <a:t> </a:t>
            </a:r>
            <a:r>
              <a:rPr lang="en-US"/>
              <a:t>B = (21 ·10</a:t>
            </a:r>
            <a:r>
              <a:rPr lang="en-US" baseline="30000"/>
              <a:t>2</a:t>
            </a:r>
            <a:r>
              <a:rPr lang="en-US"/>
              <a:t> + 35) </a:t>
            </a:r>
            <a:r>
              <a:rPr lang="en-US" b="0">
                <a:solidFill>
                  <a:schemeClr val="dk1"/>
                </a:solidFill>
              </a:rPr>
              <a:t>*</a:t>
            </a:r>
            <a:r>
              <a:rPr lang="en-US"/>
              <a:t> (40 ·10</a:t>
            </a:r>
            <a:r>
              <a:rPr lang="en-US" baseline="30000"/>
              <a:t>2</a:t>
            </a:r>
            <a:r>
              <a:rPr lang="en-US"/>
              <a:t> + 14) </a:t>
            </a:r>
            <a:endParaRPr/>
          </a:p>
          <a:p>
            <a:pPr marL="0" lvl="0" indent="0" algn="l" rtl="0">
              <a:spcBef>
                <a:spcPts val="480"/>
              </a:spcBef>
              <a:spcAft>
                <a:spcPts val="0"/>
              </a:spcAft>
              <a:buSzPts val="1800"/>
              <a:buNone/>
            </a:pPr>
            <a:r>
              <a:rPr lang="en-US"/>
              <a:t>      = 21 </a:t>
            </a:r>
            <a:r>
              <a:rPr lang="en-US" b="0">
                <a:solidFill>
                  <a:schemeClr val="dk1"/>
                </a:solidFill>
              </a:rPr>
              <a:t>*</a:t>
            </a:r>
            <a:r>
              <a:rPr lang="en-US"/>
              <a:t> 40 ·10</a:t>
            </a:r>
            <a:r>
              <a:rPr lang="en-US" baseline="30000"/>
              <a:t>4  </a:t>
            </a:r>
            <a:r>
              <a:rPr lang="en-US"/>
              <a:t>+ (21 </a:t>
            </a:r>
            <a:r>
              <a:rPr lang="en-US" b="0">
                <a:solidFill>
                  <a:schemeClr val="dk1"/>
                </a:solidFill>
              </a:rPr>
              <a:t>*</a:t>
            </a:r>
            <a:r>
              <a:rPr lang="en-US"/>
              <a:t> 14 + 35 </a:t>
            </a:r>
            <a:r>
              <a:rPr lang="en-US" b="0">
                <a:solidFill>
                  <a:schemeClr val="dk1"/>
                </a:solidFill>
              </a:rPr>
              <a:t>*</a:t>
            </a:r>
            <a:r>
              <a:rPr lang="en-US"/>
              <a:t> 40) ·10</a:t>
            </a:r>
            <a:r>
              <a:rPr lang="en-US" baseline="30000"/>
              <a:t>2</a:t>
            </a:r>
            <a:r>
              <a:rPr lang="en-US"/>
              <a:t> + 35 </a:t>
            </a:r>
            <a:r>
              <a:rPr lang="en-US" b="0">
                <a:solidFill>
                  <a:schemeClr val="dk1"/>
                </a:solidFill>
              </a:rPr>
              <a:t>*</a:t>
            </a:r>
            <a:r>
              <a:rPr lang="en-US"/>
              <a:t> 14</a:t>
            </a:r>
            <a:br>
              <a:rPr lang="en-US"/>
            </a:br>
            <a:endParaRPr/>
          </a:p>
          <a:p>
            <a:pPr marL="0" lvl="0" indent="0" algn="l" rtl="0">
              <a:spcBef>
                <a:spcPts val="480"/>
              </a:spcBef>
              <a:spcAft>
                <a:spcPts val="0"/>
              </a:spcAft>
              <a:buSzPts val="1800"/>
              <a:buNone/>
            </a:pPr>
            <a:r>
              <a:rPr lang="en-US"/>
              <a:t>In general, if A = A</a:t>
            </a:r>
            <a:r>
              <a:rPr lang="en-US" baseline="-25000"/>
              <a:t>1</a:t>
            </a:r>
            <a:r>
              <a:rPr lang="en-US"/>
              <a:t>A</a:t>
            </a:r>
            <a:r>
              <a:rPr lang="en-US" baseline="-25000"/>
              <a:t>2 </a:t>
            </a:r>
            <a:r>
              <a:rPr lang="en-US"/>
              <a:t>and B = B</a:t>
            </a:r>
            <a:r>
              <a:rPr lang="en-US" baseline="-25000"/>
              <a:t>1</a:t>
            </a:r>
            <a:r>
              <a:rPr lang="en-US"/>
              <a:t>B</a:t>
            </a:r>
            <a:r>
              <a:rPr lang="en-US" baseline="-25000"/>
              <a:t>2   </a:t>
            </a:r>
            <a:r>
              <a:rPr lang="en-US"/>
              <a:t>(where A and B are </a:t>
            </a:r>
            <a:r>
              <a:rPr lang="en-US" i="1"/>
              <a:t>n</a:t>
            </a:r>
            <a:r>
              <a:rPr lang="en-US"/>
              <a:t>-digit, </a:t>
            </a:r>
            <a:endParaRPr/>
          </a:p>
          <a:p>
            <a:pPr marL="0" lvl="0" indent="0" algn="l" rtl="0">
              <a:spcBef>
                <a:spcPts val="480"/>
              </a:spcBef>
              <a:spcAft>
                <a:spcPts val="0"/>
              </a:spcAft>
              <a:buSzPts val="1800"/>
              <a:buNone/>
            </a:pPr>
            <a:r>
              <a:rPr lang="en-US"/>
              <a:t>A</a:t>
            </a:r>
            <a:r>
              <a:rPr lang="en-US" baseline="-25000"/>
              <a:t>1</a:t>
            </a:r>
            <a:r>
              <a:rPr lang="en-US"/>
              <a:t>, A</a:t>
            </a:r>
            <a:r>
              <a:rPr lang="en-US" baseline="-25000"/>
              <a:t>2</a:t>
            </a:r>
            <a:r>
              <a:rPr lang="en-US"/>
              <a:t>, B</a:t>
            </a:r>
            <a:r>
              <a:rPr lang="en-US" baseline="-25000"/>
              <a:t>1</a:t>
            </a:r>
            <a:r>
              <a:rPr lang="en-US"/>
              <a:t>,</a:t>
            </a:r>
            <a:r>
              <a:rPr lang="en-US" baseline="-25000"/>
              <a:t> </a:t>
            </a:r>
            <a:r>
              <a:rPr lang="en-US"/>
              <a:t>B</a:t>
            </a:r>
            <a:r>
              <a:rPr lang="en-US" baseline="-25000"/>
              <a:t>2 </a:t>
            </a:r>
            <a:r>
              <a:rPr lang="en-US"/>
              <a:t>are </a:t>
            </a:r>
            <a:r>
              <a:rPr lang="en-US" i="1"/>
              <a:t>n/</a:t>
            </a:r>
            <a:r>
              <a:rPr lang="en-US"/>
              <a:t>2-digit numbers),</a:t>
            </a:r>
            <a:endParaRPr/>
          </a:p>
          <a:p>
            <a:pPr marL="0" lvl="0" indent="0" algn="l" rtl="0">
              <a:spcBef>
                <a:spcPts val="480"/>
              </a:spcBef>
              <a:spcAft>
                <a:spcPts val="0"/>
              </a:spcAft>
              <a:buSzPts val="1800"/>
              <a:buNone/>
            </a:pPr>
            <a:r>
              <a:rPr lang="en-US"/>
              <a:t>A </a:t>
            </a:r>
            <a:r>
              <a:rPr lang="en-US" b="0">
                <a:solidFill>
                  <a:schemeClr val="dk1"/>
                </a:solidFill>
              </a:rPr>
              <a:t>*</a:t>
            </a:r>
            <a:r>
              <a:rPr lang="en-US" b="0"/>
              <a:t> </a:t>
            </a:r>
            <a:r>
              <a:rPr lang="en-US"/>
              <a:t>B = A</a:t>
            </a:r>
            <a:r>
              <a:rPr lang="en-US" baseline="-25000"/>
              <a:t>1 </a:t>
            </a:r>
            <a:r>
              <a:rPr lang="en-US" b="0">
                <a:solidFill>
                  <a:schemeClr val="dk1"/>
                </a:solidFill>
              </a:rPr>
              <a:t>*</a:t>
            </a:r>
            <a:r>
              <a:rPr lang="en-US"/>
              <a:t> B</a:t>
            </a:r>
            <a:r>
              <a:rPr lang="en-US" baseline="-25000"/>
              <a:t>1</a:t>
            </a:r>
            <a:r>
              <a:rPr lang="en-US"/>
              <a:t>·10</a:t>
            </a:r>
            <a:r>
              <a:rPr lang="en-US" i="1" baseline="30000"/>
              <a:t>n</a:t>
            </a:r>
            <a:r>
              <a:rPr lang="en-US" baseline="30000"/>
              <a:t>  </a:t>
            </a:r>
            <a:r>
              <a:rPr lang="en-US"/>
              <a:t>+ (A</a:t>
            </a:r>
            <a:r>
              <a:rPr lang="en-US" baseline="-25000"/>
              <a:t>1 </a:t>
            </a:r>
            <a:r>
              <a:rPr lang="en-US" b="0">
                <a:solidFill>
                  <a:schemeClr val="dk1"/>
                </a:solidFill>
              </a:rPr>
              <a:t>*</a:t>
            </a:r>
            <a:r>
              <a:rPr lang="en-US"/>
              <a:t> B</a:t>
            </a:r>
            <a:r>
              <a:rPr lang="en-US" baseline="-25000"/>
              <a:t>2 </a:t>
            </a:r>
            <a:r>
              <a:rPr lang="en-US"/>
              <a:t>+ A</a:t>
            </a:r>
            <a:r>
              <a:rPr lang="en-US" baseline="-25000"/>
              <a:t>2 </a:t>
            </a:r>
            <a:r>
              <a:rPr lang="en-US" b="0">
                <a:solidFill>
                  <a:schemeClr val="dk1"/>
                </a:solidFill>
              </a:rPr>
              <a:t>*</a:t>
            </a:r>
            <a:r>
              <a:rPr lang="en-US"/>
              <a:t> B</a:t>
            </a:r>
            <a:r>
              <a:rPr lang="en-US" baseline="-25000"/>
              <a:t>1</a:t>
            </a:r>
            <a:r>
              <a:rPr lang="en-US"/>
              <a:t>) ·10</a:t>
            </a:r>
            <a:r>
              <a:rPr lang="en-US" i="1" baseline="30000"/>
              <a:t>n/</a:t>
            </a:r>
            <a:r>
              <a:rPr lang="en-US" baseline="30000"/>
              <a:t>2 </a:t>
            </a:r>
            <a:r>
              <a:rPr lang="en-US"/>
              <a:t>+ A</a:t>
            </a:r>
            <a:r>
              <a:rPr lang="en-US" baseline="-25000"/>
              <a:t>2 </a:t>
            </a:r>
            <a:r>
              <a:rPr lang="en-US" b="0">
                <a:solidFill>
                  <a:schemeClr val="dk1"/>
                </a:solidFill>
              </a:rPr>
              <a:t>*</a:t>
            </a:r>
            <a:r>
              <a:rPr lang="en-US"/>
              <a:t> B</a:t>
            </a:r>
            <a:r>
              <a:rPr lang="en-US" baseline="-25000"/>
              <a:t>2</a:t>
            </a:r>
            <a:br>
              <a:rPr lang="en-US" baseline="-25000"/>
            </a:br>
            <a:endParaRPr baseline="-25000"/>
          </a:p>
          <a:p>
            <a:pPr marL="0" lvl="0" indent="0" algn="l" rtl="0">
              <a:spcBef>
                <a:spcPts val="480"/>
              </a:spcBef>
              <a:spcAft>
                <a:spcPts val="0"/>
              </a:spcAft>
              <a:buSzPts val="1800"/>
              <a:buNone/>
            </a:pPr>
            <a:r>
              <a:rPr lang="en-US"/>
              <a:t>Recurrence for the number of one-digit multiplications M(</a:t>
            </a:r>
            <a:r>
              <a:rPr lang="en-US" i="1"/>
              <a:t>n</a:t>
            </a:r>
            <a:r>
              <a:rPr lang="en-US"/>
              <a:t>): </a:t>
            </a:r>
            <a:endParaRPr/>
          </a:p>
          <a:p>
            <a:pPr marL="0" lvl="0" indent="0" algn="l" rtl="0">
              <a:spcBef>
                <a:spcPts val="480"/>
              </a:spcBef>
              <a:spcAft>
                <a:spcPts val="0"/>
              </a:spcAft>
              <a:buSzPts val="1800"/>
              <a:buNone/>
            </a:pPr>
            <a:r>
              <a:rPr lang="en-US" i="1"/>
              <a:t>                             </a:t>
            </a:r>
            <a:r>
              <a:rPr lang="en-US"/>
              <a:t>M(</a:t>
            </a:r>
            <a:r>
              <a:rPr lang="en-US" i="1"/>
              <a:t>n</a:t>
            </a:r>
            <a:r>
              <a:rPr lang="en-US"/>
              <a:t>) = 4M(</a:t>
            </a:r>
            <a:r>
              <a:rPr lang="en-US" i="1"/>
              <a:t>n</a:t>
            </a:r>
            <a:r>
              <a:rPr lang="en-US"/>
              <a:t>/2),   M(1) = 1</a:t>
            </a:r>
            <a:br>
              <a:rPr lang="en-US"/>
            </a:br>
            <a:r>
              <a:rPr lang="en-US"/>
              <a:t>Solution: M(</a:t>
            </a:r>
            <a:r>
              <a:rPr lang="en-US" i="1"/>
              <a:t>n</a:t>
            </a:r>
            <a:r>
              <a:rPr lang="en-US"/>
              <a:t>) = </a:t>
            </a:r>
            <a:r>
              <a:rPr lang="en-US" i="1"/>
              <a:t>n</a:t>
            </a:r>
            <a:r>
              <a:rPr lang="en-US" baseline="30000"/>
              <a:t>2 </a:t>
            </a: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1107"/>
        <p:cNvGrpSpPr/>
        <p:nvPr/>
      </p:nvGrpSpPr>
      <p:grpSpPr>
        <a:xfrm>
          <a:off x="0" y="0"/>
          <a:ext cx="0" cy="0"/>
          <a:chOff x="0" y="0"/>
          <a:chExt cx="0" cy="0"/>
        </a:xfrm>
      </p:grpSpPr>
      <p:sp>
        <p:nvSpPr>
          <p:cNvPr id="1108" name="Google Shape;1108;p110"/>
          <p:cNvSpPr txBox="1">
            <a:spLocks noGrp="1"/>
          </p:cNvSpPr>
          <p:nvPr>
            <p:ph type="title"/>
          </p:nvPr>
        </p:nvSpPr>
        <p:spPr>
          <a:xfrm>
            <a:off x="1981200" y="228600"/>
            <a:ext cx="8229600" cy="6096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Second Divide-and-Conquer Algorithm</a:t>
            </a:r>
            <a:endParaRPr/>
          </a:p>
        </p:txBody>
      </p:sp>
      <p:sp>
        <p:nvSpPr>
          <p:cNvPr id="1109" name="Google Shape;1109;p110"/>
          <p:cNvSpPr txBox="1">
            <a:spLocks noGrp="1"/>
          </p:cNvSpPr>
          <p:nvPr>
            <p:ph type="body" idx="1"/>
          </p:nvPr>
        </p:nvSpPr>
        <p:spPr>
          <a:xfrm>
            <a:off x="2057400" y="1295400"/>
            <a:ext cx="8763000" cy="5562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SzPts val="1800"/>
              <a:buNone/>
            </a:pPr>
            <a:r>
              <a:rPr lang="en-US"/>
              <a:t>A </a:t>
            </a:r>
            <a:r>
              <a:rPr lang="en-US" b="0"/>
              <a:t>*</a:t>
            </a:r>
            <a:r>
              <a:rPr lang="en-US"/>
              <a:t> B = A</a:t>
            </a:r>
            <a:r>
              <a:rPr lang="en-US" baseline="-25000"/>
              <a:t>1 </a:t>
            </a:r>
            <a:r>
              <a:rPr lang="en-US" b="0"/>
              <a:t>*</a:t>
            </a:r>
            <a:r>
              <a:rPr lang="en-US"/>
              <a:t> B</a:t>
            </a:r>
            <a:r>
              <a:rPr lang="en-US" baseline="-25000"/>
              <a:t>1</a:t>
            </a:r>
            <a:r>
              <a:rPr lang="en-US"/>
              <a:t>·10</a:t>
            </a:r>
            <a:r>
              <a:rPr lang="en-US" i="1" baseline="30000"/>
              <a:t>n</a:t>
            </a:r>
            <a:r>
              <a:rPr lang="en-US" baseline="30000"/>
              <a:t>  </a:t>
            </a:r>
            <a:r>
              <a:rPr lang="en-US"/>
              <a:t>+ (A</a:t>
            </a:r>
            <a:r>
              <a:rPr lang="en-US" baseline="-25000"/>
              <a:t>1 </a:t>
            </a:r>
            <a:r>
              <a:rPr lang="en-US" b="0"/>
              <a:t>*</a:t>
            </a:r>
            <a:r>
              <a:rPr lang="en-US"/>
              <a:t> B</a:t>
            </a:r>
            <a:r>
              <a:rPr lang="en-US" baseline="-25000"/>
              <a:t>2 </a:t>
            </a:r>
            <a:r>
              <a:rPr lang="en-US"/>
              <a:t>+ A</a:t>
            </a:r>
            <a:r>
              <a:rPr lang="en-US" baseline="-25000"/>
              <a:t>2 </a:t>
            </a:r>
            <a:r>
              <a:rPr lang="en-US" b="0"/>
              <a:t>*</a:t>
            </a:r>
            <a:r>
              <a:rPr lang="en-US"/>
              <a:t> B</a:t>
            </a:r>
            <a:r>
              <a:rPr lang="en-US" baseline="-25000"/>
              <a:t>1</a:t>
            </a:r>
            <a:r>
              <a:rPr lang="en-US"/>
              <a:t>) ·10</a:t>
            </a:r>
            <a:r>
              <a:rPr lang="en-US" i="1" baseline="30000"/>
              <a:t>n/</a:t>
            </a:r>
            <a:r>
              <a:rPr lang="en-US" baseline="30000"/>
              <a:t>2 </a:t>
            </a:r>
            <a:r>
              <a:rPr lang="en-US"/>
              <a:t>+ A</a:t>
            </a:r>
            <a:r>
              <a:rPr lang="en-US" baseline="-25000"/>
              <a:t>2 </a:t>
            </a:r>
            <a:r>
              <a:rPr lang="en-US" b="0"/>
              <a:t>*</a:t>
            </a:r>
            <a:r>
              <a:rPr lang="en-US"/>
              <a:t> B</a:t>
            </a:r>
            <a:r>
              <a:rPr lang="en-US" baseline="-25000"/>
              <a:t>2</a:t>
            </a:r>
            <a:br>
              <a:rPr lang="en-US" baseline="-25000"/>
            </a:br>
            <a:endParaRPr baseline="-25000"/>
          </a:p>
          <a:p>
            <a:pPr marL="0" lvl="0" indent="0" algn="l" rtl="0">
              <a:spcBef>
                <a:spcPts val="480"/>
              </a:spcBef>
              <a:spcAft>
                <a:spcPts val="0"/>
              </a:spcAft>
              <a:buSzPts val="1800"/>
              <a:buNone/>
            </a:pPr>
            <a:r>
              <a:rPr lang="en-US"/>
              <a:t>The idea is to decrease the number of multiplications from 4 to 3:  </a:t>
            </a:r>
            <a:endParaRPr/>
          </a:p>
          <a:p>
            <a:pPr marL="0" lvl="0" indent="0" algn="l" rtl="0">
              <a:spcBef>
                <a:spcPts val="480"/>
              </a:spcBef>
              <a:spcAft>
                <a:spcPts val="0"/>
              </a:spcAft>
              <a:buSzPts val="1800"/>
              <a:buNone/>
            </a:pPr>
            <a:endParaRPr/>
          </a:p>
          <a:p>
            <a:pPr marL="0" lvl="0" indent="0" algn="l" rtl="0">
              <a:spcBef>
                <a:spcPts val="480"/>
              </a:spcBef>
              <a:spcAft>
                <a:spcPts val="0"/>
              </a:spcAft>
              <a:buSzPts val="1800"/>
              <a:buNone/>
            </a:pPr>
            <a:r>
              <a:rPr lang="en-US"/>
              <a:t>   (A</a:t>
            </a:r>
            <a:r>
              <a:rPr lang="en-US" baseline="-25000"/>
              <a:t>1</a:t>
            </a:r>
            <a:r>
              <a:rPr lang="en-US"/>
              <a:t> + A</a:t>
            </a:r>
            <a:r>
              <a:rPr lang="en-US" baseline="-25000"/>
              <a:t>2</a:t>
            </a:r>
            <a:r>
              <a:rPr lang="en-US"/>
              <a:t> ) </a:t>
            </a:r>
            <a:r>
              <a:rPr lang="en-US" b="0"/>
              <a:t>*</a:t>
            </a:r>
            <a:r>
              <a:rPr lang="en-US"/>
              <a:t> (B</a:t>
            </a:r>
            <a:r>
              <a:rPr lang="en-US" baseline="-25000"/>
              <a:t>1</a:t>
            </a:r>
            <a:r>
              <a:rPr lang="en-US"/>
              <a:t> + B</a:t>
            </a:r>
            <a:r>
              <a:rPr lang="en-US" baseline="-25000"/>
              <a:t>2</a:t>
            </a:r>
            <a:r>
              <a:rPr lang="en-US"/>
              <a:t> ) = A</a:t>
            </a:r>
            <a:r>
              <a:rPr lang="en-US" baseline="-25000"/>
              <a:t>1 </a:t>
            </a:r>
            <a:r>
              <a:rPr lang="en-US" b="0">
                <a:solidFill>
                  <a:schemeClr val="dk1"/>
                </a:solidFill>
              </a:rPr>
              <a:t>*</a:t>
            </a:r>
            <a:r>
              <a:rPr lang="en-US"/>
              <a:t> B</a:t>
            </a:r>
            <a:r>
              <a:rPr lang="en-US" baseline="-25000"/>
              <a:t>1</a:t>
            </a:r>
            <a:r>
              <a:rPr lang="en-US"/>
              <a:t> + (A</a:t>
            </a:r>
            <a:r>
              <a:rPr lang="en-US" baseline="-25000"/>
              <a:t>1 </a:t>
            </a:r>
            <a:r>
              <a:rPr lang="en-US" b="0">
                <a:solidFill>
                  <a:srgbClr val="FF6600"/>
                </a:solidFill>
              </a:rPr>
              <a:t>*</a:t>
            </a:r>
            <a:r>
              <a:rPr lang="en-US"/>
              <a:t> B</a:t>
            </a:r>
            <a:r>
              <a:rPr lang="en-US" baseline="-25000"/>
              <a:t>2 </a:t>
            </a:r>
            <a:r>
              <a:rPr lang="en-US"/>
              <a:t>+ A</a:t>
            </a:r>
            <a:r>
              <a:rPr lang="en-US" baseline="-25000"/>
              <a:t>2 </a:t>
            </a:r>
            <a:r>
              <a:rPr lang="en-US" b="0">
                <a:solidFill>
                  <a:srgbClr val="FF6600"/>
                </a:solidFill>
              </a:rPr>
              <a:t>*</a:t>
            </a:r>
            <a:r>
              <a:rPr lang="en-US"/>
              <a:t> B</a:t>
            </a:r>
            <a:r>
              <a:rPr lang="en-US" baseline="-25000"/>
              <a:t>1</a:t>
            </a:r>
            <a:r>
              <a:rPr lang="en-US"/>
              <a:t>) + A</a:t>
            </a:r>
            <a:r>
              <a:rPr lang="en-US" baseline="-25000"/>
              <a:t>2 </a:t>
            </a:r>
            <a:r>
              <a:rPr lang="en-US" b="0">
                <a:solidFill>
                  <a:schemeClr val="dk1"/>
                </a:solidFill>
              </a:rPr>
              <a:t>*</a:t>
            </a:r>
            <a:r>
              <a:rPr lang="en-US"/>
              <a:t> B</a:t>
            </a:r>
            <a:r>
              <a:rPr lang="en-US" baseline="-25000"/>
              <a:t>2,</a:t>
            </a:r>
            <a:br>
              <a:rPr lang="en-US" baseline="-25000"/>
            </a:br>
            <a:r>
              <a:rPr lang="en-US"/>
              <a:t/>
            </a:r>
            <a:br>
              <a:rPr lang="en-US"/>
            </a:br>
            <a:r>
              <a:rPr lang="en-US"/>
              <a:t>I.e., (A</a:t>
            </a:r>
            <a:r>
              <a:rPr lang="en-US" baseline="-25000"/>
              <a:t>1 </a:t>
            </a:r>
            <a:r>
              <a:rPr lang="en-US" b="0">
                <a:solidFill>
                  <a:srgbClr val="FF6600"/>
                </a:solidFill>
              </a:rPr>
              <a:t>*</a:t>
            </a:r>
            <a:r>
              <a:rPr lang="en-US"/>
              <a:t> B</a:t>
            </a:r>
            <a:r>
              <a:rPr lang="en-US" baseline="-25000"/>
              <a:t>2 </a:t>
            </a:r>
            <a:r>
              <a:rPr lang="en-US"/>
              <a:t>+ A</a:t>
            </a:r>
            <a:r>
              <a:rPr lang="en-US" baseline="-25000"/>
              <a:t>2 </a:t>
            </a:r>
            <a:r>
              <a:rPr lang="en-US" b="0">
                <a:solidFill>
                  <a:srgbClr val="FF6600"/>
                </a:solidFill>
              </a:rPr>
              <a:t>*</a:t>
            </a:r>
            <a:r>
              <a:rPr lang="en-US"/>
              <a:t> B</a:t>
            </a:r>
            <a:r>
              <a:rPr lang="en-US" baseline="-25000"/>
              <a:t>1</a:t>
            </a:r>
            <a:r>
              <a:rPr lang="en-US"/>
              <a:t>) = (A</a:t>
            </a:r>
            <a:r>
              <a:rPr lang="en-US" baseline="-25000"/>
              <a:t>1</a:t>
            </a:r>
            <a:r>
              <a:rPr lang="en-US"/>
              <a:t> + A</a:t>
            </a:r>
            <a:r>
              <a:rPr lang="en-US" baseline="-25000"/>
              <a:t>2</a:t>
            </a:r>
            <a:r>
              <a:rPr lang="en-US"/>
              <a:t> ) </a:t>
            </a:r>
            <a:r>
              <a:rPr lang="en-US" b="0">
                <a:solidFill>
                  <a:srgbClr val="FF6600"/>
                </a:solidFill>
              </a:rPr>
              <a:t>*</a:t>
            </a:r>
            <a:r>
              <a:rPr lang="en-US"/>
              <a:t> (B</a:t>
            </a:r>
            <a:r>
              <a:rPr lang="en-US" baseline="-25000"/>
              <a:t>1</a:t>
            </a:r>
            <a:r>
              <a:rPr lang="en-US"/>
              <a:t> + B</a:t>
            </a:r>
            <a:r>
              <a:rPr lang="en-US" baseline="-25000"/>
              <a:t>2</a:t>
            </a:r>
            <a:r>
              <a:rPr lang="en-US"/>
              <a:t> ) - A</a:t>
            </a:r>
            <a:r>
              <a:rPr lang="en-US" baseline="-25000"/>
              <a:t>1 </a:t>
            </a:r>
            <a:r>
              <a:rPr lang="en-US" b="0">
                <a:solidFill>
                  <a:schemeClr val="dk1"/>
                </a:solidFill>
              </a:rPr>
              <a:t>*</a:t>
            </a:r>
            <a:r>
              <a:rPr lang="en-US"/>
              <a:t> B</a:t>
            </a:r>
            <a:r>
              <a:rPr lang="en-US" baseline="-25000"/>
              <a:t>1</a:t>
            </a:r>
            <a:r>
              <a:rPr lang="en-US"/>
              <a:t> - A</a:t>
            </a:r>
            <a:r>
              <a:rPr lang="en-US" baseline="-25000"/>
              <a:t>2 </a:t>
            </a:r>
            <a:r>
              <a:rPr lang="en-US" b="0">
                <a:solidFill>
                  <a:schemeClr val="dk1"/>
                </a:solidFill>
              </a:rPr>
              <a:t>*</a:t>
            </a:r>
            <a:r>
              <a:rPr lang="en-US"/>
              <a:t> B</a:t>
            </a:r>
            <a:r>
              <a:rPr lang="en-US" baseline="-25000"/>
              <a:t>2,</a:t>
            </a:r>
            <a:r>
              <a:rPr lang="en-US"/>
              <a:t> </a:t>
            </a:r>
            <a:br>
              <a:rPr lang="en-US"/>
            </a:br>
            <a:r>
              <a:rPr lang="en-US"/>
              <a:t>which requires only 3 multiplications at the expense of (4-1) extra add/sub.</a:t>
            </a:r>
            <a:endParaRPr/>
          </a:p>
          <a:p>
            <a:pPr marL="0" lvl="0" indent="0" algn="l" rtl="0">
              <a:lnSpc>
                <a:spcPct val="110000"/>
              </a:lnSpc>
              <a:spcBef>
                <a:spcPts val="560"/>
              </a:spcBef>
              <a:spcAft>
                <a:spcPts val="0"/>
              </a:spcAft>
              <a:buSzPts val="1800"/>
              <a:buNone/>
            </a:pPr>
            <a:r>
              <a:rPr lang="en-US"/>
              <a:t/>
            </a:r>
            <a:br>
              <a:rPr lang="en-US"/>
            </a:br>
            <a:r>
              <a:rPr lang="en-US"/>
              <a:t>Recurrence for the  number of multiplications M(</a:t>
            </a:r>
            <a:r>
              <a:rPr lang="en-US" i="1"/>
              <a:t>n</a:t>
            </a:r>
            <a:r>
              <a:rPr lang="en-US"/>
              <a:t>):</a:t>
            </a:r>
            <a:br>
              <a:rPr lang="en-US"/>
            </a:br>
            <a:r>
              <a:rPr lang="en-US"/>
              <a:t>                             M(</a:t>
            </a:r>
            <a:r>
              <a:rPr lang="en-US" i="1"/>
              <a:t>n</a:t>
            </a:r>
            <a:r>
              <a:rPr lang="en-US"/>
              <a:t>) = 3</a:t>
            </a:r>
            <a:r>
              <a:rPr lang="en-US" i="1"/>
              <a:t>M</a:t>
            </a:r>
            <a:r>
              <a:rPr lang="en-US"/>
              <a:t>(</a:t>
            </a:r>
            <a:r>
              <a:rPr lang="en-US" i="1"/>
              <a:t>n</a:t>
            </a:r>
            <a:r>
              <a:rPr lang="en-US"/>
              <a:t>/2),   M(1) = 1</a:t>
            </a:r>
            <a:br>
              <a:rPr lang="en-US"/>
            </a:br>
            <a:r>
              <a:rPr lang="en-US"/>
              <a:t>Solution: M(</a:t>
            </a:r>
            <a:r>
              <a:rPr lang="en-US" i="1"/>
              <a:t>n</a:t>
            </a:r>
            <a:r>
              <a:rPr lang="en-US"/>
              <a:t>) </a:t>
            </a:r>
            <a:r>
              <a:rPr lang="en-US">
                <a:solidFill>
                  <a:schemeClr val="accent2"/>
                </a:solidFill>
              </a:rPr>
              <a:t>= 3</a:t>
            </a:r>
            <a:r>
              <a:rPr lang="en-US" sz="2800" baseline="30000">
                <a:solidFill>
                  <a:schemeClr val="accent2"/>
                </a:solidFill>
              </a:rPr>
              <a:t>log </a:t>
            </a:r>
            <a:r>
              <a:rPr lang="en-US" baseline="30000">
                <a:solidFill>
                  <a:schemeClr val="accent2"/>
                </a:solidFill>
              </a:rPr>
              <a:t>2</a:t>
            </a:r>
            <a:r>
              <a:rPr lang="en-US" sz="2800" i="1" baseline="30000">
                <a:solidFill>
                  <a:schemeClr val="accent2"/>
                </a:solidFill>
              </a:rPr>
              <a:t>n</a:t>
            </a:r>
            <a:r>
              <a:rPr lang="en-US" baseline="30000"/>
              <a:t> </a:t>
            </a:r>
            <a:r>
              <a:rPr lang="en-US"/>
              <a:t>= </a:t>
            </a:r>
            <a:r>
              <a:rPr lang="en-US" i="1"/>
              <a:t>n</a:t>
            </a:r>
            <a:r>
              <a:rPr lang="en-US" sz="2800" baseline="30000"/>
              <a:t>log</a:t>
            </a:r>
            <a:r>
              <a:rPr lang="en-US" baseline="30000"/>
              <a:t> 2</a:t>
            </a:r>
            <a:r>
              <a:rPr lang="en-US" sz="2800" baseline="30000"/>
              <a:t>3</a:t>
            </a:r>
            <a:r>
              <a:rPr lang="en-US" baseline="30000"/>
              <a:t> </a:t>
            </a:r>
            <a:r>
              <a:rPr lang="en-US">
                <a:latin typeface="Merriweather Sans"/>
                <a:ea typeface="Merriweather Sans"/>
                <a:cs typeface="Merriweather Sans"/>
                <a:sym typeface="Merriweather Sans"/>
              </a:rPr>
              <a:t>≈</a:t>
            </a:r>
            <a:r>
              <a:rPr lang="en-US"/>
              <a:t> </a:t>
            </a:r>
            <a:r>
              <a:rPr lang="en-US" i="1"/>
              <a:t>n</a:t>
            </a:r>
            <a:r>
              <a:rPr lang="en-US" baseline="30000"/>
              <a:t>1.585 </a:t>
            </a:r>
            <a:endParaRPr/>
          </a:p>
        </p:txBody>
      </p:sp>
      <p:sp>
        <p:nvSpPr>
          <p:cNvPr id="1110" name="Google Shape;1110;p110"/>
          <p:cNvSpPr txBox="1"/>
          <p:nvPr/>
        </p:nvSpPr>
        <p:spPr>
          <a:xfrm>
            <a:off x="8382000" y="5562601"/>
            <a:ext cx="2286000" cy="1006475"/>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000">
                <a:solidFill>
                  <a:srgbClr val="FF9933"/>
                </a:solidFill>
                <a:latin typeface="Times New Roman"/>
                <a:ea typeface="Times New Roman"/>
                <a:cs typeface="Times New Roman"/>
                <a:sym typeface="Times New Roman"/>
              </a:rPr>
              <a:t>What if we count both multiplications and additions?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10"/>
                                        </p:tgtEl>
                                        <p:attrNameLst>
                                          <p:attrName>style.visibility</p:attrName>
                                        </p:attrNameLst>
                                      </p:cBhvr>
                                      <p:to>
                                        <p:strVal val="visible"/>
                                      </p:to>
                                    </p:set>
                                    <p:anim calcmode="lin" valueType="num">
                                      <p:cBhvr additive="base">
                                        <p:cTn id="7" dur="1000"/>
                                        <p:tgtEl>
                                          <p:spTgt spid="11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1115"/>
        <p:cNvGrpSpPr/>
        <p:nvPr/>
      </p:nvGrpSpPr>
      <p:grpSpPr>
        <a:xfrm>
          <a:off x="0" y="0"/>
          <a:ext cx="0" cy="0"/>
          <a:chOff x="0" y="0"/>
          <a:chExt cx="0" cy="0"/>
        </a:xfrm>
      </p:grpSpPr>
      <p:sp>
        <p:nvSpPr>
          <p:cNvPr id="1116" name="Google Shape;1116;p111"/>
          <p:cNvSpPr txBox="1">
            <a:spLocks noGrp="1"/>
          </p:cNvSpPr>
          <p:nvPr>
            <p:ph type="title"/>
          </p:nvPr>
        </p:nvSpPr>
        <p:spPr>
          <a:xfrm>
            <a:off x="2057400" y="152400"/>
            <a:ext cx="8610600" cy="685800"/>
          </a:xfrm>
          <a:prstGeom prst="rect">
            <a:avLst/>
          </a:prstGeom>
          <a:noFill/>
          <a:ln>
            <a:noFill/>
          </a:ln>
        </p:spPr>
        <p:txBody>
          <a:bodyPr spcFirstLastPara="1" wrap="square" lIns="91425" tIns="45700" rIns="91425" bIns="45700" anchor="b" anchorCtr="0">
            <a:noAutofit/>
          </a:bodyPr>
          <a:lstStyle/>
          <a:p>
            <a:pPr marL="0" lvl="0" indent="0" algn="l" rtl="0">
              <a:spcBef>
                <a:spcPts val="0"/>
              </a:spcBef>
              <a:spcAft>
                <a:spcPts val="0"/>
              </a:spcAft>
              <a:buNone/>
            </a:pPr>
            <a:r>
              <a:rPr lang="en-US"/>
              <a:t>Example of Large-Integer Multiplication</a:t>
            </a:r>
            <a:r>
              <a:rPr lang="en-US" sz="3200"/>
              <a:t> </a:t>
            </a:r>
            <a:endParaRPr/>
          </a:p>
        </p:txBody>
      </p:sp>
      <p:sp>
        <p:nvSpPr>
          <p:cNvPr id="1117" name="Google Shape;1117;p111"/>
          <p:cNvSpPr txBox="1">
            <a:spLocks noGrp="1"/>
          </p:cNvSpPr>
          <p:nvPr>
            <p:ph type="body" idx="1"/>
          </p:nvPr>
        </p:nvSpPr>
        <p:spPr>
          <a:xfrm>
            <a:off x="1524000" y="914400"/>
            <a:ext cx="9144000" cy="5715000"/>
          </a:xfrm>
          <a:prstGeom prst="rect">
            <a:avLst/>
          </a:prstGeom>
          <a:noFill/>
          <a:ln>
            <a:noFill/>
          </a:ln>
        </p:spPr>
        <p:txBody>
          <a:bodyPr spcFirstLastPara="1" wrap="square" lIns="91425" tIns="45700" rIns="91425" bIns="45700" anchor="t" anchorCtr="0">
            <a:noAutofit/>
          </a:bodyPr>
          <a:lstStyle/>
          <a:p>
            <a:pPr marL="342900" lvl="0" indent="-342900" algn="l" rtl="0">
              <a:spcBef>
                <a:spcPts val="0"/>
              </a:spcBef>
              <a:spcAft>
                <a:spcPts val="0"/>
              </a:spcAft>
              <a:buSzPts val="1800"/>
              <a:buFont typeface="Arial"/>
              <a:buNone/>
            </a:pPr>
            <a:r>
              <a:rPr lang="en-US"/>
              <a:t> </a:t>
            </a:r>
            <a:endParaRPr/>
          </a:p>
        </p:txBody>
      </p:sp>
      <p:sp>
        <p:nvSpPr>
          <p:cNvPr id="1118" name="Google Shape;1118;p111"/>
          <p:cNvSpPr/>
          <p:nvPr/>
        </p:nvSpPr>
        <p:spPr>
          <a:xfrm>
            <a:off x="2057400" y="1295400"/>
            <a:ext cx="1981200" cy="457200"/>
          </a:xfrm>
          <a:prstGeom prst="rect">
            <a:avLst/>
          </a:prstGeom>
          <a:noFill/>
          <a:ln>
            <a:noFill/>
          </a:ln>
        </p:spPr>
        <p:txBody>
          <a:bodyPr spcFirstLastPara="1" wrap="square" lIns="91425" tIns="45700" rIns="91425" bIns="45700" anchor="t" anchorCtr="0">
            <a:noAutofit/>
          </a:bodyPr>
          <a:lstStyle/>
          <a:p>
            <a:pPr marL="0" marR="0" lvl="0" indent="0" algn="ctr" rtl="0">
              <a:spcBef>
                <a:spcPts val="0"/>
              </a:spcBef>
              <a:spcAft>
                <a:spcPts val="0"/>
              </a:spcAft>
              <a:buNone/>
            </a:pPr>
            <a:r>
              <a:rPr lang="en-US" sz="2400" b="1">
                <a:solidFill>
                  <a:srgbClr val="FFFF99"/>
                </a:solidFill>
                <a:latin typeface="Times New Roman"/>
                <a:ea typeface="Times New Roman"/>
                <a:cs typeface="Times New Roman"/>
                <a:sym typeface="Times New Roman"/>
              </a:rPr>
              <a:t>2135 </a:t>
            </a:r>
            <a:r>
              <a:rPr lang="en-US" sz="2400">
                <a:solidFill>
                  <a:srgbClr val="FFFF99"/>
                </a:solidFill>
                <a:latin typeface="Times New Roman"/>
                <a:ea typeface="Times New Roman"/>
                <a:cs typeface="Times New Roman"/>
                <a:sym typeface="Times New Roman"/>
              </a:rPr>
              <a:t>*</a:t>
            </a:r>
            <a:r>
              <a:rPr lang="en-US" sz="2400" b="1">
                <a:solidFill>
                  <a:srgbClr val="FFFF99"/>
                </a:solidFill>
                <a:latin typeface="Times New Roman"/>
                <a:ea typeface="Times New Roman"/>
                <a:cs typeface="Times New Roman"/>
                <a:sym typeface="Times New Roman"/>
              </a:rPr>
              <a:t> 4014</a:t>
            </a:r>
            <a:endParaRPr/>
          </a:p>
        </p:txBody>
      </p:sp>
      <p:sp>
        <p:nvSpPr>
          <p:cNvPr id="1119" name="Google Shape;1119;p111"/>
          <p:cNvSpPr txBox="1"/>
          <p:nvPr/>
        </p:nvSpPr>
        <p:spPr>
          <a:xfrm>
            <a:off x="2286000" y="2057401"/>
            <a:ext cx="7848600" cy="4893647"/>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US" sz="2400">
                <a:solidFill>
                  <a:srgbClr val="FFFFFF"/>
                </a:solidFill>
                <a:latin typeface="Times New Roman"/>
                <a:ea typeface="Times New Roman"/>
                <a:cs typeface="Times New Roman"/>
                <a:sym typeface="Times New Roman"/>
              </a:rPr>
              <a:t>= (21*10^2 + 35) * (40*10^2 + 14)</a:t>
            </a:r>
            <a:endParaRPr/>
          </a:p>
          <a:p>
            <a:pPr marL="0" marR="0" lvl="0" indent="0" algn="l" rtl="0">
              <a:spcBef>
                <a:spcPts val="1200"/>
              </a:spcBef>
              <a:spcAft>
                <a:spcPts val="0"/>
              </a:spcAft>
              <a:buNone/>
            </a:pPr>
            <a:r>
              <a:rPr lang="en-US" sz="2400">
                <a:solidFill>
                  <a:srgbClr val="FFFFFF"/>
                </a:solidFill>
                <a:latin typeface="Times New Roman"/>
                <a:ea typeface="Times New Roman"/>
                <a:cs typeface="Times New Roman"/>
                <a:sym typeface="Times New Roman"/>
              </a:rPr>
              <a:t>= (21</a:t>
            </a:r>
            <a:r>
              <a:rPr lang="en-US" sz="2400">
                <a:solidFill>
                  <a:srgbClr val="001932"/>
                </a:solidFill>
                <a:latin typeface="Times New Roman"/>
                <a:ea typeface="Times New Roman"/>
                <a:cs typeface="Times New Roman"/>
                <a:sym typeface="Times New Roman"/>
              </a:rPr>
              <a:t>*</a:t>
            </a:r>
            <a:r>
              <a:rPr lang="en-US" sz="2400">
                <a:solidFill>
                  <a:srgbClr val="FFFFFF"/>
                </a:solidFill>
                <a:latin typeface="Times New Roman"/>
                <a:ea typeface="Times New Roman"/>
                <a:cs typeface="Times New Roman"/>
                <a:sym typeface="Times New Roman"/>
              </a:rPr>
              <a:t>40)*10^4 + c1*10^2 + 35</a:t>
            </a:r>
            <a:r>
              <a:rPr lang="en-US" sz="2400">
                <a:solidFill>
                  <a:srgbClr val="001932"/>
                </a:solidFill>
                <a:latin typeface="Times New Roman"/>
                <a:ea typeface="Times New Roman"/>
                <a:cs typeface="Times New Roman"/>
                <a:sym typeface="Times New Roman"/>
              </a:rPr>
              <a:t>*</a:t>
            </a:r>
            <a:r>
              <a:rPr lang="en-US" sz="2400">
                <a:solidFill>
                  <a:srgbClr val="FFFFFF"/>
                </a:solidFill>
                <a:latin typeface="Times New Roman"/>
                <a:ea typeface="Times New Roman"/>
                <a:cs typeface="Times New Roman"/>
                <a:sym typeface="Times New Roman"/>
              </a:rPr>
              <a:t>14</a:t>
            </a:r>
            <a:endParaRPr/>
          </a:p>
          <a:p>
            <a:pPr marL="0" marR="0" lvl="0" indent="0" algn="l" rtl="0">
              <a:spcBef>
                <a:spcPts val="1200"/>
              </a:spcBef>
              <a:spcAft>
                <a:spcPts val="0"/>
              </a:spcAft>
              <a:buNone/>
            </a:pPr>
            <a:r>
              <a:rPr lang="en-US" sz="2400">
                <a:solidFill>
                  <a:srgbClr val="FFFFFF"/>
                </a:solidFill>
                <a:latin typeface="Times New Roman"/>
                <a:ea typeface="Times New Roman"/>
                <a:cs typeface="Times New Roman"/>
                <a:sym typeface="Times New Roman"/>
              </a:rPr>
              <a:t>where c1 = (21+35)</a:t>
            </a:r>
            <a:r>
              <a:rPr lang="en-US" sz="2400">
                <a:solidFill>
                  <a:srgbClr val="FF6600"/>
                </a:solidFill>
                <a:latin typeface="Times New Roman"/>
                <a:ea typeface="Times New Roman"/>
                <a:cs typeface="Times New Roman"/>
                <a:sym typeface="Times New Roman"/>
              </a:rPr>
              <a:t>*</a:t>
            </a:r>
            <a:r>
              <a:rPr lang="en-US" sz="2400">
                <a:solidFill>
                  <a:srgbClr val="FFFFFF"/>
                </a:solidFill>
                <a:latin typeface="Times New Roman"/>
                <a:ea typeface="Times New Roman"/>
                <a:cs typeface="Times New Roman"/>
                <a:sym typeface="Times New Roman"/>
              </a:rPr>
              <a:t>(40+14) - 21</a:t>
            </a:r>
            <a:r>
              <a:rPr lang="en-US" sz="2400">
                <a:solidFill>
                  <a:srgbClr val="001932"/>
                </a:solidFill>
                <a:latin typeface="Times New Roman"/>
                <a:ea typeface="Times New Roman"/>
                <a:cs typeface="Times New Roman"/>
                <a:sym typeface="Times New Roman"/>
              </a:rPr>
              <a:t>*</a:t>
            </a:r>
            <a:r>
              <a:rPr lang="en-US" sz="2400">
                <a:solidFill>
                  <a:srgbClr val="FFFFFF"/>
                </a:solidFill>
                <a:latin typeface="Times New Roman"/>
                <a:ea typeface="Times New Roman"/>
                <a:cs typeface="Times New Roman"/>
                <a:sym typeface="Times New Roman"/>
              </a:rPr>
              <a:t>40 - 35</a:t>
            </a:r>
            <a:r>
              <a:rPr lang="en-US" sz="2400">
                <a:solidFill>
                  <a:srgbClr val="001932"/>
                </a:solidFill>
                <a:latin typeface="Times New Roman"/>
                <a:ea typeface="Times New Roman"/>
                <a:cs typeface="Times New Roman"/>
                <a:sym typeface="Times New Roman"/>
              </a:rPr>
              <a:t>*</a:t>
            </a:r>
            <a:r>
              <a:rPr lang="en-US" sz="2400">
                <a:solidFill>
                  <a:srgbClr val="FFFFFF"/>
                </a:solidFill>
                <a:latin typeface="Times New Roman"/>
                <a:ea typeface="Times New Roman"/>
                <a:cs typeface="Times New Roman"/>
                <a:sym typeface="Times New Roman"/>
              </a:rPr>
              <a:t>14, and</a:t>
            </a:r>
            <a:endParaRPr/>
          </a:p>
          <a:p>
            <a:pPr marL="0" marR="0" lvl="0" indent="0" algn="l" rtl="0">
              <a:spcBef>
                <a:spcPts val="1200"/>
              </a:spcBef>
              <a:spcAft>
                <a:spcPts val="0"/>
              </a:spcAft>
              <a:buNone/>
            </a:pPr>
            <a:r>
              <a:rPr lang="en-US" sz="2400">
                <a:solidFill>
                  <a:srgbClr val="FFFFFF"/>
                </a:solidFill>
                <a:latin typeface="Times New Roman"/>
                <a:ea typeface="Times New Roman"/>
                <a:cs typeface="Times New Roman"/>
                <a:sym typeface="Times New Roman"/>
              </a:rPr>
              <a:t>21*40 = (2*10 + 1) * (4*10 + 0)</a:t>
            </a:r>
            <a:endParaRPr/>
          </a:p>
          <a:p>
            <a:pPr marL="0" marR="0" lvl="0" indent="0" algn="l" rtl="0">
              <a:spcBef>
                <a:spcPts val="1200"/>
              </a:spcBef>
              <a:spcAft>
                <a:spcPts val="0"/>
              </a:spcAft>
              <a:buNone/>
            </a:pPr>
            <a:r>
              <a:rPr lang="en-US" sz="2400">
                <a:solidFill>
                  <a:srgbClr val="FFFFFF"/>
                </a:solidFill>
                <a:latin typeface="Times New Roman"/>
                <a:ea typeface="Times New Roman"/>
                <a:cs typeface="Times New Roman"/>
                <a:sym typeface="Times New Roman"/>
              </a:rPr>
              <a:t>           = (2</a:t>
            </a:r>
            <a:r>
              <a:rPr lang="en-US" sz="2400">
                <a:solidFill>
                  <a:srgbClr val="001932"/>
                </a:solidFill>
                <a:latin typeface="Times New Roman"/>
                <a:ea typeface="Times New Roman"/>
                <a:cs typeface="Times New Roman"/>
                <a:sym typeface="Times New Roman"/>
              </a:rPr>
              <a:t>*</a:t>
            </a:r>
            <a:r>
              <a:rPr lang="en-US" sz="2400">
                <a:solidFill>
                  <a:srgbClr val="FFFFFF"/>
                </a:solidFill>
                <a:latin typeface="Times New Roman"/>
                <a:ea typeface="Times New Roman"/>
                <a:cs typeface="Times New Roman"/>
                <a:sym typeface="Times New Roman"/>
              </a:rPr>
              <a:t>4)*10^2 + c2*10 + 1</a:t>
            </a:r>
            <a:r>
              <a:rPr lang="en-US" sz="2400">
                <a:solidFill>
                  <a:srgbClr val="001932"/>
                </a:solidFill>
                <a:latin typeface="Times New Roman"/>
                <a:ea typeface="Times New Roman"/>
                <a:cs typeface="Times New Roman"/>
                <a:sym typeface="Times New Roman"/>
              </a:rPr>
              <a:t>*</a:t>
            </a:r>
            <a:r>
              <a:rPr lang="en-US" sz="2400">
                <a:solidFill>
                  <a:srgbClr val="FFFFFF"/>
                </a:solidFill>
                <a:latin typeface="Times New Roman"/>
                <a:ea typeface="Times New Roman"/>
                <a:cs typeface="Times New Roman"/>
                <a:sym typeface="Times New Roman"/>
              </a:rPr>
              <a:t>0</a:t>
            </a:r>
            <a:endParaRPr/>
          </a:p>
          <a:p>
            <a:pPr marL="0" marR="0" lvl="0" indent="0" algn="l" rtl="0">
              <a:spcBef>
                <a:spcPts val="1200"/>
              </a:spcBef>
              <a:spcAft>
                <a:spcPts val="0"/>
              </a:spcAft>
              <a:buNone/>
            </a:pPr>
            <a:r>
              <a:rPr lang="en-US" sz="2400">
                <a:solidFill>
                  <a:srgbClr val="FFFFFF"/>
                </a:solidFill>
                <a:latin typeface="Times New Roman"/>
                <a:ea typeface="Times New Roman"/>
                <a:cs typeface="Times New Roman"/>
                <a:sym typeface="Times New Roman"/>
              </a:rPr>
              <a:t>where c2 = (2+1)</a:t>
            </a:r>
            <a:r>
              <a:rPr lang="en-US" sz="2400">
                <a:solidFill>
                  <a:srgbClr val="FF6600"/>
                </a:solidFill>
                <a:latin typeface="Times New Roman"/>
                <a:ea typeface="Times New Roman"/>
                <a:cs typeface="Times New Roman"/>
                <a:sym typeface="Times New Roman"/>
              </a:rPr>
              <a:t>*</a:t>
            </a:r>
            <a:r>
              <a:rPr lang="en-US" sz="2400">
                <a:solidFill>
                  <a:srgbClr val="FFFFFF"/>
                </a:solidFill>
                <a:latin typeface="Times New Roman"/>
                <a:ea typeface="Times New Roman"/>
                <a:cs typeface="Times New Roman"/>
                <a:sym typeface="Times New Roman"/>
              </a:rPr>
              <a:t>(4+0) - 2</a:t>
            </a:r>
            <a:r>
              <a:rPr lang="en-US" sz="2400">
                <a:solidFill>
                  <a:srgbClr val="001932"/>
                </a:solidFill>
                <a:latin typeface="Times New Roman"/>
                <a:ea typeface="Times New Roman"/>
                <a:cs typeface="Times New Roman"/>
                <a:sym typeface="Times New Roman"/>
              </a:rPr>
              <a:t>*</a:t>
            </a:r>
            <a:r>
              <a:rPr lang="en-US" sz="2400">
                <a:solidFill>
                  <a:srgbClr val="FFFFFF"/>
                </a:solidFill>
                <a:latin typeface="Times New Roman"/>
                <a:ea typeface="Times New Roman"/>
                <a:cs typeface="Times New Roman"/>
                <a:sym typeface="Times New Roman"/>
              </a:rPr>
              <a:t>4 - 1</a:t>
            </a:r>
            <a:r>
              <a:rPr lang="en-US" sz="2400">
                <a:solidFill>
                  <a:srgbClr val="001932"/>
                </a:solidFill>
                <a:latin typeface="Times New Roman"/>
                <a:ea typeface="Times New Roman"/>
                <a:cs typeface="Times New Roman"/>
                <a:sym typeface="Times New Roman"/>
              </a:rPr>
              <a:t>*</a:t>
            </a:r>
            <a:r>
              <a:rPr lang="en-US" sz="2400">
                <a:solidFill>
                  <a:srgbClr val="FFFFFF"/>
                </a:solidFill>
                <a:latin typeface="Times New Roman"/>
                <a:ea typeface="Times New Roman"/>
                <a:cs typeface="Times New Roman"/>
                <a:sym typeface="Times New Roman"/>
              </a:rPr>
              <a:t>0, etc.</a:t>
            </a:r>
            <a:endParaRPr/>
          </a:p>
          <a:p>
            <a:pPr marL="0" marR="0" lvl="0" indent="0" algn="l" rtl="0">
              <a:spcBef>
                <a:spcPts val="1200"/>
              </a:spcBef>
              <a:spcAft>
                <a:spcPts val="0"/>
              </a:spcAft>
              <a:buNone/>
            </a:pPr>
            <a:endParaRPr sz="2400">
              <a:solidFill>
                <a:srgbClr val="FFFFFF"/>
              </a:solidFill>
              <a:latin typeface="Times New Roman"/>
              <a:ea typeface="Times New Roman"/>
              <a:cs typeface="Times New Roman"/>
              <a:sym typeface="Times New Roman"/>
            </a:endParaRPr>
          </a:p>
          <a:p>
            <a:pPr marL="0" marR="0" lvl="0" indent="0" algn="l" rtl="0">
              <a:spcBef>
                <a:spcPts val="1200"/>
              </a:spcBef>
              <a:spcAft>
                <a:spcPts val="0"/>
              </a:spcAft>
              <a:buNone/>
            </a:pPr>
            <a:r>
              <a:rPr lang="en-US" sz="2400">
                <a:solidFill>
                  <a:srgbClr val="FF9933"/>
                </a:solidFill>
                <a:latin typeface="Times New Roman"/>
                <a:ea typeface="Times New Roman"/>
                <a:cs typeface="Times New Roman"/>
                <a:sym typeface="Times New Roman"/>
              </a:rPr>
              <a:t>This process requires 9 digit multiplications as opposed to 16.</a:t>
            </a:r>
            <a:endParaRPr/>
          </a:p>
          <a:p>
            <a:pPr marL="0" marR="0" lvl="0" indent="0" algn="l" rtl="0">
              <a:spcBef>
                <a:spcPts val="1200"/>
              </a:spcBef>
              <a:spcAft>
                <a:spcPts val="0"/>
              </a:spcAft>
              <a:buNone/>
            </a:pPr>
            <a:endParaRPr sz="2400">
              <a:solidFill>
                <a:srgbClr val="FF9933"/>
              </a:solidFill>
              <a:latin typeface="Times New Roman"/>
              <a:ea typeface="Times New Roman"/>
              <a:cs typeface="Times New Roman"/>
              <a:sym typeface="Times New Roman"/>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2" fill="hold" nodeType="clickEffect">
                                  <p:stCondLst>
                                    <p:cond delay="0"/>
                                  </p:stCondLst>
                                  <p:childTnLst>
                                    <p:set>
                                      <p:cBhvr>
                                        <p:cTn id="6" dur="1" fill="hold">
                                          <p:stCondLst>
                                            <p:cond delay="0"/>
                                          </p:stCondLst>
                                        </p:cTn>
                                        <p:tgtEl>
                                          <p:spTgt spid="1119"/>
                                        </p:tgtEl>
                                        <p:attrNameLst>
                                          <p:attrName>style.visibility</p:attrName>
                                        </p:attrNameLst>
                                      </p:cBhvr>
                                      <p:to>
                                        <p:strVal val="visible"/>
                                      </p:to>
                                    </p:set>
                                    <p:anim calcmode="lin" valueType="num">
                                      <p:cBhvr additive="base">
                                        <p:cTn id="7" dur="1000"/>
                                        <p:tgtEl>
                                          <p:spTgt spid="1119"/>
                                        </p:tgtEl>
                                        <p:attrNameLst>
                                          <p:attrName>ppt_x</p:attrName>
                                        </p:attrNameLst>
                                      </p:cBhvr>
                                      <p:tavLst>
                                        <p:tav tm="0">
                                          <p:val>
                                            <p:strVal val="#ppt_x+1"/>
                                          </p:val>
                                        </p:tav>
                                        <p:tav tm="100000">
                                          <p:val>
                                            <p:strVal val="#ppt_x"/>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1125"/>
        <p:cNvGrpSpPr/>
        <p:nvPr/>
      </p:nvGrpSpPr>
      <p:grpSpPr>
        <a:xfrm>
          <a:off x="0" y="0"/>
          <a:ext cx="0" cy="0"/>
          <a:chOff x="0" y="0"/>
          <a:chExt cx="0" cy="0"/>
        </a:xfrm>
      </p:grpSpPr>
      <p:sp>
        <p:nvSpPr>
          <p:cNvPr id="1126" name="Google Shape;1126;p112"/>
          <p:cNvSpPr txBox="1">
            <a:spLocks noGrp="1"/>
          </p:cNvSpPr>
          <p:nvPr>
            <p:ph type="title"/>
          </p:nvPr>
        </p:nvSpPr>
        <p:spPr>
          <a:xfrm>
            <a:off x="1541780" y="362804"/>
            <a:ext cx="10058400" cy="968440"/>
          </a:xfrm>
          <a:prstGeom prst="rect">
            <a:avLst/>
          </a:prstGeom>
          <a:noFill/>
          <a:ln>
            <a:noFill/>
          </a:ln>
        </p:spPr>
        <p:txBody>
          <a:bodyPr spcFirstLastPara="1" wrap="square" lIns="91425" tIns="45700" rIns="91425" bIns="45700" anchor="b" anchorCtr="0">
            <a:normAutofit/>
          </a:bodyPr>
          <a:lstStyle/>
          <a:p>
            <a:pPr marL="0" lvl="0" indent="0" algn="l" rtl="0">
              <a:lnSpc>
                <a:spcPct val="110000"/>
              </a:lnSpc>
              <a:spcBef>
                <a:spcPts val="0"/>
              </a:spcBef>
              <a:spcAft>
                <a:spcPts val="0"/>
              </a:spcAft>
              <a:buClr>
                <a:srgbClr val="00B050"/>
              </a:buClr>
              <a:buSzPts val="4800"/>
              <a:buFont typeface="Times New Roman"/>
              <a:buNone/>
            </a:pPr>
            <a:r>
              <a:rPr lang="en-US">
                <a:solidFill>
                  <a:srgbClr val="00B050"/>
                </a:solidFill>
                <a:latin typeface="Times New Roman"/>
                <a:ea typeface="Times New Roman"/>
                <a:cs typeface="Times New Roman"/>
                <a:sym typeface="Times New Roman"/>
              </a:rPr>
              <a:t>References</a:t>
            </a:r>
            <a:endParaRPr>
              <a:solidFill>
                <a:srgbClr val="00B050"/>
              </a:solidFill>
              <a:latin typeface="Times New Roman"/>
              <a:ea typeface="Times New Roman"/>
              <a:cs typeface="Times New Roman"/>
              <a:sym typeface="Times New Roman"/>
            </a:endParaRPr>
          </a:p>
        </p:txBody>
      </p:sp>
      <p:sp>
        <p:nvSpPr>
          <p:cNvPr id="1127" name="Google Shape;1127;p112"/>
          <p:cNvSpPr txBox="1">
            <a:spLocks noGrp="1"/>
          </p:cNvSpPr>
          <p:nvPr>
            <p:ph type="body" idx="1"/>
          </p:nvPr>
        </p:nvSpPr>
        <p:spPr>
          <a:xfrm>
            <a:off x="995680" y="1816101"/>
            <a:ext cx="10216803" cy="4539828"/>
          </a:xfrm>
          <a:prstGeom prst="rect">
            <a:avLst/>
          </a:prstGeom>
          <a:noFill/>
          <a:ln>
            <a:noFill/>
          </a:ln>
        </p:spPr>
        <p:txBody>
          <a:bodyPr spcFirstLastPara="1" wrap="square" lIns="0" tIns="45700" rIns="0" bIns="45700" anchor="t" anchorCtr="0">
            <a:noAutofit/>
          </a:bodyPr>
          <a:lstStyle/>
          <a:p>
            <a:pPr marL="91440" lvl="0" indent="0" algn="l" rtl="0">
              <a:lnSpc>
                <a:spcPct val="110000"/>
              </a:lnSpc>
              <a:spcBef>
                <a:spcPts val="0"/>
              </a:spcBef>
              <a:spcAft>
                <a:spcPts val="0"/>
              </a:spcAft>
              <a:buSzPts val="3200"/>
              <a:buFont typeface="Noto Sans Symbols"/>
              <a:buNone/>
            </a:pPr>
            <a:endParaRPr sz="3200">
              <a:solidFill>
                <a:srgbClr val="00B050"/>
              </a:solidFill>
              <a:latin typeface="Times New Roman"/>
              <a:ea typeface="Times New Roman"/>
              <a:cs typeface="Times New Roman"/>
              <a:sym typeface="Times New Roman"/>
            </a:endParaRPr>
          </a:p>
          <a:p>
            <a:pPr marL="457200" lvl="0" indent="-457200" algn="l" rtl="0">
              <a:lnSpc>
                <a:spcPct val="90000"/>
              </a:lnSpc>
              <a:spcBef>
                <a:spcPts val="1400"/>
              </a:spcBef>
              <a:spcAft>
                <a:spcPts val="0"/>
              </a:spcAft>
              <a:buSzPts val="2400"/>
              <a:buFont typeface="Calibri"/>
              <a:buAutoNum type="arabicPeriod"/>
            </a:pPr>
            <a:r>
              <a:rPr lang="en-US" sz="2400"/>
              <a:t>Thomas H Cormen and Charles E.L Leiserson, "Introduction to Algorithm" PHI Third Edition</a:t>
            </a:r>
            <a:endParaRPr sz="2400"/>
          </a:p>
          <a:p>
            <a:pPr marL="457200" lvl="0" indent="-457200" algn="l" rtl="0">
              <a:lnSpc>
                <a:spcPct val="90000"/>
              </a:lnSpc>
              <a:spcBef>
                <a:spcPts val="1400"/>
              </a:spcBef>
              <a:spcAft>
                <a:spcPts val="0"/>
              </a:spcAft>
              <a:buSzPts val="2400"/>
              <a:buFont typeface="Calibri"/>
              <a:buAutoNum type="arabicPeriod"/>
            </a:pPr>
            <a:r>
              <a:rPr lang="en-US" sz="2400"/>
              <a:t>Horowitz and Sahani, "Fundamentals of Computer Algorithms", 2ND Edition. University Press, ISBN: 978 81 7371 6126, 81 7371 61262.</a:t>
            </a:r>
            <a:endParaRPr sz="2400"/>
          </a:p>
          <a:p>
            <a:pPr marL="91440" lvl="0" indent="0" algn="l" rtl="0">
              <a:lnSpc>
                <a:spcPct val="90000"/>
              </a:lnSpc>
              <a:spcBef>
                <a:spcPts val="1400"/>
              </a:spcBef>
              <a:spcAft>
                <a:spcPts val="0"/>
              </a:spcAft>
              <a:buSzPts val="2400"/>
              <a:buNone/>
            </a:pPr>
            <a:endParaRPr sz="2400">
              <a:solidFill>
                <a:srgbClr val="00B050"/>
              </a:solidFill>
              <a:latin typeface="Times New Roman"/>
              <a:ea typeface="Times New Roman"/>
              <a:cs typeface="Times New Roman"/>
              <a:sym typeface="Times New Roman"/>
            </a:endParaRPr>
          </a:p>
        </p:txBody>
      </p:sp>
      <p:pic>
        <p:nvPicPr>
          <p:cNvPr id="1128" name="Google Shape;1128;p112"/>
          <p:cNvPicPr preferRelativeResize="0"/>
          <p:nvPr/>
        </p:nvPicPr>
        <p:blipFill rotWithShape="1">
          <a:blip r:embed="rId3">
            <a:alphaModFix/>
          </a:blip>
          <a:srcRect/>
          <a:stretch/>
        </p:blipFill>
        <p:spPr>
          <a:xfrm>
            <a:off x="195070" y="286604"/>
            <a:ext cx="1269598" cy="1148496"/>
          </a:xfrm>
          <a:prstGeom prst="rect">
            <a:avLst/>
          </a:prstGeom>
          <a:noFill/>
          <a:ln>
            <a:noFill/>
          </a:ln>
        </p:spPr>
      </p:pic>
    </p:spTree>
  </p:cSld>
  <p:clrMapOvr>
    <a:masterClrMapping/>
  </p:clrMapOvr>
</p:sld>
</file>

<file path=ppt/theme/theme1.xml><?xml version="1.0" encoding="utf-8"?>
<a:theme xmlns:a="http://schemas.openxmlformats.org/drawingml/2006/main" name="Retrospect">
  <a:themeElements>
    <a:clrScheme name="Blue Warm">
      <a:dk1>
        <a:srgbClr val="000000"/>
      </a:dk1>
      <a:lt1>
        <a:srgbClr val="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comp122">
  <a:themeElements>
    <a:clrScheme name="comp122 8">
      <a:dk1>
        <a:srgbClr val="000000"/>
      </a:dk1>
      <a:lt1>
        <a:srgbClr val="FFFFCC"/>
      </a:lt1>
      <a:dk2>
        <a:srgbClr val="0000FF"/>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Global">
  <a:themeElements>
    <a:clrScheme name="">
      <a:dk1>
        <a:srgbClr val="000000"/>
      </a:dk1>
      <a:lt1>
        <a:srgbClr val="FFFFFF"/>
      </a:lt1>
      <a:dk2>
        <a:srgbClr val="CC6600"/>
      </a:dk2>
      <a:lt2>
        <a:srgbClr val="FFFFFF"/>
      </a:lt2>
      <a:accent1>
        <a:srgbClr val="FFFFCC"/>
      </a:accent1>
      <a:accent2>
        <a:srgbClr val="B5E0E3"/>
      </a:accent2>
      <a:accent3>
        <a:srgbClr val="FFFFFF"/>
      </a:accent3>
      <a:accent4>
        <a:srgbClr val="000000"/>
      </a:accent4>
      <a:accent5>
        <a:srgbClr val="FFFFE2"/>
      </a:accent5>
      <a:accent6>
        <a:srgbClr val="A4CBCE"/>
      </a:accent6>
      <a:hlink>
        <a:srgbClr val="AF6A5F"/>
      </a:hlink>
      <a:folHlink>
        <a:srgbClr val="CCB37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CS1">
  <a:themeElements>
    <a:clrScheme name="">
      <a:dk1>
        <a:srgbClr val="001932"/>
      </a:dk1>
      <a:lt1>
        <a:srgbClr val="FFFFFF"/>
      </a:lt1>
      <a:dk2>
        <a:srgbClr val="2181B7"/>
      </a:dk2>
      <a:lt2>
        <a:srgbClr val="CCFFFF"/>
      </a:lt2>
      <a:accent1>
        <a:srgbClr val="99FFCC"/>
      </a:accent1>
      <a:accent2>
        <a:srgbClr val="01B0FF"/>
      </a:accent2>
      <a:accent3>
        <a:srgbClr val="ABC1D8"/>
      </a:accent3>
      <a:accent4>
        <a:srgbClr val="DADADA"/>
      </a:accent4>
      <a:accent5>
        <a:srgbClr val="CAFFE2"/>
      </a:accent5>
      <a:accent6>
        <a:srgbClr val="019FE7"/>
      </a:accent6>
      <a:hlink>
        <a:srgbClr val="FFFF99"/>
      </a:hlink>
      <a:folHlink>
        <a:srgbClr val="1C6D9A"/>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2490</Words>
  <Application>Microsoft Office PowerPoint</Application>
  <PresentationFormat>Widescreen</PresentationFormat>
  <Paragraphs>558</Paragraphs>
  <Slides>55</Slides>
  <Notes>53</Notes>
  <HiddenSlides>0</HiddenSlides>
  <MMClips>0</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55</vt:i4>
      </vt:variant>
    </vt:vector>
  </HeadingPairs>
  <TitlesOfParts>
    <vt:vector size="68" baseType="lpstr">
      <vt:lpstr>Calibri</vt:lpstr>
      <vt:lpstr>Merriweather Sans</vt:lpstr>
      <vt:lpstr>Tahoma</vt:lpstr>
      <vt:lpstr>Georgia</vt:lpstr>
      <vt:lpstr>Noto Sans Symbols</vt:lpstr>
      <vt:lpstr>Arial Narrow</vt:lpstr>
      <vt:lpstr>Times New Roman</vt:lpstr>
      <vt:lpstr>Courier New</vt:lpstr>
      <vt:lpstr>Arial</vt:lpstr>
      <vt:lpstr>Retrospect</vt:lpstr>
      <vt:lpstr>comp122</vt:lpstr>
      <vt:lpstr>Global</vt:lpstr>
      <vt:lpstr>CS1</vt:lpstr>
      <vt:lpstr>PowerPoint Presentation</vt:lpstr>
      <vt:lpstr>Algorithm Design Techniques/Strategies</vt:lpstr>
      <vt:lpstr>Unit 2: Divide and Conquer</vt:lpstr>
      <vt:lpstr>Divide &amp; Conquer</vt:lpstr>
      <vt:lpstr>Divide-and-Conquer Technique (cont.)</vt:lpstr>
      <vt:lpstr>Time complexity of the general algorithm</vt:lpstr>
      <vt:lpstr>Divide-and-Conquer Examples</vt:lpstr>
      <vt:lpstr>Mergesort</vt:lpstr>
      <vt:lpstr>MergeSort (Example) - 1</vt:lpstr>
      <vt:lpstr>MergeSort (Example) - 2</vt:lpstr>
      <vt:lpstr>MergeSort (Example) - 3</vt:lpstr>
      <vt:lpstr>MergeSort (Example) - 4</vt:lpstr>
      <vt:lpstr>MergeSort (Example) - 5</vt:lpstr>
      <vt:lpstr>MergeSort (Example) - 6</vt:lpstr>
      <vt:lpstr>MergeSort (Example) - 7</vt:lpstr>
      <vt:lpstr>MergeSort (Example) - 8</vt:lpstr>
      <vt:lpstr>MergeSort (Example) - 9</vt:lpstr>
      <vt:lpstr>MergeSort (Example) - 10</vt:lpstr>
      <vt:lpstr>MergeSort (Example) - 11</vt:lpstr>
      <vt:lpstr>MergeSort (Example) - 12</vt:lpstr>
      <vt:lpstr>MergeSort (Example) - 13</vt:lpstr>
      <vt:lpstr>MergeSort (Example) - 14</vt:lpstr>
      <vt:lpstr>MergeSort (Example) - 15</vt:lpstr>
      <vt:lpstr>MergeSort (Example) - 16</vt:lpstr>
      <vt:lpstr>MergeSort (Example) - 17</vt:lpstr>
      <vt:lpstr>MergeSort (Example) - 18</vt:lpstr>
      <vt:lpstr>MergeSort (Example) - 19</vt:lpstr>
      <vt:lpstr>MergeSort (Example) - 20</vt:lpstr>
      <vt:lpstr>MergeSort (Example) - 21</vt:lpstr>
      <vt:lpstr>MergeSort (Example) - 22</vt:lpstr>
      <vt:lpstr>Merge Sort Algorithm</vt:lpstr>
      <vt:lpstr>PowerPoint Presentation</vt:lpstr>
      <vt:lpstr>Pseudocode of Merge-Sort (A, p, r)</vt:lpstr>
      <vt:lpstr>Procedure Merge</vt:lpstr>
      <vt:lpstr>Analysis of Mergesort</vt:lpstr>
      <vt:lpstr>Recursion Tree for Merge Sort</vt:lpstr>
      <vt:lpstr>Recursion Tree for Merge Sort</vt:lpstr>
      <vt:lpstr>Recursion Tree for Merge Sort</vt:lpstr>
      <vt:lpstr>Quicksort</vt:lpstr>
      <vt:lpstr>Idea of Quick Sort</vt:lpstr>
      <vt:lpstr>Quicksort Pseudo-code </vt:lpstr>
      <vt:lpstr>Procedure Partitioning the array</vt:lpstr>
      <vt:lpstr>Apply quick sort for the following numbers:  2, 8, 7, 1, 3, 5, 6, 4  </vt:lpstr>
      <vt:lpstr>PowerPoint Presentation</vt:lpstr>
      <vt:lpstr>The steps of QuickSort</vt:lpstr>
      <vt:lpstr>Quicksort Analysis</vt:lpstr>
      <vt:lpstr>Worst-Case Analysis</vt:lpstr>
      <vt:lpstr>Best-case Analysis</vt:lpstr>
      <vt:lpstr>Average-Case Analysis</vt:lpstr>
      <vt:lpstr>Summary Analysis of Quicksort</vt:lpstr>
      <vt:lpstr>Multiplication of Large Integers </vt:lpstr>
      <vt:lpstr>First Divide-and-Conquer Algorithm</vt:lpstr>
      <vt:lpstr>Second Divide-and-Conquer Algorithm</vt:lpstr>
      <vt:lpstr>Example of Large-Integer Multiplication </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Himangi Pande</dc:creator>
  <cp:lastModifiedBy>Himangi Pande</cp:lastModifiedBy>
  <cp:revision>7</cp:revision>
  <dcterms:modified xsi:type="dcterms:W3CDTF">2024-12-06T12:03:34Z</dcterms:modified>
</cp:coreProperties>
</file>