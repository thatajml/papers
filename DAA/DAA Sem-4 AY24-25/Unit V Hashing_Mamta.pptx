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15"/>
  </p:notesMasterIdLst>
  <p:sldIdLst>
    <p:sldId id="368"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Lst>
  <p:sldSz cx="12192000" cy="6858000"/>
  <p:notesSz cx="6858000" cy="9144000"/>
  <p:embeddedFontLst>
    <p:embeddedFont>
      <p:font typeface="Nunito" panose="020B0604020202020204" charset="0"/>
      <p:regular r:id="rId116"/>
      <p:bold r:id="rId117"/>
      <p:italic r:id="rId118"/>
      <p:boldItalic r:id="rId119"/>
    </p:embeddedFont>
    <p:embeddedFont>
      <p:font typeface="Calibri" panose="020F0502020204030204" pitchFamily="34" charset="0"/>
      <p:regular r:id="rId120"/>
      <p:bold r:id="rId121"/>
      <p:italic r:id="rId122"/>
      <p:boldItalic r:id="rId123"/>
    </p:embeddedFont>
    <p:embeddedFont>
      <p:font typeface="Verdana" panose="020B0604030504040204" pitchFamily="34" charset="0"/>
      <p:regular r:id="rId124"/>
      <p:bold r:id="rId125"/>
      <p:italic r:id="rId126"/>
      <p:boldItalic r:id="rId127"/>
    </p:embeddedFont>
    <p:embeddedFont>
      <p:font typeface="Constantia" panose="02030602050306030303" pitchFamily="18" charset="0"/>
      <p:regular r:id="rId128"/>
      <p:bold r:id="rId129"/>
      <p:italic r:id="rId130"/>
      <p:boldItalic r:id="rId131"/>
    </p:embeddedFont>
    <p:embeddedFont>
      <p:font typeface="SimSun" panose="02010600030101010101" pitchFamily="2" charset="-122"/>
      <p:regular r:id="rId132"/>
    </p:embeddedFont>
    <p:embeddedFont>
      <p:font typeface="Noto Sans Symbols" panose="020B0604020202020204" charset="0"/>
      <p:regular r:id="rId133"/>
      <p:bold r:id="rId1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5" roundtripDataSignature="AMtx7mjBF2X92T462cUZVxRjhCpDdHm9/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454858E-DCAB-4BCF-8197-45F7E5E23E0C}">
  <a:tblStyle styleId="{A454858E-DCAB-4BCF-8197-45F7E5E23E0C}"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E920EF4-DAE1-4EFA-965D-4AA1566777CA}"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AF1"/>
          </a:solidFill>
        </a:fill>
      </a:tcStyle>
    </a:wholeTbl>
    <a:band1H>
      <a:tcTxStyle b="off" i="off"/>
      <a:tcStyle>
        <a:tcBdr/>
        <a:fill>
          <a:solidFill>
            <a:srgbClr val="CED2E2"/>
          </a:solidFill>
        </a:fill>
      </a:tcStyle>
    </a:band1H>
    <a:band2H>
      <a:tcTxStyle b="off" i="off"/>
      <a:tcStyle>
        <a:tcBdr/>
      </a:tcStyle>
    </a:band2H>
    <a:band1V>
      <a:tcTxStyle b="off" i="off"/>
      <a:tcStyle>
        <a:tcBdr/>
        <a:fill>
          <a:solidFill>
            <a:srgbClr val="CED2E2"/>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B5A5B32E-2F8E-4EB1-B198-1ED1FC871F6B}" styleName="Table_2">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font" Target="fonts/font2.fntdata"/><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8.fntdata"/><Relationship Id="rId128" Type="http://schemas.openxmlformats.org/officeDocument/2006/relationships/font" Target="fonts/font13.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font" Target="fonts/font3.fntdata"/><Relationship Id="rId134" Type="http://schemas.openxmlformats.org/officeDocument/2006/relationships/font" Target="fonts/font19.fntdata"/><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9.fntdata"/><Relationship Id="rId129" Type="http://schemas.openxmlformats.org/officeDocument/2006/relationships/font" Target="fonts/font14.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font" Target="fonts/font4.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5.fntdata"/><Relationship Id="rId135" Type="http://customschemas.google.com/relationships/presentationmetadata" Target="meta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5.fntdata"/><Relationship Id="rId125" Type="http://schemas.openxmlformats.org/officeDocument/2006/relationships/font" Target="fonts/font10.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131" Type="http://schemas.openxmlformats.org/officeDocument/2006/relationships/font" Target="fonts/font16.fntdata"/><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6.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fntdata"/><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7.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074438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Ref : Thomas H Cormen </a:t>
            </a:r>
            <a:endParaRPr/>
          </a:p>
        </p:txBody>
      </p:sp>
      <p:sp>
        <p:nvSpPr>
          <p:cNvPr id="115" name="Google Shape;115;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1178819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20" name="Google Shape;12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2</a:t>
            </a:fld>
            <a:endParaRPr sz="1200">
              <a:solidFill>
                <a:schemeClr val="dk1"/>
              </a:solidFill>
              <a:latin typeface="Calibri"/>
              <a:ea typeface="Calibri"/>
              <a:cs typeface="Calibri"/>
              <a:sym typeface="Calibri"/>
            </a:endParaRPr>
          </a:p>
        </p:txBody>
      </p:sp>
      <p:sp>
        <p:nvSpPr>
          <p:cNvPr id="121" name="Google Shape;121;p10: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64823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32" name="Google Shape;13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3</a:t>
            </a:fld>
            <a:endParaRPr sz="1200">
              <a:solidFill>
                <a:schemeClr val="dk1"/>
              </a:solidFill>
              <a:latin typeface="Calibri"/>
              <a:ea typeface="Calibri"/>
              <a:cs typeface="Calibri"/>
              <a:sym typeface="Calibri"/>
            </a:endParaRPr>
          </a:p>
        </p:txBody>
      </p:sp>
      <p:sp>
        <p:nvSpPr>
          <p:cNvPr id="133" name="Google Shape;133;p1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6122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4" name="Google Shape;14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4</a:t>
            </a:fld>
            <a:endParaRPr sz="1200">
              <a:solidFill>
                <a:schemeClr val="dk1"/>
              </a:solidFill>
              <a:latin typeface="Calibri"/>
              <a:ea typeface="Calibri"/>
              <a:cs typeface="Calibri"/>
              <a:sym typeface="Calibri"/>
            </a:endParaRPr>
          </a:p>
        </p:txBody>
      </p:sp>
      <p:sp>
        <p:nvSpPr>
          <p:cNvPr id="145" name="Google Shape;145;p12: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42190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56" name="Google Shape;15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5</a:t>
            </a:fld>
            <a:endParaRPr sz="1200">
              <a:solidFill>
                <a:schemeClr val="dk1"/>
              </a:solidFill>
              <a:latin typeface="Calibri"/>
              <a:ea typeface="Calibri"/>
              <a:cs typeface="Calibri"/>
              <a:sym typeface="Calibri"/>
            </a:endParaRPr>
          </a:p>
        </p:txBody>
      </p:sp>
      <p:sp>
        <p:nvSpPr>
          <p:cNvPr id="157" name="Google Shape;157;p13: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73528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67" name="Google Shape;16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6487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7</a:t>
            </a:fld>
            <a:endParaRPr/>
          </a:p>
        </p:txBody>
      </p:sp>
      <p:sp>
        <p:nvSpPr>
          <p:cNvPr id="208" name="Google Shape;208;p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 name="Google Shape;209;p11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425902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1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6037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16: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253" name="Google Shape;253;p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6436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17: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263" name="Google Shape;263;p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0962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76" name="Google Shape;27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11</a:t>
            </a:fld>
            <a:endParaRPr sz="1200">
              <a:solidFill>
                <a:schemeClr val="dk1"/>
              </a:solidFill>
              <a:latin typeface="Calibri"/>
              <a:ea typeface="Calibri"/>
              <a:cs typeface="Calibri"/>
              <a:sym typeface="Calibri"/>
            </a:endParaRPr>
          </a:p>
        </p:txBody>
      </p:sp>
      <p:sp>
        <p:nvSpPr>
          <p:cNvPr id="277" name="Google Shape;277;p15: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11462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7: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7095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13</a:t>
            </a:fld>
            <a:endParaRPr/>
          </a:p>
        </p:txBody>
      </p:sp>
      <p:sp>
        <p:nvSpPr>
          <p:cNvPr id="306" name="Google Shape;30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7" name="Google Shape;307;p18: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745963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7" name="Google Shape;31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318" name="Google Shape;31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14</a:t>
            </a:fld>
            <a:endParaRPr sz="1200">
              <a:solidFill>
                <a:schemeClr val="dk1"/>
              </a:solidFill>
              <a:latin typeface="Calibri"/>
              <a:ea typeface="Calibri"/>
              <a:cs typeface="Calibri"/>
              <a:sym typeface="Calibri"/>
            </a:endParaRPr>
          </a:p>
        </p:txBody>
      </p:sp>
      <p:sp>
        <p:nvSpPr>
          <p:cNvPr id="319" name="Google Shape;319;p19: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551452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330" name="Google Shape;330;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15</a:t>
            </a:fld>
            <a:endParaRPr sz="1200">
              <a:solidFill>
                <a:schemeClr val="dk1"/>
              </a:solidFill>
              <a:latin typeface="Calibri"/>
              <a:ea typeface="Calibri"/>
              <a:cs typeface="Calibri"/>
              <a:sym typeface="Calibri"/>
            </a:endParaRPr>
          </a:p>
        </p:txBody>
      </p:sp>
      <p:sp>
        <p:nvSpPr>
          <p:cNvPr id="331" name="Google Shape;331;p20: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79030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341" name="Google Shape;34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8088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351" name="Google Shape;35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490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18</a:t>
            </a:fld>
            <a:endParaRPr/>
          </a:p>
        </p:txBody>
      </p:sp>
      <p:sp>
        <p:nvSpPr>
          <p:cNvPr id="361" name="Google Shape;36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2" name="Google Shape;362;p2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9610322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26: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432" name="Google Shape;43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15929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7: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442" name="Google Shape;44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715117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28: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452" name="Google Shape;45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697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29: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462" name="Google Shape;46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72423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0: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473" name="Google Shape;47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13829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3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484" name="Google Shape;48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09355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3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494" name="Google Shape;49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01344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33: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504" name="Google Shape;50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51360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3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514" name="Google Shape;51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59706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3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524" name="Google Shape;52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76978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36: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534" name="Google Shape;53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7836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30</a:t>
            </a:fld>
            <a:endParaRPr/>
          </a:p>
        </p:txBody>
      </p:sp>
      <p:sp>
        <p:nvSpPr>
          <p:cNvPr id="544" name="Google Shape;54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5" name="Google Shape;545;p37: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73773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38: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557" name="Google Shape;55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84873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32</a:t>
            </a:fld>
            <a:endParaRPr/>
          </a:p>
        </p:txBody>
      </p:sp>
      <p:sp>
        <p:nvSpPr>
          <p:cNvPr id="567" name="Google Shape;567;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8" name="Google Shape;568;p39: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9332034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00" name="Google Shape;600;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33</a:t>
            </a:fld>
            <a:endParaRPr sz="1200">
              <a:solidFill>
                <a:schemeClr val="dk1"/>
              </a:solidFill>
              <a:latin typeface="Calibri"/>
              <a:ea typeface="Calibri"/>
              <a:cs typeface="Calibri"/>
              <a:sym typeface="Calibri"/>
            </a:endParaRPr>
          </a:p>
        </p:txBody>
      </p:sp>
      <p:sp>
        <p:nvSpPr>
          <p:cNvPr id="601" name="Google Shape;601;p44: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987130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2" name="Google Shape;612;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613" name="Google Shape;613;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34</a:t>
            </a:fld>
            <a:endParaRPr sz="1200">
              <a:latin typeface="Calibri"/>
              <a:ea typeface="Calibri"/>
              <a:cs typeface="Calibri"/>
              <a:sym typeface="Calibri"/>
            </a:endParaRPr>
          </a:p>
        </p:txBody>
      </p:sp>
      <p:sp>
        <p:nvSpPr>
          <p:cNvPr id="614" name="Google Shape;614;p45: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a:solidFill>
                  <a:srgbClr val="000000"/>
                </a:solidFill>
              </a:rPr>
              <a:t>MIT-WPU</a:t>
            </a:r>
            <a:endParaRPr>
              <a:solidFill>
                <a:srgbClr val="000000"/>
              </a:solidFill>
            </a:endParaRPr>
          </a:p>
        </p:txBody>
      </p:sp>
    </p:spTree>
    <p:extLst>
      <p:ext uri="{BB962C8B-B14F-4D97-AF65-F5344CB8AC3E}">
        <p14:creationId xmlns:p14="http://schemas.microsoft.com/office/powerpoint/2010/main" val="22568666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46: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626" name="Google Shape;626;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3287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47: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636" name="Google Shape;636;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15226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48: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646" name="Google Shape;646;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73122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38</a:t>
            </a:fld>
            <a:endParaRPr/>
          </a:p>
        </p:txBody>
      </p:sp>
      <p:sp>
        <p:nvSpPr>
          <p:cNvPr id="656" name="Google Shape;656;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7" name="Google Shape;657;p49: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5579999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50: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688" name="Google Shape;688;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42605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5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698" name="Google Shape;69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30550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5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708" name="Google Shape;70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801088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53: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718" name="Google Shape;71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63174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118: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728" name="Google Shape;728;p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86379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5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738" name="Google Shape;738;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79964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5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765" name="Google Shape;765;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43042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119: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775" name="Google Shape;775;p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57118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58: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785" name="Google Shape;78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3377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57: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795" name="Google Shape;795;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50681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806" name="Google Shape;806;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49</a:t>
            </a:fld>
            <a:endParaRPr sz="1200">
              <a:solidFill>
                <a:schemeClr val="dk1"/>
              </a:solidFill>
              <a:latin typeface="Calibri"/>
              <a:ea typeface="Calibri"/>
              <a:cs typeface="Calibri"/>
              <a:sym typeface="Calibri"/>
            </a:endParaRPr>
          </a:p>
        </p:txBody>
      </p:sp>
      <p:sp>
        <p:nvSpPr>
          <p:cNvPr id="807" name="Google Shape;807;p59: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730337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819" name="Google Shape;819;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50</a:t>
            </a:fld>
            <a:endParaRPr sz="1200">
              <a:solidFill>
                <a:schemeClr val="dk1"/>
              </a:solidFill>
              <a:latin typeface="Calibri"/>
              <a:ea typeface="Calibri"/>
              <a:cs typeface="Calibri"/>
              <a:sym typeface="Calibri"/>
            </a:endParaRPr>
          </a:p>
        </p:txBody>
      </p:sp>
      <p:sp>
        <p:nvSpPr>
          <p:cNvPr id="820" name="Google Shape;820;p60: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552781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832" name="Google Shape;832;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51</a:t>
            </a:fld>
            <a:endParaRPr sz="1200">
              <a:solidFill>
                <a:schemeClr val="dk1"/>
              </a:solidFill>
              <a:latin typeface="Calibri"/>
              <a:ea typeface="Calibri"/>
              <a:cs typeface="Calibri"/>
              <a:sym typeface="Calibri"/>
            </a:endParaRPr>
          </a:p>
        </p:txBody>
      </p:sp>
      <p:sp>
        <p:nvSpPr>
          <p:cNvPr id="833" name="Google Shape;833;p6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220980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844" name="Google Shape;844;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52</a:t>
            </a:fld>
            <a:endParaRPr sz="1200">
              <a:solidFill>
                <a:schemeClr val="dk1"/>
              </a:solidFill>
              <a:latin typeface="Calibri"/>
              <a:ea typeface="Calibri"/>
              <a:cs typeface="Calibri"/>
              <a:sym typeface="Calibri"/>
            </a:endParaRPr>
          </a:p>
        </p:txBody>
      </p:sp>
      <p:sp>
        <p:nvSpPr>
          <p:cNvPr id="845" name="Google Shape;845;p62: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290293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857" name="Google Shape;857;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53</a:t>
            </a:fld>
            <a:endParaRPr sz="1200">
              <a:solidFill>
                <a:schemeClr val="dk1"/>
              </a:solidFill>
              <a:latin typeface="Calibri"/>
              <a:ea typeface="Calibri"/>
              <a:cs typeface="Calibri"/>
              <a:sym typeface="Calibri"/>
            </a:endParaRPr>
          </a:p>
        </p:txBody>
      </p:sp>
      <p:sp>
        <p:nvSpPr>
          <p:cNvPr id="858" name="Google Shape;858;p63: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01226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6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868" name="Google Shape;868;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1508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6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878" name="Google Shape;878;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64507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p66: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888" name="Google Shape;888;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59267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p67: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898" name="Google Shape;898;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89871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10" name="Google Shape;910;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58</a:t>
            </a:fld>
            <a:endParaRPr sz="1200">
              <a:solidFill>
                <a:schemeClr val="dk1"/>
              </a:solidFill>
              <a:latin typeface="Calibri"/>
              <a:ea typeface="Calibri"/>
              <a:cs typeface="Calibri"/>
              <a:sym typeface="Calibri"/>
            </a:endParaRPr>
          </a:p>
        </p:txBody>
      </p:sp>
      <p:sp>
        <p:nvSpPr>
          <p:cNvPr id="911" name="Google Shape;911;p68: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599627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p120: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921" name="Google Shape;921;p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10865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32" name="Google Shape;932;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60</a:t>
            </a:fld>
            <a:endParaRPr sz="1200">
              <a:solidFill>
                <a:schemeClr val="dk1"/>
              </a:solidFill>
              <a:latin typeface="Calibri"/>
              <a:ea typeface="Calibri"/>
              <a:cs typeface="Calibri"/>
              <a:sym typeface="Calibri"/>
            </a:endParaRPr>
          </a:p>
        </p:txBody>
      </p:sp>
      <p:sp>
        <p:nvSpPr>
          <p:cNvPr id="933" name="Google Shape;933;p69: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0576119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70: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943" name="Google Shape;943;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28299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p7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953" name="Google Shape;953;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03272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p7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963" name="Google Shape;963;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359279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p1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64</a:t>
            </a:fld>
            <a:endParaRPr/>
          </a:p>
        </p:txBody>
      </p:sp>
      <p:sp>
        <p:nvSpPr>
          <p:cNvPr id="973" name="Google Shape;973;p121:notes"/>
          <p:cNvSpPr>
            <a:spLocks noGrp="1" noRot="1" noChangeAspect="1"/>
          </p:cNvSpPr>
          <p:nvPr>
            <p:ph type="sldImg" idx="2"/>
          </p:nvPr>
        </p:nvSpPr>
        <p:spPr>
          <a:xfrm>
            <a:off x="441325" y="681038"/>
            <a:ext cx="6051550" cy="34051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4" name="Google Shape;974;p121:notes"/>
          <p:cNvSpPr txBox="1">
            <a:spLocks noGrp="1"/>
          </p:cNvSpPr>
          <p:nvPr>
            <p:ph type="body" idx="1"/>
          </p:nvPr>
        </p:nvSpPr>
        <p:spPr>
          <a:xfrm>
            <a:off x="922338" y="4313238"/>
            <a:ext cx="5089500" cy="40863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a:t>You can see that this works pretty well for an empty table and gets worse as the table fills up.</a:t>
            </a:r>
            <a:endParaRPr/>
          </a:p>
          <a:p>
            <a:pPr marL="457200" marR="0" lvl="0" indent="-228600" algn="l" rtl="0">
              <a:lnSpc>
                <a:spcPct val="100000"/>
              </a:lnSpc>
              <a:spcBef>
                <a:spcPts val="0"/>
              </a:spcBef>
              <a:spcAft>
                <a:spcPts val="0"/>
              </a:spcAft>
              <a:buClr>
                <a:srgbClr val="000000"/>
              </a:buClr>
              <a:buSzPts val="1400"/>
              <a:buFont typeface="Arial"/>
              <a:buNone/>
            </a:pPr>
            <a:endParaRPr/>
          </a:p>
          <a:p>
            <a:pPr marL="457200" marR="0" lvl="0" indent="-228600" algn="l" rtl="0">
              <a:lnSpc>
                <a:spcPct val="100000"/>
              </a:lnSpc>
              <a:spcBef>
                <a:spcPts val="0"/>
              </a:spcBef>
              <a:spcAft>
                <a:spcPts val="0"/>
              </a:spcAft>
              <a:buClr>
                <a:srgbClr val="000000"/>
              </a:buClr>
              <a:buSzPts val="1400"/>
              <a:buFont typeface="Arial"/>
              <a:buNone/>
            </a:pPr>
            <a:r>
              <a:rPr lang="en-US"/>
              <a:t>There’s another problem here. If a bunch of elements hash to the same spot, they mess each other up.</a:t>
            </a:r>
            <a:endParaRPr/>
          </a:p>
          <a:p>
            <a:pPr marL="457200" marR="0" lvl="0" indent="-228600" algn="l" rtl="0">
              <a:lnSpc>
                <a:spcPct val="100000"/>
              </a:lnSpc>
              <a:spcBef>
                <a:spcPts val="0"/>
              </a:spcBef>
              <a:spcAft>
                <a:spcPts val="0"/>
              </a:spcAft>
              <a:buClr>
                <a:srgbClr val="000000"/>
              </a:buClr>
              <a:buSzPts val="1400"/>
              <a:buFont typeface="Arial"/>
              <a:buNone/>
            </a:pPr>
            <a:endParaRPr/>
          </a:p>
          <a:p>
            <a:pPr marL="457200" marR="0" lvl="0" indent="-228600" algn="l" rtl="0">
              <a:lnSpc>
                <a:spcPct val="100000"/>
              </a:lnSpc>
              <a:spcBef>
                <a:spcPts val="0"/>
              </a:spcBef>
              <a:spcAft>
                <a:spcPts val="0"/>
              </a:spcAft>
              <a:buClr>
                <a:srgbClr val="000000"/>
              </a:buClr>
              <a:buSzPts val="1400"/>
              <a:buFont typeface="Arial"/>
              <a:buNone/>
            </a:pPr>
            <a:r>
              <a:rPr lang="en-US"/>
              <a:t>But, worse, if a bunch of elements hash to the same </a:t>
            </a:r>
            <a:r>
              <a:rPr lang="en-US" i="1"/>
              <a:t>area</a:t>
            </a:r>
            <a:r>
              <a:rPr lang="en-US"/>
              <a:t> of the table, they mess each other up! (Even though the hash function isn’t producing lots of collisions!)</a:t>
            </a:r>
            <a:endParaRPr/>
          </a:p>
          <a:p>
            <a:pPr marL="457200" marR="0" lvl="0" indent="-228600" algn="l" rtl="0">
              <a:lnSpc>
                <a:spcPct val="100000"/>
              </a:lnSpc>
              <a:spcBef>
                <a:spcPts val="0"/>
              </a:spcBef>
              <a:spcAft>
                <a:spcPts val="0"/>
              </a:spcAft>
              <a:buClr>
                <a:srgbClr val="000000"/>
              </a:buClr>
              <a:buSzPts val="1400"/>
              <a:buFont typeface="Arial"/>
              <a:buNone/>
            </a:pPr>
            <a:endParaRPr/>
          </a:p>
          <a:p>
            <a:pPr marL="457200" marR="0" lvl="0" indent="-228600" algn="l" rtl="0">
              <a:lnSpc>
                <a:spcPct val="100000"/>
              </a:lnSpc>
              <a:spcBef>
                <a:spcPts val="0"/>
              </a:spcBef>
              <a:spcAft>
                <a:spcPts val="0"/>
              </a:spcAft>
              <a:buClr>
                <a:srgbClr val="000000"/>
              </a:buClr>
              <a:buSzPts val="1400"/>
              <a:buFont typeface="Arial"/>
              <a:buNone/>
            </a:pPr>
            <a:r>
              <a:rPr lang="en-US"/>
              <a:t>This phenomenon is called primary clustering.</a:t>
            </a:r>
            <a:endParaRPr/>
          </a:p>
        </p:txBody>
      </p:sp>
    </p:spTree>
    <p:extLst>
      <p:ext uri="{BB962C8B-B14F-4D97-AF65-F5344CB8AC3E}">
        <p14:creationId xmlns:p14="http://schemas.microsoft.com/office/powerpoint/2010/main" val="4355752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p123: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p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02739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p73: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18648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p7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9636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p7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098" name="Google Shape;1098;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197556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p76: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123" name="Google Shape;1123;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944143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p77: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133" name="Google Shape;1133;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516869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78: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156" name="Google Shape;1156;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366451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p8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166" name="Google Shape;1166;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73533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p83: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176" name="Google Shape;1176;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833940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p8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186" name="Google Shape;1186;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52742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p8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196" name="Google Shape;1196;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946326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p:cNvGrpSpPr/>
        <p:nvPr/>
      </p:nvGrpSpPr>
      <p:grpSpPr>
        <a:xfrm>
          <a:off x="0" y="0"/>
          <a:ext cx="0" cy="0"/>
          <a:chOff x="0" y="0"/>
          <a:chExt cx="0" cy="0"/>
        </a:xfrm>
      </p:grpSpPr>
      <p:sp>
        <p:nvSpPr>
          <p:cNvPr id="1255" name="Google Shape;1255;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6" name="Google Shape;1256;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257" name="Google Shape;1257;p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76</a:t>
            </a:fld>
            <a:endParaRPr sz="1200">
              <a:solidFill>
                <a:schemeClr val="dk1"/>
              </a:solidFill>
              <a:latin typeface="Calibri"/>
              <a:ea typeface="Calibri"/>
              <a:cs typeface="Calibri"/>
              <a:sym typeface="Calibri"/>
            </a:endParaRPr>
          </a:p>
        </p:txBody>
      </p:sp>
      <p:sp>
        <p:nvSpPr>
          <p:cNvPr id="1258" name="Google Shape;1258;p86: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6235084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6" name="Google Shape;1286;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287" name="Google Shape;1287;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77</a:t>
            </a:fld>
            <a:endParaRPr sz="1200">
              <a:solidFill>
                <a:schemeClr val="dk1"/>
              </a:solidFill>
              <a:latin typeface="Calibri"/>
              <a:ea typeface="Calibri"/>
              <a:cs typeface="Calibri"/>
              <a:sym typeface="Calibri"/>
            </a:endParaRPr>
          </a:p>
        </p:txBody>
      </p:sp>
      <p:sp>
        <p:nvSpPr>
          <p:cNvPr id="1288" name="Google Shape;1288;p87: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7093662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9" name="Google Shape;1299;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300" name="Google Shape;1300;p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78</a:t>
            </a:fld>
            <a:endParaRPr sz="1200">
              <a:solidFill>
                <a:schemeClr val="dk1"/>
              </a:solidFill>
              <a:latin typeface="Calibri"/>
              <a:ea typeface="Calibri"/>
              <a:cs typeface="Calibri"/>
              <a:sym typeface="Calibri"/>
            </a:endParaRPr>
          </a:p>
        </p:txBody>
      </p:sp>
      <p:sp>
        <p:nvSpPr>
          <p:cNvPr id="1301" name="Google Shape;1301;p88: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879106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1"/>
        <p:cNvGrpSpPr/>
        <p:nvPr/>
      </p:nvGrpSpPr>
      <p:grpSpPr>
        <a:xfrm>
          <a:off x="0" y="0"/>
          <a:ext cx="0" cy="0"/>
          <a:chOff x="0" y="0"/>
          <a:chExt cx="0" cy="0"/>
        </a:xfrm>
      </p:grpSpPr>
      <p:sp>
        <p:nvSpPr>
          <p:cNvPr id="1312" name="Google Shape;1312;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3" name="Google Shape;1313;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314" name="Google Shape;1314;p8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79</a:t>
            </a:fld>
            <a:endParaRPr sz="1200">
              <a:solidFill>
                <a:schemeClr val="dk1"/>
              </a:solidFill>
              <a:latin typeface="Calibri"/>
              <a:ea typeface="Calibri"/>
              <a:cs typeface="Calibri"/>
              <a:sym typeface="Calibri"/>
            </a:endParaRPr>
          </a:p>
        </p:txBody>
      </p:sp>
      <p:sp>
        <p:nvSpPr>
          <p:cNvPr id="1315" name="Google Shape;1315;p89: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5937836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4"/>
        <p:cNvGrpSpPr/>
        <p:nvPr/>
      </p:nvGrpSpPr>
      <p:grpSpPr>
        <a:xfrm>
          <a:off x="0" y="0"/>
          <a:ext cx="0" cy="0"/>
          <a:chOff x="0" y="0"/>
          <a:chExt cx="0" cy="0"/>
        </a:xfrm>
      </p:grpSpPr>
      <p:sp>
        <p:nvSpPr>
          <p:cNvPr id="1325" name="Google Shape;1325;p90: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326" name="Google Shape;1326;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583123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4"/>
        <p:cNvGrpSpPr/>
        <p:nvPr/>
      </p:nvGrpSpPr>
      <p:grpSpPr>
        <a:xfrm>
          <a:off x="0" y="0"/>
          <a:ext cx="0" cy="0"/>
          <a:chOff x="0" y="0"/>
          <a:chExt cx="0" cy="0"/>
        </a:xfrm>
      </p:grpSpPr>
      <p:sp>
        <p:nvSpPr>
          <p:cNvPr id="1335" name="Google Shape;1335;g2c03d1c3ce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336" name="Google Shape;1336;g2c03d1c3ce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61026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5"/>
        <p:cNvGrpSpPr/>
        <p:nvPr/>
      </p:nvGrpSpPr>
      <p:grpSpPr>
        <a:xfrm>
          <a:off x="0" y="0"/>
          <a:ext cx="0" cy="0"/>
          <a:chOff x="0" y="0"/>
          <a:chExt cx="0" cy="0"/>
        </a:xfrm>
      </p:grpSpPr>
      <p:sp>
        <p:nvSpPr>
          <p:cNvPr id="1346" name="Google Shape;1346;g2c03d1c3ce9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347" name="Google Shape;1347;g2c03d1c3ce9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981791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2c03d1c3ce9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357" name="Google Shape;1357;g2c03d1c3ce9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2255511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5"/>
        <p:cNvGrpSpPr/>
        <p:nvPr/>
      </p:nvGrpSpPr>
      <p:grpSpPr>
        <a:xfrm>
          <a:off x="0" y="0"/>
          <a:ext cx="0" cy="0"/>
          <a:chOff x="0" y="0"/>
          <a:chExt cx="0" cy="0"/>
        </a:xfrm>
      </p:grpSpPr>
      <p:sp>
        <p:nvSpPr>
          <p:cNvPr id="1366" name="Google Shape;1366;g2c03d1c3ce9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367" name="Google Shape;1367;g2c03d1c3ce9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986262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5"/>
        <p:cNvGrpSpPr/>
        <p:nvPr/>
      </p:nvGrpSpPr>
      <p:grpSpPr>
        <a:xfrm>
          <a:off x="0" y="0"/>
          <a:ext cx="0" cy="0"/>
          <a:chOff x="0" y="0"/>
          <a:chExt cx="0" cy="0"/>
        </a:xfrm>
      </p:grpSpPr>
      <p:sp>
        <p:nvSpPr>
          <p:cNvPr id="1376" name="Google Shape;1376;g2c03d1c3ce9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377" name="Google Shape;1377;g2c03d1c3ce9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182618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7"/>
        <p:cNvGrpSpPr/>
        <p:nvPr/>
      </p:nvGrpSpPr>
      <p:grpSpPr>
        <a:xfrm>
          <a:off x="0" y="0"/>
          <a:ext cx="0" cy="0"/>
          <a:chOff x="0" y="0"/>
          <a:chExt cx="0" cy="0"/>
        </a:xfrm>
      </p:grpSpPr>
      <p:sp>
        <p:nvSpPr>
          <p:cNvPr id="1388" name="Google Shape;1388;g2c03d1c3ce9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389" name="Google Shape;1389;g2c03d1c3ce9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003059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8"/>
        <p:cNvGrpSpPr/>
        <p:nvPr/>
      </p:nvGrpSpPr>
      <p:grpSpPr>
        <a:xfrm>
          <a:off x="0" y="0"/>
          <a:ext cx="0" cy="0"/>
          <a:chOff x="0" y="0"/>
          <a:chExt cx="0" cy="0"/>
        </a:xfrm>
      </p:grpSpPr>
      <p:sp>
        <p:nvSpPr>
          <p:cNvPr id="1399" name="Google Shape;1399;g2c03d1c3ce9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400" name="Google Shape;1400;g2c03d1c3ce9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897171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9"/>
        <p:cNvGrpSpPr/>
        <p:nvPr/>
      </p:nvGrpSpPr>
      <p:grpSpPr>
        <a:xfrm>
          <a:off x="0" y="0"/>
          <a:ext cx="0" cy="0"/>
          <a:chOff x="0" y="0"/>
          <a:chExt cx="0" cy="0"/>
        </a:xfrm>
      </p:grpSpPr>
      <p:sp>
        <p:nvSpPr>
          <p:cNvPr id="1410" name="Google Shape;1410;g2c03d1c3ce9_0_8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411" name="Google Shape;1411;g2c03d1c3ce9_0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5860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0"/>
        <p:cNvGrpSpPr/>
        <p:nvPr/>
      </p:nvGrpSpPr>
      <p:grpSpPr>
        <a:xfrm>
          <a:off x="0" y="0"/>
          <a:ext cx="0" cy="0"/>
          <a:chOff x="0" y="0"/>
          <a:chExt cx="0" cy="0"/>
        </a:xfrm>
      </p:grpSpPr>
      <p:sp>
        <p:nvSpPr>
          <p:cNvPr id="1421" name="Google Shape;1421;g2c03d1c3ce9_0_105: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422" name="Google Shape;1422;g2c03d1c3ce9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64450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1"/>
        <p:cNvGrpSpPr/>
        <p:nvPr/>
      </p:nvGrpSpPr>
      <p:grpSpPr>
        <a:xfrm>
          <a:off x="0" y="0"/>
          <a:ext cx="0" cy="0"/>
          <a:chOff x="0" y="0"/>
          <a:chExt cx="0" cy="0"/>
        </a:xfrm>
      </p:grpSpPr>
      <p:sp>
        <p:nvSpPr>
          <p:cNvPr id="1432" name="Google Shape;1432;g2c03d1c3ce9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433" name="Google Shape;1433;g2c03d1c3ce9_0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5521964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2"/>
        <p:cNvGrpSpPr/>
        <p:nvPr/>
      </p:nvGrpSpPr>
      <p:grpSpPr>
        <a:xfrm>
          <a:off x="0" y="0"/>
          <a:ext cx="0" cy="0"/>
          <a:chOff x="0" y="0"/>
          <a:chExt cx="0" cy="0"/>
        </a:xfrm>
      </p:grpSpPr>
      <p:sp>
        <p:nvSpPr>
          <p:cNvPr id="1443" name="Google Shape;1443;g2c03d1c3ce9_0_131: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444" name="Google Shape;1444;g2c03d1c3ce9_0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829513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2c03d1c3ce9_0_14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455" name="Google Shape;1455;g2c03d1c3ce9_0_1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67497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4"/>
        <p:cNvGrpSpPr/>
        <p:nvPr/>
      </p:nvGrpSpPr>
      <p:grpSpPr>
        <a:xfrm>
          <a:off x="0" y="0"/>
          <a:ext cx="0" cy="0"/>
          <a:chOff x="0" y="0"/>
          <a:chExt cx="0" cy="0"/>
        </a:xfrm>
      </p:grpSpPr>
      <p:sp>
        <p:nvSpPr>
          <p:cNvPr id="1465" name="Google Shape;1465;p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6" name="Google Shape;146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091244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1"/>
        <p:cNvGrpSpPr/>
        <p:nvPr/>
      </p:nvGrpSpPr>
      <p:grpSpPr>
        <a:xfrm>
          <a:off x="0" y="0"/>
          <a:ext cx="0" cy="0"/>
          <a:chOff x="0" y="0"/>
          <a:chExt cx="0" cy="0"/>
        </a:xfrm>
      </p:grpSpPr>
      <p:sp>
        <p:nvSpPr>
          <p:cNvPr id="1472" name="Google Shape;1472;p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3" name="Google Shape;14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576890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8"/>
        <p:cNvGrpSpPr/>
        <p:nvPr/>
      </p:nvGrpSpPr>
      <p:grpSpPr>
        <a:xfrm>
          <a:off x="0" y="0"/>
          <a:ext cx="0" cy="0"/>
          <a:chOff x="0" y="0"/>
          <a:chExt cx="0" cy="0"/>
        </a:xfrm>
      </p:grpSpPr>
      <p:sp>
        <p:nvSpPr>
          <p:cNvPr id="1499" name="Google Shape;1499;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0" name="Google Shape;15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121958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8" name="Google Shape;152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497625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1"/>
        <p:cNvGrpSpPr/>
        <p:nvPr/>
      </p:nvGrpSpPr>
      <p:grpSpPr>
        <a:xfrm>
          <a:off x="0" y="0"/>
          <a:ext cx="0" cy="0"/>
          <a:chOff x="0" y="0"/>
          <a:chExt cx="0" cy="0"/>
        </a:xfrm>
      </p:grpSpPr>
      <p:sp>
        <p:nvSpPr>
          <p:cNvPr id="1552" name="Google Shape;1552;p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3" name="Google Shape;155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501421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p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8" name="Google Shape;157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19987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9"/>
        <p:cNvGrpSpPr/>
        <p:nvPr/>
      </p:nvGrpSpPr>
      <p:grpSpPr>
        <a:xfrm>
          <a:off x="0" y="0"/>
          <a:ext cx="0" cy="0"/>
          <a:chOff x="0" y="0"/>
          <a:chExt cx="0" cy="0"/>
        </a:xfrm>
      </p:grpSpPr>
      <p:sp>
        <p:nvSpPr>
          <p:cNvPr id="1590" name="Google Shape;1590;p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1" name="Google Shape;15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473065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1"/>
        <p:cNvGrpSpPr/>
        <p:nvPr/>
      </p:nvGrpSpPr>
      <p:grpSpPr>
        <a:xfrm>
          <a:off x="0" y="0"/>
          <a:ext cx="0" cy="0"/>
          <a:chOff x="0" y="0"/>
          <a:chExt cx="0" cy="0"/>
        </a:xfrm>
      </p:grpSpPr>
      <p:sp>
        <p:nvSpPr>
          <p:cNvPr id="1622" name="Google Shape;1622;p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3" name="Google Shape;162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924841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3"/>
        <p:cNvGrpSpPr/>
        <p:nvPr/>
      </p:nvGrpSpPr>
      <p:grpSpPr>
        <a:xfrm>
          <a:off x="0" y="0"/>
          <a:ext cx="0" cy="0"/>
          <a:chOff x="0" y="0"/>
          <a:chExt cx="0" cy="0"/>
        </a:xfrm>
      </p:grpSpPr>
      <p:sp>
        <p:nvSpPr>
          <p:cNvPr id="1634" name="Google Shape;1634;p9: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5" name="Google Shape;163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540584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1"/>
        <p:cNvGrpSpPr/>
        <p:nvPr/>
      </p:nvGrpSpPr>
      <p:grpSpPr>
        <a:xfrm>
          <a:off x="0" y="0"/>
          <a:ext cx="0" cy="0"/>
          <a:chOff x="0" y="0"/>
          <a:chExt cx="0" cy="0"/>
        </a:xfrm>
      </p:grpSpPr>
      <p:sp>
        <p:nvSpPr>
          <p:cNvPr id="1652" name="Google Shape;1652;p1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3" name="Google Shape;165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901833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4"/>
        <p:cNvGrpSpPr/>
        <p:nvPr/>
      </p:nvGrpSpPr>
      <p:grpSpPr>
        <a:xfrm>
          <a:off x="0" y="0"/>
          <a:ext cx="0" cy="0"/>
          <a:chOff x="0" y="0"/>
          <a:chExt cx="0" cy="0"/>
        </a:xfrm>
      </p:grpSpPr>
      <p:sp>
        <p:nvSpPr>
          <p:cNvPr id="1675" name="Google Shape;1675;p2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6" name="Google Shape;167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316275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7"/>
        <p:cNvGrpSpPr/>
        <p:nvPr/>
      </p:nvGrpSpPr>
      <p:grpSpPr>
        <a:xfrm>
          <a:off x="0" y="0"/>
          <a:ext cx="0" cy="0"/>
          <a:chOff x="0" y="0"/>
          <a:chExt cx="0" cy="0"/>
        </a:xfrm>
      </p:grpSpPr>
      <p:sp>
        <p:nvSpPr>
          <p:cNvPr id="1698" name="Google Shape;1698;p2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9" name="Google Shape;169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899766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0"/>
        <p:cNvGrpSpPr/>
        <p:nvPr/>
      </p:nvGrpSpPr>
      <p:grpSpPr>
        <a:xfrm>
          <a:off x="0" y="0"/>
          <a:ext cx="0" cy="0"/>
          <a:chOff x="0" y="0"/>
          <a:chExt cx="0" cy="0"/>
        </a:xfrm>
      </p:grpSpPr>
      <p:sp>
        <p:nvSpPr>
          <p:cNvPr id="1731" name="Google Shape;1731;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2" name="Google Shape;1732;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33" name="Google Shape;1733;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105</a:t>
            </a:fld>
            <a:endParaRPr sz="1200">
              <a:solidFill>
                <a:schemeClr val="dk1"/>
              </a:solidFill>
              <a:latin typeface="Calibri"/>
              <a:ea typeface="Calibri"/>
              <a:cs typeface="Calibri"/>
              <a:sym typeface="Calibri"/>
            </a:endParaRPr>
          </a:p>
        </p:txBody>
      </p:sp>
      <p:sp>
        <p:nvSpPr>
          <p:cNvPr id="1734" name="Google Shape;1734;p9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2209905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2"/>
        <p:cNvGrpSpPr/>
        <p:nvPr/>
      </p:nvGrpSpPr>
      <p:grpSpPr>
        <a:xfrm>
          <a:off x="0" y="0"/>
          <a:ext cx="0" cy="0"/>
          <a:chOff x="0" y="0"/>
          <a:chExt cx="0" cy="0"/>
        </a:xfrm>
      </p:grpSpPr>
      <p:sp>
        <p:nvSpPr>
          <p:cNvPr id="1743" name="Google Shape;1743;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4" name="Google Shape;1744;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45" name="Google Shape;1745;p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106</a:t>
            </a:fld>
            <a:endParaRPr sz="1200">
              <a:solidFill>
                <a:schemeClr val="dk1"/>
              </a:solidFill>
              <a:latin typeface="Calibri"/>
              <a:ea typeface="Calibri"/>
              <a:cs typeface="Calibri"/>
              <a:sym typeface="Calibri"/>
            </a:endParaRPr>
          </a:p>
        </p:txBody>
      </p:sp>
      <p:sp>
        <p:nvSpPr>
          <p:cNvPr id="1746" name="Google Shape;1746;p92: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7343087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7" name="Google Shape;1757;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58" name="Google Shape;1758;p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107</a:t>
            </a:fld>
            <a:endParaRPr sz="1200">
              <a:solidFill>
                <a:schemeClr val="dk1"/>
              </a:solidFill>
              <a:latin typeface="Calibri"/>
              <a:ea typeface="Calibri"/>
              <a:cs typeface="Calibri"/>
              <a:sym typeface="Calibri"/>
            </a:endParaRPr>
          </a:p>
        </p:txBody>
      </p:sp>
      <p:sp>
        <p:nvSpPr>
          <p:cNvPr id="1759" name="Google Shape;1759;p93: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543381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9" name="Google Shape;1769;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70" name="Google Shape;1770;p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108</a:t>
            </a:fld>
            <a:endParaRPr sz="1200">
              <a:solidFill>
                <a:schemeClr val="dk1"/>
              </a:solidFill>
              <a:latin typeface="Calibri"/>
              <a:ea typeface="Calibri"/>
              <a:cs typeface="Calibri"/>
              <a:sym typeface="Calibri"/>
            </a:endParaRPr>
          </a:p>
        </p:txBody>
      </p:sp>
      <p:sp>
        <p:nvSpPr>
          <p:cNvPr id="1771" name="Google Shape;1771;p94: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2648561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2" name="Google Shape;1782;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83" name="Google Shape;1783;p9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109</a:t>
            </a:fld>
            <a:endParaRPr sz="1200">
              <a:solidFill>
                <a:schemeClr val="dk1"/>
              </a:solidFill>
              <a:latin typeface="Calibri"/>
              <a:ea typeface="Calibri"/>
              <a:cs typeface="Calibri"/>
              <a:sym typeface="Calibri"/>
            </a:endParaRPr>
          </a:p>
        </p:txBody>
      </p:sp>
      <p:sp>
        <p:nvSpPr>
          <p:cNvPr id="1784" name="Google Shape;1784;p95: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5835682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2"/>
        <p:cNvGrpSpPr/>
        <p:nvPr/>
      </p:nvGrpSpPr>
      <p:grpSpPr>
        <a:xfrm>
          <a:off x="0" y="0"/>
          <a:ext cx="0" cy="0"/>
          <a:chOff x="0" y="0"/>
          <a:chExt cx="0" cy="0"/>
        </a:xfrm>
      </p:grpSpPr>
      <p:sp>
        <p:nvSpPr>
          <p:cNvPr id="1793" name="Google Shape;1793;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4" name="Google Shape;1794;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95" name="Google Shape;1795;p9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110</a:t>
            </a:fld>
            <a:endParaRPr sz="1200">
              <a:solidFill>
                <a:schemeClr val="dk1"/>
              </a:solidFill>
              <a:latin typeface="Calibri"/>
              <a:ea typeface="Calibri"/>
              <a:cs typeface="Calibri"/>
              <a:sym typeface="Calibri"/>
            </a:endParaRPr>
          </a:p>
        </p:txBody>
      </p:sp>
      <p:sp>
        <p:nvSpPr>
          <p:cNvPr id="1796" name="Google Shape;1796;p96: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57971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4"/>
        <p:cNvGrpSpPr/>
        <p:nvPr/>
      </p:nvGrpSpPr>
      <p:grpSpPr>
        <a:xfrm>
          <a:off x="0" y="0"/>
          <a:ext cx="0" cy="0"/>
          <a:chOff x="0" y="0"/>
          <a:chExt cx="0" cy="0"/>
        </a:xfrm>
      </p:grpSpPr>
      <p:sp>
        <p:nvSpPr>
          <p:cNvPr id="1805" name="Google Shape;1805;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6" name="Google Shape;1806;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807" name="Google Shape;1807;p9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111</a:t>
            </a:fld>
            <a:endParaRPr sz="1200">
              <a:solidFill>
                <a:schemeClr val="dk1"/>
              </a:solidFill>
              <a:latin typeface="Calibri"/>
              <a:ea typeface="Calibri"/>
              <a:cs typeface="Calibri"/>
              <a:sym typeface="Calibri"/>
            </a:endParaRPr>
          </a:p>
        </p:txBody>
      </p:sp>
      <p:sp>
        <p:nvSpPr>
          <p:cNvPr id="1808" name="Google Shape;1808;p97: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9143284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6"/>
        <p:cNvGrpSpPr/>
        <p:nvPr/>
      </p:nvGrpSpPr>
      <p:grpSpPr>
        <a:xfrm>
          <a:off x="0" y="0"/>
          <a:ext cx="0" cy="0"/>
          <a:chOff x="0" y="0"/>
          <a:chExt cx="0" cy="0"/>
        </a:xfrm>
      </p:grpSpPr>
      <p:sp>
        <p:nvSpPr>
          <p:cNvPr id="1817" name="Google Shape;1817;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8" name="Google Shape;1818;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819" name="Google Shape;1819;p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112</a:t>
            </a:fld>
            <a:endParaRPr sz="1200">
              <a:solidFill>
                <a:schemeClr val="dk1"/>
              </a:solidFill>
              <a:latin typeface="Calibri"/>
              <a:ea typeface="Calibri"/>
              <a:cs typeface="Calibri"/>
              <a:sym typeface="Calibri"/>
            </a:endParaRPr>
          </a:p>
        </p:txBody>
      </p:sp>
      <p:sp>
        <p:nvSpPr>
          <p:cNvPr id="1820" name="Google Shape;1820;p98: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0331465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0"/>
        <p:cNvGrpSpPr/>
        <p:nvPr/>
      </p:nvGrpSpPr>
      <p:grpSpPr>
        <a:xfrm>
          <a:off x="0" y="0"/>
          <a:ext cx="0" cy="0"/>
          <a:chOff x="0" y="0"/>
          <a:chExt cx="0" cy="0"/>
        </a:xfrm>
      </p:grpSpPr>
      <p:sp>
        <p:nvSpPr>
          <p:cNvPr id="1831" name="Google Shape;1831;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2" name="Google Shape;1832;p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833" name="Google Shape;1833;p9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113</a:t>
            </a:fld>
            <a:endParaRPr sz="1200">
              <a:solidFill>
                <a:schemeClr val="dk1"/>
              </a:solidFill>
              <a:latin typeface="Calibri"/>
              <a:ea typeface="Calibri"/>
              <a:cs typeface="Calibri"/>
              <a:sym typeface="Calibri"/>
            </a:endParaRPr>
          </a:p>
        </p:txBody>
      </p:sp>
      <p:sp>
        <p:nvSpPr>
          <p:cNvPr id="1834" name="Google Shape;1834;p99: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MIT-WPU</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6194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102"/>
          <p:cNvSpPr txBox="1">
            <a:spLocks noGrp="1"/>
          </p:cNvSpPr>
          <p:nvPr>
            <p:ph type="title"/>
          </p:nvPr>
        </p:nvSpPr>
        <p:spPr>
          <a:xfrm>
            <a:off x="1097280" y="286603"/>
            <a:ext cx="10058400" cy="1450757"/>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0" name="Google Shape;20;p102"/>
          <p:cNvSpPr txBox="1">
            <a:spLocks noGrp="1"/>
          </p:cNvSpPr>
          <p:nvPr>
            <p:ph type="body" idx="1"/>
          </p:nvPr>
        </p:nvSpPr>
        <p:spPr>
          <a:xfrm>
            <a:off x="1097280" y="1845734"/>
            <a:ext cx="10058400" cy="4023360"/>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21" name="Google Shape;21;p102"/>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7624D9E3-3E69-414F-B76B-83A00FBC2C77}" type="datetime1">
              <a:rPr lang="en-US" smtClean="0"/>
              <a:t>3/3/2025</a:t>
            </a:fld>
            <a:endParaRPr/>
          </a:p>
        </p:txBody>
      </p:sp>
      <p:sp>
        <p:nvSpPr>
          <p:cNvPr id="22" name="Google Shape;22;p102"/>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23" name="Google Shape;23;p10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103"/>
          <p:cNvSpPr txBox="1">
            <a:spLocks noGrp="1"/>
          </p:cNvSpPr>
          <p:nvPr>
            <p:ph type="title"/>
          </p:nvPr>
        </p:nvSpPr>
        <p:spPr>
          <a:xfrm>
            <a:off x="1097280" y="286603"/>
            <a:ext cx="10058400" cy="1450757"/>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6" name="Google Shape;26;p103"/>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F0BD7543-01CA-45E7-A521-95F6850AC6E8}" type="datetime1">
              <a:rPr lang="en-US" smtClean="0"/>
              <a:t>3/3/2025</a:t>
            </a:fld>
            <a:endParaRPr/>
          </a:p>
        </p:txBody>
      </p:sp>
      <p:sp>
        <p:nvSpPr>
          <p:cNvPr id="27" name="Google Shape;27;p103"/>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28" name="Google Shape;28;p10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29"/>
        <p:cNvGrpSpPr/>
        <p:nvPr/>
      </p:nvGrpSpPr>
      <p:grpSpPr>
        <a:xfrm>
          <a:off x="0" y="0"/>
          <a:ext cx="0" cy="0"/>
          <a:chOff x="0" y="0"/>
          <a:chExt cx="0" cy="0"/>
        </a:xfrm>
      </p:grpSpPr>
      <p:sp>
        <p:nvSpPr>
          <p:cNvPr id="30" name="Google Shape;30;p136"/>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136"/>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136"/>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52FAF73A-EC77-4D17-9AAA-235A65A493A9}" type="datetime1">
              <a:rPr lang="en-US" smtClean="0"/>
              <a:t>3/3/2025</a:t>
            </a:fld>
            <a:endParaRPr/>
          </a:p>
        </p:txBody>
      </p:sp>
      <p:sp>
        <p:nvSpPr>
          <p:cNvPr id="33" name="Google Shape;33;p136"/>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34" name="Google Shape;34;p13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35"/>
        <p:cNvGrpSpPr/>
        <p:nvPr/>
      </p:nvGrpSpPr>
      <p:grpSpPr>
        <a:xfrm>
          <a:off x="0" y="0"/>
          <a:ext cx="0" cy="0"/>
          <a:chOff x="0" y="0"/>
          <a:chExt cx="0" cy="0"/>
        </a:xfrm>
      </p:grpSpPr>
      <p:sp>
        <p:nvSpPr>
          <p:cNvPr id="36" name="Google Shape;36;p104"/>
          <p:cNvSpPr txBox="1">
            <a:spLocks noGrp="1"/>
          </p:cNvSpPr>
          <p:nvPr>
            <p:ph type="title"/>
          </p:nvPr>
        </p:nvSpPr>
        <p:spPr>
          <a:xfrm>
            <a:off x="914400" y="609600"/>
            <a:ext cx="10363200" cy="1143000"/>
          </a:xfrm>
          <a:prstGeom prst="rect">
            <a:avLst/>
          </a:prstGeom>
          <a:noFill/>
          <a:ln>
            <a:noFill/>
          </a:ln>
        </p:spPr>
        <p:txBody>
          <a:bodyPr spcFirstLastPara="1" wrap="square" lIns="91425" tIns="91425" rIns="91425" bIns="91425" anchor="b" anchorCtr="0">
            <a:noAutofit/>
          </a:bodyPr>
          <a:lstStyle>
            <a:lvl1pPr lvl="0" algn="l">
              <a:lnSpc>
                <a:spcPct val="85000"/>
              </a:lnSpc>
              <a:spcBef>
                <a:spcPts val="0"/>
              </a:spcBef>
              <a:spcAft>
                <a:spcPts val="0"/>
              </a:spcAft>
              <a:buSzPts val="4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04"/>
          <p:cNvSpPr txBox="1">
            <a:spLocks noGrp="1"/>
          </p:cNvSpPr>
          <p:nvPr>
            <p:ph type="body" idx="1"/>
          </p:nvPr>
        </p:nvSpPr>
        <p:spPr>
          <a:xfrm>
            <a:off x="914400" y="1981200"/>
            <a:ext cx="5080000" cy="4114800"/>
          </a:xfrm>
          <a:prstGeom prst="rect">
            <a:avLst/>
          </a:prstGeom>
          <a:noFill/>
          <a:ln>
            <a:noFill/>
          </a:ln>
        </p:spPr>
        <p:txBody>
          <a:bodyPr spcFirstLastPara="1" wrap="square" lIns="91425" tIns="91425" rIns="91425" bIns="91425" anchor="t" anchorCtr="0">
            <a:noAutofit/>
          </a:bodyPr>
          <a:lstStyle>
            <a:lvl1pPr marL="457200" lvl="0" indent="-355600" algn="l">
              <a:lnSpc>
                <a:spcPct val="90000"/>
              </a:lnSpc>
              <a:spcBef>
                <a:spcPts val="1200"/>
              </a:spcBef>
              <a:spcAft>
                <a:spcPts val="0"/>
              </a:spcAft>
              <a:buSzPts val="2000"/>
              <a:buChar char=" "/>
              <a:defRPr/>
            </a:lvl1pPr>
            <a:lvl2pPr marL="914400" lvl="1" indent="-342900" algn="l">
              <a:lnSpc>
                <a:spcPct val="90000"/>
              </a:lnSpc>
              <a:spcBef>
                <a:spcPts val="200"/>
              </a:spcBef>
              <a:spcAft>
                <a:spcPts val="0"/>
              </a:spcAft>
              <a:buSzPts val="18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SzPts val="1400"/>
              <a:buChar char="◦"/>
              <a:defRPr/>
            </a:lvl6pPr>
            <a:lvl7pPr marL="3200400" lvl="6" indent="-317500" algn="l">
              <a:lnSpc>
                <a:spcPct val="90000"/>
              </a:lnSpc>
              <a:spcBef>
                <a:spcPts val="400"/>
              </a:spcBef>
              <a:spcAft>
                <a:spcPts val="0"/>
              </a:spcAft>
              <a:buSzPts val="1400"/>
              <a:buChar char="◦"/>
              <a:defRPr/>
            </a:lvl7pPr>
            <a:lvl8pPr marL="3657600" lvl="7" indent="-317500" algn="l">
              <a:lnSpc>
                <a:spcPct val="90000"/>
              </a:lnSpc>
              <a:spcBef>
                <a:spcPts val="400"/>
              </a:spcBef>
              <a:spcAft>
                <a:spcPts val="0"/>
              </a:spcAft>
              <a:buSzPts val="1400"/>
              <a:buChar char="◦"/>
              <a:defRPr/>
            </a:lvl8pPr>
            <a:lvl9pPr marL="4114800" lvl="8" indent="-317500" algn="l">
              <a:lnSpc>
                <a:spcPct val="90000"/>
              </a:lnSpc>
              <a:spcBef>
                <a:spcPts val="400"/>
              </a:spcBef>
              <a:spcAft>
                <a:spcPts val="400"/>
              </a:spcAft>
              <a:buSzPts val="1400"/>
              <a:buChar char="◦"/>
              <a:defRPr/>
            </a:lvl9pPr>
          </a:lstStyle>
          <a:p>
            <a:endParaRPr/>
          </a:p>
        </p:txBody>
      </p:sp>
      <p:sp>
        <p:nvSpPr>
          <p:cNvPr id="38" name="Google Shape;38;p104"/>
          <p:cNvSpPr txBox="1">
            <a:spLocks noGrp="1"/>
          </p:cNvSpPr>
          <p:nvPr>
            <p:ph type="body" idx="2"/>
          </p:nvPr>
        </p:nvSpPr>
        <p:spPr>
          <a:xfrm>
            <a:off x="6197600" y="1981200"/>
            <a:ext cx="5080000" cy="4114800"/>
          </a:xfrm>
          <a:prstGeom prst="rect">
            <a:avLst/>
          </a:prstGeom>
          <a:noFill/>
          <a:ln>
            <a:noFill/>
          </a:ln>
        </p:spPr>
        <p:txBody>
          <a:bodyPr spcFirstLastPara="1" wrap="square" lIns="91425" tIns="91425" rIns="91425" bIns="91425" anchor="t" anchorCtr="0">
            <a:noAutofit/>
          </a:bodyPr>
          <a:lstStyle>
            <a:lvl1pPr marL="457200" lvl="0" indent="-355600" algn="l">
              <a:lnSpc>
                <a:spcPct val="90000"/>
              </a:lnSpc>
              <a:spcBef>
                <a:spcPts val="1200"/>
              </a:spcBef>
              <a:spcAft>
                <a:spcPts val="0"/>
              </a:spcAft>
              <a:buSzPts val="2000"/>
              <a:buChar char=" "/>
              <a:defRPr/>
            </a:lvl1pPr>
            <a:lvl2pPr marL="914400" lvl="1" indent="-342900" algn="l">
              <a:lnSpc>
                <a:spcPct val="90000"/>
              </a:lnSpc>
              <a:spcBef>
                <a:spcPts val="200"/>
              </a:spcBef>
              <a:spcAft>
                <a:spcPts val="0"/>
              </a:spcAft>
              <a:buSzPts val="18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SzPts val="1400"/>
              <a:buChar char="◦"/>
              <a:defRPr/>
            </a:lvl6pPr>
            <a:lvl7pPr marL="3200400" lvl="6" indent="-317500" algn="l">
              <a:lnSpc>
                <a:spcPct val="90000"/>
              </a:lnSpc>
              <a:spcBef>
                <a:spcPts val="400"/>
              </a:spcBef>
              <a:spcAft>
                <a:spcPts val="0"/>
              </a:spcAft>
              <a:buSzPts val="1400"/>
              <a:buChar char="◦"/>
              <a:defRPr/>
            </a:lvl7pPr>
            <a:lvl8pPr marL="3657600" lvl="7" indent="-317500" algn="l">
              <a:lnSpc>
                <a:spcPct val="90000"/>
              </a:lnSpc>
              <a:spcBef>
                <a:spcPts val="400"/>
              </a:spcBef>
              <a:spcAft>
                <a:spcPts val="0"/>
              </a:spcAft>
              <a:buSzPts val="1400"/>
              <a:buChar char="◦"/>
              <a:defRPr/>
            </a:lvl8pPr>
            <a:lvl9pPr marL="4114800" lvl="8" indent="-317500" algn="l">
              <a:lnSpc>
                <a:spcPct val="90000"/>
              </a:lnSpc>
              <a:spcBef>
                <a:spcPts val="400"/>
              </a:spcBef>
              <a:spcAft>
                <a:spcPts val="400"/>
              </a:spcAft>
              <a:buSzPts val="1400"/>
              <a:buChar char="◦"/>
              <a:defRPr/>
            </a:lvl9pPr>
          </a:lstStyle>
          <a:p>
            <a:endParaRPr/>
          </a:p>
        </p:txBody>
      </p:sp>
      <p:sp>
        <p:nvSpPr>
          <p:cNvPr id="39" name="Google Shape;39;p104"/>
          <p:cNvSpPr txBox="1">
            <a:spLocks noGrp="1"/>
          </p:cNvSpPr>
          <p:nvPr>
            <p:ph type="dt" idx="10"/>
          </p:nvPr>
        </p:nvSpPr>
        <p:spPr>
          <a:xfrm>
            <a:off x="914400" y="6248400"/>
            <a:ext cx="2540000" cy="457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132153AC-6F90-4572-8339-37D6EB74B781}" type="datetime1">
              <a:rPr lang="en-US" smtClean="0"/>
              <a:t>3/3/2025</a:t>
            </a:fld>
            <a:endParaRPr/>
          </a:p>
        </p:txBody>
      </p:sp>
      <p:sp>
        <p:nvSpPr>
          <p:cNvPr id="40" name="Google Shape;40;p104"/>
          <p:cNvSpPr txBox="1">
            <a:spLocks noGrp="1"/>
          </p:cNvSpPr>
          <p:nvPr>
            <p:ph type="ftr" idx="11"/>
          </p:nvPr>
        </p:nvSpPr>
        <p:spPr>
          <a:xfrm>
            <a:off x="4165600" y="6248400"/>
            <a:ext cx="3860800" cy="4572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smtClean="0"/>
              <a:t>Advanced Data Structures</a:t>
            </a:r>
            <a:endParaRPr/>
          </a:p>
        </p:txBody>
      </p:sp>
      <p:sp>
        <p:nvSpPr>
          <p:cNvPr id="41" name="Google Shape;41;p104"/>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42"/>
        <p:cNvGrpSpPr/>
        <p:nvPr/>
      </p:nvGrpSpPr>
      <p:grpSpPr>
        <a:xfrm>
          <a:off x="0" y="0"/>
          <a:ext cx="0" cy="0"/>
          <a:chOff x="0" y="0"/>
          <a:chExt cx="0" cy="0"/>
        </a:xfrm>
      </p:grpSpPr>
      <p:sp>
        <p:nvSpPr>
          <p:cNvPr id="43" name="Google Shape;43;p101"/>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101"/>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101"/>
          <p:cNvSpPr txBox="1">
            <a:spLocks noGrp="1"/>
          </p:cNvSpPr>
          <p:nvPr>
            <p:ph type="ctrTitle"/>
          </p:nvPr>
        </p:nvSpPr>
        <p:spPr>
          <a:xfrm>
            <a:off x="1097280" y="758952"/>
            <a:ext cx="10058400" cy="3566160"/>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262626"/>
              </a:buClr>
              <a:buSzPts val="8000"/>
              <a:buFont typeface="Calibri"/>
              <a:buNone/>
              <a:defRPr sz="8000" b="0" i="0" u="none" strike="noStrike" cap="none">
                <a:solidFill>
                  <a:srgbClr val="262626"/>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46" name="Google Shape;46;p101"/>
          <p:cNvSpPr txBox="1">
            <a:spLocks noGrp="1"/>
          </p:cNvSpPr>
          <p:nvPr>
            <p:ph type="subTitle" idx="1"/>
          </p:nvPr>
        </p:nvSpPr>
        <p:spPr>
          <a:xfrm>
            <a:off x="1100051" y="4455620"/>
            <a:ext cx="10058400" cy="1143000"/>
          </a:xfrm>
          <a:prstGeom prst="rect">
            <a:avLst/>
          </a:prstGeom>
          <a:noFill/>
          <a:ln>
            <a:noFill/>
          </a:ln>
        </p:spPr>
        <p:txBody>
          <a:bodyPr spcFirstLastPara="1" wrap="square" lIns="91425" tIns="91425" rIns="91425" bIns="91425" anchor="t" anchorCtr="0">
            <a:noAutofit/>
          </a:bodyPr>
          <a:lstStyle>
            <a:lvl1pPr marR="0" lvl="0" algn="l">
              <a:lnSpc>
                <a:spcPct val="90000"/>
              </a:lnSpc>
              <a:spcBef>
                <a:spcPts val="1200"/>
              </a:spcBef>
              <a:spcAft>
                <a:spcPts val="0"/>
              </a:spcAft>
              <a:buClr>
                <a:schemeClr val="accent1"/>
              </a:buClr>
              <a:buSzPts val="2400"/>
              <a:buFont typeface="Calibri"/>
              <a:buNone/>
              <a:defRPr sz="2400" b="0" i="0" u="none" strike="noStrike" cap="none">
                <a:solidFill>
                  <a:schemeClr val="dk2"/>
                </a:solidFill>
                <a:latin typeface="Calibri"/>
                <a:ea typeface="Calibri"/>
                <a:cs typeface="Calibri"/>
                <a:sym typeface="Calibri"/>
              </a:defRPr>
            </a:lvl1pPr>
            <a:lvl2pPr marR="0" lvl="1" algn="ctr">
              <a:lnSpc>
                <a:spcPct val="90000"/>
              </a:lnSpc>
              <a:spcBef>
                <a:spcPts val="200"/>
              </a:spcBef>
              <a:spcAft>
                <a:spcPts val="0"/>
              </a:spcAft>
              <a:buClr>
                <a:schemeClr val="accent1"/>
              </a:buClr>
              <a:buSzPts val="2400"/>
              <a:buFont typeface="Calibri"/>
              <a:buNone/>
              <a:defRPr sz="2400" b="0" i="0" u="none" strike="noStrike" cap="none">
                <a:solidFill>
                  <a:srgbClr val="3F3F3F"/>
                </a:solidFill>
                <a:latin typeface="Calibri"/>
                <a:ea typeface="Calibri"/>
                <a:cs typeface="Calibri"/>
                <a:sym typeface="Calibri"/>
              </a:defRPr>
            </a:lvl2pPr>
            <a:lvl3pPr marR="0" lvl="2" algn="ctr">
              <a:lnSpc>
                <a:spcPct val="90000"/>
              </a:lnSpc>
              <a:spcBef>
                <a:spcPts val="400"/>
              </a:spcBef>
              <a:spcAft>
                <a:spcPts val="0"/>
              </a:spcAft>
              <a:buClr>
                <a:schemeClr val="accent1"/>
              </a:buClr>
              <a:buSzPts val="2400"/>
              <a:buFont typeface="Calibri"/>
              <a:buNone/>
              <a:defRPr sz="2400" b="0" i="0" u="none" strike="noStrike" cap="none">
                <a:solidFill>
                  <a:srgbClr val="3F3F3F"/>
                </a:solidFill>
                <a:latin typeface="Calibri"/>
                <a:ea typeface="Calibri"/>
                <a:cs typeface="Calibri"/>
                <a:sym typeface="Calibri"/>
              </a:defRPr>
            </a:lvl3pPr>
            <a:lvl4pPr marR="0" lvl="3" algn="ctr">
              <a:lnSpc>
                <a:spcPct val="90000"/>
              </a:lnSpc>
              <a:spcBef>
                <a:spcPts val="400"/>
              </a:spcBef>
              <a:spcAft>
                <a:spcPts val="0"/>
              </a:spcAft>
              <a:buClr>
                <a:schemeClr val="accent1"/>
              </a:buClr>
              <a:buSzPts val="2000"/>
              <a:buFont typeface="Calibri"/>
              <a:buNone/>
              <a:defRPr sz="2000" b="0" i="0" u="none" strike="noStrike" cap="none">
                <a:solidFill>
                  <a:srgbClr val="3F3F3F"/>
                </a:solidFill>
                <a:latin typeface="Calibri"/>
                <a:ea typeface="Calibri"/>
                <a:cs typeface="Calibri"/>
                <a:sym typeface="Calibri"/>
              </a:defRPr>
            </a:lvl4pPr>
            <a:lvl5pPr marR="0" lvl="4" algn="ctr">
              <a:lnSpc>
                <a:spcPct val="90000"/>
              </a:lnSpc>
              <a:spcBef>
                <a:spcPts val="400"/>
              </a:spcBef>
              <a:spcAft>
                <a:spcPts val="0"/>
              </a:spcAft>
              <a:buClr>
                <a:schemeClr val="accent1"/>
              </a:buClr>
              <a:buSzPts val="2000"/>
              <a:buFont typeface="Calibri"/>
              <a:buNone/>
              <a:defRPr sz="2000" b="0" i="0" u="none" strike="noStrike" cap="none">
                <a:solidFill>
                  <a:srgbClr val="3F3F3F"/>
                </a:solidFill>
                <a:latin typeface="Calibri"/>
                <a:ea typeface="Calibri"/>
                <a:cs typeface="Calibri"/>
                <a:sym typeface="Calibri"/>
              </a:defRPr>
            </a:lvl5pPr>
            <a:lvl6pPr marR="0" lvl="5" algn="ctr">
              <a:lnSpc>
                <a:spcPct val="90000"/>
              </a:lnSpc>
              <a:spcBef>
                <a:spcPts val="400"/>
              </a:spcBef>
              <a:spcAft>
                <a:spcPts val="0"/>
              </a:spcAft>
              <a:buClr>
                <a:schemeClr val="accent1"/>
              </a:buClr>
              <a:buSzPts val="2000"/>
              <a:buFont typeface="Calibri"/>
              <a:buNone/>
              <a:defRPr sz="2000" b="0" i="0" u="none" strike="noStrike" cap="none">
                <a:solidFill>
                  <a:srgbClr val="3F3F3F"/>
                </a:solidFill>
                <a:latin typeface="Calibri"/>
                <a:ea typeface="Calibri"/>
                <a:cs typeface="Calibri"/>
                <a:sym typeface="Calibri"/>
              </a:defRPr>
            </a:lvl6pPr>
            <a:lvl7pPr marR="0" lvl="6" algn="ctr">
              <a:lnSpc>
                <a:spcPct val="90000"/>
              </a:lnSpc>
              <a:spcBef>
                <a:spcPts val="400"/>
              </a:spcBef>
              <a:spcAft>
                <a:spcPts val="0"/>
              </a:spcAft>
              <a:buClr>
                <a:schemeClr val="accent1"/>
              </a:buClr>
              <a:buSzPts val="2000"/>
              <a:buFont typeface="Calibri"/>
              <a:buNone/>
              <a:defRPr sz="2000" b="0" i="0" u="none" strike="noStrike" cap="none">
                <a:solidFill>
                  <a:srgbClr val="3F3F3F"/>
                </a:solidFill>
                <a:latin typeface="Calibri"/>
                <a:ea typeface="Calibri"/>
                <a:cs typeface="Calibri"/>
                <a:sym typeface="Calibri"/>
              </a:defRPr>
            </a:lvl7pPr>
            <a:lvl8pPr marR="0" lvl="7" algn="ctr">
              <a:lnSpc>
                <a:spcPct val="90000"/>
              </a:lnSpc>
              <a:spcBef>
                <a:spcPts val="400"/>
              </a:spcBef>
              <a:spcAft>
                <a:spcPts val="0"/>
              </a:spcAft>
              <a:buClr>
                <a:schemeClr val="accent1"/>
              </a:buClr>
              <a:buSzPts val="2000"/>
              <a:buFont typeface="Calibri"/>
              <a:buNone/>
              <a:defRPr sz="2000" b="0" i="0" u="none" strike="noStrike" cap="none">
                <a:solidFill>
                  <a:srgbClr val="3F3F3F"/>
                </a:solidFill>
                <a:latin typeface="Calibri"/>
                <a:ea typeface="Calibri"/>
                <a:cs typeface="Calibri"/>
                <a:sym typeface="Calibri"/>
              </a:defRPr>
            </a:lvl8pPr>
            <a:lvl9pPr marR="0" lvl="8" algn="ctr">
              <a:lnSpc>
                <a:spcPct val="90000"/>
              </a:lnSpc>
              <a:spcBef>
                <a:spcPts val="400"/>
              </a:spcBef>
              <a:spcAft>
                <a:spcPts val="400"/>
              </a:spcAft>
              <a:buClr>
                <a:schemeClr val="accent1"/>
              </a:buClr>
              <a:buSzPts val="2000"/>
              <a:buFont typeface="Calibri"/>
              <a:buNone/>
              <a:defRPr sz="2000" b="0" i="0" u="none" strike="noStrike" cap="none">
                <a:solidFill>
                  <a:srgbClr val="3F3F3F"/>
                </a:solidFill>
                <a:latin typeface="Calibri"/>
                <a:ea typeface="Calibri"/>
                <a:cs typeface="Calibri"/>
                <a:sym typeface="Calibri"/>
              </a:defRPr>
            </a:lvl9pPr>
          </a:lstStyle>
          <a:p>
            <a:endParaRPr/>
          </a:p>
        </p:txBody>
      </p:sp>
      <p:sp>
        <p:nvSpPr>
          <p:cNvPr id="47" name="Google Shape;47;p101"/>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93D573DA-83B3-4737-AA85-67737B79A418}" type="datetime1">
              <a:rPr lang="en-US" smtClean="0"/>
              <a:t>3/3/2025</a:t>
            </a:fld>
            <a:endParaRPr/>
          </a:p>
        </p:txBody>
      </p:sp>
      <p:sp>
        <p:nvSpPr>
          <p:cNvPr id="48" name="Google Shape;48;p101"/>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49" name="Google Shape;49;p10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50" name="Google Shape;50;p101"/>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51"/>
        <p:cNvGrpSpPr/>
        <p:nvPr/>
      </p:nvGrpSpPr>
      <p:grpSpPr>
        <a:xfrm>
          <a:off x="0" y="0"/>
          <a:ext cx="0" cy="0"/>
          <a:chOff x="0" y="0"/>
          <a:chExt cx="0" cy="0"/>
        </a:xfrm>
      </p:grpSpPr>
      <p:sp>
        <p:nvSpPr>
          <p:cNvPr id="52" name="Google Shape;52;p40"/>
          <p:cNvSpPr txBox="1">
            <a:spLocks noGrp="1"/>
          </p:cNvSpPr>
          <p:nvPr>
            <p:ph type="ftr" idx="11"/>
          </p:nvPr>
        </p:nvSpPr>
        <p:spPr>
          <a:xfrm>
            <a:off x="3686185" y="6459785"/>
            <a:ext cx="4822804" cy="365125"/>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smtClean="0"/>
              <a:t>Advanced Data Structures</a:t>
            </a:r>
            <a:endParaRPr/>
          </a:p>
        </p:txBody>
      </p:sp>
      <p:sp>
        <p:nvSpPr>
          <p:cNvPr id="53" name="Google Shape;53;p40"/>
          <p:cNvSpPr txBox="1">
            <a:spLocks noGrp="1"/>
          </p:cNvSpPr>
          <p:nvPr>
            <p:ph type="dt" idx="10"/>
          </p:nvPr>
        </p:nvSpPr>
        <p:spPr>
          <a:xfrm>
            <a:off x="1097280" y="6459785"/>
            <a:ext cx="2472271" cy="36512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91C8C7EF-5B3C-4455-84CF-4EEAD18D2F74}" type="datetime1">
              <a:rPr lang="en-US" smtClean="0"/>
              <a:t>3/3/2025</a:t>
            </a:fld>
            <a:endParaRPr/>
          </a:p>
        </p:txBody>
      </p:sp>
      <p:sp>
        <p:nvSpPr>
          <p:cNvPr id="54" name="Google Shape;54;p40"/>
          <p:cNvSpPr txBox="1">
            <a:spLocks noGrp="1"/>
          </p:cNvSpPr>
          <p:nvPr>
            <p:ph type="sldNum" idx="12"/>
          </p:nvPr>
        </p:nvSpPr>
        <p:spPr>
          <a:xfrm>
            <a:off x="9900458" y="6459785"/>
            <a:ext cx="1312025" cy="365125"/>
          </a:xfrm>
          <a:prstGeom prst="rect">
            <a:avLst/>
          </a:prstGeom>
          <a:noFill/>
          <a:ln>
            <a:noFill/>
          </a:ln>
        </p:spPr>
        <p:txBody>
          <a:bodyPr spcFirstLastPara="1" wrap="square" lIns="0" tIns="0" rIns="0" bIns="0" anchor="ctr" anchorCtr="0">
            <a:noAutofit/>
          </a:bodyPr>
          <a:lstStyle>
            <a:lvl1pPr marL="0" lvl="0" indent="0" algn="r">
              <a:lnSpc>
                <a:spcPct val="100000"/>
              </a:lnSpc>
              <a:spcBef>
                <a:spcPts val="0"/>
              </a:spcBef>
              <a:spcAft>
                <a:spcPts val="0"/>
              </a:spcAft>
              <a:buSzPts val="1050"/>
              <a:buNone/>
              <a:defRPr>
                <a:solidFill>
                  <a:srgbClr val="888888"/>
                </a:solidFill>
              </a:defRPr>
            </a:lvl1pPr>
            <a:lvl2pPr marL="0" lvl="1" indent="0" algn="r">
              <a:lnSpc>
                <a:spcPct val="100000"/>
              </a:lnSpc>
              <a:spcBef>
                <a:spcPts val="0"/>
              </a:spcBef>
              <a:spcAft>
                <a:spcPts val="0"/>
              </a:spcAft>
              <a:buSzPts val="1050"/>
              <a:buNone/>
              <a:defRPr>
                <a:solidFill>
                  <a:srgbClr val="888888"/>
                </a:solidFill>
              </a:defRPr>
            </a:lvl2pPr>
            <a:lvl3pPr marL="0" lvl="2" indent="0" algn="r">
              <a:lnSpc>
                <a:spcPct val="100000"/>
              </a:lnSpc>
              <a:spcBef>
                <a:spcPts val="0"/>
              </a:spcBef>
              <a:spcAft>
                <a:spcPts val="0"/>
              </a:spcAft>
              <a:buSzPts val="1050"/>
              <a:buNone/>
              <a:defRPr>
                <a:solidFill>
                  <a:srgbClr val="888888"/>
                </a:solidFill>
              </a:defRPr>
            </a:lvl3pPr>
            <a:lvl4pPr marL="0" lvl="3" indent="0" algn="r">
              <a:lnSpc>
                <a:spcPct val="100000"/>
              </a:lnSpc>
              <a:spcBef>
                <a:spcPts val="0"/>
              </a:spcBef>
              <a:spcAft>
                <a:spcPts val="0"/>
              </a:spcAft>
              <a:buSzPts val="1050"/>
              <a:buNone/>
              <a:defRPr>
                <a:solidFill>
                  <a:srgbClr val="888888"/>
                </a:solidFill>
              </a:defRPr>
            </a:lvl4pPr>
            <a:lvl5pPr marL="0" lvl="4" indent="0" algn="r">
              <a:lnSpc>
                <a:spcPct val="100000"/>
              </a:lnSpc>
              <a:spcBef>
                <a:spcPts val="0"/>
              </a:spcBef>
              <a:spcAft>
                <a:spcPts val="0"/>
              </a:spcAft>
              <a:buSzPts val="1050"/>
              <a:buNone/>
              <a:defRPr>
                <a:solidFill>
                  <a:srgbClr val="888888"/>
                </a:solidFill>
              </a:defRPr>
            </a:lvl5pPr>
            <a:lvl6pPr marL="0" lvl="5" indent="0" algn="r">
              <a:lnSpc>
                <a:spcPct val="100000"/>
              </a:lnSpc>
              <a:spcBef>
                <a:spcPts val="0"/>
              </a:spcBef>
              <a:spcAft>
                <a:spcPts val="0"/>
              </a:spcAft>
              <a:buSzPts val="1050"/>
              <a:buNone/>
              <a:defRPr>
                <a:solidFill>
                  <a:srgbClr val="888888"/>
                </a:solidFill>
              </a:defRPr>
            </a:lvl6pPr>
            <a:lvl7pPr marL="0" lvl="6" indent="0" algn="r">
              <a:lnSpc>
                <a:spcPct val="100000"/>
              </a:lnSpc>
              <a:spcBef>
                <a:spcPts val="0"/>
              </a:spcBef>
              <a:spcAft>
                <a:spcPts val="0"/>
              </a:spcAft>
              <a:buSzPts val="1050"/>
              <a:buNone/>
              <a:defRPr>
                <a:solidFill>
                  <a:srgbClr val="888888"/>
                </a:solidFill>
              </a:defRPr>
            </a:lvl7pPr>
            <a:lvl8pPr marL="0" lvl="7" indent="0" algn="r">
              <a:lnSpc>
                <a:spcPct val="100000"/>
              </a:lnSpc>
              <a:spcBef>
                <a:spcPts val="0"/>
              </a:spcBef>
              <a:spcAft>
                <a:spcPts val="0"/>
              </a:spcAft>
              <a:buSzPts val="1050"/>
              <a:buNone/>
              <a:defRPr>
                <a:solidFill>
                  <a:srgbClr val="888888"/>
                </a:solidFill>
              </a:defRPr>
            </a:lvl8pPr>
            <a:lvl9pPr marL="0" lvl="8" indent="0" algn="r">
              <a:lnSpc>
                <a:spcPct val="100000"/>
              </a:lnSpc>
              <a:spcBef>
                <a:spcPts val="0"/>
              </a:spcBef>
              <a:spcAft>
                <a:spcPts val="0"/>
              </a:spcAft>
              <a:buSzPts val="1050"/>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050" b="0" i="0" u="none" strike="noStrike" cap="none">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55"/>
        <p:cNvGrpSpPr/>
        <p:nvPr/>
      </p:nvGrpSpPr>
      <p:grpSpPr>
        <a:xfrm>
          <a:off x="0" y="0"/>
          <a:ext cx="0" cy="0"/>
          <a:chOff x="0" y="0"/>
          <a:chExt cx="0" cy="0"/>
        </a:xfrm>
      </p:grpSpPr>
      <p:sp>
        <p:nvSpPr>
          <p:cNvPr id="56" name="Google Shape;56;p106"/>
          <p:cNvSpPr txBox="1">
            <a:spLocks noGrp="1"/>
          </p:cNvSpPr>
          <p:nvPr>
            <p:ph type="title"/>
          </p:nvPr>
        </p:nvSpPr>
        <p:spPr>
          <a:xfrm>
            <a:off x="1097280" y="286603"/>
            <a:ext cx="10058400" cy="1450757"/>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57" name="Google Shape;57;p106"/>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9967EA0F-7FBA-4588-AE5F-26E0BEF6D921}" type="datetime1">
              <a:rPr lang="en-US" smtClean="0"/>
              <a:t>3/3/2025</a:t>
            </a:fld>
            <a:endParaRPr/>
          </a:p>
        </p:txBody>
      </p:sp>
      <p:sp>
        <p:nvSpPr>
          <p:cNvPr id="58" name="Google Shape;58;p106"/>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59" name="Google Shape;59;p10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60"/>
        <p:cNvGrpSpPr/>
        <p:nvPr/>
      </p:nvGrpSpPr>
      <p:grpSpPr>
        <a:xfrm>
          <a:off x="0" y="0"/>
          <a:ext cx="0" cy="0"/>
          <a:chOff x="0" y="0"/>
          <a:chExt cx="0" cy="0"/>
        </a:xfrm>
      </p:grpSpPr>
      <p:sp>
        <p:nvSpPr>
          <p:cNvPr id="61" name="Google Shape;61;p107"/>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10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107"/>
          <p:cNvSpPr txBox="1">
            <a:spLocks noGrp="1"/>
          </p:cNvSpPr>
          <p:nvPr>
            <p:ph type="title"/>
          </p:nvPr>
        </p:nvSpPr>
        <p:spPr>
          <a:xfrm>
            <a:off x="1097280" y="758952"/>
            <a:ext cx="10058400" cy="3566160"/>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262626"/>
              </a:buClr>
              <a:buSzPts val="8000"/>
              <a:buFont typeface="Calibri"/>
              <a:buNone/>
              <a:defRPr sz="8000" b="0" i="0" u="none" strike="noStrike" cap="none">
                <a:solidFill>
                  <a:srgbClr val="262626"/>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64" name="Google Shape;64;p107"/>
          <p:cNvSpPr txBox="1">
            <a:spLocks noGrp="1"/>
          </p:cNvSpPr>
          <p:nvPr>
            <p:ph type="body" idx="1"/>
          </p:nvPr>
        </p:nvSpPr>
        <p:spPr>
          <a:xfrm>
            <a:off x="1097280" y="4453128"/>
            <a:ext cx="10058400" cy="1143000"/>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1200"/>
              </a:spcBef>
              <a:spcAft>
                <a:spcPts val="0"/>
              </a:spcAft>
              <a:buClr>
                <a:schemeClr val="accent1"/>
              </a:buClr>
              <a:buSzPts val="2400"/>
              <a:buFont typeface="Calibri"/>
              <a:buNone/>
              <a:defRPr sz="2400" b="0" i="0" u="none" strike="noStrike" cap="none">
                <a:solidFill>
                  <a:schemeClr val="dk2"/>
                </a:solidFill>
                <a:latin typeface="Calibri"/>
                <a:ea typeface="Calibri"/>
                <a:cs typeface="Calibri"/>
                <a:sym typeface="Calibri"/>
              </a:defRPr>
            </a:lvl1pPr>
            <a:lvl2pPr marL="914400" marR="0" lvl="1" indent="-228600" algn="l">
              <a:lnSpc>
                <a:spcPct val="90000"/>
              </a:lnSpc>
              <a:spcBef>
                <a:spcPts val="200"/>
              </a:spcBef>
              <a:spcAft>
                <a:spcPts val="0"/>
              </a:spcAft>
              <a:buClr>
                <a:schemeClr val="accent1"/>
              </a:buClr>
              <a:buSzPts val="1800"/>
              <a:buFont typeface="Calibri"/>
              <a:buNone/>
              <a:defRPr sz="18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chemeClr val="accent1"/>
              </a:buClr>
              <a:buSzPts val="1600"/>
              <a:buFont typeface="Calibri"/>
              <a:buNone/>
              <a:defRPr sz="16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chemeClr val="accent1"/>
              </a:buClr>
              <a:buSzPts val="1400"/>
              <a:buFont typeface="Calibri"/>
              <a:buNone/>
              <a:defRPr sz="14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chemeClr val="accent1"/>
              </a:buClr>
              <a:buSzPts val="1400"/>
              <a:buFont typeface="Calibri"/>
              <a:buNone/>
              <a:defRPr sz="14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chemeClr val="accent1"/>
              </a:buClr>
              <a:buSzPts val="1400"/>
              <a:buFont typeface="Calibri"/>
              <a:buNone/>
              <a:defRPr sz="14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chemeClr val="accent1"/>
              </a:buClr>
              <a:buSzPts val="1400"/>
              <a:buFont typeface="Calibri"/>
              <a:buNone/>
              <a:defRPr sz="14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chemeClr val="accent1"/>
              </a:buClr>
              <a:buSzPts val="1400"/>
              <a:buFont typeface="Calibri"/>
              <a:buNone/>
              <a:defRPr sz="14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400"/>
              </a:spcAft>
              <a:buClr>
                <a:schemeClr val="accent1"/>
              </a:buClr>
              <a:buSzPts val="1400"/>
              <a:buFont typeface="Calibri"/>
              <a:buNone/>
              <a:defRPr sz="1400" b="0" i="0" u="none" strike="noStrike" cap="none">
                <a:solidFill>
                  <a:srgbClr val="888888"/>
                </a:solidFill>
                <a:latin typeface="Calibri"/>
                <a:ea typeface="Calibri"/>
                <a:cs typeface="Calibri"/>
                <a:sym typeface="Calibri"/>
              </a:defRPr>
            </a:lvl9pPr>
          </a:lstStyle>
          <a:p>
            <a:endParaRPr/>
          </a:p>
        </p:txBody>
      </p:sp>
      <p:sp>
        <p:nvSpPr>
          <p:cNvPr id="65" name="Google Shape;65;p107"/>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82C73814-3F3D-4DB7-8869-3F0577B9C144}" type="datetime1">
              <a:rPr lang="en-US" smtClean="0"/>
              <a:t>3/3/2025</a:t>
            </a:fld>
            <a:endParaRPr/>
          </a:p>
        </p:txBody>
      </p:sp>
      <p:sp>
        <p:nvSpPr>
          <p:cNvPr id="66" name="Google Shape;66;p107"/>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67" name="Google Shape;67;p10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68" name="Google Shape;68;p107"/>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9"/>
        <p:cNvGrpSpPr/>
        <p:nvPr/>
      </p:nvGrpSpPr>
      <p:grpSpPr>
        <a:xfrm>
          <a:off x="0" y="0"/>
          <a:ext cx="0" cy="0"/>
          <a:chOff x="0" y="0"/>
          <a:chExt cx="0" cy="0"/>
        </a:xfrm>
      </p:grpSpPr>
      <p:sp>
        <p:nvSpPr>
          <p:cNvPr id="70" name="Google Shape;70;p108"/>
          <p:cNvSpPr txBox="1">
            <a:spLocks noGrp="1"/>
          </p:cNvSpPr>
          <p:nvPr>
            <p:ph type="title"/>
          </p:nvPr>
        </p:nvSpPr>
        <p:spPr>
          <a:xfrm>
            <a:off x="1097280" y="286603"/>
            <a:ext cx="10058400" cy="1450757"/>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71" name="Google Shape;71;p108"/>
          <p:cNvSpPr txBox="1">
            <a:spLocks noGrp="1"/>
          </p:cNvSpPr>
          <p:nvPr>
            <p:ph type="body" idx="1"/>
          </p:nvPr>
        </p:nvSpPr>
        <p:spPr>
          <a:xfrm>
            <a:off x="1097279" y="1845734"/>
            <a:ext cx="4937760" cy="4023360"/>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72" name="Google Shape;72;p108"/>
          <p:cNvSpPr txBox="1">
            <a:spLocks noGrp="1"/>
          </p:cNvSpPr>
          <p:nvPr>
            <p:ph type="body" idx="2"/>
          </p:nvPr>
        </p:nvSpPr>
        <p:spPr>
          <a:xfrm>
            <a:off x="6217920" y="1845735"/>
            <a:ext cx="4937760" cy="4023360"/>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73" name="Google Shape;73;p108"/>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72F00104-3463-4231-AA36-0C57CD060C32}" type="datetime1">
              <a:rPr lang="en-US" smtClean="0"/>
              <a:t>3/3/2025</a:t>
            </a:fld>
            <a:endParaRPr/>
          </a:p>
        </p:txBody>
      </p:sp>
      <p:sp>
        <p:nvSpPr>
          <p:cNvPr id="74" name="Google Shape;74;p108"/>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75" name="Google Shape;75;p10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109"/>
          <p:cNvSpPr txBox="1">
            <a:spLocks noGrp="1"/>
          </p:cNvSpPr>
          <p:nvPr>
            <p:ph type="title"/>
          </p:nvPr>
        </p:nvSpPr>
        <p:spPr>
          <a:xfrm>
            <a:off x="1097280" y="286603"/>
            <a:ext cx="10058400" cy="1450757"/>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78" name="Google Shape;78;p109"/>
          <p:cNvSpPr txBox="1">
            <a:spLocks noGrp="1"/>
          </p:cNvSpPr>
          <p:nvPr>
            <p:ph type="body" idx="1"/>
          </p:nvPr>
        </p:nvSpPr>
        <p:spPr>
          <a:xfrm>
            <a:off x="1097280" y="1846052"/>
            <a:ext cx="4937760" cy="736282"/>
          </a:xfrm>
          <a:prstGeom prst="rect">
            <a:avLst/>
          </a:prstGeom>
          <a:noFill/>
          <a:ln>
            <a:noFill/>
          </a:ln>
        </p:spPr>
        <p:txBody>
          <a:bodyPr spcFirstLastPara="1" wrap="square" lIns="91425" tIns="91425" rIns="91425" bIns="91425" anchor="ctr" anchorCtr="0">
            <a:noAutofit/>
          </a:bodyPr>
          <a:lstStyle>
            <a:lvl1pPr marL="457200" marR="0" lvl="0" indent="-228600" algn="l">
              <a:lnSpc>
                <a:spcPct val="90000"/>
              </a:lnSpc>
              <a:spcBef>
                <a:spcPts val="1200"/>
              </a:spcBef>
              <a:spcAft>
                <a:spcPts val="0"/>
              </a:spcAft>
              <a:buClr>
                <a:schemeClr val="accent1"/>
              </a:buClr>
              <a:buSzPts val="2000"/>
              <a:buFont typeface="Calibri"/>
              <a:buNone/>
              <a:defRPr sz="2000" b="0" i="0" u="none" strike="noStrike" cap="none">
                <a:solidFill>
                  <a:schemeClr val="dk2"/>
                </a:solidFill>
                <a:latin typeface="Calibri"/>
                <a:ea typeface="Calibri"/>
                <a:cs typeface="Calibri"/>
                <a:sym typeface="Calibri"/>
              </a:defRPr>
            </a:lvl1pPr>
            <a:lvl2pPr marL="914400" marR="0" lvl="1" indent="-228600" algn="l">
              <a:lnSpc>
                <a:spcPct val="90000"/>
              </a:lnSpc>
              <a:spcBef>
                <a:spcPts val="200"/>
              </a:spcBef>
              <a:spcAft>
                <a:spcPts val="0"/>
              </a:spcAft>
              <a:buClr>
                <a:schemeClr val="accent1"/>
              </a:buClr>
              <a:buSzPts val="2000"/>
              <a:buFont typeface="Calibri"/>
              <a:buNone/>
              <a:defRPr sz="2000" b="1" i="0" u="none" strike="noStrike" cap="none">
                <a:solidFill>
                  <a:srgbClr val="3F3F3F"/>
                </a:solidFill>
                <a:latin typeface="Calibri"/>
                <a:ea typeface="Calibri"/>
                <a:cs typeface="Calibri"/>
                <a:sym typeface="Calibri"/>
              </a:defRPr>
            </a:lvl2pPr>
            <a:lvl3pPr marL="1371600" marR="0" lvl="2" indent="-228600" algn="l">
              <a:lnSpc>
                <a:spcPct val="90000"/>
              </a:lnSpc>
              <a:spcBef>
                <a:spcPts val="400"/>
              </a:spcBef>
              <a:spcAft>
                <a:spcPts val="0"/>
              </a:spcAft>
              <a:buClr>
                <a:schemeClr val="accent1"/>
              </a:buClr>
              <a:buSzPts val="1800"/>
              <a:buFont typeface="Calibri"/>
              <a:buNone/>
              <a:defRPr sz="1800" b="1" i="0" u="none" strike="noStrike" cap="none">
                <a:solidFill>
                  <a:srgbClr val="3F3F3F"/>
                </a:solidFill>
                <a:latin typeface="Calibri"/>
                <a:ea typeface="Calibri"/>
                <a:cs typeface="Calibri"/>
                <a:sym typeface="Calibri"/>
              </a:defRPr>
            </a:lvl3pPr>
            <a:lvl4pPr marL="1828800" marR="0" lvl="3" indent="-228600" algn="l">
              <a:lnSpc>
                <a:spcPct val="90000"/>
              </a:lnSpc>
              <a:spcBef>
                <a:spcPts val="400"/>
              </a:spcBef>
              <a:spcAft>
                <a:spcPts val="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4pPr>
            <a:lvl5pPr marL="2286000" marR="0" lvl="4" indent="-228600" algn="l">
              <a:lnSpc>
                <a:spcPct val="90000"/>
              </a:lnSpc>
              <a:spcBef>
                <a:spcPts val="400"/>
              </a:spcBef>
              <a:spcAft>
                <a:spcPts val="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5pPr>
            <a:lvl6pPr marL="2743200" marR="0" lvl="5" indent="-228600" algn="l">
              <a:lnSpc>
                <a:spcPct val="90000"/>
              </a:lnSpc>
              <a:spcBef>
                <a:spcPts val="400"/>
              </a:spcBef>
              <a:spcAft>
                <a:spcPts val="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6pPr>
            <a:lvl7pPr marL="3200400" marR="0" lvl="6" indent="-228600" algn="l">
              <a:lnSpc>
                <a:spcPct val="90000"/>
              </a:lnSpc>
              <a:spcBef>
                <a:spcPts val="400"/>
              </a:spcBef>
              <a:spcAft>
                <a:spcPts val="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7pPr>
            <a:lvl8pPr marL="3657600" marR="0" lvl="7" indent="-228600" algn="l">
              <a:lnSpc>
                <a:spcPct val="90000"/>
              </a:lnSpc>
              <a:spcBef>
                <a:spcPts val="400"/>
              </a:spcBef>
              <a:spcAft>
                <a:spcPts val="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8pPr>
            <a:lvl9pPr marL="4114800" marR="0" lvl="8" indent="-228600" algn="l">
              <a:lnSpc>
                <a:spcPct val="90000"/>
              </a:lnSpc>
              <a:spcBef>
                <a:spcPts val="400"/>
              </a:spcBef>
              <a:spcAft>
                <a:spcPts val="40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9pPr>
          </a:lstStyle>
          <a:p>
            <a:endParaRPr/>
          </a:p>
        </p:txBody>
      </p:sp>
      <p:sp>
        <p:nvSpPr>
          <p:cNvPr id="79" name="Google Shape;79;p109"/>
          <p:cNvSpPr txBox="1">
            <a:spLocks noGrp="1"/>
          </p:cNvSpPr>
          <p:nvPr>
            <p:ph type="body" idx="2"/>
          </p:nvPr>
        </p:nvSpPr>
        <p:spPr>
          <a:xfrm>
            <a:off x="1097280" y="2582334"/>
            <a:ext cx="4937760" cy="3378200"/>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80" name="Google Shape;80;p109"/>
          <p:cNvSpPr txBox="1">
            <a:spLocks noGrp="1"/>
          </p:cNvSpPr>
          <p:nvPr>
            <p:ph type="body" idx="3"/>
          </p:nvPr>
        </p:nvSpPr>
        <p:spPr>
          <a:xfrm>
            <a:off x="6217920" y="1846052"/>
            <a:ext cx="4937760" cy="736282"/>
          </a:xfrm>
          <a:prstGeom prst="rect">
            <a:avLst/>
          </a:prstGeom>
          <a:noFill/>
          <a:ln>
            <a:noFill/>
          </a:ln>
        </p:spPr>
        <p:txBody>
          <a:bodyPr spcFirstLastPara="1" wrap="square" lIns="91425" tIns="91425" rIns="91425" bIns="91425" anchor="ctr" anchorCtr="0">
            <a:noAutofit/>
          </a:bodyPr>
          <a:lstStyle>
            <a:lvl1pPr marL="457200" marR="0" lvl="0" indent="-228600" algn="l">
              <a:lnSpc>
                <a:spcPct val="90000"/>
              </a:lnSpc>
              <a:spcBef>
                <a:spcPts val="1200"/>
              </a:spcBef>
              <a:spcAft>
                <a:spcPts val="0"/>
              </a:spcAft>
              <a:buClr>
                <a:schemeClr val="accent1"/>
              </a:buClr>
              <a:buSzPts val="2000"/>
              <a:buFont typeface="Calibri"/>
              <a:buNone/>
              <a:defRPr sz="2000" b="0" i="0" u="none" strike="noStrike" cap="none">
                <a:solidFill>
                  <a:schemeClr val="dk2"/>
                </a:solidFill>
                <a:latin typeface="Calibri"/>
                <a:ea typeface="Calibri"/>
                <a:cs typeface="Calibri"/>
                <a:sym typeface="Calibri"/>
              </a:defRPr>
            </a:lvl1pPr>
            <a:lvl2pPr marL="914400" marR="0" lvl="1" indent="-228600" algn="l">
              <a:lnSpc>
                <a:spcPct val="90000"/>
              </a:lnSpc>
              <a:spcBef>
                <a:spcPts val="200"/>
              </a:spcBef>
              <a:spcAft>
                <a:spcPts val="0"/>
              </a:spcAft>
              <a:buClr>
                <a:schemeClr val="accent1"/>
              </a:buClr>
              <a:buSzPts val="2000"/>
              <a:buFont typeface="Calibri"/>
              <a:buNone/>
              <a:defRPr sz="2000" b="1" i="0" u="none" strike="noStrike" cap="none">
                <a:solidFill>
                  <a:srgbClr val="3F3F3F"/>
                </a:solidFill>
                <a:latin typeface="Calibri"/>
                <a:ea typeface="Calibri"/>
                <a:cs typeface="Calibri"/>
                <a:sym typeface="Calibri"/>
              </a:defRPr>
            </a:lvl2pPr>
            <a:lvl3pPr marL="1371600" marR="0" lvl="2" indent="-228600" algn="l">
              <a:lnSpc>
                <a:spcPct val="90000"/>
              </a:lnSpc>
              <a:spcBef>
                <a:spcPts val="400"/>
              </a:spcBef>
              <a:spcAft>
                <a:spcPts val="0"/>
              </a:spcAft>
              <a:buClr>
                <a:schemeClr val="accent1"/>
              </a:buClr>
              <a:buSzPts val="1800"/>
              <a:buFont typeface="Calibri"/>
              <a:buNone/>
              <a:defRPr sz="1800" b="1" i="0" u="none" strike="noStrike" cap="none">
                <a:solidFill>
                  <a:srgbClr val="3F3F3F"/>
                </a:solidFill>
                <a:latin typeface="Calibri"/>
                <a:ea typeface="Calibri"/>
                <a:cs typeface="Calibri"/>
                <a:sym typeface="Calibri"/>
              </a:defRPr>
            </a:lvl3pPr>
            <a:lvl4pPr marL="1828800" marR="0" lvl="3" indent="-228600" algn="l">
              <a:lnSpc>
                <a:spcPct val="90000"/>
              </a:lnSpc>
              <a:spcBef>
                <a:spcPts val="400"/>
              </a:spcBef>
              <a:spcAft>
                <a:spcPts val="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4pPr>
            <a:lvl5pPr marL="2286000" marR="0" lvl="4" indent="-228600" algn="l">
              <a:lnSpc>
                <a:spcPct val="90000"/>
              </a:lnSpc>
              <a:spcBef>
                <a:spcPts val="400"/>
              </a:spcBef>
              <a:spcAft>
                <a:spcPts val="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5pPr>
            <a:lvl6pPr marL="2743200" marR="0" lvl="5" indent="-228600" algn="l">
              <a:lnSpc>
                <a:spcPct val="90000"/>
              </a:lnSpc>
              <a:spcBef>
                <a:spcPts val="400"/>
              </a:spcBef>
              <a:spcAft>
                <a:spcPts val="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6pPr>
            <a:lvl7pPr marL="3200400" marR="0" lvl="6" indent="-228600" algn="l">
              <a:lnSpc>
                <a:spcPct val="90000"/>
              </a:lnSpc>
              <a:spcBef>
                <a:spcPts val="400"/>
              </a:spcBef>
              <a:spcAft>
                <a:spcPts val="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7pPr>
            <a:lvl8pPr marL="3657600" marR="0" lvl="7" indent="-228600" algn="l">
              <a:lnSpc>
                <a:spcPct val="90000"/>
              </a:lnSpc>
              <a:spcBef>
                <a:spcPts val="400"/>
              </a:spcBef>
              <a:spcAft>
                <a:spcPts val="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8pPr>
            <a:lvl9pPr marL="4114800" marR="0" lvl="8" indent="-228600" algn="l">
              <a:lnSpc>
                <a:spcPct val="90000"/>
              </a:lnSpc>
              <a:spcBef>
                <a:spcPts val="400"/>
              </a:spcBef>
              <a:spcAft>
                <a:spcPts val="400"/>
              </a:spcAft>
              <a:buClr>
                <a:schemeClr val="accent1"/>
              </a:buClr>
              <a:buSzPts val="1600"/>
              <a:buFont typeface="Calibri"/>
              <a:buNone/>
              <a:defRPr sz="1600" b="1" i="0" u="none" strike="noStrike" cap="none">
                <a:solidFill>
                  <a:srgbClr val="3F3F3F"/>
                </a:solidFill>
                <a:latin typeface="Calibri"/>
                <a:ea typeface="Calibri"/>
                <a:cs typeface="Calibri"/>
                <a:sym typeface="Calibri"/>
              </a:defRPr>
            </a:lvl9pPr>
          </a:lstStyle>
          <a:p>
            <a:endParaRPr/>
          </a:p>
        </p:txBody>
      </p:sp>
      <p:sp>
        <p:nvSpPr>
          <p:cNvPr id="81" name="Google Shape;81;p109"/>
          <p:cNvSpPr txBox="1">
            <a:spLocks noGrp="1"/>
          </p:cNvSpPr>
          <p:nvPr>
            <p:ph type="body" idx="4"/>
          </p:nvPr>
        </p:nvSpPr>
        <p:spPr>
          <a:xfrm>
            <a:off x="6217920" y="2582334"/>
            <a:ext cx="4937760" cy="3378200"/>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82" name="Google Shape;82;p109"/>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96DE3FF4-79D7-4F52-A19E-F05F284C0372}" type="datetime1">
              <a:rPr lang="en-US" smtClean="0"/>
              <a:t>3/3/2025</a:t>
            </a:fld>
            <a:endParaRPr/>
          </a:p>
        </p:txBody>
      </p:sp>
      <p:sp>
        <p:nvSpPr>
          <p:cNvPr id="83" name="Google Shape;83;p109"/>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84" name="Google Shape;84;p10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85"/>
        <p:cNvGrpSpPr/>
        <p:nvPr/>
      </p:nvGrpSpPr>
      <p:grpSpPr>
        <a:xfrm>
          <a:off x="0" y="0"/>
          <a:ext cx="0" cy="0"/>
          <a:chOff x="0" y="0"/>
          <a:chExt cx="0" cy="0"/>
        </a:xfrm>
      </p:grpSpPr>
      <p:sp>
        <p:nvSpPr>
          <p:cNvPr id="86" name="Google Shape;86;p110"/>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10"/>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10"/>
          <p:cNvSpPr txBox="1">
            <a:spLocks noGrp="1"/>
          </p:cNvSpPr>
          <p:nvPr>
            <p:ph type="title"/>
          </p:nvPr>
        </p:nvSpPr>
        <p:spPr>
          <a:xfrm>
            <a:off x="457200" y="594359"/>
            <a:ext cx="3200400" cy="2286000"/>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FFFFFF"/>
              </a:buClr>
              <a:buSzPts val="3600"/>
              <a:buFont typeface="Calibri"/>
              <a:buNone/>
              <a:defRPr sz="3600" b="0" i="0" u="none" strike="noStrike" cap="none">
                <a:solidFill>
                  <a:srgbClr val="FFFFFF"/>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9" name="Google Shape;89;p110"/>
          <p:cNvSpPr txBox="1">
            <a:spLocks noGrp="1"/>
          </p:cNvSpPr>
          <p:nvPr>
            <p:ph type="body" idx="1"/>
          </p:nvPr>
        </p:nvSpPr>
        <p:spPr>
          <a:xfrm>
            <a:off x="4800600" y="731520"/>
            <a:ext cx="6492240" cy="5257800"/>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90" name="Google Shape;90;p110"/>
          <p:cNvSpPr txBox="1">
            <a:spLocks noGrp="1"/>
          </p:cNvSpPr>
          <p:nvPr>
            <p:ph type="body" idx="2"/>
          </p:nvPr>
        </p:nvSpPr>
        <p:spPr>
          <a:xfrm>
            <a:off x="457200" y="2926080"/>
            <a:ext cx="3200400" cy="3379124"/>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1200"/>
              </a:spcBef>
              <a:spcAft>
                <a:spcPts val="0"/>
              </a:spcAft>
              <a:buClr>
                <a:schemeClr val="accent1"/>
              </a:buClr>
              <a:buSzPts val="1500"/>
              <a:buFont typeface="Calibri"/>
              <a:buNone/>
              <a:defRPr sz="1500" b="0" i="0" u="none" strike="noStrike" cap="none">
                <a:solidFill>
                  <a:srgbClr val="FFFFFF"/>
                </a:solidFill>
                <a:latin typeface="Calibri"/>
                <a:ea typeface="Calibri"/>
                <a:cs typeface="Calibri"/>
                <a:sym typeface="Calibri"/>
              </a:defRPr>
            </a:lvl1pPr>
            <a:lvl2pPr marL="914400" marR="0" lvl="1" indent="-228600" algn="l">
              <a:lnSpc>
                <a:spcPct val="90000"/>
              </a:lnSpc>
              <a:spcBef>
                <a:spcPts val="200"/>
              </a:spcBef>
              <a:spcAft>
                <a:spcPts val="0"/>
              </a:spcAft>
              <a:buClr>
                <a:schemeClr val="accent1"/>
              </a:buClr>
              <a:buSzPts val="1200"/>
              <a:buFont typeface="Calibri"/>
              <a:buNone/>
              <a:defRPr sz="1200" b="0" i="0" u="none" strike="noStrike" cap="none">
                <a:solidFill>
                  <a:srgbClr val="3F3F3F"/>
                </a:solidFill>
                <a:latin typeface="Calibri"/>
                <a:ea typeface="Calibri"/>
                <a:cs typeface="Calibri"/>
                <a:sym typeface="Calibri"/>
              </a:defRPr>
            </a:lvl2pPr>
            <a:lvl3pPr marL="1371600" marR="0" lvl="2" indent="-228600" algn="l">
              <a:lnSpc>
                <a:spcPct val="90000"/>
              </a:lnSpc>
              <a:spcBef>
                <a:spcPts val="400"/>
              </a:spcBef>
              <a:spcAft>
                <a:spcPts val="0"/>
              </a:spcAft>
              <a:buClr>
                <a:schemeClr val="accent1"/>
              </a:buClr>
              <a:buSzPts val="1000"/>
              <a:buFont typeface="Calibri"/>
              <a:buNone/>
              <a:defRPr sz="1000" b="0" i="0" u="none" strike="noStrike" cap="none">
                <a:solidFill>
                  <a:srgbClr val="3F3F3F"/>
                </a:solidFill>
                <a:latin typeface="Calibri"/>
                <a:ea typeface="Calibri"/>
                <a:cs typeface="Calibri"/>
                <a:sym typeface="Calibri"/>
              </a:defRPr>
            </a:lvl3pPr>
            <a:lvl4pPr marL="1828800" marR="0" lvl="3" indent="-228600" algn="l">
              <a:lnSpc>
                <a:spcPct val="90000"/>
              </a:lnSpc>
              <a:spcBef>
                <a:spcPts val="400"/>
              </a:spcBef>
              <a:spcAft>
                <a:spcPts val="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4pPr>
            <a:lvl5pPr marL="2286000" marR="0" lvl="4" indent="-228600" algn="l">
              <a:lnSpc>
                <a:spcPct val="90000"/>
              </a:lnSpc>
              <a:spcBef>
                <a:spcPts val="400"/>
              </a:spcBef>
              <a:spcAft>
                <a:spcPts val="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5pPr>
            <a:lvl6pPr marL="2743200" marR="0" lvl="5" indent="-228600" algn="l">
              <a:lnSpc>
                <a:spcPct val="90000"/>
              </a:lnSpc>
              <a:spcBef>
                <a:spcPts val="400"/>
              </a:spcBef>
              <a:spcAft>
                <a:spcPts val="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6pPr>
            <a:lvl7pPr marL="3200400" marR="0" lvl="6" indent="-228600" algn="l">
              <a:lnSpc>
                <a:spcPct val="90000"/>
              </a:lnSpc>
              <a:spcBef>
                <a:spcPts val="400"/>
              </a:spcBef>
              <a:spcAft>
                <a:spcPts val="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7pPr>
            <a:lvl8pPr marL="3657600" marR="0" lvl="7" indent="-228600" algn="l">
              <a:lnSpc>
                <a:spcPct val="90000"/>
              </a:lnSpc>
              <a:spcBef>
                <a:spcPts val="400"/>
              </a:spcBef>
              <a:spcAft>
                <a:spcPts val="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8pPr>
            <a:lvl9pPr marL="4114800" marR="0" lvl="8" indent="-228600" algn="l">
              <a:lnSpc>
                <a:spcPct val="90000"/>
              </a:lnSpc>
              <a:spcBef>
                <a:spcPts val="400"/>
              </a:spcBef>
              <a:spcAft>
                <a:spcPts val="40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9pPr>
          </a:lstStyle>
          <a:p>
            <a:endParaRPr/>
          </a:p>
        </p:txBody>
      </p:sp>
      <p:sp>
        <p:nvSpPr>
          <p:cNvPr id="91" name="Google Shape;91;p110"/>
          <p:cNvSpPr txBox="1">
            <a:spLocks noGrp="1"/>
          </p:cNvSpPr>
          <p:nvPr>
            <p:ph type="dt" idx="10"/>
          </p:nvPr>
        </p:nvSpPr>
        <p:spPr>
          <a:xfrm>
            <a:off x="465512" y="6459785"/>
            <a:ext cx="261851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FE510E12-22CB-4E4A-883B-DA515203C995}" type="datetime1">
              <a:rPr lang="en-US" smtClean="0"/>
              <a:t>3/3/2025</a:t>
            </a:fld>
            <a:endParaRPr/>
          </a:p>
        </p:txBody>
      </p:sp>
      <p:sp>
        <p:nvSpPr>
          <p:cNvPr id="92" name="Google Shape;92;p110"/>
          <p:cNvSpPr txBox="1">
            <a:spLocks noGrp="1"/>
          </p:cNvSpPr>
          <p:nvPr>
            <p:ph type="ftr" idx="11"/>
          </p:nvPr>
        </p:nvSpPr>
        <p:spPr>
          <a:xfrm>
            <a:off x="4800600" y="6459785"/>
            <a:ext cx="46482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cap="none">
                <a:solidFill>
                  <a:schemeClr val="dk2"/>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93" name="Google Shape;93;p1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94"/>
        <p:cNvGrpSpPr/>
        <p:nvPr/>
      </p:nvGrpSpPr>
      <p:grpSpPr>
        <a:xfrm>
          <a:off x="0" y="0"/>
          <a:ext cx="0" cy="0"/>
          <a:chOff x="0" y="0"/>
          <a:chExt cx="0" cy="0"/>
        </a:xfrm>
      </p:grpSpPr>
      <p:sp>
        <p:nvSpPr>
          <p:cNvPr id="95" name="Google Shape;95;p111"/>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11"/>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11"/>
          <p:cNvSpPr txBox="1">
            <a:spLocks noGrp="1"/>
          </p:cNvSpPr>
          <p:nvPr>
            <p:ph type="title"/>
          </p:nvPr>
        </p:nvSpPr>
        <p:spPr>
          <a:xfrm>
            <a:off x="1097280" y="5074920"/>
            <a:ext cx="10113264" cy="822960"/>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FFFFFF"/>
              </a:buClr>
              <a:buSzPts val="3600"/>
              <a:buFont typeface="Calibri"/>
              <a:buNone/>
              <a:defRPr sz="3600" b="0" i="0" u="none" strike="noStrike" cap="none">
                <a:solidFill>
                  <a:srgbClr val="FFFFFF"/>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98" name="Google Shape;98;p111"/>
          <p:cNvSpPr>
            <a:spLocks noGrp="1"/>
          </p:cNvSpPr>
          <p:nvPr>
            <p:ph type="pic" idx="2"/>
          </p:nvPr>
        </p:nvSpPr>
        <p:spPr>
          <a:xfrm>
            <a:off x="15" y="0"/>
            <a:ext cx="12191985" cy="4915076"/>
          </a:xfrm>
          <a:prstGeom prst="rect">
            <a:avLst/>
          </a:prstGeom>
          <a:noFill/>
          <a:ln>
            <a:noFill/>
          </a:ln>
        </p:spPr>
      </p:sp>
      <p:sp>
        <p:nvSpPr>
          <p:cNvPr id="99" name="Google Shape;99;p111"/>
          <p:cNvSpPr txBox="1">
            <a:spLocks noGrp="1"/>
          </p:cNvSpPr>
          <p:nvPr>
            <p:ph type="body" idx="1"/>
          </p:nvPr>
        </p:nvSpPr>
        <p:spPr>
          <a:xfrm>
            <a:off x="1097280" y="5907023"/>
            <a:ext cx="10113264" cy="594360"/>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0"/>
              </a:spcBef>
              <a:spcAft>
                <a:spcPts val="0"/>
              </a:spcAft>
              <a:buClr>
                <a:schemeClr val="accent1"/>
              </a:buClr>
              <a:buSzPts val="1500"/>
              <a:buFont typeface="Calibri"/>
              <a:buNone/>
              <a:defRPr sz="1500" b="0" i="0" u="none" strike="noStrike" cap="none">
                <a:solidFill>
                  <a:srgbClr val="FFFFFF"/>
                </a:solidFill>
                <a:latin typeface="Calibri"/>
                <a:ea typeface="Calibri"/>
                <a:cs typeface="Calibri"/>
                <a:sym typeface="Calibri"/>
              </a:defRPr>
            </a:lvl1pPr>
            <a:lvl2pPr marL="914400" marR="0" lvl="1" indent="-228600" algn="l">
              <a:lnSpc>
                <a:spcPct val="90000"/>
              </a:lnSpc>
              <a:spcBef>
                <a:spcPts val="600"/>
              </a:spcBef>
              <a:spcAft>
                <a:spcPts val="0"/>
              </a:spcAft>
              <a:buClr>
                <a:schemeClr val="accent1"/>
              </a:buClr>
              <a:buSzPts val="1200"/>
              <a:buFont typeface="Calibri"/>
              <a:buNone/>
              <a:defRPr sz="1200" b="0" i="0" u="none" strike="noStrike" cap="none">
                <a:solidFill>
                  <a:srgbClr val="3F3F3F"/>
                </a:solidFill>
                <a:latin typeface="Calibri"/>
                <a:ea typeface="Calibri"/>
                <a:cs typeface="Calibri"/>
                <a:sym typeface="Calibri"/>
              </a:defRPr>
            </a:lvl2pPr>
            <a:lvl3pPr marL="1371600" marR="0" lvl="2" indent="-228600" algn="l">
              <a:lnSpc>
                <a:spcPct val="90000"/>
              </a:lnSpc>
              <a:spcBef>
                <a:spcPts val="400"/>
              </a:spcBef>
              <a:spcAft>
                <a:spcPts val="0"/>
              </a:spcAft>
              <a:buClr>
                <a:schemeClr val="accent1"/>
              </a:buClr>
              <a:buSzPts val="1000"/>
              <a:buFont typeface="Calibri"/>
              <a:buNone/>
              <a:defRPr sz="1000" b="0" i="0" u="none" strike="noStrike" cap="none">
                <a:solidFill>
                  <a:srgbClr val="3F3F3F"/>
                </a:solidFill>
                <a:latin typeface="Calibri"/>
                <a:ea typeface="Calibri"/>
                <a:cs typeface="Calibri"/>
                <a:sym typeface="Calibri"/>
              </a:defRPr>
            </a:lvl3pPr>
            <a:lvl4pPr marL="1828800" marR="0" lvl="3" indent="-228600" algn="l">
              <a:lnSpc>
                <a:spcPct val="90000"/>
              </a:lnSpc>
              <a:spcBef>
                <a:spcPts val="400"/>
              </a:spcBef>
              <a:spcAft>
                <a:spcPts val="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4pPr>
            <a:lvl5pPr marL="2286000" marR="0" lvl="4" indent="-228600" algn="l">
              <a:lnSpc>
                <a:spcPct val="90000"/>
              </a:lnSpc>
              <a:spcBef>
                <a:spcPts val="400"/>
              </a:spcBef>
              <a:spcAft>
                <a:spcPts val="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5pPr>
            <a:lvl6pPr marL="2743200" marR="0" lvl="5" indent="-228600" algn="l">
              <a:lnSpc>
                <a:spcPct val="90000"/>
              </a:lnSpc>
              <a:spcBef>
                <a:spcPts val="400"/>
              </a:spcBef>
              <a:spcAft>
                <a:spcPts val="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6pPr>
            <a:lvl7pPr marL="3200400" marR="0" lvl="6" indent="-228600" algn="l">
              <a:lnSpc>
                <a:spcPct val="90000"/>
              </a:lnSpc>
              <a:spcBef>
                <a:spcPts val="400"/>
              </a:spcBef>
              <a:spcAft>
                <a:spcPts val="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7pPr>
            <a:lvl8pPr marL="3657600" marR="0" lvl="7" indent="-228600" algn="l">
              <a:lnSpc>
                <a:spcPct val="90000"/>
              </a:lnSpc>
              <a:spcBef>
                <a:spcPts val="400"/>
              </a:spcBef>
              <a:spcAft>
                <a:spcPts val="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8pPr>
            <a:lvl9pPr marL="4114800" marR="0" lvl="8" indent="-228600" algn="l">
              <a:lnSpc>
                <a:spcPct val="90000"/>
              </a:lnSpc>
              <a:spcBef>
                <a:spcPts val="400"/>
              </a:spcBef>
              <a:spcAft>
                <a:spcPts val="400"/>
              </a:spcAft>
              <a:buClr>
                <a:schemeClr val="accent1"/>
              </a:buClr>
              <a:buSzPts val="900"/>
              <a:buFont typeface="Calibri"/>
              <a:buNone/>
              <a:defRPr sz="900" b="0" i="0" u="none" strike="noStrike" cap="none">
                <a:solidFill>
                  <a:srgbClr val="3F3F3F"/>
                </a:solidFill>
                <a:latin typeface="Calibri"/>
                <a:ea typeface="Calibri"/>
                <a:cs typeface="Calibri"/>
                <a:sym typeface="Calibri"/>
              </a:defRPr>
            </a:lvl9pPr>
          </a:lstStyle>
          <a:p>
            <a:endParaRPr/>
          </a:p>
        </p:txBody>
      </p:sp>
      <p:sp>
        <p:nvSpPr>
          <p:cNvPr id="100" name="Google Shape;100;p111"/>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A289D8BE-B388-4F6B-8D74-02CE22C05957}" type="datetime1">
              <a:rPr lang="en-US" smtClean="0"/>
              <a:t>3/3/2025</a:t>
            </a:fld>
            <a:endParaRPr/>
          </a:p>
        </p:txBody>
      </p:sp>
      <p:sp>
        <p:nvSpPr>
          <p:cNvPr id="101" name="Google Shape;101;p111"/>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102" name="Google Shape;102;p1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3"/>
        <p:cNvGrpSpPr/>
        <p:nvPr/>
      </p:nvGrpSpPr>
      <p:grpSpPr>
        <a:xfrm>
          <a:off x="0" y="0"/>
          <a:ext cx="0" cy="0"/>
          <a:chOff x="0" y="0"/>
          <a:chExt cx="0" cy="0"/>
        </a:xfrm>
      </p:grpSpPr>
      <p:sp>
        <p:nvSpPr>
          <p:cNvPr id="104" name="Google Shape;104;p112"/>
          <p:cNvSpPr txBox="1">
            <a:spLocks noGrp="1"/>
          </p:cNvSpPr>
          <p:nvPr>
            <p:ph type="title"/>
          </p:nvPr>
        </p:nvSpPr>
        <p:spPr>
          <a:xfrm>
            <a:off x="1097280" y="286603"/>
            <a:ext cx="10058400" cy="1450757"/>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05" name="Google Shape;105;p112"/>
          <p:cNvSpPr txBox="1">
            <a:spLocks noGrp="1"/>
          </p:cNvSpPr>
          <p:nvPr>
            <p:ph type="body" idx="1"/>
          </p:nvPr>
        </p:nvSpPr>
        <p:spPr>
          <a:xfrm rot="5400000">
            <a:off x="4114800" y="-1171786"/>
            <a:ext cx="4023360" cy="10058400"/>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06" name="Google Shape;106;p112"/>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8AEC61BC-E28D-4449-9A39-45D8F860E03F}" type="datetime1">
              <a:rPr lang="en-US" smtClean="0"/>
              <a:t>3/3/2025</a:t>
            </a:fld>
            <a:endParaRPr/>
          </a:p>
        </p:txBody>
      </p:sp>
      <p:sp>
        <p:nvSpPr>
          <p:cNvPr id="107" name="Google Shape;107;p112"/>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108" name="Google Shape;108;p1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09"/>
        <p:cNvGrpSpPr/>
        <p:nvPr/>
      </p:nvGrpSpPr>
      <p:grpSpPr>
        <a:xfrm>
          <a:off x="0" y="0"/>
          <a:ext cx="0" cy="0"/>
          <a:chOff x="0" y="0"/>
          <a:chExt cx="0" cy="0"/>
        </a:xfrm>
      </p:grpSpPr>
      <p:sp>
        <p:nvSpPr>
          <p:cNvPr id="110" name="Google Shape;110;p113"/>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13"/>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13"/>
          <p:cNvSpPr txBox="1">
            <a:spLocks noGrp="1"/>
          </p:cNvSpPr>
          <p:nvPr>
            <p:ph type="title"/>
          </p:nvPr>
        </p:nvSpPr>
        <p:spPr>
          <a:xfrm rot="5400000">
            <a:off x="7160640" y="1979039"/>
            <a:ext cx="5757421" cy="2628900"/>
          </a:xfrm>
          <a:prstGeom prst="rect">
            <a:avLst/>
          </a:prstGeom>
          <a:noFill/>
          <a:ln>
            <a:noFill/>
          </a:ln>
        </p:spPr>
        <p:txBody>
          <a:bodyPr spcFirstLastPara="1" wrap="square" lIns="91425" tIns="91425" rIns="91425" bIns="91425" anchor="b" anchorCtr="0">
            <a:noAutofit/>
          </a:bodyPr>
          <a:lstStyle>
            <a:lvl1pPr marR="0" lvl="0" algn="l">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13" name="Google Shape;113;p113"/>
          <p:cNvSpPr txBox="1">
            <a:spLocks noGrp="1"/>
          </p:cNvSpPr>
          <p:nvPr>
            <p:ph type="body" idx="1"/>
          </p:nvPr>
        </p:nvSpPr>
        <p:spPr>
          <a:xfrm rot="5400000">
            <a:off x="1826639" y="-573661"/>
            <a:ext cx="5757422" cy="7734300"/>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14" name="Google Shape;114;p113"/>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SzPts val="1400"/>
              <a:buNone/>
              <a:defRPr sz="900">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76AC10C8-E0F6-4914-9865-64E4D62CA3A4}" type="datetime1">
              <a:rPr lang="en-US" smtClean="0"/>
              <a:t>3/3/2025</a:t>
            </a:fld>
            <a:endParaRPr/>
          </a:p>
        </p:txBody>
      </p:sp>
      <p:sp>
        <p:nvSpPr>
          <p:cNvPr id="115" name="Google Shape;115;p113"/>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SzPts val="1400"/>
              <a:buNone/>
              <a:defRPr sz="900" cap="none">
                <a:solidFill>
                  <a:srgbClr val="FFFFFF"/>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116" name="Google Shape;116;p1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0"/>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100"/>
          <p:cNvSpPr/>
          <p:nvPr/>
        </p:nvSpPr>
        <p:spPr>
          <a:xfrm>
            <a:off x="0" y="6334316"/>
            <a:ext cx="12192000" cy="659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00"/>
          <p:cNvSpPr txBox="1">
            <a:spLocks noGrp="1"/>
          </p:cNvSpPr>
          <p:nvPr>
            <p:ph type="title"/>
          </p:nvPr>
        </p:nvSpPr>
        <p:spPr>
          <a:xfrm>
            <a:off x="1097280" y="286603"/>
            <a:ext cx="10058400" cy="1450757"/>
          </a:xfrm>
          <a:prstGeom prst="rect">
            <a:avLst/>
          </a:prstGeom>
          <a:noFill/>
          <a:ln>
            <a:noFill/>
          </a:ln>
        </p:spPr>
        <p:txBody>
          <a:bodyPr spcFirstLastPara="1" wrap="square" lIns="91425" tIns="91425" rIns="91425" bIns="91425" anchor="b" anchorCtr="0">
            <a:no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100"/>
          <p:cNvSpPr txBox="1">
            <a:spLocks noGrp="1"/>
          </p:cNvSpPr>
          <p:nvPr>
            <p:ph type="body" idx="1"/>
          </p:nvPr>
        </p:nvSpPr>
        <p:spPr>
          <a:xfrm>
            <a:off x="1097280" y="1845734"/>
            <a:ext cx="10058400" cy="4023360"/>
          </a:xfrm>
          <a:prstGeom prst="rect">
            <a:avLst/>
          </a:prstGeom>
          <a:noFill/>
          <a:ln>
            <a:noFill/>
          </a:ln>
        </p:spPr>
        <p:txBody>
          <a:bodyPr spcFirstLastPara="1" wrap="square" lIns="91425" tIns="91425" rIns="91425" bIns="91425" anchor="t" anchorCtr="0">
            <a:no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00"/>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fld id="{2BFBDE00-56F6-4732-AE48-6A4753A4B31B}" type="datetime1">
              <a:rPr lang="en-US" smtClean="0"/>
              <a:t>3/3/2025</a:t>
            </a:fld>
            <a:endParaRPr/>
          </a:p>
        </p:txBody>
      </p:sp>
      <p:sp>
        <p:nvSpPr>
          <p:cNvPr id="15" name="Google Shape;15;p100"/>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IN" smtClean="0"/>
              <a:t>Advanced Data Structures</a:t>
            </a:r>
            <a:endParaRPr/>
          </a:p>
        </p:txBody>
      </p:sp>
      <p:sp>
        <p:nvSpPr>
          <p:cNvPr id="16" name="Google Shape;16;p10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100"/>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image" Target="../media/image9.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1.xml"/><Relationship Id="rId4" Type="http://schemas.openxmlformats.org/officeDocument/2006/relationships/image" Target="../media/image21.gif"/></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
          <p:cNvSpPr txBox="1">
            <a:spLocks noGrp="1"/>
          </p:cNvSpPr>
          <p:nvPr>
            <p:ph type="subTitle" idx="1"/>
          </p:nvPr>
        </p:nvSpPr>
        <p:spPr>
          <a:xfrm>
            <a:off x="1638300" y="5143500"/>
            <a:ext cx="9144000" cy="482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00"/>
              <a:buNone/>
            </a:pPr>
            <a:r>
              <a:rPr lang="en-US" sz="2000" b="1">
                <a:latin typeface="Times New Roman"/>
                <a:ea typeface="Times New Roman"/>
                <a:cs typeface="Times New Roman"/>
                <a:sym typeface="Times New Roman"/>
              </a:rPr>
              <a:t>DEPARTMENT OF COMPUTER SCIENCE AND ENGINEERING</a:t>
            </a:r>
            <a:endParaRPr sz="2000" b="1">
              <a:latin typeface="Times New Roman"/>
              <a:ea typeface="Times New Roman"/>
              <a:cs typeface="Times New Roman"/>
              <a:sym typeface="Times New Roman"/>
            </a:endParaRPr>
          </a:p>
        </p:txBody>
      </p:sp>
      <p:pic>
        <p:nvPicPr>
          <p:cNvPr id="118" name="Google Shape;118;p1"/>
          <p:cNvPicPr preferRelativeResize="0"/>
          <p:nvPr/>
        </p:nvPicPr>
        <p:blipFill rotWithShape="1">
          <a:blip r:embed="rId3">
            <a:alphaModFix/>
          </a:blip>
          <a:srcRect/>
          <a:stretch/>
        </p:blipFill>
        <p:spPr>
          <a:xfrm>
            <a:off x="868172" y="431800"/>
            <a:ext cx="10193528" cy="2070100"/>
          </a:xfrm>
          <a:prstGeom prst="rect">
            <a:avLst/>
          </a:prstGeom>
          <a:noFill/>
          <a:ln>
            <a:noFill/>
          </a:ln>
          <a:effectLst>
            <a:outerShdw blurRad="292100" dist="139700" dir="2700000" algn="tl" rotWithShape="0">
              <a:srgbClr val="333333">
                <a:alpha val="64705"/>
              </a:srgbClr>
            </a:outerShdw>
          </a:effectLst>
        </p:spPr>
      </p:pic>
      <p:sp>
        <p:nvSpPr>
          <p:cNvPr id="119" name="Google Shape;119;p1"/>
          <p:cNvSpPr/>
          <p:nvPr/>
        </p:nvSpPr>
        <p:spPr>
          <a:xfrm>
            <a:off x="668720" y="2886840"/>
            <a:ext cx="11083159" cy="132343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a:solidFill>
                  <a:schemeClr val="dk1"/>
                </a:solidFill>
                <a:latin typeface="Times New Roman"/>
                <a:ea typeface="Times New Roman"/>
                <a:cs typeface="Times New Roman"/>
                <a:sym typeface="Times New Roman"/>
              </a:rPr>
              <a:t>CSE2PM09A / AID2PM07A	</a:t>
            </a:r>
            <a:r>
              <a:rPr lang="en-US" sz="4000" b="1" i="0" u="none" strike="noStrike" cap="none">
                <a:solidFill>
                  <a:schemeClr val="dk1"/>
                </a:solidFill>
                <a:latin typeface="Times New Roman"/>
                <a:ea typeface="Times New Roman"/>
                <a:cs typeface="Times New Roman"/>
                <a:sym typeface="Times New Roman"/>
              </a:rPr>
              <a:t>	</a:t>
            </a:r>
            <a:endParaRPr/>
          </a:p>
          <a:p>
            <a:pPr marL="0" marR="0" lvl="0" indent="0" algn="ctr" rtl="0">
              <a:spcBef>
                <a:spcPts val="0"/>
              </a:spcBef>
              <a:spcAft>
                <a:spcPts val="0"/>
              </a:spcAft>
              <a:buNone/>
            </a:pPr>
            <a:r>
              <a:rPr lang="en-US" sz="4000" b="1" i="0" u="none" strike="noStrike" cap="none">
                <a:solidFill>
                  <a:schemeClr val="dk1"/>
                </a:solidFill>
                <a:latin typeface="Times New Roman"/>
                <a:ea typeface="Times New Roman"/>
                <a:cs typeface="Times New Roman"/>
                <a:sym typeface="Times New Roman"/>
              </a:rPr>
              <a:t>Design and Analysis of Algorithm</a:t>
            </a:r>
            <a:endParaRPr sz="4000" b="1"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2678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0"/>
          <p:cNvSpPr txBox="1">
            <a:spLocks noGrp="1"/>
          </p:cNvSpPr>
          <p:nvPr>
            <p:ph type="title"/>
          </p:nvPr>
        </p:nvSpPr>
        <p:spPr>
          <a:xfrm>
            <a:off x="1694180" y="367399"/>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Hashing</a:t>
            </a:r>
            <a:endParaRPr sz="4800" b="0" i="0" u="none" strike="noStrike" cap="none">
              <a:solidFill>
                <a:srgbClr val="00B050"/>
              </a:solidFill>
              <a:latin typeface="Times New Roman"/>
              <a:ea typeface="Times New Roman"/>
              <a:cs typeface="Times New Roman"/>
              <a:sym typeface="Times New Roman"/>
            </a:endParaRPr>
          </a:p>
        </p:txBody>
      </p:sp>
      <p:sp>
        <p:nvSpPr>
          <p:cNvPr id="124" name="Google Shape;124;p10"/>
          <p:cNvSpPr txBox="1">
            <a:spLocks noGrp="1"/>
          </p:cNvSpPr>
          <p:nvPr>
            <p:ph type="body" idx="1"/>
          </p:nvPr>
        </p:nvSpPr>
        <p:spPr>
          <a:xfrm>
            <a:off x="1068387" y="2023714"/>
            <a:ext cx="10058400" cy="3748194"/>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400"/>
              <a:buFont typeface="Noto Sans Symbols"/>
              <a:buChar char="➢"/>
            </a:pPr>
            <a:r>
              <a:rPr lang="en-US" sz="2400" b="0" i="0" u="none" strike="noStrike" cap="none" dirty="0">
                <a:solidFill>
                  <a:srgbClr val="3F3F3F"/>
                </a:solidFill>
                <a:latin typeface="Times New Roman"/>
                <a:ea typeface="Times New Roman"/>
                <a:cs typeface="Times New Roman"/>
                <a:sym typeface="Times New Roman"/>
              </a:rPr>
              <a:t>Introduction to hashing</a:t>
            </a:r>
            <a:endParaRPr dirty="0"/>
          </a:p>
          <a:p>
            <a:pPr marL="91440" marR="0" lvl="0" indent="-91440" algn="l" rtl="0">
              <a:lnSpc>
                <a:spcPct val="90000"/>
              </a:lnSpc>
              <a:spcBef>
                <a:spcPts val="1400"/>
              </a:spcBef>
              <a:spcAft>
                <a:spcPts val="0"/>
              </a:spcAft>
              <a:buClr>
                <a:schemeClr val="accent1"/>
              </a:buClr>
              <a:buSzPts val="2400"/>
              <a:buFont typeface="Noto Sans Symbols"/>
              <a:buChar char="➢"/>
            </a:pPr>
            <a:r>
              <a:rPr lang="en-US" sz="2400" b="0" i="0" u="none" strike="noStrike" cap="none" dirty="0">
                <a:solidFill>
                  <a:srgbClr val="3F3F3F"/>
                </a:solidFill>
                <a:latin typeface="Times New Roman"/>
                <a:ea typeface="Times New Roman"/>
                <a:cs typeface="Times New Roman"/>
                <a:sym typeface="Times New Roman"/>
              </a:rPr>
              <a:t>Hash functions</a:t>
            </a:r>
            <a:endParaRPr dirty="0"/>
          </a:p>
          <a:p>
            <a:pPr marL="91440" marR="0" lvl="0" indent="-91440" algn="l" rtl="0">
              <a:lnSpc>
                <a:spcPct val="90000"/>
              </a:lnSpc>
              <a:spcBef>
                <a:spcPts val="1400"/>
              </a:spcBef>
              <a:spcAft>
                <a:spcPts val="0"/>
              </a:spcAft>
              <a:buClr>
                <a:schemeClr val="accent1"/>
              </a:buClr>
              <a:buSzPts val="2400"/>
              <a:buFont typeface="Noto Sans Symbols"/>
              <a:buChar char="➢"/>
            </a:pPr>
            <a:r>
              <a:rPr lang="en-US" sz="2400" b="0" i="0" u="none" strike="noStrike" cap="none" dirty="0">
                <a:solidFill>
                  <a:srgbClr val="3F3F3F"/>
                </a:solidFill>
                <a:latin typeface="Times New Roman"/>
                <a:ea typeface="Times New Roman"/>
                <a:cs typeface="Times New Roman"/>
                <a:sym typeface="Times New Roman"/>
              </a:rPr>
              <a:t>Collision resolution strategies- Open Addressing and Chaining</a:t>
            </a:r>
            <a:endParaRPr dirty="0"/>
          </a:p>
          <a:p>
            <a:pPr marL="91440" marR="0" lvl="0" indent="-91440" algn="l" rtl="0">
              <a:lnSpc>
                <a:spcPct val="90000"/>
              </a:lnSpc>
              <a:spcBef>
                <a:spcPts val="1400"/>
              </a:spcBef>
              <a:spcAft>
                <a:spcPts val="0"/>
              </a:spcAft>
              <a:buClr>
                <a:schemeClr val="accent1"/>
              </a:buClr>
              <a:buSzPts val="2400"/>
              <a:buFont typeface="Noto Sans Symbols"/>
              <a:buChar char="➢"/>
            </a:pPr>
            <a:r>
              <a:rPr lang="en-US" sz="2400" b="0" i="0" u="none" strike="noStrike" cap="none">
                <a:solidFill>
                  <a:srgbClr val="3F3F3F"/>
                </a:solidFill>
                <a:latin typeface="Times New Roman"/>
                <a:ea typeface="Times New Roman"/>
                <a:cs typeface="Times New Roman"/>
                <a:sym typeface="Times New Roman"/>
              </a:rPr>
              <a:t>Hash Table Overflow</a:t>
            </a:r>
            <a:endParaRPr sz="2400" b="0" i="0" u="none" strike="noStrike" cap="none">
              <a:solidFill>
                <a:srgbClr val="3F3F3F"/>
              </a:solidFill>
              <a:latin typeface="Times New Roman"/>
              <a:ea typeface="Times New Roman"/>
              <a:cs typeface="Times New Roman"/>
              <a:sym typeface="Times New Roman"/>
            </a:endParaRPr>
          </a:p>
          <a:p>
            <a:pPr marL="91440" marR="0" lvl="0" indent="86360" algn="l" rtl="0">
              <a:lnSpc>
                <a:spcPct val="90000"/>
              </a:lnSpc>
              <a:spcBef>
                <a:spcPts val="14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p:txBody>
      </p:sp>
      <p:pic>
        <p:nvPicPr>
          <p:cNvPr id="128" name="Google Shape;128;p10"/>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1"/>
          <p:cNvSpPr txBox="1">
            <a:spLocks noGrp="1"/>
          </p:cNvSpPr>
          <p:nvPr>
            <p:ph type="title"/>
          </p:nvPr>
        </p:nvSpPr>
        <p:spPr>
          <a:xfrm>
            <a:off x="1694180" y="367399"/>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Introduction to Hashing</a:t>
            </a:r>
            <a:endParaRPr sz="4800" b="0" i="0" u="none" strike="noStrike" cap="none">
              <a:solidFill>
                <a:srgbClr val="00B050"/>
              </a:solidFill>
              <a:latin typeface="Times New Roman"/>
              <a:ea typeface="Times New Roman"/>
              <a:cs typeface="Times New Roman"/>
              <a:sym typeface="Times New Roman"/>
            </a:endParaRPr>
          </a:p>
        </p:txBody>
      </p:sp>
      <p:sp>
        <p:nvSpPr>
          <p:cNvPr id="136" name="Google Shape;136;p11"/>
          <p:cNvSpPr txBox="1">
            <a:spLocks noGrp="1"/>
          </p:cNvSpPr>
          <p:nvPr>
            <p:ph type="body" idx="1"/>
          </p:nvPr>
        </p:nvSpPr>
        <p:spPr>
          <a:xfrm>
            <a:off x="335360" y="1772816"/>
            <a:ext cx="11737304" cy="4248472"/>
          </a:xfrm>
          <a:prstGeom prst="rect">
            <a:avLst/>
          </a:prstGeom>
          <a:noFill/>
          <a:ln>
            <a:noFill/>
          </a:ln>
        </p:spPr>
        <p:txBody>
          <a:bodyPr spcFirstLastPara="1" wrap="square" lIns="0" tIns="45700" rIns="0" bIns="45700" anchor="t" anchorCtr="0">
            <a:no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Suppose that we want to store 10,000 students records (each with a 5-digit ID) in a given container. </a:t>
            </a:r>
            <a:endParaRPr sz="2400">
              <a:latin typeface="Times New Roman"/>
              <a:ea typeface="Times New Roman"/>
              <a:cs typeface="Times New Roman"/>
              <a:sym typeface="Times New Roman"/>
            </a:endParaRPr>
          </a:p>
          <a:p>
            <a:pPr marL="457200" marR="0" lvl="0" indent="-228600" algn="l" rtl="0">
              <a:lnSpc>
                <a:spcPct val="90000"/>
              </a:lnSpc>
              <a:spcBef>
                <a:spcPts val="12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a:p>
            <a:pPr marL="1371600" lvl="2" indent="-317500" algn="l" rtl="0">
              <a:lnSpc>
                <a:spcPct val="90000"/>
              </a:lnSpc>
              <a:spcBef>
                <a:spcPts val="400"/>
              </a:spcBef>
              <a:spcAft>
                <a:spcPts val="0"/>
              </a:spcAft>
              <a:buSzPts val="1400"/>
              <a:buFont typeface="Noto Sans Symbols"/>
              <a:buChar char="❑"/>
            </a:pPr>
            <a:r>
              <a:rPr lang="en-US" sz="2400">
                <a:latin typeface="Times New Roman"/>
                <a:ea typeface="Times New Roman"/>
                <a:cs typeface="Times New Roman"/>
                <a:sym typeface="Times New Roman"/>
              </a:rPr>
              <a:t>A linked list implementation would take</a:t>
            </a:r>
            <a:r>
              <a:rPr lang="en-US" sz="2400">
                <a:solidFill>
                  <a:srgbClr val="FFFFFF"/>
                </a:solidFill>
                <a:latin typeface="Times New Roman"/>
                <a:ea typeface="Times New Roman"/>
                <a:cs typeface="Times New Roman"/>
                <a:sym typeface="Times New Roman"/>
              </a:rPr>
              <a:t> </a:t>
            </a:r>
            <a:r>
              <a:rPr lang="en-US" sz="2400" b="1">
                <a:solidFill>
                  <a:srgbClr val="0000FF"/>
                </a:solidFill>
                <a:latin typeface="Times New Roman"/>
                <a:ea typeface="Times New Roman"/>
                <a:cs typeface="Times New Roman"/>
                <a:sym typeface="Times New Roman"/>
              </a:rPr>
              <a:t>O(n)</a:t>
            </a:r>
            <a:r>
              <a:rPr lang="en-US" sz="2400">
                <a:solidFill>
                  <a:srgbClr val="FFFFFF"/>
                </a:solidFill>
                <a:latin typeface="Times New Roman"/>
                <a:ea typeface="Times New Roman"/>
                <a:cs typeface="Times New Roman"/>
                <a:sym typeface="Times New Roman"/>
              </a:rPr>
              <a:t> </a:t>
            </a:r>
            <a:r>
              <a:rPr lang="en-US" sz="2400">
                <a:latin typeface="Times New Roman"/>
                <a:ea typeface="Times New Roman"/>
                <a:cs typeface="Times New Roman"/>
                <a:sym typeface="Times New Roman"/>
              </a:rPr>
              <a:t>time.</a:t>
            </a:r>
            <a:endParaRPr/>
          </a:p>
          <a:p>
            <a:pPr marL="1371600" lvl="2" indent="-317500" algn="l" rtl="0">
              <a:lnSpc>
                <a:spcPct val="90000"/>
              </a:lnSpc>
              <a:spcBef>
                <a:spcPts val="400"/>
              </a:spcBef>
              <a:spcAft>
                <a:spcPts val="0"/>
              </a:spcAft>
              <a:buSzPts val="1400"/>
              <a:buFont typeface="Noto Sans Symbols"/>
              <a:buChar char="❑"/>
            </a:pPr>
            <a:r>
              <a:rPr lang="en-US" sz="2400">
                <a:latin typeface="Times New Roman"/>
                <a:ea typeface="Times New Roman"/>
                <a:cs typeface="Times New Roman"/>
                <a:sym typeface="Times New Roman"/>
              </a:rPr>
              <a:t>A height balanced tree would give</a:t>
            </a:r>
            <a:r>
              <a:rPr lang="en-US" sz="2400">
                <a:solidFill>
                  <a:srgbClr val="FFFFFF"/>
                </a:solidFill>
                <a:latin typeface="Times New Roman"/>
                <a:ea typeface="Times New Roman"/>
                <a:cs typeface="Times New Roman"/>
                <a:sym typeface="Times New Roman"/>
              </a:rPr>
              <a:t> </a:t>
            </a:r>
            <a:r>
              <a:rPr lang="en-US" sz="2400" b="1">
                <a:solidFill>
                  <a:srgbClr val="0000FF"/>
                </a:solidFill>
                <a:latin typeface="Times New Roman"/>
                <a:ea typeface="Times New Roman"/>
                <a:cs typeface="Times New Roman"/>
                <a:sym typeface="Times New Roman"/>
              </a:rPr>
              <a:t>O(log n)</a:t>
            </a:r>
            <a:r>
              <a:rPr lang="en-US" sz="2400">
                <a:solidFill>
                  <a:srgbClr val="FFFFFF"/>
                </a:solidFill>
                <a:latin typeface="Times New Roman"/>
                <a:ea typeface="Times New Roman"/>
                <a:cs typeface="Times New Roman"/>
                <a:sym typeface="Times New Roman"/>
              </a:rPr>
              <a:t> </a:t>
            </a:r>
            <a:r>
              <a:rPr lang="en-US" sz="2400">
                <a:latin typeface="Times New Roman"/>
                <a:ea typeface="Times New Roman"/>
                <a:cs typeface="Times New Roman"/>
                <a:sym typeface="Times New Roman"/>
              </a:rPr>
              <a:t>access time</a:t>
            </a:r>
            <a:r>
              <a:rPr lang="en-US" sz="2400" i="1">
                <a:solidFill>
                  <a:srgbClr val="C00000"/>
                </a:solidFill>
                <a:latin typeface="Times New Roman"/>
                <a:ea typeface="Times New Roman"/>
                <a:cs typeface="Times New Roman"/>
                <a:sym typeface="Times New Roman"/>
              </a:rPr>
              <a:t>.(will see in Unit-4)</a:t>
            </a:r>
            <a:endParaRPr sz="2400" i="1">
              <a:solidFill>
                <a:srgbClr val="C00000"/>
              </a:solidFill>
              <a:latin typeface="Times New Roman"/>
              <a:ea typeface="Times New Roman"/>
              <a:cs typeface="Times New Roman"/>
              <a:sym typeface="Times New Roman"/>
            </a:endParaRPr>
          </a:p>
          <a:p>
            <a:pPr marL="1371600" lvl="2" indent="-317500" algn="l" rtl="0">
              <a:lnSpc>
                <a:spcPct val="90000"/>
              </a:lnSpc>
              <a:spcBef>
                <a:spcPts val="400"/>
              </a:spcBef>
              <a:spcAft>
                <a:spcPts val="0"/>
              </a:spcAft>
              <a:buSzPts val="1400"/>
              <a:buFont typeface="Noto Sans Symbols"/>
              <a:buChar char="❑"/>
            </a:pPr>
            <a:r>
              <a:rPr lang="en-US" sz="2400">
                <a:latin typeface="Times New Roman"/>
                <a:ea typeface="Times New Roman"/>
                <a:cs typeface="Times New Roman"/>
                <a:sym typeface="Times New Roman"/>
              </a:rPr>
              <a:t>Using an array of size 100,000 would give</a:t>
            </a:r>
            <a:r>
              <a:rPr lang="en-US" sz="2400">
                <a:solidFill>
                  <a:srgbClr val="FFFFFF"/>
                </a:solidFill>
                <a:latin typeface="Times New Roman"/>
                <a:ea typeface="Times New Roman"/>
                <a:cs typeface="Times New Roman"/>
                <a:sym typeface="Times New Roman"/>
              </a:rPr>
              <a:t> </a:t>
            </a:r>
            <a:r>
              <a:rPr lang="en-US" sz="2400" b="1">
                <a:solidFill>
                  <a:srgbClr val="0000FF"/>
                </a:solidFill>
                <a:latin typeface="Times New Roman"/>
                <a:ea typeface="Times New Roman"/>
                <a:cs typeface="Times New Roman"/>
                <a:sym typeface="Times New Roman"/>
              </a:rPr>
              <a:t>O(1)</a:t>
            </a:r>
            <a:r>
              <a:rPr lang="en-US" sz="2400">
                <a:solidFill>
                  <a:srgbClr val="FFFFFF"/>
                </a:solidFill>
                <a:latin typeface="Times New Roman"/>
                <a:ea typeface="Times New Roman"/>
                <a:cs typeface="Times New Roman"/>
                <a:sym typeface="Times New Roman"/>
              </a:rPr>
              <a:t> </a:t>
            </a:r>
            <a:r>
              <a:rPr lang="en-US" sz="2400">
                <a:latin typeface="Times New Roman"/>
                <a:ea typeface="Times New Roman"/>
                <a:cs typeface="Times New Roman"/>
                <a:sym typeface="Times New Roman"/>
              </a:rPr>
              <a:t>access time but will lead  to a lot of     </a:t>
            </a:r>
            <a:endParaRPr/>
          </a:p>
          <a:p>
            <a:pPr marL="1016000" lvl="2" indent="0" algn="l" rtl="0">
              <a:lnSpc>
                <a:spcPct val="90000"/>
              </a:lnSpc>
              <a:spcBef>
                <a:spcPts val="400"/>
              </a:spcBef>
              <a:spcAft>
                <a:spcPts val="0"/>
              </a:spcAft>
              <a:buSzPts val="1400"/>
              <a:buNone/>
            </a:pPr>
            <a:r>
              <a:rPr lang="en-US" sz="2400">
                <a:latin typeface="Times New Roman"/>
                <a:ea typeface="Times New Roman"/>
                <a:cs typeface="Times New Roman"/>
                <a:sym typeface="Times New Roman"/>
              </a:rPr>
              <a:t> space wastage.</a:t>
            </a:r>
            <a:endParaRPr/>
          </a:p>
          <a:p>
            <a:pPr marL="457200" marR="0" lvl="0" indent="-228600" algn="l" rtl="0">
              <a:lnSpc>
                <a:spcPct val="90000"/>
              </a:lnSpc>
              <a:spcBef>
                <a:spcPts val="12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Is there some way that we could get</a:t>
            </a:r>
            <a:r>
              <a:rPr lang="en-US" sz="2400">
                <a:solidFill>
                  <a:srgbClr val="FFFFFF"/>
                </a:solidFill>
                <a:latin typeface="Times New Roman"/>
                <a:ea typeface="Times New Roman"/>
                <a:cs typeface="Times New Roman"/>
                <a:sym typeface="Times New Roman"/>
              </a:rPr>
              <a:t> </a:t>
            </a:r>
            <a:r>
              <a:rPr lang="en-US" sz="2400" b="1">
                <a:solidFill>
                  <a:srgbClr val="0000FF"/>
                </a:solidFill>
                <a:latin typeface="Times New Roman"/>
                <a:ea typeface="Times New Roman"/>
                <a:cs typeface="Times New Roman"/>
                <a:sym typeface="Times New Roman"/>
              </a:rPr>
              <a:t>O(1)</a:t>
            </a:r>
            <a:r>
              <a:rPr lang="en-US" sz="2400">
                <a:solidFill>
                  <a:srgbClr val="FFFFFF"/>
                </a:solidFill>
                <a:latin typeface="Times New Roman"/>
                <a:ea typeface="Times New Roman"/>
                <a:cs typeface="Times New Roman"/>
                <a:sym typeface="Times New Roman"/>
              </a:rPr>
              <a:t> </a:t>
            </a:r>
            <a:r>
              <a:rPr lang="en-US" sz="2400">
                <a:latin typeface="Times New Roman"/>
                <a:ea typeface="Times New Roman"/>
                <a:cs typeface="Times New Roman"/>
                <a:sym typeface="Times New Roman"/>
              </a:rPr>
              <a:t>access without wasting a lot of space?</a:t>
            </a:r>
            <a:endParaRPr sz="2400">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0">
                <a:solidFill>
                  <a:srgbClr val="C00000"/>
                </a:solidFill>
                <a:latin typeface="Times New Roman"/>
                <a:ea typeface="Times New Roman"/>
                <a:cs typeface="Times New Roman"/>
                <a:sym typeface="Times New Roman"/>
              </a:rPr>
              <a:t>The answer is </a:t>
            </a:r>
            <a:r>
              <a:rPr lang="en-US" sz="2800">
                <a:solidFill>
                  <a:srgbClr val="0070C0"/>
                </a:solidFill>
                <a:latin typeface="Times New Roman"/>
                <a:ea typeface="Times New Roman"/>
                <a:cs typeface="Times New Roman"/>
                <a:sym typeface="Times New Roman"/>
              </a:rPr>
              <a:t>hashing.</a:t>
            </a:r>
            <a:endParaRPr/>
          </a:p>
          <a:p>
            <a:pPr marL="91440" marR="0" lvl="0" indent="86360" algn="l" rtl="0">
              <a:lnSpc>
                <a:spcPct val="90000"/>
              </a:lnSpc>
              <a:spcBef>
                <a:spcPts val="16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p:txBody>
      </p:sp>
      <p:pic>
        <p:nvPicPr>
          <p:cNvPr id="140" name="Google Shape;140;p11"/>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2"/>
          <p:cNvSpPr txBox="1">
            <a:spLocks noGrp="1"/>
          </p:cNvSpPr>
          <p:nvPr>
            <p:ph type="title"/>
          </p:nvPr>
        </p:nvSpPr>
        <p:spPr>
          <a:xfrm>
            <a:off x="1694180" y="367399"/>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Introduction to Hashing</a:t>
            </a:r>
            <a:endParaRPr sz="4800" b="0" i="0" u="none" strike="noStrike" cap="none">
              <a:solidFill>
                <a:srgbClr val="00B050"/>
              </a:solidFill>
              <a:latin typeface="Times New Roman"/>
              <a:ea typeface="Times New Roman"/>
              <a:cs typeface="Times New Roman"/>
              <a:sym typeface="Times New Roman"/>
            </a:endParaRPr>
          </a:p>
        </p:txBody>
      </p:sp>
      <p:sp>
        <p:nvSpPr>
          <p:cNvPr id="148" name="Google Shape;148;p12"/>
          <p:cNvSpPr txBox="1">
            <a:spLocks noGrp="1"/>
          </p:cNvSpPr>
          <p:nvPr>
            <p:ph type="body" idx="1"/>
          </p:nvPr>
        </p:nvSpPr>
        <p:spPr>
          <a:xfrm>
            <a:off x="1068387" y="2023714"/>
            <a:ext cx="10058400" cy="3748194"/>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800"/>
              <a:buFont typeface="Noto Sans Symbols"/>
              <a:buChar char="❑"/>
            </a:pPr>
            <a:r>
              <a:rPr lang="en-US" sz="2800" b="1" i="0" u="none" strike="noStrike" cap="none">
                <a:solidFill>
                  <a:srgbClr val="3F3F3F"/>
                </a:solidFill>
                <a:latin typeface="Times New Roman"/>
                <a:ea typeface="Times New Roman"/>
                <a:cs typeface="Times New Roman"/>
                <a:sym typeface="Times New Roman"/>
              </a:rPr>
              <a:t>Why Hashing?</a:t>
            </a:r>
            <a:endParaRPr b="1"/>
          </a:p>
          <a:p>
            <a:pPr marL="0" marR="0" lvl="0" indent="0" algn="l" rtl="0">
              <a:lnSpc>
                <a:spcPct val="90000"/>
              </a:lnSpc>
              <a:spcBef>
                <a:spcPts val="1400"/>
              </a:spcBef>
              <a:spcAft>
                <a:spcPts val="0"/>
              </a:spcAft>
              <a:buClr>
                <a:schemeClr val="accent1"/>
              </a:buClr>
              <a:buSzPts val="2400"/>
              <a:buFont typeface="Calibri"/>
              <a:buNone/>
            </a:pPr>
            <a:endParaRPr sz="2400" b="0" i="0" u="none" strike="noStrike" cap="none">
              <a:solidFill>
                <a:srgbClr val="3F3F3F"/>
              </a:solidFill>
              <a:latin typeface="Times New Roman"/>
              <a:ea typeface="Times New Roman"/>
              <a:cs typeface="Times New Roman"/>
              <a:sym typeface="Times New Roman"/>
            </a:endParaRPr>
          </a:p>
          <a:p>
            <a:pPr marL="384048" marR="0" lvl="1" indent="-182880" algn="l" rtl="0">
              <a:lnSpc>
                <a:spcPct val="90000"/>
              </a:lnSpc>
              <a:spcBef>
                <a:spcPts val="400"/>
              </a:spcBef>
              <a:spcAft>
                <a:spcPts val="0"/>
              </a:spcAft>
              <a:buClr>
                <a:schemeClr val="accent1"/>
              </a:buClr>
              <a:buSzPts val="2400"/>
              <a:buFont typeface="Calibri"/>
              <a:buChar char="◦"/>
            </a:pPr>
            <a:r>
              <a:rPr lang="en-US" sz="2400" b="0" i="0" u="none" strike="noStrike" cap="none">
                <a:solidFill>
                  <a:srgbClr val="3F3F3F"/>
                </a:solidFill>
                <a:latin typeface="Times New Roman"/>
                <a:ea typeface="Times New Roman"/>
                <a:cs typeface="Times New Roman"/>
                <a:sym typeface="Times New Roman"/>
              </a:rPr>
              <a:t>Sequential Search requires </a:t>
            </a:r>
            <a:r>
              <a:rPr lang="en-US" sz="2400" b="0" i="0" u="none" strike="noStrike" cap="none">
                <a:solidFill>
                  <a:srgbClr val="C00000"/>
                </a:solidFill>
                <a:latin typeface="Times New Roman"/>
                <a:ea typeface="Times New Roman"/>
                <a:cs typeface="Times New Roman"/>
                <a:sym typeface="Times New Roman"/>
              </a:rPr>
              <a:t>O(n) </a:t>
            </a:r>
            <a:r>
              <a:rPr lang="en-US" sz="2400" b="0" i="0" u="none" strike="noStrike" cap="none">
                <a:solidFill>
                  <a:srgbClr val="3F3F3F"/>
                </a:solidFill>
                <a:latin typeface="Times New Roman"/>
                <a:ea typeface="Times New Roman"/>
                <a:cs typeface="Times New Roman"/>
                <a:sym typeface="Times New Roman"/>
              </a:rPr>
              <a:t>Comparisons.</a:t>
            </a:r>
            <a:endParaRPr/>
          </a:p>
          <a:p>
            <a:pPr marL="384048" marR="0" lvl="1" indent="-30479" algn="l" rtl="0">
              <a:lnSpc>
                <a:spcPct val="90000"/>
              </a:lnSpc>
              <a:spcBef>
                <a:spcPts val="400"/>
              </a:spcBef>
              <a:spcAft>
                <a:spcPts val="0"/>
              </a:spcAft>
              <a:buClr>
                <a:schemeClr val="accent1"/>
              </a:buClr>
              <a:buSzPts val="2400"/>
              <a:buFont typeface="Calibri"/>
              <a:buNone/>
            </a:pPr>
            <a:endParaRPr/>
          </a:p>
          <a:p>
            <a:pPr marL="384048" marR="0" lvl="1" indent="-182880" algn="l" rtl="0">
              <a:lnSpc>
                <a:spcPct val="90000"/>
              </a:lnSpc>
              <a:spcBef>
                <a:spcPts val="600"/>
              </a:spcBef>
              <a:spcAft>
                <a:spcPts val="0"/>
              </a:spcAft>
              <a:buClr>
                <a:schemeClr val="accent1"/>
              </a:buClr>
              <a:buSzPts val="2400"/>
              <a:buFont typeface="Calibri"/>
              <a:buChar char="◦"/>
            </a:pPr>
            <a:r>
              <a:rPr lang="en-US" sz="2400" b="0" i="0" u="none" strike="noStrike" cap="none">
                <a:solidFill>
                  <a:srgbClr val="3F3F3F"/>
                </a:solidFill>
                <a:latin typeface="Times New Roman"/>
                <a:ea typeface="Times New Roman"/>
                <a:cs typeface="Times New Roman"/>
                <a:sym typeface="Times New Roman"/>
              </a:rPr>
              <a:t>It is not useful for large database.</a:t>
            </a:r>
            <a:endParaRPr/>
          </a:p>
          <a:p>
            <a:pPr marL="384048" marR="0" lvl="1" indent="-30479" algn="l" rtl="0">
              <a:lnSpc>
                <a:spcPct val="90000"/>
              </a:lnSpc>
              <a:spcBef>
                <a:spcPts val="600"/>
              </a:spcBef>
              <a:spcAft>
                <a:spcPts val="0"/>
              </a:spcAft>
              <a:buClr>
                <a:schemeClr val="accent1"/>
              </a:buClr>
              <a:buSzPts val="2400"/>
              <a:buFont typeface="Calibri"/>
              <a:buNone/>
            </a:pPr>
            <a:endParaRPr/>
          </a:p>
          <a:p>
            <a:pPr marL="384048" marR="0" lvl="1" indent="-182880" algn="l" rtl="0">
              <a:lnSpc>
                <a:spcPct val="90000"/>
              </a:lnSpc>
              <a:spcBef>
                <a:spcPts val="600"/>
              </a:spcBef>
              <a:spcAft>
                <a:spcPts val="0"/>
              </a:spcAft>
              <a:buClr>
                <a:schemeClr val="accent1"/>
              </a:buClr>
              <a:buSzPts val="2400"/>
              <a:buFont typeface="Calibri"/>
              <a:buChar char="◦"/>
            </a:pPr>
            <a:r>
              <a:rPr lang="en-US" sz="2400" b="0" i="0" u="none" strike="noStrike" cap="none">
                <a:solidFill>
                  <a:srgbClr val="3F3F3F"/>
                </a:solidFill>
                <a:latin typeface="Times New Roman"/>
                <a:ea typeface="Times New Roman"/>
                <a:cs typeface="Times New Roman"/>
                <a:sym typeface="Times New Roman"/>
              </a:rPr>
              <a:t>Binary Search requires less comparisons O</a:t>
            </a:r>
            <a:r>
              <a:rPr lang="en-US" sz="2400" b="0" i="0" u="none" strike="noStrike" cap="none">
                <a:solidFill>
                  <a:srgbClr val="C00000"/>
                </a:solidFill>
                <a:latin typeface="Times New Roman"/>
                <a:ea typeface="Times New Roman"/>
                <a:cs typeface="Times New Roman"/>
                <a:sym typeface="Times New Roman"/>
              </a:rPr>
              <a:t>(nlogn)</a:t>
            </a:r>
            <a:endParaRPr/>
          </a:p>
          <a:p>
            <a:pPr marL="384048" marR="0" lvl="1" indent="-30479" algn="l" rtl="0">
              <a:lnSpc>
                <a:spcPct val="90000"/>
              </a:lnSpc>
              <a:spcBef>
                <a:spcPts val="600"/>
              </a:spcBef>
              <a:spcAft>
                <a:spcPts val="0"/>
              </a:spcAft>
              <a:buClr>
                <a:schemeClr val="accent1"/>
              </a:buClr>
              <a:buSzPts val="2400"/>
              <a:buFont typeface="Calibri"/>
              <a:buNone/>
            </a:pPr>
            <a:endParaRPr>
              <a:solidFill>
                <a:srgbClr val="C00000"/>
              </a:solidFill>
            </a:endParaRPr>
          </a:p>
          <a:p>
            <a:pPr marL="384048" marR="0" lvl="1" indent="-182880" algn="l" rtl="0">
              <a:lnSpc>
                <a:spcPct val="90000"/>
              </a:lnSpc>
              <a:spcBef>
                <a:spcPts val="600"/>
              </a:spcBef>
              <a:spcAft>
                <a:spcPts val="0"/>
              </a:spcAft>
              <a:buClr>
                <a:schemeClr val="accent1"/>
              </a:buClr>
              <a:buSzPts val="2400"/>
              <a:buFont typeface="Calibri"/>
              <a:buChar char="◦"/>
            </a:pPr>
            <a:r>
              <a:rPr lang="en-US" sz="2400" b="0" i="0" u="none" strike="noStrike" cap="none">
                <a:solidFill>
                  <a:srgbClr val="3F3F3F"/>
                </a:solidFill>
                <a:latin typeface="Times New Roman"/>
                <a:ea typeface="Times New Roman"/>
                <a:cs typeface="Times New Roman"/>
                <a:sym typeface="Times New Roman"/>
              </a:rPr>
              <a:t>But it requires </a:t>
            </a:r>
            <a:r>
              <a:rPr lang="en-US" sz="2400" b="0" i="0" u="none" strike="noStrike" cap="none">
                <a:solidFill>
                  <a:srgbClr val="0070C0"/>
                </a:solidFill>
                <a:latin typeface="Times New Roman"/>
                <a:ea typeface="Times New Roman"/>
                <a:cs typeface="Times New Roman"/>
                <a:sym typeface="Times New Roman"/>
              </a:rPr>
              <a:t>data to be sorted.</a:t>
            </a:r>
            <a:endParaRPr>
              <a:solidFill>
                <a:srgbClr val="0070C0"/>
              </a:solidFill>
            </a:endParaRPr>
          </a:p>
          <a:p>
            <a:pPr marL="91440" marR="0" lvl="0" indent="86360" algn="l" rtl="0">
              <a:lnSpc>
                <a:spcPct val="90000"/>
              </a:lnSpc>
              <a:spcBef>
                <a:spcPts val="16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p:txBody>
      </p:sp>
      <p:pic>
        <p:nvPicPr>
          <p:cNvPr id="152" name="Google Shape;152;p12"/>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3"/>
          <p:cNvSpPr txBox="1">
            <a:spLocks noGrp="1"/>
          </p:cNvSpPr>
          <p:nvPr>
            <p:ph type="title"/>
          </p:nvPr>
        </p:nvSpPr>
        <p:spPr>
          <a:xfrm>
            <a:off x="1694180" y="367399"/>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Introduction to Hashing</a:t>
            </a:r>
            <a:endParaRPr sz="4800" b="0" i="0" u="none" strike="noStrike" cap="none">
              <a:solidFill>
                <a:srgbClr val="00B050"/>
              </a:solidFill>
              <a:latin typeface="Times New Roman"/>
              <a:ea typeface="Times New Roman"/>
              <a:cs typeface="Times New Roman"/>
              <a:sym typeface="Times New Roman"/>
            </a:endParaRPr>
          </a:p>
        </p:txBody>
      </p:sp>
      <p:sp>
        <p:nvSpPr>
          <p:cNvPr id="160" name="Google Shape;160;p13"/>
          <p:cNvSpPr txBox="1">
            <a:spLocks noGrp="1"/>
          </p:cNvSpPr>
          <p:nvPr>
            <p:ph type="body" idx="1"/>
          </p:nvPr>
        </p:nvSpPr>
        <p:spPr>
          <a:xfrm>
            <a:off x="1068387" y="2023714"/>
            <a:ext cx="10058400" cy="3748194"/>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000"/>
              <a:buFont typeface="Noto Sans Symbols"/>
              <a:buChar char="❑"/>
            </a:pPr>
            <a:r>
              <a:rPr lang="en-US" sz="2800" b="1" i="0" u="none" strike="noStrike" cap="none">
                <a:solidFill>
                  <a:srgbClr val="3F3F3F"/>
                </a:solidFill>
                <a:latin typeface="Times New Roman"/>
                <a:ea typeface="Times New Roman"/>
                <a:cs typeface="Times New Roman"/>
                <a:sym typeface="Times New Roman"/>
              </a:rPr>
              <a:t>What is Hashing?</a:t>
            </a:r>
            <a:endParaRPr sz="2800" b="1">
              <a:latin typeface="Times New Roman"/>
              <a:ea typeface="Times New Roman"/>
              <a:cs typeface="Times New Roman"/>
              <a:sym typeface="Times New Roman"/>
            </a:endParaRPr>
          </a:p>
          <a:p>
            <a:pPr marL="0" marR="0" lvl="0" indent="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Times New Roman"/>
              <a:ea typeface="Times New Roman"/>
              <a:cs typeface="Times New Roman"/>
              <a:sym typeface="Times New Roman"/>
            </a:endParaRPr>
          </a:p>
          <a:p>
            <a:pPr marL="384048" marR="0" lvl="1" indent="-182880" algn="l" rtl="0">
              <a:lnSpc>
                <a:spcPct val="90000"/>
              </a:lnSpc>
              <a:spcBef>
                <a:spcPts val="400"/>
              </a:spcBef>
              <a:spcAft>
                <a:spcPts val="0"/>
              </a:spcAft>
              <a:buClr>
                <a:schemeClr val="accent1"/>
              </a:buClr>
              <a:buSzPts val="2400"/>
              <a:buFont typeface="Calibri"/>
              <a:buChar char="◦"/>
            </a:pPr>
            <a:r>
              <a:rPr lang="en-US" sz="2400" b="0" i="0" u="none" strike="noStrike" cap="none">
                <a:solidFill>
                  <a:srgbClr val="3F3F3F"/>
                </a:solidFill>
                <a:latin typeface="Times New Roman"/>
                <a:ea typeface="Times New Roman"/>
                <a:cs typeface="Times New Roman"/>
                <a:sym typeface="Times New Roman"/>
              </a:rPr>
              <a:t>Record for the key value is directly referred by calculating address from key value</a:t>
            </a:r>
            <a:endParaRPr/>
          </a:p>
          <a:p>
            <a:pPr marL="384048" marR="0" lvl="1" indent="-182880" algn="l" rtl="0">
              <a:lnSpc>
                <a:spcPct val="90000"/>
              </a:lnSpc>
              <a:spcBef>
                <a:spcPts val="600"/>
              </a:spcBef>
              <a:spcAft>
                <a:spcPts val="0"/>
              </a:spcAft>
              <a:buClr>
                <a:schemeClr val="accent1"/>
              </a:buClr>
              <a:buSzPts val="2400"/>
              <a:buFont typeface="Calibri"/>
              <a:buChar char="◦"/>
            </a:pPr>
            <a:r>
              <a:rPr lang="en-US" sz="2400" b="0" i="0" u="none" strike="noStrike" cap="none">
                <a:solidFill>
                  <a:srgbClr val="3F3F3F"/>
                </a:solidFill>
                <a:latin typeface="Times New Roman"/>
                <a:ea typeface="Times New Roman"/>
                <a:cs typeface="Times New Roman"/>
                <a:sym typeface="Times New Roman"/>
              </a:rPr>
              <a:t>Address of element x is obtained by computing arithmetic function f(x).</a:t>
            </a:r>
            <a:endParaRPr/>
          </a:p>
          <a:p>
            <a:pPr marL="384048" marR="0" lvl="1" indent="-182880" algn="l" rtl="0">
              <a:lnSpc>
                <a:spcPct val="90000"/>
              </a:lnSpc>
              <a:spcBef>
                <a:spcPts val="600"/>
              </a:spcBef>
              <a:spcAft>
                <a:spcPts val="0"/>
              </a:spcAft>
              <a:buClr>
                <a:schemeClr val="accent1"/>
              </a:buClr>
              <a:buSzPts val="2400"/>
              <a:buFont typeface="Calibri"/>
              <a:buChar char="◦"/>
            </a:pPr>
            <a:r>
              <a:rPr lang="en-US" sz="2400" b="0" i="0" u="none" strike="noStrike" cap="none">
                <a:solidFill>
                  <a:srgbClr val="3F3F3F"/>
                </a:solidFill>
                <a:latin typeface="Times New Roman"/>
                <a:ea typeface="Times New Roman"/>
                <a:cs typeface="Times New Roman"/>
                <a:sym typeface="Times New Roman"/>
              </a:rPr>
              <a:t>Function f(x) is called as </a:t>
            </a:r>
            <a:r>
              <a:rPr lang="en-US" sz="2400" b="0" i="0" u="none" strike="noStrike" cap="none">
                <a:solidFill>
                  <a:srgbClr val="C00000"/>
                </a:solidFill>
                <a:latin typeface="Times New Roman"/>
                <a:ea typeface="Times New Roman"/>
                <a:cs typeface="Times New Roman"/>
                <a:sym typeface="Times New Roman"/>
              </a:rPr>
              <a:t>hash function</a:t>
            </a:r>
            <a:endParaRPr>
              <a:solidFill>
                <a:srgbClr val="C00000"/>
              </a:solidFill>
            </a:endParaRPr>
          </a:p>
          <a:p>
            <a:pPr marL="384048" marR="0" lvl="1" indent="-182880" algn="l" rtl="0">
              <a:lnSpc>
                <a:spcPct val="90000"/>
              </a:lnSpc>
              <a:spcBef>
                <a:spcPts val="600"/>
              </a:spcBef>
              <a:spcAft>
                <a:spcPts val="0"/>
              </a:spcAft>
              <a:buClr>
                <a:schemeClr val="accent1"/>
              </a:buClr>
              <a:buSzPts val="2400"/>
              <a:buFont typeface="Calibri"/>
              <a:buChar char="◦"/>
            </a:pPr>
            <a:r>
              <a:rPr lang="en-US" sz="2400" b="0" i="0" u="none" strike="noStrike" cap="none">
                <a:solidFill>
                  <a:srgbClr val="3F3F3F"/>
                </a:solidFill>
                <a:latin typeface="Times New Roman"/>
                <a:ea typeface="Times New Roman"/>
                <a:cs typeface="Times New Roman"/>
                <a:sym typeface="Times New Roman"/>
              </a:rPr>
              <a:t>Table used for storing records is known as hash table</a:t>
            </a:r>
            <a:endParaRPr/>
          </a:p>
          <a:p>
            <a:pPr marL="384048" marR="0" lvl="1" indent="-182880" algn="l" rtl="0">
              <a:lnSpc>
                <a:spcPct val="90000"/>
              </a:lnSpc>
              <a:spcBef>
                <a:spcPts val="600"/>
              </a:spcBef>
              <a:spcAft>
                <a:spcPts val="0"/>
              </a:spcAft>
              <a:buClr>
                <a:schemeClr val="accent1"/>
              </a:buClr>
              <a:buSzPts val="2400"/>
              <a:buFont typeface="Calibri"/>
              <a:buChar char="◦"/>
            </a:pPr>
            <a:r>
              <a:rPr lang="en-US" sz="2400" b="0" i="0" u="none" strike="noStrike" cap="none">
                <a:solidFill>
                  <a:srgbClr val="0070C0"/>
                </a:solidFill>
                <a:latin typeface="Times New Roman"/>
                <a:ea typeface="Times New Roman"/>
                <a:cs typeface="Times New Roman"/>
                <a:sym typeface="Times New Roman"/>
              </a:rPr>
              <a:t>Best Case Time Complexity of </a:t>
            </a:r>
            <a:r>
              <a:rPr lang="en-US" sz="2400" b="0" i="0" u="none" strike="noStrike" cap="none">
                <a:solidFill>
                  <a:srgbClr val="C00000"/>
                </a:solidFill>
                <a:latin typeface="Times New Roman"/>
                <a:ea typeface="Times New Roman"/>
                <a:cs typeface="Times New Roman"/>
                <a:sym typeface="Times New Roman"/>
              </a:rPr>
              <a:t>hashing=O(1)</a:t>
            </a:r>
            <a:endParaRPr>
              <a:solidFill>
                <a:srgbClr val="C00000"/>
              </a:solidFill>
            </a:endParaRPr>
          </a:p>
          <a:p>
            <a:pPr marL="384048" marR="0" lvl="1" indent="-182880" algn="l" rtl="0">
              <a:lnSpc>
                <a:spcPct val="90000"/>
              </a:lnSpc>
              <a:spcBef>
                <a:spcPts val="600"/>
              </a:spcBef>
              <a:spcAft>
                <a:spcPts val="0"/>
              </a:spcAft>
              <a:buClr>
                <a:schemeClr val="accent1"/>
              </a:buClr>
              <a:buSzPts val="2400"/>
              <a:buFont typeface="Calibri"/>
              <a:buChar char="◦"/>
            </a:pPr>
            <a:r>
              <a:rPr lang="en-US" sz="2400" b="0" i="0" u="none" strike="noStrike" cap="none">
                <a:solidFill>
                  <a:srgbClr val="0070C0"/>
                </a:solidFill>
                <a:latin typeface="Times New Roman"/>
                <a:ea typeface="Times New Roman"/>
                <a:cs typeface="Times New Roman"/>
                <a:sym typeface="Times New Roman"/>
              </a:rPr>
              <a:t>Worst Case Time Complexity </a:t>
            </a:r>
            <a:r>
              <a:rPr lang="en-US" sz="2400" b="0" i="0" u="none" strike="noStrike" cap="none">
                <a:solidFill>
                  <a:srgbClr val="C00000"/>
                </a:solidFill>
                <a:latin typeface="Times New Roman"/>
                <a:ea typeface="Times New Roman"/>
                <a:cs typeface="Times New Roman"/>
                <a:sym typeface="Times New Roman"/>
              </a:rPr>
              <a:t>=O(n)</a:t>
            </a:r>
            <a:endParaRPr>
              <a:solidFill>
                <a:srgbClr val="C00000"/>
              </a:solidFill>
            </a:endParaRPr>
          </a:p>
          <a:p>
            <a:pPr marL="91440" marR="0" lvl="0" indent="86360" algn="l" rtl="0">
              <a:lnSpc>
                <a:spcPct val="90000"/>
              </a:lnSpc>
              <a:spcBef>
                <a:spcPts val="16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p:txBody>
      </p:sp>
      <p:pic>
        <p:nvPicPr>
          <p:cNvPr id="164" name="Google Shape;164;p13"/>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4"/>
          <p:cNvSpPr txBox="1">
            <a:spLocks noGrp="1"/>
          </p:cNvSpPr>
          <p:nvPr>
            <p:ph type="title"/>
          </p:nvPr>
        </p:nvSpPr>
        <p:spPr>
          <a:xfrm>
            <a:off x="1477303" y="271790"/>
            <a:ext cx="10058400" cy="1450757"/>
          </a:xfrm>
          <a:prstGeom prst="rect">
            <a:avLst/>
          </a:prstGeom>
          <a:noFill/>
          <a:ln>
            <a:noFill/>
          </a:ln>
        </p:spPr>
        <p:txBody>
          <a:bodyPr spcFirstLastPara="1" wrap="square" lIns="91425" tIns="91425" rIns="91425" bIns="91425" anchor="b" anchorCtr="0">
            <a:noAutofit/>
          </a:bodyPr>
          <a:lstStyle/>
          <a:p>
            <a:pPr marL="0" lvl="0" indent="0" algn="l" rtl="0">
              <a:lnSpc>
                <a:spcPct val="85000"/>
              </a:lnSpc>
              <a:spcBef>
                <a:spcPts val="0"/>
              </a:spcBef>
              <a:spcAft>
                <a:spcPts val="0"/>
              </a:spcAft>
              <a:buSzPts val="4800"/>
              <a:buNone/>
            </a:pPr>
            <a:r>
              <a:rPr lang="en-US">
                <a:solidFill>
                  <a:srgbClr val="00B050"/>
                </a:solidFill>
                <a:latin typeface="Times New Roman"/>
                <a:ea typeface="Times New Roman"/>
                <a:cs typeface="Times New Roman"/>
                <a:sym typeface="Times New Roman"/>
              </a:rPr>
              <a:t>Example</a:t>
            </a:r>
            <a:endParaRPr/>
          </a:p>
        </p:txBody>
      </p:sp>
      <p:sp>
        <p:nvSpPr>
          <p:cNvPr id="170" name="Google Shape;170;p14"/>
          <p:cNvSpPr/>
          <p:nvPr/>
        </p:nvSpPr>
        <p:spPr>
          <a:xfrm>
            <a:off x="5519739" y="2276476"/>
            <a:ext cx="1081087" cy="2016125"/>
          </a:xfrm>
          <a:prstGeom prst="rect">
            <a:avLst/>
          </a:prstGeom>
          <a:solidFill>
            <a:srgbClr val="EAEAEA"/>
          </a:solidFill>
          <a:ln w="12700" cap="flat" cmpd="sng">
            <a:solidFill>
              <a:schemeClr val="dk1"/>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Hash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Function</a:t>
            </a:r>
            <a:endParaRPr sz="1400" b="0" i="0" u="none" strike="noStrike" cap="none">
              <a:solidFill>
                <a:srgbClr val="000000"/>
              </a:solidFill>
              <a:latin typeface="Arial"/>
              <a:ea typeface="Arial"/>
              <a:cs typeface="Arial"/>
              <a:sym typeface="Arial"/>
            </a:endParaRPr>
          </a:p>
        </p:txBody>
      </p:sp>
      <p:cxnSp>
        <p:nvCxnSpPr>
          <p:cNvPr id="171" name="Google Shape;171;p14"/>
          <p:cNvCxnSpPr/>
          <p:nvPr/>
        </p:nvCxnSpPr>
        <p:spPr>
          <a:xfrm>
            <a:off x="6600825" y="3357563"/>
            <a:ext cx="719138" cy="0"/>
          </a:xfrm>
          <a:prstGeom prst="straightConnector1">
            <a:avLst/>
          </a:prstGeom>
          <a:noFill/>
          <a:ln w="12700" cap="flat" cmpd="sng">
            <a:solidFill>
              <a:schemeClr val="dk1"/>
            </a:solidFill>
            <a:prstDash val="solid"/>
            <a:round/>
            <a:headEnd type="none" w="sm" len="sm"/>
            <a:tailEnd type="triangle" w="med" len="med"/>
          </a:ln>
        </p:spPr>
      </p:cxnSp>
      <p:cxnSp>
        <p:nvCxnSpPr>
          <p:cNvPr id="172" name="Google Shape;172;p14"/>
          <p:cNvCxnSpPr/>
          <p:nvPr/>
        </p:nvCxnSpPr>
        <p:spPr>
          <a:xfrm>
            <a:off x="4727576" y="3357563"/>
            <a:ext cx="792163" cy="0"/>
          </a:xfrm>
          <a:prstGeom prst="straightConnector1">
            <a:avLst/>
          </a:prstGeom>
          <a:noFill/>
          <a:ln w="12700" cap="flat" cmpd="sng">
            <a:solidFill>
              <a:schemeClr val="dk1"/>
            </a:solidFill>
            <a:prstDash val="solid"/>
            <a:round/>
            <a:headEnd type="none" w="sm" len="sm"/>
            <a:tailEnd type="triangle" w="med" len="med"/>
          </a:ln>
        </p:spPr>
      </p:cxnSp>
      <p:sp>
        <p:nvSpPr>
          <p:cNvPr id="173" name="Google Shape;173;p14"/>
          <p:cNvSpPr/>
          <p:nvPr/>
        </p:nvSpPr>
        <p:spPr>
          <a:xfrm>
            <a:off x="2279651" y="3860801"/>
            <a:ext cx="2233613" cy="360363"/>
          </a:xfrm>
          <a:prstGeom prst="rect">
            <a:avLst/>
          </a:prstGeom>
          <a:noFill/>
          <a:ln>
            <a:noFill/>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mary</a:t>
            </a:r>
            <a:r>
              <a:rPr lang="en-US" sz="1800" b="0" i="0" u="none" strike="noStrike" cap="none">
                <a:solidFill>
                  <a:srgbClr val="000000"/>
                </a:solidFill>
                <a:latin typeface="Arial"/>
                <a:ea typeface="Arial"/>
                <a:cs typeface="Arial"/>
                <a:sym typeface="Arial"/>
              </a:rPr>
              <a:t> 28200</a:t>
            </a:r>
            <a:endParaRPr sz="1400" b="0" i="0" u="none" strike="noStrike" cap="none">
              <a:solidFill>
                <a:srgbClr val="000000"/>
              </a:solidFill>
              <a:latin typeface="Arial"/>
              <a:ea typeface="Arial"/>
              <a:cs typeface="Arial"/>
              <a:sym typeface="Arial"/>
            </a:endParaRPr>
          </a:p>
        </p:txBody>
      </p:sp>
      <p:sp>
        <p:nvSpPr>
          <p:cNvPr id="174" name="Google Shape;174;p14"/>
          <p:cNvSpPr/>
          <p:nvPr/>
        </p:nvSpPr>
        <p:spPr>
          <a:xfrm>
            <a:off x="2279651" y="3429001"/>
            <a:ext cx="2233613" cy="360363"/>
          </a:xfrm>
          <a:prstGeom prst="rect">
            <a:avLst/>
          </a:prstGeom>
          <a:noFill/>
          <a:ln>
            <a:noFill/>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dave</a:t>
            </a:r>
            <a:r>
              <a:rPr lang="en-US" sz="1800" b="0" i="0" u="none" strike="noStrike" cap="none">
                <a:solidFill>
                  <a:srgbClr val="000000"/>
                </a:solidFill>
                <a:latin typeface="Arial"/>
                <a:ea typeface="Arial"/>
                <a:cs typeface="Arial"/>
                <a:sym typeface="Arial"/>
              </a:rPr>
              <a:t> 27500</a:t>
            </a:r>
            <a:endParaRPr sz="1400" b="0" i="0" u="none" strike="noStrike" cap="none">
              <a:solidFill>
                <a:srgbClr val="000000"/>
              </a:solidFill>
              <a:latin typeface="Arial"/>
              <a:ea typeface="Arial"/>
              <a:cs typeface="Arial"/>
              <a:sym typeface="Arial"/>
            </a:endParaRPr>
          </a:p>
        </p:txBody>
      </p:sp>
      <p:sp>
        <p:nvSpPr>
          <p:cNvPr id="175" name="Google Shape;175;p14"/>
          <p:cNvSpPr/>
          <p:nvPr/>
        </p:nvSpPr>
        <p:spPr>
          <a:xfrm>
            <a:off x="2279651" y="2997201"/>
            <a:ext cx="2233613" cy="360363"/>
          </a:xfrm>
          <a:prstGeom prst="rect">
            <a:avLst/>
          </a:prstGeom>
          <a:noFill/>
          <a:ln>
            <a:noFill/>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phil</a:t>
            </a:r>
            <a:r>
              <a:rPr lang="en-US" sz="1800" b="0" i="0" u="none" strike="noStrike" cap="none">
                <a:solidFill>
                  <a:srgbClr val="000000"/>
                </a:solidFill>
                <a:latin typeface="Arial"/>
                <a:ea typeface="Arial"/>
                <a:cs typeface="Arial"/>
                <a:sym typeface="Arial"/>
              </a:rPr>
              <a:t>   31250</a:t>
            </a:r>
            <a:endParaRPr sz="1400" b="0" i="0" u="none" strike="noStrike" cap="none">
              <a:solidFill>
                <a:srgbClr val="000000"/>
              </a:solidFill>
              <a:latin typeface="Arial"/>
              <a:ea typeface="Arial"/>
              <a:cs typeface="Arial"/>
              <a:sym typeface="Arial"/>
            </a:endParaRPr>
          </a:p>
        </p:txBody>
      </p:sp>
      <p:sp>
        <p:nvSpPr>
          <p:cNvPr id="176" name="Google Shape;176;p14"/>
          <p:cNvSpPr/>
          <p:nvPr/>
        </p:nvSpPr>
        <p:spPr>
          <a:xfrm>
            <a:off x="2279651" y="2565401"/>
            <a:ext cx="2233613" cy="360363"/>
          </a:xfrm>
          <a:prstGeom prst="rect">
            <a:avLst/>
          </a:prstGeom>
          <a:noFill/>
          <a:ln>
            <a:noFill/>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john</a:t>
            </a:r>
            <a:r>
              <a:rPr lang="en-US" sz="1800" b="0" i="0" u="none" strike="noStrike" cap="none">
                <a:solidFill>
                  <a:srgbClr val="000000"/>
                </a:solidFill>
                <a:latin typeface="Arial"/>
                <a:ea typeface="Arial"/>
                <a:cs typeface="Arial"/>
                <a:sym typeface="Arial"/>
              </a:rPr>
              <a:t>  25000</a:t>
            </a:r>
            <a:endParaRPr sz="1400" b="0" i="0" u="none" strike="noStrike" cap="none">
              <a:solidFill>
                <a:srgbClr val="000000"/>
              </a:solidFill>
              <a:latin typeface="Arial"/>
              <a:ea typeface="Arial"/>
              <a:cs typeface="Arial"/>
              <a:sym typeface="Arial"/>
            </a:endParaRPr>
          </a:p>
        </p:txBody>
      </p:sp>
      <p:sp>
        <p:nvSpPr>
          <p:cNvPr id="177" name="Google Shape;177;p14"/>
          <p:cNvSpPr txBox="1"/>
          <p:nvPr/>
        </p:nvSpPr>
        <p:spPr>
          <a:xfrm>
            <a:off x="2981326" y="2205039"/>
            <a:ext cx="784487"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Items</a:t>
            </a:r>
            <a:endParaRPr sz="1400" b="0" i="0" u="none" strike="noStrike" cap="none">
              <a:solidFill>
                <a:srgbClr val="000000"/>
              </a:solidFill>
              <a:latin typeface="Arial"/>
              <a:ea typeface="Arial"/>
              <a:cs typeface="Arial"/>
              <a:sym typeface="Arial"/>
            </a:endParaRPr>
          </a:p>
        </p:txBody>
      </p:sp>
      <p:sp>
        <p:nvSpPr>
          <p:cNvPr id="178" name="Google Shape;178;p14"/>
          <p:cNvSpPr txBox="1"/>
          <p:nvPr/>
        </p:nvSpPr>
        <p:spPr>
          <a:xfrm>
            <a:off x="8543926" y="987425"/>
            <a:ext cx="810135" cy="648512"/>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Hash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Table</a:t>
            </a:r>
            <a:endParaRPr sz="1400" b="0" i="0" u="none" strike="noStrike" cap="none">
              <a:solidFill>
                <a:srgbClr val="000000"/>
              </a:solidFill>
              <a:latin typeface="Arial"/>
              <a:ea typeface="Arial"/>
              <a:cs typeface="Arial"/>
              <a:sym typeface="Arial"/>
            </a:endParaRPr>
          </a:p>
        </p:txBody>
      </p:sp>
      <p:sp>
        <p:nvSpPr>
          <p:cNvPr id="179" name="Google Shape;179;p14"/>
          <p:cNvSpPr txBox="1"/>
          <p:nvPr/>
        </p:nvSpPr>
        <p:spPr>
          <a:xfrm>
            <a:off x="4872038" y="2990851"/>
            <a:ext cx="540830"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key</a:t>
            </a:r>
            <a:endParaRPr sz="1400" b="0" i="0" u="none" strike="noStrike" cap="none">
              <a:solidFill>
                <a:srgbClr val="000000"/>
              </a:solidFill>
              <a:latin typeface="Arial"/>
              <a:ea typeface="Arial"/>
              <a:cs typeface="Arial"/>
              <a:sym typeface="Arial"/>
            </a:endParaRPr>
          </a:p>
        </p:txBody>
      </p:sp>
      <p:sp>
        <p:nvSpPr>
          <p:cNvPr id="180" name="Google Shape;180;p14"/>
          <p:cNvSpPr/>
          <p:nvPr/>
        </p:nvSpPr>
        <p:spPr>
          <a:xfrm rot="5400000">
            <a:off x="2855913" y="4076701"/>
            <a:ext cx="287338" cy="719137"/>
          </a:xfrm>
          <a:prstGeom prst="rightBrace">
            <a:avLst>
              <a:gd name="adj1" fmla="val 20856"/>
              <a:gd name="adj2" fmla="val 50000"/>
            </a:avLst>
          </a:prstGeom>
          <a:noFill/>
          <a:ln w="12700" cap="flat" cmpd="sng">
            <a:solidFill>
              <a:schemeClr val="dk1"/>
            </a:solidFill>
            <a:prstDash val="solid"/>
            <a:round/>
            <a:headEnd type="none" w="sm" len="sm"/>
            <a:tailEnd type="none" w="sm" len="sm"/>
          </a:ln>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14"/>
          <p:cNvSpPr txBox="1"/>
          <p:nvPr/>
        </p:nvSpPr>
        <p:spPr>
          <a:xfrm>
            <a:off x="2679700" y="4527551"/>
            <a:ext cx="540830"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key</a:t>
            </a:r>
            <a:endParaRPr sz="1400" b="0" i="0" u="none" strike="noStrike" cap="none">
              <a:solidFill>
                <a:srgbClr val="000000"/>
              </a:solidFill>
              <a:latin typeface="Arial"/>
              <a:ea typeface="Arial"/>
              <a:cs typeface="Arial"/>
              <a:sym typeface="Arial"/>
            </a:endParaRPr>
          </a:p>
        </p:txBody>
      </p:sp>
      <p:sp>
        <p:nvSpPr>
          <p:cNvPr id="182" name="Google Shape;182;p14"/>
          <p:cNvSpPr/>
          <p:nvPr/>
        </p:nvSpPr>
        <p:spPr>
          <a:xfrm>
            <a:off x="7823201" y="4868863"/>
            <a:ext cx="2233613" cy="360362"/>
          </a:xfrm>
          <a:prstGeom prst="rect">
            <a:avLst/>
          </a:prstGeom>
          <a:solidFill>
            <a:srgbClr val="EAEAEA"/>
          </a:solidFill>
          <a:ln w="12700" cap="flat" cmpd="sng">
            <a:solidFill>
              <a:schemeClr val="dk1"/>
            </a:solidFill>
            <a:prstDash val="solid"/>
            <a:miter lim="800000"/>
            <a:headEnd type="none" w="sm" len="sm"/>
            <a:tailEnd type="none" w="sm" len="sm"/>
          </a:ln>
          <a:effectLst>
            <a:outerShdw dist="107763" dir="18900000" algn="ctr" rotWithShape="0">
              <a:schemeClr val="dk2">
                <a:alpha val="47843"/>
              </a:schemeClr>
            </a:outerShdw>
          </a:effectLst>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4"/>
          <p:cNvSpPr/>
          <p:nvPr/>
        </p:nvSpPr>
        <p:spPr>
          <a:xfrm>
            <a:off x="7823201" y="4508501"/>
            <a:ext cx="2233613" cy="360363"/>
          </a:xfrm>
          <a:prstGeom prst="rect">
            <a:avLst/>
          </a:prstGeom>
          <a:solidFill>
            <a:srgbClr val="EAEAEA"/>
          </a:solidFill>
          <a:ln w="12700" cap="flat" cmpd="sng">
            <a:solidFill>
              <a:schemeClr val="dk1"/>
            </a:solidFill>
            <a:prstDash val="solid"/>
            <a:miter lim="800000"/>
            <a:headEnd type="none" w="sm" len="sm"/>
            <a:tailEnd type="none" w="sm" len="sm"/>
          </a:ln>
          <a:effectLst>
            <a:outerShdw dist="107763" dir="18900000" algn="ctr" rotWithShape="0">
              <a:schemeClr val="dk2">
                <a:alpha val="47843"/>
              </a:schemeClr>
            </a:outerShdw>
          </a:effectLst>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14"/>
          <p:cNvSpPr txBox="1"/>
          <p:nvPr/>
        </p:nvSpPr>
        <p:spPr>
          <a:xfrm>
            <a:off x="7535863" y="1628776"/>
            <a:ext cx="309998"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185" name="Google Shape;185;p14"/>
          <p:cNvSpPr txBox="1"/>
          <p:nvPr/>
        </p:nvSpPr>
        <p:spPr>
          <a:xfrm>
            <a:off x="7535863" y="1982789"/>
            <a:ext cx="309998"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86" name="Google Shape;186;p14"/>
          <p:cNvSpPr txBox="1"/>
          <p:nvPr/>
        </p:nvSpPr>
        <p:spPr>
          <a:xfrm>
            <a:off x="7535863" y="2341564"/>
            <a:ext cx="309998"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87" name="Google Shape;187;p14"/>
          <p:cNvSpPr txBox="1"/>
          <p:nvPr/>
        </p:nvSpPr>
        <p:spPr>
          <a:xfrm>
            <a:off x="7535863" y="2701926"/>
            <a:ext cx="309998"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88" name="Google Shape;188;p14"/>
          <p:cNvSpPr txBox="1"/>
          <p:nvPr/>
        </p:nvSpPr>
        <p:spPr>
          <a:xfrm>
            <a:off x="7535863" y="3068639"/>
            <a:ext cx="309998"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89" name="Google Shape;189;p14"/>
          <p:cNvSpPr txBox="1"/>
          <p:nvPr/>
        </p:nvSpPr>
        <p:spPr>
          <a:xfrm>
            <a:off x="7554913" y="3422651"/>
            <a:ext cx="309998"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190" name="Google Shape;190;p14"/>
          <p:cNvSpPr txBox="1"/>
          <p:nvPr/>
        </p:nvSpPr>
        <p:spPr>
          <a:xfrm>
            <a:off x="7554913" y="3781426"/>
            <a:ext cx="309998"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191" name="Google Shape;191;p14"/>
          <p:cNvSpPr txBox="1"/>
          <p:nvPr/>
        </p:nvSpPr>
        <p:spPr>
          <a:xfrm>
            <a:off x="7554913" y="4141789"/>
            <a:ext cx="309998"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7</a:t>
            </a:r>
            <a:endParaRPr sz="1400" b="0" i="0" u="none" strike="noStrike" cap="none">
              <a:solidFill>
                <a:srgbClr val="000000"/>
              </a:solidFill>
              <a:latin typeface="Arial"/>
              <a:ea typeface="Arial"/>
              <a:cs typeface="Arial"/>
              <a:sym typeface="Arial"/>
            </a:endParaRPr>
          </a:p>
        </p:txBody>
      </p:sp>
      <p:sp>
        <p:nvSpPr>
          <p:cNvPr id="192" name="Google Shape;192;p14"/>
          <p:cNvSpPr txBox="1"/>
          <p:nvPr/>
        </p:nvSpPr>
        <p:spPr>
          <a:xfrm>
            <a:off x="7535863" y="4502151"/>
            <a:ext cx="309998"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8</a:t>
            </a:r>
            <a:endParaRPr sz="1400" b="0" i="0" u="none" strike="noStrike" cap="none">
              <a:solidFill>
                <a:srgbClr val="000000"/>
              </a:solidFill>
              <a:latin typeface="Arial"/>
              <a:ea typeface="Arial"/>
              <a:cs typeface="Arial"/>
              <a:sym typeface="Arial"/>
            </a:endParaRPr>
          </a:p>
        </p:txBody>
      </p:sp>
      <p:sp>
        <p:nvSpPr>
          <p:cNvPr id="193" name="Google Shape;193;p14"/>
          <p:cNvSpPr txBox="1"/>
          <p:nvPr/>
        </p:nvSpPr>
        <p:spPr>
          <a:xfrm>
            <a:off x="7535863" y="4868864"/>
            <a:ext cx="309998" cy="371513"/>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9</a:t>
            </a:r>
            <a:endParaRPr sz="1400" b="0" i="0" u="none" strike="noStrike" cap="none">
              <a:solidFill>
                <a:srgbClr val="000000"/>
              </a:solidFill>
              <a:latin typeface="Arial"/>
              <a:ea typeface="Arial"/>
              <a:cs typeface="Arial"/>
              <a:sym typeface="Arial"/>
            </a:endParaRPr>
          </a:p>
        </p:txBody>
      </p:sp>
      <p:sp>
        <p:nvSpPr>
          <p:cNvPr id="194" name="Google Shape;194;p14"/>
          <p:cNvSpPr/>
          <p:nvPr/>
        </p:nvSpPr>
        <p:spPr>
          <a:xfrm>
            <a:off x="7823201" y="4149726"/>
            <a:ext cx="2233613" cy="360363"/>
          </a:xfrm>
          <a:prstGeom prst="rect">
            <a:avLst/>
          </a:prstGeom>
          <a:solidFill>
            <a:srgbClr val="EAEAEA"/>
          </a:solidFill>
          <a:ln w="12700" cap="flat" cmpd="sng">
            <a:solidFill>
              <a:schemeClr val="dk1"/>
            </a:solidFill>
            <a:prstDash val="solid"/>
            <a:miter lim="800000"/>
            <a:headEnd type="none" w="sm" len="sm"/>
            <a:tailEnd type="none" w="sm" len="sm"/>
          </a:ln>
          <a:effectLst>
            <a:outerShdw dist="107763" dir="18900000" algn="ctr" rotWithShape="0">
              <a:schemeClr val="dk2">
                <a:alpha val="47843"/>
              </a:schemeClr>
            </a:outerShdw>
          </a:effectLst>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mary 28200</a:t>
            </a:r>
            <a:endParaRPr sz="1400" b="0" i="0" u="none" strike="noStrike" cap="none">
              <a:solidFill>
                <a:srgbClr val="000000"/>
              </a:solidFill>
              <a:latin typeface="Arial"/>
              <a:ea typeface="Arial"/>
              <a:cs typeface="Arial"/>
              <a:sym typeface="Arial"/>
            </a:endParaRPr>
          </a:p>
        </p:txBody>
      </p:sp>
      <p:sp>
        <p:nvSpPr>
          <p:cNvPr id="195" name="Google Shape;195;p14"/>
          <p:cNvSpPr/>
          <p:nvPr/>
        </p:nvSpPr>
        <p:spPr>
          <a:xfrm>
            <a:off x="7823201" y="3789363"/>
            <a:ext cx="2233613" cy="360362"/>
          </a:xfrm>
          <a:prstGeom prst="rect">
            <a:avLst/>
          </a:prstGeom>
          <a:solidFill>
            <a:srgbClr val="EAEAEA"/>
          </a:solidFill>
          <a:ln w="12700" cap="flat" cmpd="sng">
            <a:solidFill>
              <a:schemeClr val="dk1"/>
            </a:solidFill>
            <a:prstDash val="solid"/>
            <a:miter lim="800000"/>
            <a:headEnd type="none" w="sm" len="sm"/>
            <a:tailEnd type="none" w="sm" len="sm"/>
          </a:ln>
          <a:effectLst>
            <a:outerShdw dist="107763" dir="18900000" algn="ctr" rotWithShape="0">
              <a:schemeClr val="dk2">
                <a:alpha val="47843"/>
              </a:schemeClr>
            </a:outerShdw>
          </a:effectLst>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dave 27500</a:t>
            </a:r>
            <a:endParaRPr sz="1400" b="0" i="0" u="none" strike="noStrike" cap="none">
              <a:solidFill>
                <a:srgbClr val="000000"/>
              </a:solidFill>
              <a:latin typeface="Arial"/>
              <a:ea typeface="Arial"/>
              <a:cs typeface="Arial"/>
              <a:sym typeface="Arial"/>
            </a:endParaRPr>
          </a:p>
        </p:txBody>
      </p:sp>
      <p:sp>
        <p:nvSpPr>
          <p:cNvPr id="196" name="Google Shape;196;p14"/>
          <p:cNvSpPr/>
          <p:nvPr/>
        </p:nvSpPr>
        <p:spPr>
          <a:xfrm>
            <a:off x="7823201" y="3427413"/>
            <a:ext cx="2233613" cy="360362"/>
          </a:xfrm>
          <a:prstGeom prst="rect">
            <a:avLst/>
          </a:prstGeom>
          <a:solidFill>
            <a:srgbClr val="EAEAEA"/>
          </a:solidFill>
          <a:ln w="12700" cap="flat" cmpd="sng">
            <a:solidFill>
              <a:schemeClr val="dk1"/>
            </a:solidFill>
            <a:prstDash val="solid"/>
            <a:miter lim="800000"/>
            <a:headEnd type="none" w="sm" len="sm"/>
            <a:tailEnd type="none" w="sm" len="sm"/>
          </a:ln>
          <a:effectLst>
            <a:outerShdw dist="107763" dir="18900000" algn="ctr" rotWithShape="0">
              <a:schemeClr val="dk2">
                <a:alpha val="47843"/>
              </a:schemeClr>
            </a:outerShdw>
          </a:effectLst>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14"/>
          <p:cNvSpPr/>
          <p:nvPr/>
        </p:nvSpPr>
        <p:spPr>
          <a:xfrm>
            <a:off x="7823201" y="3068638"/>
            <a:ext cx="2233613" cy="360362"/>
          </a:xfrm>
          <a:prstGeom prst="rect">
            <a:avLst/>
          </a:prstGeom>
          <a:solidFill>
            <a:srgbClr val="EAEAEA"/>
          </a:solidFill>
          <a:ln w="12700" cap="flat" cmpd="sng">
            <a:solidFill>
              <a:schemeClr val="dk1"/>
            </a:solidFill>
            <a:prstDash val="solid"/>
            <a:miter lim="800000"/>
            <a:headEnd type="none" w="sm" len="sm"/>
            <a:tailEnd type="none" w="sm" len="sm"/>
          </a:ln>
          <a:effectLst>
            <a:outerShdw dist="107763" dir="18900000" algn="ctr" rotWithShape="0">
              <a:schemeClr val="dk2">
                <a:alpha val="47843"/>
              </a:schemeClr>
            </a:outerShdw>
          </a:effectLst>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phil 31250</a:t>
            </a:r>
            <a:endParaRPr sz="1400" b="0" i="0" u="none" strike="noStrike" cap="none">
              <a:solidFill>
                <a:srgbClr val="000000"/>
              </a:solidFill>
              <a:latin typeface="Arial"/>
              <a:ea typeface="Arial"/>
              <a:cs typeface="Arial"/>
              <a:sym typeface="Arial"/>
            </a:endParaRPr>
          </a:p>
        </p:txBody>
      </p:sp>
      <p:sp>
        <p:nvSpPr>
          <p:cNvPr id="198" name="Google Shape;198;p14"/>
          <p:cNvSpPr/>
          <p:nvPr/>
        </p:nvSpPr>
        <p:spPr>
          <a:xfrm>
            <a:off x="7823201" y="2708276"/>
            <a:ext cx="2233613" cy="360363"/>
          </a:xfrm>
          <a:prstGeom prst="rect">
            <a:avLst/>
          </a:prstGeom>
          <a:solidFill>
            <a:srgbClr val="EAEAEA"/>
          </a:solidFill>
          <a:ln w="12700" cap="flat" cmpd="sng">
            <a:solidFill>
              <a:schemeClr val="dk1"/>
            </a:solidFill>
            <a:prstDash val="solid"/>
            <a:miter lim="800000"/>
            <a:headEnd type="none" w="sm" len="sm"/>
            <a:tailEnd type="none" w="sm" len="sm"/>
          </a:ln>
          <a:effectLst>
            <a:outerShdw dist="107763" dir="18900000" algn="ctr" rotWithShape="0">
              <a:schemeClr val="dk2">
                <a:alpha val="47843"/>
              </a:schemeClr>
            </a:outerShdw>
          </a:effectLst>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john 25000</a:t>
            </a:r>
            <a:endParaRPr sz="1400" b="0" i="0" u="none" strike="noStrike" cap="none">
              <a:solidFill>
                <a:srgbClr val="000000"/>
              </a:solidFill>
              <a:latin typeface="Arial"/>
              <a:ea typeface="Arial"/>
              <a:cs typeface="Arial"/>
              <a:sym typeface="Arial"/>
            </a:endParaRPr>
          </a:p>
        </p:txBody>
      </p:sp>
      <p:sp>
        <p:nvSpPr>
          <p:cNvPr id="199" name="Google Shape;199;p14"/>
          <p:cNvSpPr/>
          <p:nvPr/>
        </p:nvSpPr>
        <p:spPr>
          <a:xfrm>
            <a:off x="7823201" y="2347913"/>
            <a:ext cx="2233613" cy="360362"/>
          </a:xfrm>
          <a:prstGeom prst="rect">
            <a:avLst/>
          </a:prstGeom>
          <a:solidFill>
            <a:srgbClr val="EAEAEA"/>
          </a:solidFill>
          <a:ln w="12700" cap="flat" cmpd="sng">
            <a:solidFill>
              <a:schemeClr val="dk1"/>
            </a:solidFill>
            <a:prstDash val="solid"/>
            <a:miter lim="800000"/>
            <a:headEnd type="none" w="sm" len="sm"/>
            <a:tailEnd type="none" w="sm" len="sm"/>
          </a:ln>
          <a:effectLst>
            <a:outerShdw dist="107763" dir="18900000" algn="ctr" rotWithShape="0">
              <a:schemeClr val="dk2">
                <a:alpha val="47843"/>
              </a:schemeClr>
            </a:outerShdw>
          </a:effectLst>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14"/>
          <p:cNvSpPr/>
          <p:nvPr/>
        </p:nvSpPr>
        <p:spPr>
          <a:xfrm>
            <a:off x="7823201" y="1989138"/>
            <a:ext cx="2233613" cy="360362"/>
          </a:xfrm>
          <a:prstGeom prst="rect">
            <a:avLst/>
          </a:prstGeom>
          <a:solidFill>
            <a:srgbClr val="EAEAEA"/>
          </a:solidFill>
          <a:ln w="12700" cap="flat" cmpd="sng">
            <a:solidFill>
              <a:schemeClr val="dk1"/>
            </a:solidFill>
            <a:prstDash val="solid"/>
            <a:miter lim="800000"/>
            <a:headEnd type="none" w="sm" len="sm"/>
            <a:tailEnd type="none" w="sm" len="sm"/>
          </a:ln>
          <a:effectLst>
            <a:outerShdw dist="107763" dir="18900000" algn="ctr" rotWithShape="0">
              <a:schemeClr val="dk2">
                <a:alpha val="47843"/>
              </a:schemeClr>
            </a:outerShdw>
          </a:effectLst>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14"/>
          <p:cNvSpPr/>
          <p:nvPr/>
        </p:nvSpPr>
        <p:spPr>
          <a:xfrm>
            <a:off x="7823201" y="1628776"/>
            <a:ext cx="2233613" cy="360363"/>
          </a:xfrm>
          <a:prstGeom prst="rect">
            <a:avLst/>
          </a:prstGeom>
          <a:solidFill>
            <a:srgbClr val="EAEAEA"/>
          </a:solidFill>
          <a:ln w="12700" cap="flat" cmpd="sng">
            <a:solidFill>
              <a:schemeClr val="dk1"/>
            </a:solidFill>
            <a:prstDash val="solid"/>
            <a:miter lim="800000"/>
            <a:headEnd type="none" w="sm" len="sm"/>
            <a:tailEnd type="none" w="sm" len="sm"/>
          </a:ln>
          <a:effectLst>
            <a:outerShdw dist="107763" dir="18900000" algn="ctr" rotWithShape="0">
              <a:schemeClr val="dk2">
                <a:alpha val="47843"/>
              </a:schemeClr>
            </a:outerShdw>
          </a:effectLst>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2" name="Google Shape;202;p14"/>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203" name="Google Shape;203;p14"/>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SzPts val="1400"/>
              <a:buNone/>
            </a:pPr>
            <a:fld id="{D3720658-2137-4171-8703-73581276C456}" type="datetime1">
              <a:rPr lang="en-US" smtClean="0"/>
              <a:t>3/3/2025</a:t>
            </a:fld>
            <a:endParaRPr/>
          </a:p>
        </p:txBody>
      </p:sp>
      <p:sp>
        <p:nvSpPr>
          <p:cNvPr id="204" name="Google Shape;204;p14"/>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SzPts val="1400"/>
              <a:buNone/>
            </a:pPr>
            <a:r>
              <a:rPr lang="en-US"/>
              <a:t>Advanced Data Structures</a:t>
            </a:r>
            <a:endParaRPr/>
          </a:p>
        </p:txBody>
      </p:sp>
      <p:sp>
        <p:nvSpPr>
          <p:cNvPr id="205" name="Google Shape;205;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14"/>
          <p:cNvSpPr txBox="1">
            <a:spLocks noGrp="1"/>
          </p:cNvSpPr>
          <p:nvPr>
            <p:ph type="title" idx="4294967295"/>
          </p:nvPr>
        </p:nvSpPr>
        <p:spPr>
          <a:xfrm>
            <a:off x="1847528" y="214315"/>
            <a:ext cx="8820473" cy="98338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Hash Tables – Conceptual View</a:t>
            </a:r>
            <a:endParaRPr/>
          </a:p>
        </p:txBody>
      </p:sp>
      <p:sp>
        <p:nvSpPr>
          <p:cNvPr id="212" name="Google Shape;212;p114"/>
          <p:cNvSpPr/>
          <p:nvPr/>
        </p:nvSpPr>
        <p:spPr>
          <a:xfrm>
            <a:off x="3184526" y="2201963"/>
            <a:ext cx="184731" cy="307777"/>
          </a:xfrm>
          <a:prstGeom prst="flowChartProcess">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114"/>
          <p:cNvSpPr/>
          <p:nvPr/>
        </p:nvSpPr>
        <p:spPr>
          <a:xfrm>
            <a:off x="3184526" y="2671863"/>
            <a:ext cx="184731" cy="307777"/>
          </a:xfrm>
          <a:prstGeom prst="flowChartProcess">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114"/>
          <p:cNvSpPr/>
          <p:nvPr/>
        </p:nvSpPr>
        <p:spPr>
          <a:xfrm>
            <a:off x="3184526" y="3144938"/>
            <a:ext cx="184731" cy="307777"/>
          </a:xfrm>
          <a:prstGeom prst="flowChartProcess">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114"/>
          <p:cNvSpPr/>
          <p:nvPr/>
        </p:nvSpPr>
        <p:spPr>
          <a:xfrm>
            <a:off x="3184526" y="3614838"/>
            <a:ext cx="184731" cy="307777"/>
          </a:xfrm>
          <a:prstGeom prst="flowChartProcess">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114"/>
          <p:cNvSpPr/>
          <p:nvPr/>
        </p:nvSpPr>
        <p:spPr>
          <a:xfrm>
            <a:off x="3184526" y="4078388"/>
            <a:ext cx="184731" cy="307777"/>
          </a:xfrm>
          <a:prstGeom prst="flowChartProcess">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114"/>
          <p:cNvSpPr/>
          <p:nvPr/>
        </p:nvSpPr>
        <p:spPr>
          <a:xfrm>
            <a:off x="3184526" y="4548288"/>
            <a:ext cx="184731" cy="307777"/>
          </a:xfrm>
          <a:prstGeom prst="flowChartProcess">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114"/>
          <p:cNvSpPr/>
          <p:nvPr/>
        </p:nvSpPr>
        <p:spPr>
          <a:xfrm>
            <a:off x="3184526" y="5021363"/>
            <a:ext cx="184731" cy="307777"/>
          </a:xfrm>
          <a:prstGeom prst="flowChartProcess">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114"/>
          <p:cNvSpPr/>
          <p:nvPr/>
        </p:nvSpPr>
        <p:spPr>
          <a:xfrm>
            <a:off x="3184526" y="5491263"/>
            <a:ext cx="184731" cy="307777"/>
          </a:xfrm>
          <a:prstGeom prst="flowChartProcess">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114"/>
          <p:cNvSpPr/>
          <p:nvPr/>
        </p:nvSpPr>
        <p:spPr>
          <a:xfrm>
            <a:off x="7108731" y="5228402"/>
            <a:ext cx="1271779" cy="995422"/>
          </a:xfrm>
          <a:prstGeom prst="flowChartConnector">
            <a:avLst/>
          </a:prstGeom>
          <a:no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Obj5</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key=1</a:t>
            </a:r>
            <a:endParaRPr sz="1400" b="0" i="0" u="none" strike="noStrike" cap="none">
              <a:solidFill>
                <a:srgbClr val="000000"/>
              </a:solidFill>
              <a:latin typeface="Arial"/>
              <a:ea typeface="Arial"/>
              <a:cs typeface="Arial"/>
              <a:sym typeface="Arial"/>
            </a:endParaRPr>
          </a:p>
        </p:txBody>
      </p:sp>
      <p:sp>
        <p:nvSpPr>
          <p:cNvPr id="221" name="Google Shape;221;p114"/>
          <p:cNvSpPr/>
          <p:nvPr/>
        </p:nvSpPr>
        <p:spPr>
          <a:xfrm>
            <a:off x="7490229" y="1672402"/>
            <a:ext cx="1472395" cy="995422"/>
          </a:xfrm>
          <a:prstGeom prst="flowChartConnector">
            <a:avLst/>
          </a:prstGeom>
          <a:no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obj1</a:t>
            </a:r>
            <a:br>
              <a:rPr lang="en-US" sz="2000" b="1" i="0" u="none" strike="noStrike" cap="none">
                <a:solidFill>
                  <a:srgbClr val="000000"/>
                </a:solidFill>
                <a:latin typeface="Arial"/>
                <a:ea typeface="Arial"/>
                <a:cs typeface="Arial"/>
                <a:sym typeface="Arial"/>
              </a:rPr>
            </a:br>
            <a:r>
              <a:rPr lang="en-US" sz="2000" b="1" i="0" u="none" strike="noStrike" cap="none">
                <a:solidFill>
                  <a:srgbClr val="000000"/>
                </a:solidFill>
                <a:latin typeface="Arial"/>
                <a:ea typeface="Arial"/>
                <a:cs typeface="Arial"/>
                <a:sym typeface="Arial"/>
              </a:rPr>
              <a:t>key=15</a:t>
            </a:r>
            <a:endParaRPr sz="1400" b="0" i="0" u="none" strike="noStrike" cap="none">
              <a:solidFill>
                <a:srgbClr val="000000"/>
              </a:solidFill>
              <a:latin typeface="Arial"/>
              <a:ea typeface="Arial"/>
              <a:cs typeface="Arial"/>
              <a:sym typeface="Arial"/>
            </a:endParaRPr>
          </a:p>
        </p:txBody>
      </p:sp>
      <p:sp>
        <p:nvSpPr>
          <p:cNvPr id="222" name="Google Shape;222;p114"/>
          <p:cNvSpPr/>
          <p:nvPr/>
        </p:nvSpPr>
        <p:spPr>
          <a:xfrm>
            <a:off x="8569231" y="4225102"/>
            <a:ext cx="1271779" cy="995422"/>
          </a:xfrm>
          <a:prstGeom prst="flowChartConnector">
            <a:avLst/>
          </a:prstGeom>
          <a:no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Obj4</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key=2</a:t>
            </a:r>
            <a:endParaRPr sz="1400" b="0" i="0" u="none" strike="noStrike" cap="none">
              <a:solidFill>
                <a:srgbClr val="000000"/>
              </a:solidFill>
              <a:latin typeface="Arial"/>
              <a:ea typeface="Arial"/>
              <a:cs typeface="Arial"/>
              <a:sym typeface="Arial"/>
            </a:endParaRPr>
          </a:p>
        </p:txBody>
      </p:sp>
      <p:sp>
        <p:nvSpPr>
          <p:cNvPr id="223" name="Google Shape;223;p114"/>
          <p:cNvSpPr/>
          <p:nvPr/>
        </p:nvSpPr>
        <p:spPr>
          <a:xfrm>
            <a:off x="8747529" y="3018602"/>
            <a:ext cx="1472395" cy="995422"/>
          </a:xfrm>
          <a:prstGeom prst="flowChartConnector">
            <a:avLst/>
          </a:prstGeom>
          <a:no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Obj2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key=30</a:t>
            </a:r>
            <a:endParaRPr sz="1400" b="0" i="0" u="none" strike="noStrike" cap="none">
              <a:solidFill>
                <a:srgbClr val="000000"/>
              </a:solidFill>
              <a:latin typeface="Arial"/>
              <a:ea typeface="Arial"/>
              <a:cs typeface="Arial"/>
              <a:sym typeface="Arial"/>
            </a:endParaRPr>
          </a:p>
        </p:txBody>
      </p:sp>
      <p:sp>
        <p:nvSpPr>
          <p:cNvPr id="224" name="Google Shape;224;p114"/>
          <p:cNvSpPr txBox="1"/>
          <p:nvPr/>
        </p:nvSpPr>
        <p:spPr>
          <a:xfrm>
            <a:off x="2835275" y="2106614"/>
            <a:ext cx="325438" cy="3749675"/>
          </a:xfrm>
          <a:prstGeom prst="rect">
            <a:avLst/>
          </a:prstGeom>
          <a:noFill/>
          <a:ln>
            <a:noFill/>
          </a:ln>
        </p:spPr>
        <p:txBody>
          <a:bodyPr spcFirstLastPara="1" wrap="square" lIns="91425" tIns="45700" rIns="91425" bIns="45700" anchor="t" anchorCtr="0">
            <a:noAutofit/>
          </a:bodyPr>
          <a:lstStyle/>
          <a:p>
            <a:pPr marL="0" marR="0" lvl="0" indent="0" algn="ctr" rtl="0">
              <a:lnSpc>
                <a:spcPct val="125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7</a:t>
            </a:r>
            <a:endParaRPr sz="1400" b="0" i="0" u="none" strike="noStrike" cap="none">
              <a:solidFill>
                <a:srgbClr val="000000"/>
              </a:solidFill>
              <a:latin typeface="Arial"/>
              <a:ea typeface="Arial"/>
              <a:cs typeface="Arial"/>
              <a:sym typeface="Arial"/>
            </a:endParaRPr>
          </a:p>
          <a:p>
            <a:pPr marL="0" marR="0" lvl="0" indent="0" algn="ctr" rtl="0">
              <a:lnSpc>
                <a:spcPct val="125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a:p>
            <a:pPr marL="0" marR="0" lvl="0" indent="0" algn="ctr" rtl="0">
              <a:lnSpc>
                <a:spcPct val="125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a:p>
            <a:pPr marL="0" marR="0" lvl="0" indent="0" algn="ctr" rtl="0">
              <a:lnSpc>
                <a:spcPct val="125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a:p>
            <a:pPr marL="0" marR="0" lvl="0" indent="0" algn="ctr" rtl="0">
              <a:lnSpc>
                <a:spcPct val="125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a:p>
            <a:pPr marL="0" marR="0" lvl="0" indent="0" algn="ctr" rtl="0">
              <a:lnSpc>
                <a:spcPct val="125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a:p>
            <a:pPr marL="0" marR="0" lvl="0" indent="0" algn="ctr" rtl="0">
              <a:lnSpc>
                <a:spcPct val="125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a:p>
            <a:pPr marL="0" marR="0" lvl="0" indent="0" algn="ctr" rtl="0">
              <a:lnSpc>
                <a:spcPct val="125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225" name="Google Shape;225;p114"/>
          <p:cNvSpPr txBox="1"/>
          <p:nvPr/>
        </p:nvSpPr>
        <p:spPr>
          <a:xfrm>
            <a:off x="3136900" y="1538288"/>
            <a:ext cx="89535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table</a:t>
            </a:r>
            <a:endParaRPr sz="1400" b="0" i="0" u="none" strike="noStrike" cap="none">
              <a:solidFill>
                <a:srgbClr val="000000"/>
              </a:solidFill>
              <a:latin typeface="Arial"/>
              <a:ea typeface="Arial"/>
              <a:cs typeface="Arial"/>
              <a:sym typeface="Arial"/>
            </a:endParaRPr>
          </a:p>
        </p:txBody>
      </p:sp>
      <p:cxnSp>
        <p:nvCxnSpPr>
          <p:cNvPr id="226" name="Google Shape;226;p114"/>
          <p:cNvCxnSpPr>
            <a:stCxn id="218" idx="3"/>
            <a:endCxn id="227" idx="1"/>
          </p:cNvCxnSpPr>
          <p:nvPr/>
        </p:nvCxnSpPr>
        <p:spPr>
          <a:xfrm>
            <a:off x="3369257" y="5175252"/>
            <a:ext cx="2676000" cy="539700"/>
          </a:xfrm>
          <a:prstGeom prst="straightConnector1">
            <a:avLst/>
          </a:prstGeom>
          <a:noFill/>
          <a:ln w="28575" cap="flat" cmpd="sng">
            <a:solidFill>
              <a:schemeClr val="dk1"/>
            </a:solidFill>
            <a:prstDash val="solid"/>
            <a:round/>
            <a:headEnd type="none" w="sm" len="sm"/>
            <a:tailEnd type="triangle" w="lg" len="lg"/>
          </a:ln>
        </p:spPr>
      </p:cxnSp>
      <p:cxnSp>
        <p:nvCxnSpPr>
          <p:cNvPr id="228" name="Google Shape;228;p114"/>
          <p:cNvCxnSpPr>
            <a:stCxn id="217" idx="3"/>
            <a:endCxn id="229" idx="1"/>
          </p:cNvCxnSpPr>
          <p:nvPr/>
        </p:nvCxnSpPr>
        <p:spPr>
          <a:xfrm>
            <a:off x="3369257" y="4702177"/>
            <a:ext cx="4212600" cy="15900"/>
          </a:xfrm>
          <a:prstGeom prst="straightConnector1">
            <a:avLst/>
          </a:prstGeom>
          <a:noFill/>
          <a:ln w="28575" cap="flat" cmpd="sng">
            <a:solidFill>
              <a:schemeClr val="dk1"/>
            </a:solidFill>
            <a:prstDash val="solid"/>
            <a:round/>
            <a:headEnd type="none" w="sm" len="sm"/>
            <a:tailEnd type="triangle" w="lg" len="lg"/>
          </a:ln>
        </p:spPr>
      </p:cxnSp>
      <p:cxnSp>
        <p:nvCxnSpPr>
          <p:cNvPr id="230" name="Google Shape;230;p114"/>
          <p:cNvCxnSpPr>
            <a:stCxn id="212" idx="3"/>
            <a:endCxn id="231" idx="1"/>
          </p:cNvCxnSpPr>
          <p:nvPr/>
        </p:nvCxnSpPr>
        <p:spPr>
          <a:xfrm rot="10800000" flipH="1">
            <a:off x="3369257" y="2197152"/>
            <a:ext cx="3666600" cy="158700"/>
          </a:xfrm>
          <a:prstGeom prst="straightConnector1">
            <a:avLst/>
          </a:prstGeom>
          <a:noFill/>
          <a:ln w="28575" cap="flat" cmpd="sng">
            <a:solidFill>
              <a:schemeClr val="dk1"/>
            </a:solidFill>
            <a:prstDash val="solid"/>
            <a:round/>
            <a:headEnd type="none" w="sm" len="sm"/>
            <a:tailEnd type="triangle" w="lg" len="lg"/>
          </a:ln>
        </p:spPr>
      </p:cxnSp>
      <p:sp>
        <p:nvSpPr>
          <p:cNvPr id="232" name="Google Shape;232;p114"/>
          <p:cNvSpPr/>
          <p:nvPr/>
        </p:nvSpPr>
        <p:spPr>
          <a:xfrm>
            <a:off x="7284943" y="2967802"/>
            <a:ext cx="1271779" cy="995422"/>
          </a:xfrm>
          <a:prstGeom prst="flowChartConnector">
            <a:avLst/>
          </a:prstGeom>
          <a:no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Obj3</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key=4</a:t>
            </a:r>
            <a:endParaRPr sz="1400" b="0" i="0" u="none" strike="noStrike" cap="none">
              <a:solidFill>
                <a:srgbClr val="000000"/>
              </a:solidFill>
              <a:latin typeface="Arial"/>
              <a:ea typeface="Arial"/>
              <a:cs typeface="Arial"/>
              <a:sym typeface="Arial"/>
            </a:endParaRPr>
          </a:p>
        </p:txBody>
      </p:sp>
      <p:cxnSp>
        <p:nvCxnSpPr>
          <p:cNvPr id="233" name="Google Shape;233;p114"/>
          <p:cNvCxnSpPr>
            <a:stCxn id="215" idx="3"/>
            <a:endCxn id="234" idx="1"/>
          </p:cNvCxnSpPr>
          <p:nvPr/>
        </p:nvCxnSpPr>
        <p:spPr>
          <a:xfrm rot="10800000" flipH="1">
            <a:off x="3369257" y="3454327"/>
            <a:ext cx="3780900" cy="314400"/>
          </a:xfrm>
          <a:prstGeom prst="straightConnector1">
            <a:avLst/>
          </a:prstGeom>
          <a:noFill/>
          <a:ln w="28575" cap="flat" cmpd="sng">
            <a:solidFill>
              <a:schemeClr val="dk1"/>
            </a:solidFill>
            <a:prstDash val="solid"/>
            <a:round/>
            <a:headEnd type="none" w="sm" len="sm"/>
            <a:tailEnd type="triangle" w="lg" len="lg"/>
          </a:ln>
        </p:spPr>
      </p:cxnSp>
      <p:sp>
        <p:nvSpPr>
          <p:cNvPr id="231" name="Google Shape;231;p114"/>
          <p:cNvSpPr/>
          <p:nvPr/>
        </p:nvSpPr>
        <p:spPr>
          <a:xfrm>
            <a:off x="7035800" y="2043212"/>
            <a:ext cx="2705100" cy="307777"/>
          </a:xfrm>
          <a:prstGeom prst="rect">
            <a:avLst/>
          </a:prstGeom>
          <a:noFill/>
          <a:ln w="28575"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114"/>
          <p:cNvSpPr/>
          <p:nvPr/>
        </p:nvSpPr>
        <p:spPr>
          <a:xfrm>
            <a:off x="7150100" y="3300512"/>
            <a:ext cx="3225800" cy="307777"/>
          </a:xfrm>
          <a:prstGeom prst="rect">
            <a:avLst/>
          </a:prstGeom>
          <a:noFill/>
          <a:ln w="28575"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114"/>
          <p:cNvSpPr/>
          <p:nvPr/>
        </p:nvSpPr>
        <p:spPr>
          <a:xfrm>
            <a:off x="7581900" y="4564162"/>
            <a:ext cx="2565400" cy="307777"/>
          </a:xfrm>
          <a:prstGeom prst="rect">
            <a:avLst/>
          </a:prstGeom>
          <a:noFill/>
          <a:ln w="28575"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114"/>
          <p:cNvSpPr/>
          <p:nvPr/>
        </p:nvSpPr>
        <p:spPr>
          <a:xfrm>
            <a:off x="6045200" y="5561112"/>
            <a:ext cx="2565400" cy="307777"/>
          </a:xfrm>
          <a:prstGeom prst="rect">
            <a:avLst/>
          </a:prstGeom>
          <a:noFill/>
          <a:ln w="28575"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114"/>
          <p:cNvSpPr txBox="1"/>
          <p:nvPr/>
        </p:nvSpPr>
        <p:spPr>
          <a:xfrm>
            <a:off x="5681664" y="1347788"/>
            <a:ext cx="1336675" cy="4572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buckets</a:t>
            </a:r>
            <a:endParaRPr sz="1400" b="0" i="0" u="none" strike="noStrike" cap="none">
              <a:solidFill>
                <a:srgbClr val="000000"/>
              </a:solidFill>
              <a:latin typeface="Arial"/>
              <a:ea typeface="Arial"/>
              <a:cs typeface="Arial"/>
              <a:sym typeface="Arial"/>
            </a:endParaRPr>
          </a:p>
        </p:txBody>
      </p:sp>
      <p:sp>
        <p:nvSpPr>
          <p:cNvPr id="236" name="Google Shape;236;p114"/>
          <p:cNvSpPr txBox="1"/>
          <p:nvPr/>
        </p:nvSpPr>
        <p:spPr>
          <a:xfrm rot="-5400000">
            <a:off x="757913" y="4003688"/>
            <a:ext cx="26385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hash value/index</a:t>
            </a:r>
            <a:endParaRPr sz="1400" b="0" i="0" u="none" strike="noStrike" cap="none">
              <a:solidFill>
                <a:srgbClr val="000000"/>
              </a:solidFill>
              <a:latin typeface="Arial"/>
              <a:ea typeface="Arial"/>
              <a:cs typeface="Arial"/>
              <a:sym typeface="Arial"/>
            </a:endParaRPr>
          </a:p>
        </p:txBody>
      </p:sp>
      <p:pic>
        <p:nvPicPr>
          <p:cNvPr id="237" name="Google Shape;237;p114"/>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238" name="Google Shape;238;p114"/>
          <p:cNvSpPr txBox="1">
            <a:spLocks noGrp="1"/>
          </p:cNvSpPr>
          <p:nvPr>
            <p:ph type="dt" idx="10"/>
          </p:nvPr>
        </p:nvSpPr>
        <p:spPr>
          <a:xfrm>
            <a:off x="1097280" y="6459785"/>
            <a:ext cx="2472271" cy="36512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SzPts val="1400"/>
              <a:buNone/>
            </a:pPr>
            <a:fld id="{0F04D61A-33B5-43CD-8B72-8189FF384A0A}" type="datetime1">
              <a:rPr lang="en-US" smtClean="0"/>
              <a:t>3/3/2025</a:t>
            </a:fld>
            <a:endParaRPr/>
          </a:p>
        </p:txBody>
      </p:sp>
      <p:sp>
        <p:nvSpPr>
          <p:cNvPr id="239" name="Google Shape;239;p114"/>
          <p:cNvSpPr txBox="1">
            <a:spLocks noGrp="1"/>
          </p:cNvSpPr>
          <p:nvPr>
            <p:ph type="ftr" idx="11"/>
          </p:nvPr>
        </p:nvSpPr>
        <p:spPr>
          <a:xfrm>
            <a:off x="3686185" y="6459785"/>
            <a:ext cx="4822804" cy="36512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SzPts val="1400"/>
              <a:buNone/>
            </a:pPr>
            <a:r>
              <a:rPr lang="en-US"/>
              <a:t>Advanced Data Structures</a:t>
            </a:r>
            <a:endParaRPr/>
          </a:p>
        </p:txBody>
      </p:sp>
      <p:sp>
        <p:nvSpPr>
          <p:cNvPr id="240" name="Google Shape;240;p1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15"/>
          <p:cNvSpPr txBox="1">
            <a:spLocks noGrp="1"/>
          </p:cNvSpPr>
          <p:nvPr>
            <p:ph type="title"/>
          </p:nvPr>
        </p:nvSpPr>
        <p:spPr>
          <a:xfrm>
            <a:off x="1837184" y="908720"/>
            <a:ext cx="8229600" cy="487362"/>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Key terms</a:t>
            </a:r>
            <a:endParaRPr>
              <a:solidFill>
                <a:srgbClr val="00B050"/>
              </a:solidFill>
              <a:latin typeface="Times New Roman"/>
              <a:ea typeface="Times New Roman"/>
              <a:cs typeface="Times New Roman"/>
              <a:sym typeface="Times New Roman"/>
            </a:endParaRPr>
          </a:p>
        </p:txBody>
      </p:sp>
      <p:sp>
        <p:nvSpPr>
          <p:cNvPr id="246" name="Google Shape;246;p115"/>
          <p:cNvSpPr txBox="1">
            <a:spLocks noGrp="1"/>
          </p:cNvSpPr>
          <p:nvPr>
            <p:ph type="body" idx="1"/>
          </p:nvPr>
        </p:nvSpPr>
        <p:spPr>
          <a:xfrm>
            <a:off x="479376" y="1628800"/>
            <a:ext cx="11449272" cy="5013176"/>
          </a:xfrm>
          <a:prstGeom prst="rect">
            <a:avLst/>
          </a:prstGeom>
          <a:noFill/>
          <a:ln>
            <a:noFill/>
          </a:ln>
        </p:spPr>
        <p:txBody>
          <a:bodyPr spcFirstLastPara="1" wrap="square" lIns="91425" tIns="91425" rIns="91425" bIns="91425" anchor="t" anchorCtr="0">
            <a:noAutofit/>
          </a:bodyPr>
          <a:lstStyle/>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Hash Table</a:t>
            </a:r>
            <a:r>
              <a:rPr lang="en-US" sz="2400">
                <a:latin typeface="Times New Roman"/>
                <a:ea typeface="Times New Roman"/>
                <a:cs typeface="Times New Roman"/>
                <a:sym typeface="Times New Roman"/>
              </a:rPr>
              <a:t>: is an array of size MAX[0 to MAX-1]</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 Hash Function</a:t>
            </a:r>
            <a:r>
              <a:rPr lang="en-US" sz="2400">
                <a:latin typeface="Times New Roman"/>
                <a:ea typeface="Times New Roman"/>
                <a:cs typeface="Times New Roman"/>
                <a:sym typeface="Times New Roman"/>
              </a:rPr>
              <a:t>: that transforms a key into an address.</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Bucket-</a:t>
            </a:r>
            <a:r>
              <a:rPr lang="en-US" sz="2400">
                <a:latin typeface="Times New Roman"/>
                <a:ea typeface="Times New Roman"/>
                <a:cs typeface="Times New Roman"/>
                <a:sym typeface="Times New Roman"/>
              </a:rPr>
              <a:t> Bucket is an index position in hash table that can store more than one record</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When the same index is mapped with two keys, then both the records are stored in the same bucket</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Probe</a:t>
            </a:r>
            <a:r>
              <a:rPr lang="en-US" sz="2400">
                <a:latin typeface="Times New Roman"/>
                <a:ea typeface="Times New Roman"/>
                <a:cs typeface="Times New Roman"/>
                <a:sym typeface="Times New Roman"/>
              </a:rPr>
              <a:t>-Each action of address calculation and check for success is called probe</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Collision-</a:t>
            </a:r>
            <a:r>
              <a:rPr lang="en-US" sz="2400">
                <a:latin typeface="Times New Roman"/>
                <a:ea typeface="Times New Roman"/>
                <a:cs typeface="Times New Roman"/>
                <a:sym typeface="Times New Roman"/>
              </a:rPr>
              <a:t>The result of two keys hashing into the same address is called collision</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Synonym-</a:t>
            </a:r>
            <a:r>
              <a:rPr lang="en-US" sz="2400">
                <a:latin typeface="Times New Roman"/>
                <a:ea typeface="Times New Roman"/>
                <a:cs typeface="Times New Roman"/>
                <a:sym typeface="Times New Roman"/>
              </a:rPr>
              <a:t>Keys those hash to the same address are called synonyms</a:t>
            </a:r>
            <a:endParaRPr/>
          </a:p>
          <a:p>
            <a:pPr marL="1944688" lvl="0" indent="-444500" algn="just" rtl="0">
              <a:lnSpc>
                <a:spcPct val="90000"/>
              </a:lnSpc>
              <a:spcBef>
                <a:spcPts val="1200"/>
              </a:spcBef>
              <a:spcAft>
                <a:spcPts val="0"/>
              </a:spcAft>
              <a:buClr>
                <a:srgbClr val="A8CDD7"/>
              </a:buClr>
              <a:buSzPts val="1900"/>
              <a:buFont typeface="Noto Sans Symbols"/>
              <a:buNone/>
            </a:pPr>
            <a:endParaRPr b="1">
              <a:solidFill>
                <a:schemeClr val="dk1"/>
              </a:solidFill>
            </a:endParaRPr>
          </a:p>
          <a:p>
            <a:pPr marL="1944688" lvl="0" indent="-444500" algn="just" rtl="0">
              <a:lnSpc>
                <a:spcPct val="90000"/>
              </a:lnSpc>
              <a:spcBef>
                <a:spcPts val="1200"/>
              </a:spcBef>
              <a:spcAft>
                <a:spcPts val="0"/>
              </a:spcAft>
              <a:buClr>
                <a:srgbClr val="A8CDD7"/>
              </a:buClr>
              <a:buSzPts val="1900"/>
              <a:buFont typeface="Noto Sans Symbols"/>
              <a:buNone/>
            </a:pPr>
            <a:endParaRPr b="1">
              <a:solidFill>
                <a:schemeClr val="dk1"/>
              </a:solidFill>
            </a:endParaRPr>
          </a:p>
          <a:p>
            <a:pPr marL="1944688" lvl="0" indent="-444500" algn="just" rtl="0">
              <a:lnSpc>
                <a:spcPct val="90000"/>
              </a:lnSpc>
              <a:spcBef>
                <a:spcPts val="1200"/>
              </a:spcBef>
              <a:spcAft>
                <a:spcPts val="0"/>
              </a:spcAft>
              <a:buClr>
                <a:srgbClr val="A8CDD7"/>
              </a:buClr>
              <a:buSzPts val="1900"/>
              <a:buFont typeface="Noto Sans Symbols"/>
              <a:buNone/>
            </a:pPr>
            <a:endParaRPr b="1">
              <a:latin typeface="Constantia"/>
              <a:ea typeface="Constantia"/>
              <a:cs typeface="Constantia"/>
              <a:sym typeface="Constantia"/>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pic>
        <p:nvPicPr>
          <p:cNvPr id="247" name="Google Shape;247;p115"/>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6">
                                            <p:txEl>
                                              <p:pRg st="0" end="0"/>
                                            </p:txEl>
                                          </p:spTgt>
                                        </p:tgtEl>
                                        <p:attrNameLst>
                                          <p:attrName>style.visibility</p:attrName>
                                        </p:attrNameLst>
                                      </p:cBhvr>
                                      <p:to>
                                        <p:strVal val="visible"/>
                                      </p:to>
                                    </p:set>
                                    <p:animEffect transition="in" filter="fade">
                                      <p:cBhvr>
                                        <p:cTn id="7" dur="500"/>
                                        <p:tgtEl>
                                          <p:spTgt spid="2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6">
                                            <p:txEl>
                                              <p:pRg st="1" end="1"/>
                                            </p:txEl>
                                          </p:spTgt>
                                        </p:tgtEl>
                                        <p:attrNameLst>
                                          <p:attrName>style.visibility</p:attrName>
                                        </p:attrNameLst>
                                      </p:cBhvr>
                                      <p:to>
                                        <p:strVal val="visible"/>
                                      </p:to>
                                    </p:set>
                                    <p:animEffect transition="in" filter="fade">
                                      <p:cBhvr>
                                        <p:cTn id="12" dur="500"/>
                                        <p:tgtEl>
                                          <p:spTgt spid="2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6">
                                            <p:txEl>
                                              <p:pRg st="2" end="2"/>
                                            </p:txEl>
                                          </p:spTgt>
                                        </p:tgtEl>
                                        <p:attrNameLst>
                                          <p:attrName>style.visibility</p:attrName>
                                        </p:attrNameLst>
                                      </p:cBhvr>
                                      <p:to>
                                        <p:strVal val="visible"/>
                                      </p:to>
                                    </p:set>
                                    <p:animEffect transition="in" filter="fade">
                                      <p:cBhvr>
                                        <p:cTn id="17" dur="500"/>
                                        <p:tgtEl>
                                          <p:spTgt spid="2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6">
                                            <p:txEl>
                                              <p:pRg st="3" end="3"/>
                                            </p:txEl>
                                          </p:spTgt>
                                        </p:tgtEl>
                                        <p:attrNameLst>
                                          <p:attrName>style.visibility</p:attrName>
                                        </p:attrNameLst>
                                      </p:cBhvr>
                                      <p:to>
                                        <p:strVal val="visible"/>
                                      </p:to>
                                    </p:set>
                                    <p:animEffect transition="in" filter="fade">
                                      <p:cBhvr>
                                        <p:cTn id="22" dur="500"/>
                                        <p:tgtEl>
                                          <p:spTgt spid="2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6">
                                            <p:txEl>
                                              <p:pRg st="4" end="4"/>
                                            </p:txEl>
                                          </p:spTgt>
                                        </p:tgtEl>
                                        <p:attrNameLst>
                                          <p:attrName>style.visibility</p:attrName>
                                        </p:attrNameLst>
                                      </p:cBhvr>
                                      <p:to>
                                        <p:strVal val="visible"/>
                                      </p:to>
                                    </p:set>
                                    <p:animEffect transition="in" filter="fade">
                                      <p:cBhvr>
                                        <p:cTn id="27" dur="500"/>
                                        <p:tgtEl>
                                          <p:spTgt spid="24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6">
                                            <p:txEl>
                                              <p:pRg st="5" end="5"/>
                                            </p:txEl>
                                          </p:spTgt>
                                        </p:tgtEl>
                                        <p:attrNameLst>
                                          <p:attrName>style.visibility</p:attrName>
                                        </p:attrNameLst>
                                      </p:cBhvr>
                                      <p:to>
                                        <p:strVal val="visible"/>
                                      </p:to>
                                    </p:set>
                                    <p:animEffect transition="in" filter="fade">
                                      <p:cBhvr>
                                        <p:cTn id="32" dur="500"/>
                                        <p:tgtEl>
                                          <p:spTgt spid="24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6">
                                            <p:txEl>
                                              <p:pRg st="6" end="6"/>
                                            </p:txEl>
                                          </p:spTgt>
                                        </p:tgtEl>
                                        <p:attrNameLst>
                                          <p:attrName>style.visibility</p:attrName>
                                        </p:attrNameLst>
                                      </p:cBhvr>
                                      <p:to>
                                        <p:strVal val="visible"/>
                                      </p:to>
                                    </p:set>
                                    <p:animEffect transition="in" filter="fade">
                                      <p:cBhvr>
                                        <p:cTn id="37" dur="500"/>
                                        <p:tgtEl>
                                          <p:spTgt spid="24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6">
                                            <p:txEl>
                                              <p:pRg st="7" end="7"/>
                                            </p:txEl>
                                          </p:spTgt>
                                        </p:tgtEl>
                                        <p:attrNameLst>
                                          <p:attrName>style.visibility</p:attrName>
                                        </p:attrNameLst>
                                      </p:cBhvr>
                                      <p:to>
                                        <p:strVal val="visible"/>
                                      </p:to>
                                    </p:set>
                                    <p:animEffect transition="in" filter="fade">
                                      <p:cBhvr>
                                        <p:cTn id="42" dur="500"/>
                                        <p:tgtEl>
                                          <p:spTgt spid="24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6">
                                            <p:txEl>
                                              <p:pRg st="8" end="8"/>
                                            </p:txEl>
                                          </p:spTgt>
                                        </p:tgtEl>
                                        <p:attrNameLst>
                                          <p:attrName>style.visibility</p:attrName>
                                        </p:attrNameLst>
                                      </p:cBhvr>
                                      <p:to>
                                        <p:strVal val="visible"/>
                                      </p:to>
                                    </p:set>
                                    <p:animEffect transition="in" filter="fade">
                                      <p:cBhvr>
                                        <p:cTn id="47" dur="500"/>
                                        <p:tgtEl>
                                          <p:spTgt spid="24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46">
                                            <p:txEl>
                                              <p:pRg st="9" end="9"/>
                                            </p:txEl>
                                          </p:spTgt>
                                        </p:tgtEl>
                                        <p:attrNameLst>
                                          <p:attrName>style.visibility</p:attrName>
                                        </p:attrNameLst>
                                      </p:cBhvr>
                                      <p:to>
                                        <p:strVal val="visible"/>
                                      </p:to>
                                    </p:set>
                                    <p:animEffect transition="in" filter="fade">
                                      <p:cBhvr>
                                        <p:cTn id="52" dur="500"/>
                                        <p:tgtEl>
                                          <p:spTgt spid="24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46">
                                            <p:txEl>
                                              <p:pRg st="10" end="10"/>
                                            </p:txEl>
                                          </p:spTgt>
                                        </p:tgtEl>
                                        <p:attrNameLst>
                                          <p:attrName>style.visibility</p:attrName>
                                        </p:attrNameLst>
                                      </p:cBhvr>
                                      <p:to>
                                        <p:strVal val="visible"/>
                                      </p:to>
                                    </p:set>
                                    <p:animEffect transition="in" filter="fade">
                                      <p:cBhvr>
                                        <p:cTn id="57" dur="500"/>
                                        <p:tgtEl>
                                          <p:spTgt spid="24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16"/>
          <p:cNvSpPr txBox="1">
            <a:spLocks noGrp="1"/>
          </p:cNvSpPr>
          <p:nvPr>
            <p:ph type="title"/>
          </p:nvPr>
        </p:nvSpPr>
        <p:spPr>
          <a:xfrm>
            <a:off x="1487488" y="908720"/>
            <a:ext cx="8229600" cy="563562"/>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Key terms</a:t>
            </a:r>
            <a:endParaRPr>
              <a:solidFill>
                <a:srgbClr val="00B050"/>
              </a:solidFill>
              <a:latin typeface="Times New Roman"/>
              <a:ea typeface="Times New Roman"/>
              <a:cs typeface="Times New Roman"/>
              <a:sym typeface="Times New Roman"/>
            </a:endParaRPr>
          </a:p>
        </p:txBody>
      </p:sp>
      <p:sp>
        <p:nvSpPr>
          <p:cNvPr id="256" name="Google Shape;256;p116"/>
          <p:cNvSpPr txBox="1">
            <a:spLocks noGrp="1"/>
          </p:cNvSpPr>
          <p:nvPr>
            <p:ph type="body" idx="1"/>
          </p:nvPr>
        </p:nvSpPr>
        <p:spPr>
          <a:xfrm>
            <a:off x="119336" y="1844824"/>
            <a:ext cx="11665296" cy="4742656"/>
          </a:xfrm>
          <a:prstGeom prst="rect">
            <a:avLst/>
          </a:prstGeom>
          <a:noFill/>
          <a:ln>
            <a:noFill/>
          </a:ln>
        </p:spPr>
        <p:txBody>
          <a:bodyPr spcFirstLastPara="1" wrap="square" lIns="91425" tIns="91425" rIns="91425" bIns="91425" anchor="t" anchorCtr="0">
            <a:noAutofit/>
          </a:bodyPr>
          <a:lstStyle/>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Overflow-</a:t>
            </a:r>
            <a:r>
              <a:rPr lang="en-US" sz="2400">
                <a:latin typeface="Times New Roman"/>
                <a:ea typeface="Times New Roman"/>
                <a:cs typeface="Times New Roman"/>
                <a:sym typeface="Times New Roman"/>
              </a:rPr>
              <a:t>The result of more keys hashing to the same address and if there is no room in the bucket, then it is said that overflow has occurred </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Collision and overflow are synonymous when the bucket is of size 1</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b="1">
                <a:solidFill>
                  <a:schemeClr val="dk1"/>
                </a:solidFill>
                <a:latin typeface="Times New Roman"/>
                <a:ea typeface="Times New Roman"/>
                <a:cs typeface="Times New Roman"/>
                <a:sym typeface="Times New Roman"/>
              </a:rPr>
              <a:t>Open or external hashing-</a:t>
            </a:r>
            <a:r>
              <a:rPr lang="en-US" sz="2400">
                <a:latin typeface="Times New Roman"/>
                <a:ea typeface="Times New Roman"/>
                <a:cs typeface="Times New Roman"/>
                <a:sym typeface="Times New Roman"/>
              </a:rPr>
              <a:t>When we allow records to be stored in potentially unlimited space, it is called as open or external hashing</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Closed or internal hashing</a:t>
            </a:r>
            <a:r>
              <a:rPr lang="en-US" sz="2400">
                <a:latin typeface="Times New Roman"/>
                <a:ea typeface="Times New Roman"/>
                <a:cs typeface="Times New Roman"/>
                <a:sym typeface="Times New Roman"/>
              </a:rPr>
              <a:t>-When we use fixed space for storage eventually limiting the number of records to be stored, it is called as closed or internal hashing</a:t>
            </a:r>
            <a:endParaRPr/>
          </a:p>
          <a:p>
            <a:pPr marL="1944688" lvl="0" indent="-396240" algn="just" rtl="0">
              <a:lnSpc>
                <a:spcPct val="90000"/>
              </a:lnSpc>
              <a:spcBef>
                <a:spcPts val="1200"/>
              </a:spcBef>
              <a:spcAft>
                <a:spcPts val="0"/>
              </a:spcAft>
              <a:buClr>
                <a:srgbClr val="A8CDD7"/>
              </a:buClr>
              <a:buSzPts val="2660"/>
              <a:buFont typeface="Noto Sans Symbols"/>
              <a:buNone/>
            </a:pPr>
            <a:endParaRPr sz="2800">
              <a:latin typeface="Constantia"/>
              <a:ea typeface="Constantia"/>
              <a:cs typeface="Constantia"/>
              <a:sym typeface="Constantia"/>
            </a:endParaRPr>
          </a:p>
          <a:p>
            <a:pPr marL="1944688" lvl="0" indent="-396240" algn="just" rtl="0">
              <a:lnSpc>
                <a:spcPct val="90000"/>
              </a:lnSpc>
              <a:spcBef>
                <a:spcPts val="1200"/>
              </a:spcBef>
              <a:spcAft>
                <a:spcPts val="0"/>
              </a:spcAft>
              <a:buClr>
                <a:srgbClr val="A8CDD7"/>
              </a:buClr>
              <a:buSzPts val="2660"/>
              <a:buFont typeface="Noto Sans Symbols"/>
              <a:buNone/>
            </a:pPr>
            <a:endParaRPr sz="2800" b="1">
              <a:solidFill>
                <a:schemeClr val="dk1"/>
              </a:solidFill>
            </a:endParaRPr>
          </a:p>
          <a:p>
            <a:pPr marL="1944688" lvl="0" indent="-396240" algn="just" rtl="0">
              <a:lnSpc>
                <a:spcPct val="90000"/>
              </a:lnSpc>
              <a:spcBef>
                <a:spcPts val="1200"/>
              </a:spcBef>
              <a:spcAft>
                <a:spcPts val="0"/>
              </a:spcAft>
              <a:buClr>
                <a:srgbClr val="A8CDD7"/>
              </a:buClr>
              <a:buSzPts val="2660"/>
              <a:buFont typeface="Noto Sans Symbols"/>
              <a:buNone/>
            </a:pPr>
            <a:endParaRPr sz="2800">
              <a:latin typeface="Constantia"/>
              <a:ea typeface="Constantia"/>
              <a:cs typeface="Constantia"/>
              <a:sym typeface="Constantia"/>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pic>
        <p:nvPicPr>
          <p:cNvPr id="257" name="Google Shape;257;p116"/>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
                                            <p:txEl>
                                              <p:pRg st="0" end="0"/>
                                            </p:txEl>
                                          </p:spTgt>
                                        </p:tgtEl>
                                        <p:attrNameLst>
                                          <p:attrName>style.visibility</p:attrName>
                                        </p:attrNameLst>
                                      </p:cBhvr>
                                      <p:to>
                                        <p:strVal val="visible"/>
                                      </p:to>
                                    </p:set>
                                    <p:animEffect transition="in" filter="fade">
                                      <p:cBhvr>
                                        <p:cTn id="7" dur="500"/>
                                        <p:tgtEl>
                                          <p:spTgt spid="2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6">
                                            <p:txEl>
                                              <p:pRg st="1" end="1"/>
                                            </p:txEl>
                                          </p:spTgt>
                                        </p:tgtEl>
                                        <p:attrNameLst>
                                          <p:attrName>style.visibility</p:attrName>
                                        </p:attrNameLst>
                                      </p:cBhvr>
                                      <p:to>
                                        <p:strVal val="visible"/>
                                      </p:to>
                                    </p:set>
                                    <p:animEffect transition="in" filter="fade">
                                      <p:cBhvr>
                                        <p:cTn id="12" dur="500"/>
                                        <p:tgtEl>
                                          <p:spTgt spid="2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6">
                                            <p:txEl>
                                              <p:pRg st="2" end="2"/>
                                            </p:txEl>
                                          </p:spTgt>
                                        </p:tgtEl>
                                        <p:attrNameLst>
                                          <p:attrName>style.visibility</p:attrName>
                                        </p:attrNameLst>
                                      </p:cBhvr>
                                      <p:to>
                                        <p:strVal val="visible"/>
                                      </p:to>
                                    </p:set>
                                    <p:animEffect transition="in" filter="fade">
                                      <p:cBhvr>
                                        <p:cTn id="17" dur="500"/>
                                        <p:tgtEl>
                                          <p:spTgt spid="2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6">
                                            <p:txEl>
                                              <p:pRg st="3" end="3"/>
                                            </p:txEl>
                                          </p:spTgt>
                                        </p:tgtEl>
                                        <p:attrNameLst>
                                          <p:attrName>style.visibility</p:attrName>
                                        </p:attrNameLst>
                                      </p:cBhvr>
                                      <p:to>
                                        <p:strVal val="visible"/>
                                      </p:to>
                                    </p:set>
                                    <p:animEffect transition="in" filter="fade">
                                      <p:cBhvr>
                                        <p:cTn id="22" dur="500"/>
                                        <p:tgtEl>
                                          <p:spTgt spid="2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6">
                                            <p:txEl>
                                              <p:pRg st="4" end="4"/>
                                            </p:txEl>
                                          </p:spTgt>
                                        </p:tgtEl>
                                        <p:attrNameLst>
                                          <p:attrName>style.visibility</p:attrName>
                                        </p:attrNameLst>
                                      </p:cBhvr>
                                      <p:to>
                                        <p:strVal val="visible"/>
                                      </p:to>
                                    </p:set>
                                    <p:animEffect transition="in" filter="fade">
                                      <p:cBhvr>
                                        <p:cTn id="27" dur="500"/>
                                        <p:tgtEl>
                                          <p:spTgt spid="25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6">
                                            <p:txEl>
                                              <p:pRg st="5" end="5"/>
                                            </p:txEl>
                                          </p:spTgt>
                                        </p:tgtEl>
                                        <p:attrNameLst>
                                          <p:attrName>style.visibility</p:attrName>
                                        </p:attrNameLst>
                                      </p:cBhvr>
                                      <p:to>
                                        <p:strVal val="visible"/>
                                      </p:to>
                                    </p:set>
                                    <p:animEffect transition="in" filter="fade">
                                      <p:cBhvr>
                                        <p:cTn id="32" dur="500"/>
                                        <p:tgtEl>
                                          <p:spTgt spid="25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6">
                                            <p:txEl>
                                              <p:pRg st="6" end="6"/>
                                            </p:txEl>
                                          </p:spTgt>
                                        </p:tgtEl>
                                        <p:attrNameLst>
                                          <p:attrName>style.visibility</p:attrName>
                                        </p:attrNameLst>
                                      </p:cBhvr>
                                      <p:to>
                                        <p:strVal val="visible"/>
                                      </p:to>
                                    </p:set>
                                    <p:animEffect transition="in" filter="fade">
                                      <p:cBhvr>
                                        <p:cTn id="37" dur="500"/>
                                        <p:tgtEl>
                                          <p:spTgt spid="25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6">
                                            <p:txEl>
                                              <p:pRg st="7" end="7"/>
                                            </p:txEl>
                                          </p:spTgt>
                                        </p:tgtEl>
                                        <p:attrNameLst>
                                          <p:attrName>style.visibility</p:attrName>
                                        </p:attrNameLst>
                                      </p:cBhvr>
                                      <p:to>
                                        <p:strVal val="visible"/>
                                      </p:to>
                                    </p:set>
                                    <p:animEffect transition="in" filter="fade">
                                      <p:cBhvr>
                                        <p:cTn id="42" dur="500"/>
                                        <p:tgtEl>
                                          <p:spTgt spid="25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17"/>
          <p:cNvSpPr txBox="1">
            <a:spLocks noGrp="1"/>
          </p:cNvSpPr>
          <p:nvPr>
            <p:ph type="title"/>
          </p:nvPr>
        </p:nvSpPr>
        <p:spPr>
          <a:xfrm>
            <a:off x="1464668" y="717698"/>
            <a:ext cx="8229600" cy="792162"/>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Key Terms</a:t>
            </a:r>
            <a:endParaRPr>
              <a:solidFill>
                <a:srgbClr val="00B050"/>
              </a:solidFill>
              <a:latin typeface="Times New Roman"/>
              <a:ea typeface="Times New Roman"/>
              <a:cs typeface="Times New Roman"/>
              <a:sym typeface="Times New Roman"/>
            </a:endParaRPr>
          </a:p>
        </p:txBody>
      </p:sp>
      <p:sp>
        <p:nvSpPr>
          <p:cNvPr id="266" name="Google Shape;266;p117"/>
          <p:cNvSpPr txBox="1">
            <a:spLocks noGrp="1"/>
          </p:cNvSpPr>
          <p:nvPr>
            <p:ph type="body" idx="1"/>
          </p:nvPr>
        </p:nvSpPr>
        <p:spPr>
          <a:xfrm>
            <a:off x="533400" y="1844824"/>
            <a:ext cx="11035208" cy="3744416"/>
          </a:xfrm>
          <a:prstGeom prst="rect">
            <a:avLst/>
          </a:prstGeom>
          <a:noFill/>
          <a:ln>
            <a:noFill/>
          </a:ln>
        </p:spPr>
        <p:txBody>
          <a:bodyPr spcFirstLastPara="1" wrap="square" lIns="91425" tIns="91425" rIns="91425" bIns="91425" anchor="t" anchorCtr="0">
            <a:no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n-US" sz="2405" b="1">
                <a:solidFill>
                  <a:schemeClr val="dk1"/>
                </a:solidFill>
                <a:latin typeface="Times New Roman"/>
                <a:ea typeface="Times New Roman"/>
                <a:cs typeface="Times New Roman"/>
                <a:sym typeface="Times New Roman"/>
              </a:rPr>
              <a:t>Load density- </a:t>
            </a:r>
            <a:r>
              <a:rPr lang="en-US" sz="2405">
                <a:solidFill>
                  <a:schemeClr val="dk1"/>
                </a:solidFill>
                <a:latin typeface="Times New Roman"/>
                <a:ea typeface="Times New Roman"/>
                <a:cs typeface="Times New Roman"/>
                <a:sym typeface="Times New Roman"/>
              </a:rPr>
              <a:t>The maximum storage capacity that is maximum number of records that can be accommodated is called as loading density</a:t>
            </a:r>
            <a:endParaRPr/>
          </a:p>
          <a:p>
            <a:pPr marL="457200" marR="0" lvl="0" indent="-228600" algn="l" rtl="0">
              <a:lnSpc>
                <a:spcPct val="90000"/>
              </a:lnSpc>
              <a:spcBef>
                <a:spcPts val="1200"/>
              </a:spcBef>
              <a:spcAft>
                <a:spcPts val="0"/>
              </a:spcAft>
              <a:buClr>
                <a:schemeClr val="accent1"/>
              </a:buClr>
              <a:buSzPts val="2000"/>
              <a:buFont typeface="Calibri"/>
              <a:buNone/>
            </a:pPr>
            <a:endParaRPr sz="2405">
              <a:solidFill>
                <a:schemeClr val="dk1"/>
              </a:solidFill>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5" b="1">
                <a:solidFill>
                  <a:schemeClr val="dk1"/>
                </a:solidFill>
                <a:latin typeface="Times New Roman"/>
                <a:ea typeface="Times New Roman"/>
                <a:cs typeface="Times New Roman"/>
                <a:sym typeface="Times New Roman"/>
              </a:rPr>
              <a:t>Full Table- </a:t>
            </a:r>
            <a:r>
              <a:rPr lang="en-US" sz="2405">
                <a:solidFill>
                  <a:schemeClr val="dk1"/>
                </a:solidFill>
                <a:latin typeface="Times New Roman"/>
                <a:ea typeface="Times New Roman"/>
                <a:cs typeface="Times New Roman"/>
                <a:sym typeface="Times New Roman"/>
              </a:rPr>
              <a:t>Full table is the one in which all locations are occupied </a:t>
            </a:r>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5">
                <a:solidFill>
                  <a:schemeClr val="dk1"/>
                </a:solidFill>
                <a:latin typeface="Times New Roman"/>
                <a:ea typeface="Times New Roman"/>
                <a:cs typeface="Times New Roman"/>
                <a:sym typeface="Times New Roman"/>
              </a:rPr>
              <a:t>Owing to the characteristics of hash functions, there are always empty locations</a:t>
            </a:r>
            <a:endParaRPr/>
          </a:p>
          <a:p>
            <a:pPr marL="457200" marR="0" lvl="0" indent="-228600" algn="l" rtl="0">
              <a:lnSpc>
                <a:spcPct val="90000"/>
              </a:lnSpc>
              <a:spcBef>
                <a:spcPts val="1200"/>
              </a:spcBef>
              <a:spcAft>
                <a:spcPts val="0"/>
              </a:spcAft>
              <a:buClr>
                <a:schemeClr val="accent1"/>
              </a:buClr>
              <a:buSzPts val="2000"/>
              <a:buFont typeface="Calibri"/>
              <a:buNone/>
            </a:pPr>
            <a:endParaRPr sz="2405">
              <a:solidFill>
                <a:schemeClr val="dk1"/>
              </a:solidFill>
              <a:latin typeface="Times New Roman"/>
              <a:ea typeface="Times New Roman"/>
              <a:cs typeface="Times New Roman"/>
              <a:sym typeface="Times New Roman"/>
            </a:endParaRPr>
          </a:p>
          <a:p>
            <a:pPr marL="457200" lvl="0" indent="-355600" algn="l" rtl="0">
              <a:lnSpc>
                <a:spcPct val="90000"/>
              </a:lnSpc>
              <a:spcBef>
                <a:spcPts val="1200"/>
              </a:spcBef>
              <a:spcAft>
                <a:spcPts val="0"/>
              </a:spcAft>
              <a:buSzPts val="2000"/>
              <a:buChar char=" "/>
            </a:pPr>
            <a:r>
              <a:rPr lang="en-US" sz="2405" b="1">
                <a:solidFill>
                  <a:schemeClr val="dk1"/>
                </a:solidFill>
                <a:latin typeface="Times New Roman"/>
                <a:ea typeface="Times New Roman"/>
                <a:cs typeface="Times New Roman"/>
                <a:sym typeface="Times New Roman"/>
              </a:rPr>
              <a:t>Load factor- </a:t>
            </a:r>
            <a:r>
              <a:rPr lang="en-US" sz="2405">
                <a:solidFill>
                  <a:schemeClr val="dk1"/>
                </a:solidFill>
                <a:latin typeface="Times New Roman"/>
                <a:ea typeface="Times New Roman"/>
                <a:cs typeface="Times New Roman"/>
                <a:sym typeface="Times New Roman"/>
              </a:rPr>
              <a:t>the number of records stored in table divided by maximum capacity of table, expressed in terms of percentage</a:t>
            </a:r>
            <a:endParaRPr/>
          </a:p>
          <a:p>
            <a:pPr marL="457200" marR="0" lvl="0" indent="-228600" algn="l" rtl="0">
              <a:lnSpc>
                <a:spcPct val="90000"/>
              </a:lnSpc>
              <a:spcBef>
                <a:spcPts val="1200"/>
              </a:spcBef>
              <a:spcAft>
                <a:spcPts val="0"/>
              </a:spcAft>
              <a:buClr>
                <a:schemeClr val="accent1"/>
              </a:buClr>
              <a:buSzPts val="2000"/>
              <a:buFont typeface="Calibri"/>
              <a:buNone/>
            </a:pPr>
            <a:endParaRPr sz="2405">
              <a:solidFill>
                <a:schemeClr val="dk1"/>
              </a:solidFill>
              <a:latin typeface="Times New Roman"/>
              <a:ea typeface="Times New Roman"/>
              <a:cs typeface="Times New Roman"/>
              <a:sym typeface="Times New Roman"/>
            </a:endParaRPr>
          </a:p>
          <a:p>
            <a:pPr marL="457200" marR="0" lvl="0" indent="-228600" algn="l" rtl="0">
              <a:lnSpc>
                <a:spcPct val="90000"/>
              </a:lnSpc>
              <a:spcBef>
                <a:spcPts val="1200"/>
              </a:spcBef>
              <a:spcAft>
                <a:spcPts val="0"/>
              </a:spcAft>
              <a:buClr>
                <a:schemeClr val="accent1"/>
              </a:buClr>
              <a:buSzPts val="2000"/>
              <a:buFont typeface="Calibri"/>
              <a:buNone/>
            </a:pPr>
            <a:endParaRPr sz="1850">
              <a:solidFill>
                <a:schemeClr val="dk1"/>
              </a:solidFill>
            </a:endParaRPr>
          </a:p>
          <a:p>
            <a:pPr marL="457200" lvl="0" indent="-228600" algn="l" rtl="0">
              <a:lnSpc>
                <a:spcPct val="90000"/>
              </a:lnSpc>
              <a:spcBef>
                <a:spcPts val="1200"/>
              </a:spcBef>
              <a:spcAft>
                <a:spcPts val="0"/>
              </a:spcAft>
              <a:buSzPts val="2000"/>
              <a:buNone/>
            </a:pPr>
            <a:endParaRPr sz="3330" b="1">
              <a:solidFill>
                <a:schemeClr val="dk1"/>
              </a:solidFill>
            </a:endParaRPr>
          </a:p>
          <a:p>
            <a:pPr marL="457200" marR="0" lvl="0" indent="-228600" algn="l" rtl="0">
              <a:lnSpc>
                <a:spcPct val="90000"/>
              </a:lnSpc>
              <a:spcBef>
                <a:spcPts val="1200"/>
              </a:spcBef>
              <a:spcAft>
                <a:spcPts val="0"/>
              </a:spcAft>
              <a:buClr>
                <a:schemeClr val="accent1"/>
              </a:buClr>
              <a:buSzPts val="2000"/>
              <a:buFont typeface="Calibri"/>
              <a:buNone/>
            </a:pPr>
            <a:endParaRPr sz="3330">
              <a:solidFill>
                <a:schemeClr val="dk1"/>
              </a:solidFill>
            </a:endParaRPr>
          </a:p>
          <a:p>
            <a:pPr marL="457200" marR="0" lvl="0" indent="-228600" algn="l" rtl="0">
              <a:lnSpc>
                <a:spcPct val="90000"/>
              </a:lnSpc>
              <a:spcBef>
                <a:spcPts val="1200"/>
              </a:spcBef>
              <a:spcAft>
                <a:spcPts val="0"/>
              </a:spcAft>
              <a:buClr>
                <a:schemeClr val="accent1"/>
              </a:buClr>
              <a:buSzPts val="2000"/>
              <a:buFont typeface="Calibri"/>
              <a:buNone/>
            </a:pPr>
            <a:endParaRPr sz="1850"/>
          </a:p>
        </p:txBody>
      </p:sp>
      <p:sp>
        <p:nvSpPr>
          <p:cNvPr id="268" name="Google Shape;268;p117"/>
          <p:cNvSpPr txBox="1"/>
          <p:nvPr/>
        </p:nvSpPr>
        <p:spPr>
          <a:xfrm>
            <a:off x="1981200" y="274638"/>
            <a:ext cx="8229600" cy="1143000"/>
          </a:xfrm>
          <a:prstGeom prst="rect">
            <a:avLst/>
          </a:prstGeom>
          <a:noFill/>
          <a:ln>
            <a:noFill/>
          </a:ln>
        </p:spPr>
        <p:txBody>
          <a:bodyPr spcFirstLastPara="1" wrap="square" lIns="0" tIns="0" rIns="18275" bIns="0" anchor="b" anchorCtr="0">
            <a:noAutofit/>
          </a:bodyPr>
          <a:lstStyle/>
          <a:p>
            <a:pPr marL="0" marR="0" lvl="0" indent="0" algn="ctr" rtl="0">
              <a:lnSpc>
                <a:spcPct val="100000"/>
              </a:lnSpc>
              <a:spcBef>
                <a:spcPts val="0"/>
              </a:spcBef>
              <a:spcAft>
                <a:spcPts val="0"/>
              </a:spcAft>
              <a:buClr>
                <a:srgbClr val="000000"/>
              </a:buClr>
              <a:buSzPts val="5000"/>
              <a:buFont typeface="Arial"/>
              <a:buNone/>
            </a:pPr>
            <a:endParaRPr sz="5000" b="1" i="0" u="none" strike="noStrike" cap="none">
              <a:solidFill>
                <a:schemeClr val="dk1"/>
              </a:solidFill>
              <a:latin typeface="Arial"/>
              <a:ea typeface="Arial"/>
              <a:cs typeface="Arial"/>
              <a:sym typeface="Arial"/>
            </a:endParaRPr>
          </a:p>
        </p:txBody>
      </p:sp>
      <p:sp>
        <p:nvSpPr>
          <p:cNvPr id="269" name="Google Shape;269;p117"/>
          <p:cNvSpPr txBox="1"/>
          <p:nvPr/>
        </p:nvSpPr>
        <p:spPr>
          <a:xfrm>
            <a:off x="533400" y="1752602"/>
            <a:ext cx="9677400" cy="1600199"/>
          </a:xfrm>
          <a:prstGeom prst="rect">
            <a:avLst/>
          </a:prstGeom>
          <a:noFill/>
          <a:ln>
            <a:noFill/>
          </a:ln>
        </p:spPr>
        <p:txBody>
          <a:bodyPr spcFirstLastPara="1" wrap="square" lIns="0" tIns="45700" rIns="18275" bIns="45700" anchor="t" anchorCtr="0">
            <a:noAutofit/>
          </a:bodyPr>
          <a:lstStyle/>
          <a:p>
            <a:pPr marL="1944688" marR="45720" lvl="0" indent="-408305" algn="just" rtl="0">
              <a:lnSpc>
                <a:spcPct val="100000"/>
              </a:lnSpc>
              <a:spcBef>
                <a:spcPts val="0"/>
              </a:spcBef>
              <a:spcAft>
                <a:spcPts val="0"/>
              </a:spcAft>
              <a:buClr>
                <a:schemeClr val="accent3"/>
              </a:buClr>
              <a:buSzPts val="2470"/>
              <a:buFont typeface="Noto Sans Symbols"/>
              <a:buNone/>
            </a:pPr>
            <a:endParaRPr sz="2600" b="0" i="0" u="none" strike="noStrike" cap="none">
              <a:solidFill>
                <a:schemeClr val="dk1"/>
              </a:solidFill>
              <a:latin typeface="Arial"/>
              <a:ea typeface="Arial"/>
              <a:cs typeface="Arial"/>
              <a:sym typeface="Arial"/>
            </a:endParaRPr>
          </a:p>
        </p:txBody>
      </p:sp>
      <p:pic>
        <p:nvPicPr>
          <p:cNvPr id="270" name="Google Shape;270;p117"/>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5"/>
          <p:cNvSpPr txBox="1">
            <a:spLocks noGrp="1"/>
          </p:cNvSpPr>
          <p:nvPr>
            <p:ph type="title"/>
          </p:nvPr>
        </p:nvSpPr>
        <p:spPr>
          <a:xfrm>
            <a:off x="1694180" y="367399"/>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Hashing</a:t>
            </a:r>
            <a:endParaRPr sz="4800" b="0" i="0" u="none" strike="noStrike" cap="none">
              <a:solidFill>
                <a:srgbClr val="00B050"/>
              </a:solidFill>
              <a:latin typeface="Times New Roman"/>
              <a:ea typeface="Times New Roman"/>
              <a:cs typeface="Times New Roman"/>
              <a:sym typeface="Times New Roman"/>
            </a:endParaRPr>
          </a:p>
        </p:txBody>
      </p:sp>
      <p:sp>
        <p:nvSpPr>
          <p:cNvPr id="280" name="Google Shape;280;p15"/>
          <p:cNvSpPr txBox="1">
            <a:spLocks noGrp="1"/>
          </p:cNvSpPr>
          <p:nvPr>
            <p:ph type="body" idx="1"/>
          </p:nvPr>
        </p:nvSpPr>
        <p:spPr>
          <a:xfrm>
            <a:off x="594628" y="1888121"/>
            <a:ext cx="3077944" cy="3748194"/>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800"/>
              <a:buFont typeface="Noto Sans Symbols"/>
              <a:buChar char="❑"/>
            </a:pPr>
            <a:r>
              <a:rPr lang="en-US" sz="2800" b="0" i="0" u="none" strike="noStrike" cap="none">
                <a:solidFill>
                  <a:srgbClr val="3F3F3F"/>
                </a:solidFill>
                <a:latin typeface="Times New Roman"/>
                <a:ea typeface="Times New Roman"/>
                <a:cs typeface="Times New Roman"/>
                <a:sym typeface="Times New Roman"/>
              </a:rPr>
              <a:t>Example</a:t>
            </a:r>
            <a:endParaRPr/>
          </a:p>
          <a:p>
            <a:pPr marL="91440" marR="0" lvl="0" indent="-91440" algn="l" rtl="0">
              <a:lnSpc>
                <a:spcPct val="90000"/>
              </a:lnSpc>
              <a:spcBef>
                <a:spcPts val="1400"/>
              </a:spcBef>
              <a:spcAft>
                <a:spcPts val="0"/>
              </a:spcAft>
              <a:buClr>
                <a:schemeClr val="accent1"/>
              </a:buClr>
              <a:buSzPts val="2800"/>
              <a:buFont typeface="Calibri"/>
              <a:buChar char=" "/>
            </a:pPr>
            <a:r>
              <a:rPr lang="en-US" sz="2800" b="0" i="0" u="none" strike="noStrike" cap="none">
                <a:solidFill>
                  <a:srgbClr val="3F3F3F"/>
                </a:solidFill>
                <a:latin typeface="Calibri"/>
                <a:ea typeface="Calibri"/>
                <a:cs typeface="Calibri"/>
                <a:sym typeface="Calibri"/>
              </a:rPr>
              <a:t>31,42,35,67,24,19</a:t>
            </a:r>
            <a:endParaRPr/>
          </a:p>
          <a:p>
            <a:pPr marL="91440" marR="0" lvl="0" indent="-91440" algn="l" rtl="0">
              <a:lnSpc>
                <a:spcPct val="90000"/>
              </a:lnSpc>
              <a:spcBef>
                <a:spcPts val="1400"/>
              </a:spcBef>
              <a:spcAft>
                <a:spcPts val="0"/>
              </a:spcAft>
              <a:buClr>
                <a:schemeClr val="accent1"/>
              </a:buClr>
              <a:buSzPts val="2800"/>
              <a:buFont typeface="Calibri"/>
              <a:buChar char=" "/>
            </a:pPr>
            <a:r>
              <a:rPr lang="en-US" sz="2800" b="0" i="0" u="none" strike="noStrike" cap="none">
                <a:solidFill>
                  <a:srgbClr val="3F3F3F"/>
                </a:solidFill>
                <a:latin typeface="Calibri"/>
                <a:ea typeface="Calibri"/>
                <a:cs typeface="Calibri"/>
                <a:sym typeface="Calibri"/>
              </a:rPr>
              <a:t>F(x)=x mod 10</a:t>
            </a:r>
            <a:endParaRPr/>
          </a:p>
          <a:p>
            <a:pPr marL="91440" marR="0" lvl="0" indent="86360" algn="l" rtl="0">
              <a:lnSpc>
                <a:spcPct val="90000"/>
              </a:lnSpc>
              <a:spcBef>
                <a:spcPts val="14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p:txBody>
      </p:sp>
      <p:pic>
        <p:nvPicPr>
          <p:cNvPr id="284" name="Google Shape;284;p15"/>
          <p:cNvPicPr preferRelativeResize="0"/>
          <p:nvPr/>
        </p:nvPicPr>
        <p:blipFill rotWithShape="1">
          <a:blip r:embed="rId3">
            <a:alphaModFix/>
          </a:blip>
          <a:srcRect/>
          <a:stretch/>
        </p:blipFill>
        <p:spPr>
          <a:xfrm>
            <a:off x="195070" y="286604"/>
            <a:ext cx="1269598" cy="1148496"/>
          </a:xfrm>
          <a:prstGeom prst="rect">
            <a:avLst/>
          </a:prstGeom>
          <a:noFill/>
          <a:ln>
            <a:noFill/>
          </a:ln>
        </p:spPr>
      </p:pic>
      <p:graphicFrame>
        <p:nvGraphicFramePr>
          <p:cNvPr id="285" name="Google Shape;285;p15"/>
          <p:cNvGraphicFramePr/>
          <p:nvPr/>
        </p:nvGraphicFramePr>
        <p:xfrm>
          <a:off x="3909849" y="2069012"/>
          <a:ext cx="2514600" cy="3657700"/>
        </p:xfrm>
        <a:graphic>
          <a:graphicData uri="http://schemas.openxmlformats.org/drawingml/2006/table">
            <a:tbl>
              <a:tblPr>
                <a:noFill/>
                <a:tableStyleId>{A454858E-DCAB-4BCF-8197-45F7E5E23E0C}</a:tableStyleId>
              </a:tblPr>
              <a:tblGrid>
                <a:gridCol w="1257300"/>
                <a:gridCol w="1257300"/>
              </a:tblGrid>
              <a:tr h="3005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chemeClr val="lt1"/>
                          </a:solidFill>
                        </a:rPr>
                        <a:t>Location</a:t>
                      </a:r>
                      <a:endParaRPr sz="1800" u="none" strike="noStrike" cap="none">
                        <a:solidFill>
                          <a:schemeClr val="lt1"/>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chemeClr val="lt1"/>
                          </a:solidFill>
                        </a:rPr>
                        <a:t>X</a:t>
                      </a:r>
                      <a:endParaRPr sz="1800" u="none" strike="noStrike" cap="none">
                        <a:solidFill>
                          <a:schemeClr val="lt1"/>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r>
              <a:tr h="3005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31</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005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42</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005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005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24</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005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5</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35</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005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005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7</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67</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005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8</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005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9</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19</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bl>
          </a:graphicData>
        </a:graphic>
      </p:graphicFrame>
      <p:graphicFrame>
        <p:nvGraphicFramePr>
          <p:cNvPr id="286" name="Google Shape;286;p15"/>
          <p:cNvGraphicFramePr/>
          <p:nvPr/>
        </p:nvGraphicFramePr>
        <p:xfrm>
          <a:off x="6987793" y="2252246"/>
          <a:ext cx="2514600" cy="2560600"/>
        </p:xfrm>
        <a:graphic>
          <a:graphicData uri="http://schemas.openxmlformats.org/drawingml/2006/table">
            <a:tbl>
              <a:tblPr>
                <a:noFill/>
                <a:tableStyleId>{A454858E-DCAB-4BCF-8197-45F7E5E23E0C}</a:tableStyleId>
              </a:tblPr>
              <a:tblGrid>
                <a:gridCol w="1257300"/>
                <a:gridCol w="1257300"/>
              </a:tblGrid>
              <a:tr h="3658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chemeClr val="lt1"/>
                          </a:solidFill>
                        </a:rPr>
                        <a:t>X</a:t>
                      </a:r>
                      <a:endParaRPr sz="1800" u="none" strike="noStrike" cap="none">
                        <a:solidFill>
                          <a:schemeClr val="lt1"/>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chemeClr val="lt1"/>
                          </a:solidFill>
                        </a:rPr>
                        <a:t>F(X)</a:t>
                      </a:r>
                      <a:endParaRPr sz="1800" u="none" strike="noStrike" cap="none">
                        <a:solidFill>
                          <a:schemeClr val="lt1"/>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r>
              <a:tr h="3658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31</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42</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35</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5</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67</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7</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24</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19</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9</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7"/>
          <p:cNvSpPr txBox="1">
            <a:spLocks noGrp="1"/>
          </p:cNvSpPr>
          <p:nvPr>
            <p:ph type="body" idx="1"/>
          </p:nvPr>
        </p:nvSpPr>
        <p:spPr>
          <a:xfrm>
            <a:off x="1097280" y="1845734"/>
            <a:ext cx="10058400" cy="4023360"/>
          </a:xfrm>
          <a:prstGeom prst="rect">
            <a:avLst/>
          </a:prstGeom>
          <a:noFill/>
          <a:ln>
            <a:noFill/>
          </a:ln>
        </p:spPr>
        <p:txBody>
          <a:bodyPr spcFirstLastPara="1" wrap="square" lIns="91425" tIns="91425" rIns="91425" bIns="91425" anchor="t" anchorCtr="0">
            <a:noAutofit/>
          </a:bodyPr>
          <a:lstStyle/>
          <a:p>
            <a:pPr marL="347663" lvl="0" indent="-347663" algn="l" rtl="0">
              <a:lnSpc>
                <a:spcPct val="90000"/>
              </a:lnSpc>
              <a:spcBef>
                <a:spcPts val="1200"/>
              </a:spcBef>
              <a:spcAft>
                <a:spcPts val="0"/>
              </a:spcAft>
              <a:buSzPts val="2000"/>
              <a:buFont typeface="Noto Sans Symbols"/>
              <a:buChar char="❖"/>
            </a:pPr>
            <a:r>
              <a:rPr lang="en-US" sz="2400">
                <a:latin typeface="Times New Roman"/>
                <a:ea typeface="Times New Roman"/>
                <a:cs typeface="Times New Roman"/>
                <a:sym typeface="Times New Roman"/>
              </a:rPr>
              <a:t>The resulting address is used as the basis for storing and retrieving records and this address is called as </a:t>
            </a:r>
            <a:r>
              <a:rPr lang="en-US" sz="2400" i="1">
                <a:latin typeface="Times New Roman"/>
                <a:ea typeface="Times New Roman"/>
                <a:cs typeface="Times New Roman"/>
                <a:sym typeface="Times New Roman"/>
              </a:rPr>
              <a:t>home address of the record</a:t>
            </a:r>
            <a:endParaRPr/>
          </a:p>
          <a:p>
            <a:pPr marL="347663" lvl="0" indent="-220663" algn="l" rtl="0">
              <a:lnSpc>
                <a:spcPct val="90000"/>
              </a:lnSpc>
              <a:spcBef>
                <a:spcPts val="1200"/>
              </a:spcBef>
              <a:spcAft>
                <a:spcPts val="0"/>
              </a:spcAft>
              <a:buSzPts val="2000"/>
              <a:buFont typeface="Noto Sans Symbols"/>
              <a:buNone/>
            </a:pPr>
            <a:endParaRPr sz="2400" i="1">
              <a:latin typeface="Times New Roman"/>
              <a:ea typeface="Times New Roman"/>
              <a:cs typeface="Times New Roman"/>
              <a:sym typeface="Times New Roman"/>
            </a:endParaRPr>
          </a:p>
          <a:p>
            <a:pPr marL="347663" lvl="0" indent="-347663" algn="l" rtl="0">
              <a:lnSpc>
                <a:spcPct val="90000"/>
              </a:lnSpc>
              <a:spcBef>
                <a:spcPts val="1200"/>
              </a:spcBef>
              <a:spcAft>
                <a:spcPts val="0"/>
              </a:spcAft>
              <a:buSzPts val="2000"/>
              <a:buFont typeface="Noto Sans Symbols"/>
              <a:buChar char="❖"/>
            </a:pPr>
            <a:r>
              <a:rPr lang="en-US" sz="2400" i="1">
                <a:latin typeface="Times New Roman"/>
                <a:ea typeface="Times New Roman"/>
                <a:cs typeface="Times New Roman"/>
                <a:sym typeface="Times New Roman"/>
              </a:rPr>
              <a:t>For array to store a record in a hash table, hash function is </a:t>
            </a:r>
            <a:r>
              <a:rPr lang="en-US" sz="2400">
                <a:latin typeface="Times New Roman"/>
                <a:ea typeface="Times New Roman"/>
                <a:cs typeface="Times New Roman"/>
                <a:sym typeface="Times New Roman"/>
              </a:rPr>
              <a:t>applied to the key of the record being stored, returning an index within the range of the hash table</a:t>
            </a:r>
            <a:endParaRPr/>
          </a:p>
          <a:p>
            <a:pPr marL="347663" lvl="0" indent="-220663" algn="l" rtl="0">
              <a:lnSpc>
                <a:spcPct val="90000"/>
              </a:lnSpc>
              <a:spcBef>
                <a:spcPts val="1200"/>
              </a:spcBef>
              <a:spcAft>
                <a:spcPts val="0"/>
              </a:spcAft>
              <a:buSzPts val="2000"/>
              <a:buFont typeface="Noto Sans Symbols"/>
              <a:buNone/>
            </a:pPr>
            <a:endParaRPr sz="2400">
              <a:latin typeface="Times New Roman"/>
              <a:ea typeface="Times New Roman"/>
              <a:cs typeface="Times New Roman"/>
              <a:sym typeface="Times New Roman"/>
            </a:endParaRPr>
          </a:p>
          <a:p>
            <a:pPr marL="347663" lvl="0" indent="-347663" algn="l" rtl="0">
              <a:lnSpc>
                <a:spcPct val="90000"/>
              </a:lnSpc>
              <a:spcBef>
                <a:spcPts val="1200"/>
              </a:spcBef>
              <a:spcAft>
                <a:spcPts val="0"/>
              </a:spcAft>
              <a:buSzPts val="2000"/>
              <a:buFont typeface="Noto Sans Symbols"/>
              <a:buChar char="❖"/>
            </a:pPr>
            <a:r>
              <a:rPr lang="en-US" sz="2400">
                <a:latin typeface="Times New Roman"/>
                <a:ea typeface="Times New Roman"/>
                <a:cs typeface="Times New Roman"/>
                <a:sym typeface="Times New Roman"/>
              </a:rPr>
              <a:t>The item is then stored in the table of that index position</a:t>
            </a:r>
            <a:endParaRPr/>
          </a:p>
          <a:p>
            <a:pPr marL="347663" lvl="0" indent="-220663" algn="l" rtl="0">
              <a:lnSpc>
                <a:spcPct val="90000"/>
              </a:lnSpc>
              <a:spcBef>
                <a:spcPts val="1200"/>
              </a:spcBef>
              <a:spcAft>
                <a:spcPts val="0"/>
              </a:spcAft>
              <a:buSzPts val="2000"/>
              <a:buFont typeface="Noto Sans Symbols"/>
              <a:buNone/>
            </a:pPr>
            <a:endParaRPr sz="2800">
              <a:latin typeface="Constantia"/>
              <a:ea typeface="Constantia"/>
              <a:cs typeface="Constantia"/>
              <a:sym typeface="Constantia"/>
            </a:endParaRPr>
          </a:p>
          <a:p>
            <a:pPr marL="457200" lvl="0" indent="-355600" algn="l" rtl="0">
              <a:lnSpc>
                <a:spcPct val="90000"/>
              </a:lnSpc>
              <a:spcBef>
                <a:spcPts val="1200"/>
              </a:spcBef>
              <a:spcAft>
                <a:spcPts val="0"/>
              </a:spcAft>
              <a:buSzPts val="2000"/>
              <a:buNone/>
            </a:pPr>
            <a:endParaRPr/>
          </a:p>
        </p:txBody>
      </p:sp>
      <p:grpSp>
        <p:nvGrpSpPr>
          <p:cNvPr id="292" name="Google Shape;292;p17"/>
          <p:cNvGrpSpPr/>
          <p:nvPr/>
        </p:nvGrpSpPr>
        <p:grpSpPr>
          <a:xfrm>
            <a:off x="3048001" y="457201"/>
            <a:ext cx="5648349" cy="1014994"/>
            <a:chOff x="1524000" y="1600200"/>
            <a:chExt cx="5664925" cy="1324117"/>
          </a:xfrm>
        </p:grpSpPr>
        <p:cxnSp>
          <p:nvCxnSpPr>
            <p:cNvPr id="293" name="Google Shape;293;p17"/>
            <p:cNvCxnSpPr/>
            <p:nvPr/>
          </p:nvCxnSpPr>
          <p:spPr>
            <a:xfrm>
              <a:off x="1524000" y="1828008"/>
              <a:ext cx="1218825" cy="2072"/>
            </a:xfrm>
            <a:prstGeom prst="straightConnector1">
              <a:avLst/>
            </a:prstGeom>
            <a:noFill/>
            <a:ln w="9525" cap="flat" cmpd="sng">
              <a:solidFill>
                <a:srgbClr val="B3C0DF"/>
              </a:solidFill>
              <a:prstDash val="solid"/>
              <a:round/>
              <a:headEnd type="none" w="sm" len="sm"/>
              <a:tailEnd type="none" w="sm" len="sm"/>
            </a:ln>
          </p:spPr>
        </p:cxnSp>
        <p:sp>
          <p:nvSpPr>
            <p:cNvPr id="294" name="Google Shape;294;p17"/>
            <p:cNvSpPr txBox="1"/>
            <p:nvPr/>
          </p:nvSpPr>
          <p:spPr>
            <a:xfrm>
              <a:off x="2743200" y="1600200"/>
              <a:ext cx="608035" cy="5621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000000"/>
                  </a:solidFill>
                  <a:latin typeface="Constantia"/>
                  <a:ea typeface="Constantia"/>
                  <a:cs typeface="Constantia"/>
                  <a:sym typeface="Constantia"/>
                </a:rPr>
                <a:t>key</a:t>
              </a:r>
              <a:endParaRPr sz="1400" b="0" i="0" u="none" strike="noStrike" cap="none">
                <a:solidFill>
                  <a:srgbClr val="000000"/>
                </a:solidFill>
                <a:latin typeface="Arial"/>
                <a:ea typeface="Arial"/>
                <a:cs typeface="Arial"/>
                <a:sym typeface="Arial"/>
              </a:endParaRPr>
            </a:p>
          </p:txBody>
        </p:sp>
        <p:cxnSp>
          <p:nvCxnSpPr>
            <p:cNvPr id="295" name="Google Shape;295;p17"/>
            <p:cNvCxnSpPr/>
            <p:nvPr/>
          </p:nvCxnSpPr>
          <p:spPr>
            <a:xfrm>
              <a:off x="3352237" y="1828008"/>
              <a:ext cx="1218825" cy="2072"/>
            </a:xfrm>
            <a:prstGeom prst="straightConnector1">
              <a:avLst/>
            </a:prstGeom>
            <a:noFill/>
            <a:ln w="9525" cap="flat" cmpd="sng">
              <a:solidFill>
                <a:srgbClr val="B3C0DF"/>
              </a:solidFill>
              <a:prstDash val="solid"/>
              <a:round/>
              <a:headEnd type="none" w="sm" len="sm"/>
              <a:tailEnd type="none" w="sm" len="sm"/>
            </a:ln>
          </p:spPr>
        </p:cxnSp>
        <p:cxnSp>
          <p:nvCxnSpPr>
            <p:cNvPr id="296" name="Google Shape;296;p17"/>
            <p:cNvCxnSpPr/>
            <p:nvPr/>
          </p:nvCxnSpPr>
          <p:spPr>
            <a:xfrm rot="5400000">
              <a:off x="4304921" y="2094150"/>
              <a:ext cx="534314" cy="2032"/>
            </a:xfrm>
            <a:prstGeom prst="straightConnector1">
              <a:avLst/>
            </a:prstGeom>
            <a:noFill/>
            <a:ln w="9525" cap="flat" cmpd="sng">
              <a:solidFill>
                <a:srgbClr val="B3C0DF"/>
              </a:solidFill>
              <a:prstDash val="solid"/>
              <a:round/>
              <a:headEnd type="none" w="sm" len="sm"/>
              <a:tailEnd type="stealth" w="med" len="med"/>
            </a:ln>
          </p:spPr>
        </p:cxnSp>
        <p:sp>
          <p:nvSpPr>
            <p:cNvPr id="297" name="Google Shape;297;p17"/>
            <p:cNvSpPr txBox="1"/>
            <p:nvPr/>
          </p:nvSpPr>
          <p:spPr>
            <a:xfrm>
              <a:off x="3962400" y="2362200"/>
              <a:ext cx="1453690" cy="5621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000000"/>
                  </a:solidFill>
                  <a:latin typeface="Constantia"/>
                  <a:ea typeface="Constantia"/>
                  <a:cs typeface="Constantia"/>
                  <a:sym typeface="Constantia"/>
                </a:rPr>
                <a:t>Hash(key)</a:t>
              </a:r>
              <a:endParaRPr sz="1400" b="0" i="0" u="none" strike="noStrike" cap="none">
                <a:solidFill>
                  <a:srgbClr val="000000"/>
                </a:solidFill>
                <a:latin typeface="Arial"/>
                <a:ea typeface="Arial"/>
                <a:cs typeface="Arial"/>
                <a:sym typeface="Arial"/>
              </a:endParaRPr>
            </a:p>
          </p:txBody>
        </p:sp>
        <p:cxnSp>
          <p:nvCxnSpPr>
            <p:cNvPr id="298" name="Google Shape;298;p17"/>
            <p:cNvCxnSpPr/>
            <p:nvPr/>
          </p:nvCxnSpPr>
          <p:spPr>
            <a:xfrm>
              <a:off x="5410021" y="2590131"/>
              <a:ext cx="609413" cy="2072"/>
            </a:xfrm>
            <a:prstGeom prst="straightConnector1">
              <a:avLst/>
            </a:prstGeom>
            <a:noFill/>
            <a:ln w="9525" cap="flat" cmpd="sng">
              <a:solidFill>
                <a:srgbClr val="B3C0DF"/>
              </a:solidFill>
              <a:prstDash val="solid"/>
              <a:round/>
              <a:headEnd type="none" w="sm" len="sm"/>
              <a:tailEnd type="stealth" w="med" len="med"/>
            </a:ln>
          </p:spPr>
        </p:cxnSp>
        <p:sp>
          <p:nvSpPr>
            <p:cNvPr id="299" name="Google Shape;299;p17"/>
            <p:cNvSpPr txBox="1"/>
            <p:nvPr/>
          </p:nvSpPr>
          <p:spPr>
            <a:xfrm>
              <a:off x="6019800" y="2362201"/>
              <a:ext cx="1169125" cy="56211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000000"/>
                  </a:solidFill>
                  <a:latin typeface="Constantia"/>
                  <a:ea typeface="Constantia"/>
                  <a:cs typeface="Constantia"/>
                  <a:sym typeface="Constantia"/>
                </a:rPr>
                <a:t>Address</a:t>
              </a:r>
              <a:endParaRPr sz="1400" b="0" i="0" u="none" strike="noStrike" cap="none">
                <a:solidFill>
                  <a:srgbClr val="000000"/>
                </a:solidFill>
                <a:latin typeface="Arial"/>
                <a:ea typeface="Arial"/>
                <a:cs typeface="Arial"/>
                <a:sym typeface="Arial"/>
              </a:endParaRPr>
            </a:p>
          </p:txBody>
        </p:sp>
      </p:grpSp>
      <p:pic>
        <p:nvPicPr>
          <p:cNvPr id="300" name="Google Shape;300;p17"/>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8"/>
          <p:cNvSpPr txBox="1">
            <a:spLocks noGrp="1"/>
          </p:cNvSpPr>
          <p:nvPr>
            <p:ph type="title"/>
          </p:nvPr>
        </p:nvSpPr>
        <p:spPr>
          <a:xfrm>
            <a:off x="1589895" y="849914"/>
            <a:ext cx="10058400" cy="938047"/>
          </a:xfrm>
          <a:prstGeom prst="rect">
            <a:avLst/>
          </a:prstGeom>
          <a:noFill/>
          <a:ln>
            <a:noFill/>
          </a:ln>
        </p:spPr>
        <p:txBody>
          <a:bodyPr spcFirstLastPara="1" wrap="square" lIns="91425" tIns="91425" rIns="91425" bIns="91425" anchor="b" anchorCtr="0">
            <a:noAutofit/>
          </a:bodyPr>
          <a:lstStyle/>
          <a:p>
            <a:pPr marL="0" lvl="0" indent="0" algn="l" rtl="0">
              <a:lnSpc>
                <a:spcPct val="102000"/>
              </a:lnSpc>
              <a:spcBef>
                <a:spcPts val="0"/>
              </a:spcBef>
              <a:spcAft>
                <a:spcPts val="0"/>
              </a:spcAft>
              <a:buSzPts val="4800"/>
              <a:buNone/>
            </a:pPr>
            <a:r>
              <a:rPr lang="en-US">
                <a:solidFill>
                  <a:srgbClr val="00B050"/>
                </a:solidFill>
                <a:latin typeface="Times New Roman"/>
                <a:ea typeface="Times New Roman"/>
                <a:cs typeface="Times New Roman"/>
                <a:sym typeface="Times New Roman"/>
              </a:rPr>
              <a:t>Basic Idea</a:t>
            </a:r>
            <a:endParaRPr/>
          </a:p>
        </p:txBody>
      </p:sp>
      <p:sp>
        <p:nvSpPr>
          <p:cNvPr id="310" name="Google Shape;310;p18"/>
          <p:cNvSpPr txBox="1">
            <a:spLocks noGrp="1"/>
          </p:cNvSpPr>
          <p:nvPr>
            <p:ph type="body" idx="1"/>
          </p:nvPr>
        </p:nvSpPr>
        <p:spPr>
          <a:xfrm>
            <a:off x="623392" y="1823345"/>
            <a:ext cx="11089232" cy="54864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Use </a:t>
            </a:r>
            <a:r>
              <a:rPr lang="en-US" sz="2400" i="1">
                <a:latin typeface="Times New Roman"/>
                <a:ea typeface="Times New Roman"/>
                <a:cs typeface="Times New Roman"/>
                <a:sym typeface="Times New Roman"/>
              </a:rPr>
              <a:t>hash function</a:t>
            </a:r>
            <a:r>
              <a:rPr lang="en-US" sz="2400">
                <a:latin typeface="Times New Roman"/>
                <a:ea typeface="Times New Roman"/>
                <a:cs typeface="Times New Roman"/>
                <a:sym typeface="Times New Roman"/>
              </a:rPr>
              <a:t> to map keys into positions in a </a:t>
            </a:r>
            <a:r>
              <a:rPr lang="en-US" sz="2400" i="1">
                <a:latin typeface="Times New Roman"/>
                <a:ea typeface="Times New Roman"/>
                <a:cs typeface="Times New Roman"/>
                <a:sym typeface="Times New Roman"/>
              </a:rPr>
              <a:t>hash table</a:t>
            </a:r>
            <a:endParaRPr/>
          </a:p>
          <a:p>
            <a:pPr marL="457200" marR="0" lvl="0" indent="-228600" algn="l" rtl="0">
              <a:lnSpc>
                <a:spcPct val="90000"/>
              </a:lnSpc>
              <a:spcBef>
                <a:spcPts val="1200"/>
              </a:spcBef>
              <a:spcAft>
                <a:spcPts val="0"/>
              </a:spcAft>
              <a:buClr>
                <a:schemeClr val="accent1"/>
              </a:buClr>
              <a:buSzPts val="2000"/>
              <a:buFont typeface="Calibri"/>
              <a:buNone/>
            </a:pPr>
            <a:endParaRPr sz="2400" i="1">
              <a:latin typeface="Times New Roman"/>
              <a:ea typeface="Times New Roman"/>
              <a:cs typeface="Times New Roman"/>
              <a:sym typeface="Times New Roman"/>
            </a:endParaRPr>
          </a:p>
          <a:p>
            <a:pPr marL="457200" lvl="0" indent="-355600" algn="l" rtl="0">
              <a:lnSpc>
                <a:spcPct val="90000"/>
              </a:lnSpc>
              <a:spcBef>
                <a:spcPts val="1200"/>
              </a:spcBef>
              <a:spcAft>
                <a:spcPts val="0"/>
              </a:spcAft>
              <a:buSzPts val="2000"/>
              <a:buFont typeface="Times New Roman"/>
              <a:buNone/>
            </a:pPr>
            <a:r>
              <a:rPr lang="en-US" sz="2400" u="sng">
                <a:latin typeface="Times New Roman"/>
                <a:ea typeface="Times New Roman"/>
                <a:cs typeface="Times New Roman"/>
                <a:sym typeface="Times New Roman"/>
              </a:rPr>
              <a:t>Ideally</a:t>
            </a:r>
            <a:endParaRPr sz="2400">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If element </a:t>
            </a:r>
            <a:r>
              <a:rPr lang="en-US" sz="2400" i="1">
                <a:latin typeface="Times New Roman"/>
                <a:ea typeface="Times New Roman"/>
                <a:cs typeface="Times New Roman"/>
                <a:sym typeface="Times New Roman"/>
              </a:rPr>
              <a:t>e</a:t>
            </a:r>
            <a:r>
              <a:rPr lang="en-US" sz="2400">
                <a:latin typeface="Times New Roman"/>
                <a:ea typeface="Times New Roman"/>
                <a:cs typeface="Times New Roman"/>
                <a:sym typeface="Times New Roman"/>
              </a:rPr>
              <a:t> has key </a:t>
            </a:r>
            <a:r>
              <a:rPr lang="en-US" sz="2400" i="1">
                <a:latin typeface="Times New Roman"/>
                <a:ea typeface="Times New Roman"/>
                <a:cs typeface="Times New Roman"/>
                <a:sym typeface="Times New Roman"/>
              </a:rPr>
              <a:t>k</a:t>
            </a:r>
            <a:r>
              <a:rPr lang="en-US" sz="2400">
                <a:latin typeface="Times New Roman"/>
                <a:ea typeface="Times New Roman"/>
                <a:cs typeface="Times New Roman"/>
                <a:sym typeface="Times New Roman"/>
              </a:rPr>
              <a:t> and </a:t>
            </a:r>
            <a:r>
              <a:rPr lang="en-US" sz="2400" i="1">
                <a:latin typeface="Times New Roman"/>
                <a:ea typeface="Times New Roman"/>
                <a:cs typeface="Times New Roman"/>
                <a:sym typeface="Times New Roman"/>
              </a:rPr>
              <a:t>h</a:t>
            </a:r>
            <a:r>
              <a:rPr lang="en-US" sz="2400">
                <a:latin typeface="Times New Roman"/>
                <a:ea typeface="Times New Roman"/>
                <a:cs typeface="Times New Roman"/>
                <a:sym typeface="Times New Roman"/>
              </a:rPr>
              <a:t> is hash function, then </a:t>
            </a:r>
            <a:r>
              <a:rPr lang="en-US" sz="2400" i="1">
                <a:latin typeface="Times New Roman"/>
                <a:ea typeface="Times New Roman"/>
                <a:cs typeface="Times New Roman"/>
                <a:sym typeface="Times New Roman"/>
              </a:rPr>
              <a:t>e</a:t>
            </a:r>
            <a:r>
              <a:rPr lang="en-US" sz="2400">
                <a:latin typeface="Times New Roman"/>
                <a:ea typeface="Times New Roman"/>
                <a:cs typeface="Times New Roman"/>
                <a:sym typeface="Times New Roman"/>
              </a:rPr>
              <a:t> is stored in position </a:t>
            </a:r>
            <a:r>
              <a:rPr lang="en-US" sz="2400" i="1">
                <a:latin typeface="Times New Roman"/>
                <a:ea typeface="Times New Roman"/>
                <a:cs typeface="Times New Roman"/>
                <a:sym typeface="Times New Roman"/>
              </a:rPr>
              <a:t>h(k)</a:t>
            </a:r>
            <a:r>
              <a:rPr lang="en-US" sz="2400">
                <a:latin typeface="Times New Roman"/>
                <a:ea typeface="Times New Roman"/>
                <a:cs typeface="Times New Roman"/>
                <a:sym typeface="Times New Roman"/>
              </a:rPr>
              <a:t> of table</a:t>
            </a:r>
            <a:endParaRPr/>
          </a:p>
          <a:p>
            <a:pPr marL="457200" marR="0" lvl="0" indent="-228600" algn="l" rtl="0">
              <a:lnSpc>
                <a:spcPct val="90000"/>
              </a:lnSpc>
              <a:spcBef>
                <a:spcPts val="12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To search for </a:t>
            </a:r>
            <a:r>
              <a:rPr lang="en-US" sz="2400" i="1">
                <a:latin typeface="Times New Roman"/>
                <a:ea typeface="Times New Roman"/>
                <a:cs typeface="Times New Roman"/>
                <a:sym typeface="Times New Roman"/>
              </a:rPr>
              <a:t>e</a:t>
            </a:r>
            <a:r>
              <a:rPr lang="en-US" sz="2400">
                <a:latin typeface="Times New Roman"/>
                <a:ea typeface="Times New Roman"/>
                <a:cs typeface="Times New Roman"/>
                <a:sym typeface="Times New Roman"/>
              </a:rPr>
              <a:t>, compute </a:t>
            </a:r>
            <a:r>
              <a:rPr lang="en-US" sz="2400" i="1">
                <a:latin typeface="Times New Roman"/>
                <a:ea typeface="Times New Roman"/>
                <a:cs typeface="Times New Roman"/>
                <a:sym typeface="Times New Roman"/>
              </a:rPr>
              <a:t>h(k)</a:t>
            </a:r>
            <a:r>
              <a:rPr lang="en-US" sz="2400">
                <a:latin typeface="Times New Roman"/>
                <a:ea typeface="Times New Roman"/>
                <a:cs typeface="Times New Roman"/>
                <a:sym typeface="Times New Roman"/>
              </a:rPr>
              <a:t> to locate position. If no element, dictionary does not contain </a:t>
            </a:r>
            <a:r>
              <a:rPr lang="en-US" sz="2400" i="1">
                <a:latin typeface="Times New Roman"/>
                <a:ea typeface="Times New Roman"/>
                <a:cs typeface="Times New Roman"/>
                <a:sym typeface="Times New Roman"/>
              </a:rPr>
              <a:t>e</a:t>
            </a:r>
            <a:r>
              <a:rPr lang="en-US" sz="2400">
                <a:latin typeface="Times New Roman"/>
                <a:ea typeface="Times New Roman"/>
                <a:cs typeface="Times New Roman"/>
                <a:sym typeface="Times New Roman"/>
              </a:rPr>
              <a:t>.</a:t>
            </a:r>
            <a:endParaRPr/>
          </a:p>
        </p:txBody>
      </p:sp>
      <p:pic>
        <p:nvPicPr>
          <p:cNvPr id="311" name="Google Shape;311;p18"/>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9"/>
          <p:cNvSpPr txBox="1">
            <a:spLocks noGrp="1"/>
          </p:cNvSpPr>
          <p:nvPr>
            <p:ph type="title"/>
          </p:nvPr>
        </p:nvSpPr>
        <p:spPr>
          <a:xfrm>
            <a:off x="1694180" y="367399"/>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Hash Functions</a:t>
            </a:r>
            <a:endParaRPr sz="4800" b="0" i="0" u="none" strike="noStrike" cap="none">
              <a:solidFill>
                <a:srgbClr val="00B050"/>
              </a:solidFill>
              <a:latin typeface="Times New Roman"/>
              <a:ea typeface="Times New Roman"/>
              <a:cs typeface="Times New Roman"/>
              <a:sym typeface="Times New Roman"/>
            </a:endParaRPr>
          </a:p>
        </p:txBody>
      </p:sp>
      <p:sp>
        <p:nvSpPr>
          <p:cNvPr id="322" name="Google Shape;322;p19"/>
          <p:cNvSpPr txBox="1">
            <a:spLocks noGrp="1"/>
          </p:cNvSpPr>
          <p:nvPr>
            <p:ph type="body" idx="1"/>
          </p:nvPr>
        </p:nvSpPr>
        <p:spPr>
          <a:xfrm>
            <a:off x="335361" y="1628800"/>
            <a:ext cx="11417220" cy="3748194"/>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1400"/>
              </a:spcBef>
              <a:spcAft>
                <a:spcPts val="0"/>
              </a:spcAft>
              <a:buClr>
                <a:schemeClr val="accent1"/>
              </a:buClr>
              <a:buSzPts val="2000"/>
              <a:buFont typeface="Calibri"/>
              <a:buChar char=" "/>
            </a:pPr>
            <a:r>
              <a:rPr lang="en-US" sz="2400" b="0" i="0" u="none" strike="noStrike" cap="none">
                <a:solidFill>
                  <a:srgbClr val="3F3F3F"/>
                </a:solidFill>
                <a:latin typeface="Times New Roman"/>
                <a:ea typeface="Times New Roman"/>
                <a:cs typeface="Times New Roman"/>
                <a:sym typeface="Times New Roman"/>
              </a:rPr>
              <a:t>A </a:t>
            </a:r>
            <a:r>
              <a:rPr lang="en-US" sz="2400" b="0" i="0" u="none" strike="noStrike" cap="none">
                <a:solidFill>
                  <a:srgbClr val="C00000"/>
                </a:solidFill>
                <a:latin typeface="Times New Roman"/>
                <a:ea typeface="Times New Roman"/>
                <a:cs typeface="Times New Roman"/>
                <a:sym typeface="Times New Roman"/>
              </a:rPr>
              <a:t>hash function </a:t>
            </a:r>
            <a:r>
              <a:rPr lang="en-US" sz="2400" b="0" i="0" u="none" strike="noStrike" cap="none">
                <a:solidFill>
                  <a:srgbClr val="3F3F3F"/>
                </a:solidFill>
                <a:latin typeface="Times New Roman"/>
                <a:ea typeface="Times New Roman"/>
                <a:cs typeface="Times New Roman"/>
                <a:sym typeface="Times New Roman"/>
              </a:rPr>
              <a:t>is any function that can be used to map a data set of an arbitrary size to a data set of a fixed size, which falls into the hash table. </a:t>
            </a:r>
            <a:endParaRPr sz="2400" b="0" i="0" u="none" strike="noStrike" cap="none">
              <a:solidFill>
                <a:srgbClr val="3F3F3F"/>
              </a:solidFill>
              <a:latin typeface="Times New Roman"/>
              <a:ea typeface="Times New Roman"/>
              <a:cs typeface="Times New Roman"/>
              <a:sym typeface="Times New Roman"/>
            </a:endParaRPr>
          </a:p>
          <a:p>
            <a:pPr marL="91440" marR="0" lvl="0" indent="-91440" algn="l" rtl="0">
              <a:lnSpc>
                <a:spcPct val="90000"/>
              </a:lnSpc>
              <a:spcBef>
                <a:spcPts val="1400"/>
              </a:spcBef>
              <a:spcAft>
                <a:spcPts val="0"/>
              </a:spcAft>
              <a:buClr>
                <a:schemeClr val="accent1"/>
              </a:buClr>
              <a:buSzPts val="2000"/>
              <a:buFont typeface="Calibri"/>
              <a:buChar char=" "/>
            </a:pPr>
            <a:r>
              <a:rPr lang="en-US" sz="2400" b="0" i="0" u="none" strike="noStrike" cap="none">
                <a:solidFill>
                  <a:srgbClr val="3F3F3F"/>
                </a:solidFill>
                <a:latin typeface="Times New Roman"/>
                <a:ea typeface="Times New Roman"/>
                <a:cs typeface="Times New Roman"/>
                <a:sym typeface="Times New Roman"/>
              </a:rPr>
              <a:t>The values returned by a hash function are called hash values, hash codes, hash sums, or simply hashes.</a:t>
            </a:r>
            <a:endParaRPr/>
          </a:p>
          <a:p>
            <a:pPr marL="91440" marR="0" lvl="0" indent="0" algn="l" rtl="0">
              <a:lnSpc>
                <a:spcPct val="90000"/>
              </a:lnSpc>
              <a:spcBef>
                <a:spcPts val="14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a:p>
            <a:pPr marL="91440" marR="0" lvl="0" indent="-91440" algn="l" rtl="0">
              <a:lnSpc>
                <a:spcPct val="90000"/>
              </a:lnSpc>
              <a:spcBef>
                <a:spcPts val="1400"/>
              </a:spcBef>
              <a:spcAft>
                <a:spcPts val="0"/>
              </a:spcAft>
              <a:buClr>
                <a:schemeClr val="accent1"/>
              </a:buClr>
              <a:buSzPts val="2000"/>
              <a:buFont typeface="Calibri"/>
              <a:buChar char=" "/>
            </a:pPr>
            <a:r>
              <a:rPr lang="en-US" sz="2400" b="0" i="0" u="none" strike="noStrike" cap="none">
                <a:solidFill>
                  <a:srgbClr val="3F3F3F"/>
                </a:solidFill>
                <a:latin typeface="Times New Roman"/>
                <a:ea typeface="Times New Roman"/>
                <a:cs typeface="Times New Roman"/>
                <a:sym typeface="Times New Roman"/>
              </a:rPr>
              <a:t>Example:</a:t>
            </a:r>
            <a:endParaRPr/>
          </a:p>
          <a:p>
            <a:pPr marL="91440" marR="0" lvl="0" indent="-91440" algn="l" rtl="0">
              <a:lnSpc>
                <a:spcPct val="90000"/>
              </a:lnSpc>
              <a:spcBef>
                <a:spcPts val="1400"/>
              </a:spcBef>
              <a:spcAft>
                <a:spcPts val="0"/>
              </a:spcAft>
              <a:buClr>
                <a:schemeClr val="accent1"/>
              </a:buClr>
              <a:buSzPts val="2000"/>
              <a:buFont typeface="Calibri"/>
              <a:buChar char=" "/>
            </a:pPr>
            <a:r>
              <a:rPr lang="en-US" sz="2400" b="0" i="0" u="none" strike="noStrike" cap="none">
                <a:solidFill>
                  <a:srgbClr val="C00000"/>
                </a:solidFill>
                <a:latin typeface="Times New Roman"/>
                <a:ea typeface="Times New Roman"/>
                <a:cs typeface="Times New Roman"/>
                <a:sym typeface="Times New Roman"/>
              </a:rPr>
              <a:t>H(x)=x mod 10</a:t>
            </a:r>
            <a:endParaRPr/>
          </a:p>
          <a:p>
            <a:pPr marL="91440" marR="0" lvl="0" indent="0" algn="l" rtl="0">
              <a:lnSpc>
                <a:spcPct val="90000"/>
              </a:lnSpc>
              <a:spcBef>
                <a:spcPts val="1400"/>
              </a:spcBef>
              <a:spcAft>
                <a:spcPts val="0"/>
              </a:spcAft>
              <a:buClr>
                <a:schemeClr val="accent1"/>
              </a:buClr>
              <a:buSzPts val="2000"/>
              <a:buFont typeface="Calibri"/>
              <a:buNone/>
            </a:pPr>
            <a:endParaRPr sz="2400" b="0" i="0" u="none" strike="noStrike" cap="none">
              <a:solidFill>
                <a:srgbClr val="C00000"/>
              </a:solidFill>
              <a:latin typeface="Times New Roman"/>
              <a:ea typeface="Times New Roman"/>
              <a:cs typeface="Times New Roman"/>
              <a:sym typeface="Times New Roman"/>
            </a:endParaRPr>
          </a:p>
          <a:p>
            <a:pPr marL="91440" marR="0" lvl="0" indent="-91440" algn="l" rtl="0">
              <a:lnSpc>
                <a:spcPct val="90000"/>
              </a:lnSpc>
              <a:spcBef>
                <a:spcPts val="1400"/>
              </a:spcBef>
              <a:spcAft>
                <a:spcPts val="0"/>
              </a:spcAft>
              <a:buClr>
                <a:schemeClr val="accent1"/>
              </a:buClr>
              <a:buSzPts val="2000"/>
              <a:buFont typeface="Calibri"/>
              <a:buChar char=" "/>
            </a:pPr>
            <a:r>
              <a:rPr lang="en-US" sz="2400" b="0" i="0" u="none" strike="noStrike" cap="none">
                <a:solidFill>
                  <a:srgbClr val="3F3F3F"/>
                </a:solidFill>
                <a:latin typeface="Times New Roman"/>
                <a:ea typeface="Times New Roman"/>
                <a:cs typeface="Times New Roman"/>
                <a:sym typeface="Times New Roman"/>
              </a:rPr>
              <a:t>Here, </a:t>
            </a:r>
            <a:r>
              <a:rPr lang="en-US" sz="2400" b="0" i="1" u="none" strike="noStrike" cap="none">
                <a:solidFill>
                  <a:srgbClr val="3F3F3F"/>
                </a:solidFill>
                <a:latin typeface="Times New Roman"/>
                <a:ea typeface="Times New Roman"/>
                <a:cs typeface="Times New Roman"/>
                <a:sym typeface="Times New Roman"/>
              </a:rPr>
              <a:t>H(x) is called as hash function while value returned by function is called as hash value.</a:t>
            </a:r>
            <a:endParaRPr sz="2400" b="0" i="1" u="none" strike="noStrike" cap="none">
              <a:solidFill>
                <a:srgbClr val="3F3F3F"/>
              </a:solidFill>
              <a:latin typeface="Times New Roman"/>
              <a:ea typeface="Times New Roman"/>
              <a:cs typeface="Times New Roman"/>
              <a:sym typeface="Times New Roman"/>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Times New Roman"/>
              <a:ea typeface="Times New Roman"/>
              <a:cs typeface="Times New Roman"/>
              <a:sym typeface="Times New Roman"/>
            </a:endParaRPr>
          </a:p>
        </p:txBody>
      </p:sp>
      <p:pic>
        <p:nvPicPr>
          <p:cNvPr id="326" name="Google Shape;326;p19"/>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20"/>
          <p:cNvSpPr txBox="1">
            <a:spLocks noGrp="1"/>
          </p:cNvSpPr>
          <p:nvPr>
            <p:ph type="body" idx="1"/>
          </p:nvPr>
        </p:nvSpPr>
        <p:spPr>
          <a:xfrm>
            <a:off x="496989" y="1945803"/>
            <a:ext cx="11201195" cy="3748194"/>
          </a:xfrm>
          <a:prstGeom prst="rect">
            <a:avLst/>
          </a:prstGeom>
          <a:noFill/>
          <a:ln>
            <a:noFill/>
          </a:ln>
        </p:spPr>
        <p:txBody>
          <a:bodyPr spcFirstLastPara="1" wrap="square" lIns="0" tIns="45700" rIns="0" bIns="45700" anchor="t" anchorCtr="0">
            <a:noAutofit/>
          </a:bodyPr>
          <a:lstStyle/>
          <a:p>
            <a:pPr marL="384048" lvl="1" indent="-182880" algn="l" rtl="0">
              <a:lnSpc>
                <a:spcPct val="90000"/>
              </a:lnSpc>
              <a:spcBef>
                <a:spcPts val="400"/>
              </a:spcBef>
              <a:spcAft>
                <a:spcPts val="0"/>
              </a:spcAft>
              <a:buSzPts val="2400"/>
              <a:buChar char="◦"/>
            </a:pPr>
            <a:r>
              <a:rPr lang="en-US" sz="2400">
                <a:latin typeface="Times New Roman"/>
                <a:ea typeface="Times New Roman"/>
                <a:cs typeface="Times New Roman"/>
                <a:sym typeface="Times New Roman"/>
              </a:rPr>
              <a:t>The average performance of hashing depends on how the hash function distributes the set of keys among the slots</a:t>
            </a:r>
            <a:endParaRPr/>
          </a:p>
          <a:p>
            <a:pPr marL="384048" lvl="1" indent="-30479" algn="l" rtl="0">
              <a:lnSpc>
                <a:spcPct val="90000"/>
              </a:lnSpc>
              <a:spcBef>
                <a:spcPts val="400"/>
              </a:spcBef>
              <a:spcAft>
                <a:spcPts val="0"/>
              </a:spcAft>
              <a:buSzPts val="2400"/>
              <a:buNone/>
            </a:pPr>
            <a:endParaRPr sz="2400">
              <a:latin typeface="Times New Roman"/>
              <a:ea typeface="Times New Roman"/>
              <a:cs typeface="Times New Roman"/>
              <a:sym typeface="Times New Roman"/>
            </a:endParaRPr>
          </a:p>
          <a:p>
            <a:pPr marL="384048" lvl="1" indent="-182880" algn="l" rtl="0">
              <a:lnSpc>
                <a:spcPct val="90000"/>
              </a:lnSpc>
              <a:spcBef>
                <a:spcPts val="400"/>
              </a:spcBef>
              <a:spcAft>
                <a:spcPts val="0"/>
              </a:spcAft>
              <a:buSzPts val="2400"/>
              <a:buChar char="◦"/>
            </a:pPr>
            <a:r>
              <a:rPr lang="en-US" sz="2400">
                <a:latin typeface="Times New Roman"/>
                <a:ea typeface="Times New Roman"/>
                <a:cs typeface="Times New Roman"/>
                <a:sym typeface="Times New Roman"/>
              </a:rPr>
              <a:t>Assumption is that any given record is equally likely to hash into any of the slots, independently of whether any other record has been already hashed to it or not </a:t>
            </a:r>
            <a:endParaRPr sz="2400">
              <a:latin typeface="Times New Roman"/>
              <a:ea typeface="Times New Roman"/>
              <a:cs typeface="Times New Roman"/>
              <a:sym typeface="Times New Roman"/>
            </a:endParaRPr>
          </a:p>
          <a:p>
            <a:pPr marL="384048" lvl="1" indent="-30479" algn="l" rtl="0">
              <a:lnSpc>
                <a:spcPct val="90000"/>
              </a:lnSpc>
              <a:spcBef>
                <a:spcPts val="400"/>
              </a:spcBef>
              <a:spcAft>
                <a:spcPts val="0"/>
              </a:spcAft>
              <a:buSzPts val="2400"/>
              <a:buNone/>
            </a:pPr>
            <a:endParaRPr sz="2400">
              <a:latin typeface="Times New Roman"/>
              <a:ea typeface="Times New Roman"/>
              <a:cs typeface="Times New Roman"/>
              <a:sym typeface="Times New Roman"/>
            </a:endParaRPr>
          </a:p>
          <a:p>
            <a:pPr marL="384048" lvl="1" indent="-182880" algn="l" rtl="0">
              <a:lnSpc>
                <a:spcPct val="90000"/>
              </a:lnSpc>
              <a:spcBef>
                <a:spcPts val="400"/>
              </a:spcBef>
              <a:spcAft>
                <a:spcPts val="0"/>
              </a:spcAft>
              <a:buSzPts val="2400"/>
              <a:buChar char="◦"/>
            </a:pPr>
            <a:r>
              <a:rPr lang="en-US" sz="2400">
                <a:latin typeface="Times New Roman"/>
                <a:ea typeface="Times New Roman"/>
                <a:cs typeface="Times New Roman"/>
                <a:sym typeface="Times New Roman"/>
              </a:rPr>
              <a:t>This assumption is called as simple uniform hashing</a:t>
            </a:r>
            <a:endParaRPr/>
          </a:p>
          <a:p>
            <a:pPr marL="384048" lvl="1" indent="-30479" algn="l" rtl="0">
              <a:lnSpc>
                <a:spcPct val="90000"/>
              </a:lnSpc>
              <a:spcBef>
                <a:spcPts val="400"/>
              </a:spcBef>
              <a:spcAft>
                <a:spcPts val="0"/>
              </a:spcAft>
              <a:buSzPts val="2400"/>
              <a:buNone/>
            </a:pPr>
            <a:endParaRPr sz="2400">
              <a:latin typeface="Times New Roman"/>
              <a:ea typeface="Times New Roman"/>
              <a:cs typeface="Times New Roman"/>
              <a:sym typeface="Times New Roman"/>
            </a:endParaRPr>
          </a:p>
          <a:p>
            <a:pPr marL="384048" lvl="1" indent="-182880" algn="l" rtl="0">
              <a:lnSpc>
                <a:spcPct val="90000"/>
              </a:lnSpc>
              <a:spcBef>
                <a:spcPts val="400"/>
              </a:spcBef>
              <a:spcAft>
                <a:spcPts val="0"/>
              </a:spcAft>
              <a:buSzPts val="2400"/>
              <a:buChar char="◦"/>
            </a:pPr>
            <a:r>
              <a:rPr lang="en-US" sz="2400">
                <a:latin typeface="Times New Roman"/>
                <a:ea typeface="Times New Roman"/>
                <a:cs typeface="Times New Roman"/>
                <a:sym typeface="Times New Roman"/>
              </a:rPr>
              <a:t>A good hash function is the one which satisfies the assumption of simple uniform hashing</a:t>
            </a:r>
            <a:endParaRPr/>
          </a:p>
          <a:p>
            <a:pPr marL="91440" marR="0" lvl="0" indent="35560" algn="l" rtl="0">
              <a:lnSpc>
                <a:spcPct val="90000"/>
              </a:lnSpc>
              <a:spcBef>
                <a:spcPts val="1600"/>
              </a:spcBef>
              <a:spcAft>
                <a:spcPts val="0"/>
              </a:spcAft>
              <a:buClr>
                <a:schemeClr val="accent1"/>
              </a:buClr>
              <a:buSzPts val="2000"/>
              <a:buFont typeface="Calibri"/>
              <a:buNone/>
            </a:pPr>
            <a:endParaRPr sz="2000" b="0" i="0" u="none" strike="noStrike" cap="none">
              <a:solidFill>
                <a:srgbClr val="3F3F3F"/>
              </a:solidFill>
              <a:latin typeface="Times New Roman"/>
              <a:ea typeface="Times New Roman"/>
              <a:cs typeface="Times New Roman"/>
              <a:sym typeface="Times New Roman"/>
            </a:endParaRPr>
          </a:p>
        </p:txBody>
      </p:sp>
      <p:pic>
        <p:nvPicPr>
          <p:cNvPr id="337" name="Google Shape;337;p20"/>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338" name="Google Shape;338;p20"/>
          <p:cNvSpPr txBox="1">
            <a:spLocks noGrp="1"/>
          </p:cNvSpPr>
          <p:nvPr>
            <p:ph type="title"/>
          </p:nvPr>
        </p:nvSpPr>
        <p:spPr>
          <a:xfrm>
            <a:off x="1631504" y="286604"/>
            <a:ext cx="10441160" cy="191826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Characteristics of a good hashing function</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1"/>
          <p:cNvSpPr txBox="1">
            <a:spLocks noGrp="1"/>
          </p:cNvSpPr>
          <p:nvPr>
            <p:ph type="title"/>
          </p:nvPr>
        </p:nvSpPr>
        <p:spPr>
          <a:xfrm>
            <a:off x="1631504" y="286604"/>
            <a:ext cx="10441160" cy="191826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Characteristics of a good hashing function</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344" name="Google Shape;344;p21"/>
          <p:cNvSpPr txBox="1">
            <a:spLocks noGrp="1"/>
          </p:cNvSpPr>
          <p:nvPr>
            <p:ph type="body" idx="1"/>
          </p:nvPr>
        </p:nvSpPr>
        <p:spPr>
          <a:xfrm>
            <a:off x="209568" y="2060848"/>
            <a:ext cx="11575063" cy="3096344"/>
          </a:xfrm>
          <a:prstGeom prst="rect">
            <a:avLst/>
          </a:prstGeom>
          <a:noFill/>
          <a:ln>
            <a:noFill/>
          </a:ln>
        </p:spPr>
        <p:txBody>
          <a:bodyPr spcFirstLastPara="1" wrap="square" lIns="91425" tIns="91425" rIns="91425" bIns="91425" anchor="t" anchorCtr="0">
            <a:noAutofit/>
          </a:bodyPr>
          <a:lstStyle/>
          <a:p>
            <a:pPr marL="1944688" lvl="0" indent="-565150" algn="just" rtl="0">
              <a:lnSpc>
                <a:spcPct val="90000"/>
              </a:lnSpc>
              <a:spcBef>
                <a:spcPts val="1200"/>
              </a:spcBef>
              <a:spcAft>
                <a:spcPts val="0"/>
              </a:spcAft>
              <a:buClr>
                <a:srgbClr val="A8CDD7"/>
              </a:buClr>
              <a:buSzPts val="2285"/>
              <a:buFont typeface="Noto Sans Symbols"/>
              <a:buChar char="❖"/>
            </a:pPr>
            <a:r>
              <a:rPr lang="en-US" sz="2405">
                <a:latin typeface="Times New Roman"/>
                <a:ea typeface="Times New Roman"/>
                <a:cs typeface="Times New Roman"/>
                <a:sym typeface="Times New Roman"/>
              </a:rPr>
              <a:t>Addresses generated from the key are uniformly and randomly distributed</a:t>
            </a:r>
            <a:endParaRPr/>
          </a:p>
          <a:p>
            <a:pPr marL="1944688" lvl="0" indent="-420068" algn="just" rtl="0">
              <a:lnSpc>
                <a:spcPct val="90000"/>
              </a:lnSpc>
              <a:spcBef>
                <a:spcPts val="1200"/>
              </a:spcBef>
              <a:spcAft>
                <a:spcPts val="0"/>
              </a:spcAft>
              <a:buClr>
                <a:srgbClr val="A8CDD7"/>
              </a:buClr>
              <a:buSzPts val="2285"/>
              <a:buFont typeface="Noto Sans Symbols"/>
              <a:buNone/>
            </a:pPr>
            <a:endParaRPr sz="2405">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5"/>
              <a:buFont typeface="Noto Sans Symbols"/>
              <a:buChar char="❖"/>
            </a:pPr>
            <a:r>
              <a:rPr lang="en-US" sz="2405">
                <a:latin typeface="Times New Roman"/>
                <a:ea typeface="Times New Roman"/>
                <a:cs typeface="Times New Roman"/>
                <a:sym typeface="Times New Roman"/>
              </a:rPr>
              <a:t>Small variations in the value of key will cause large variations in the record addresses to distribute records (with similar keys) evenly</a:t>
            </a:r>
            <a:endParaRPr/>
          </a:p>
          <a:p>
            <a:pPr marL="1944688" lvl="0" indent="-420068" algn="just" rtl="0">
              <a:lnSpc>
                <a:spcPct val="90000"/>
              </a:lnSpc>
              <a:spcBef>
                <a:spcPts val="1200"/>
              </a:spcBef>
              <a:spcAft>
                <a:spcPts val="0"/>
              </a:spcAft>
              <a:buClr>
                <a:srgbClr val="A8CDD7"/>
              </a:buClr>
              <a:buSzPts val="2285"/>
              <a:buFont typeface="Noto Sans Symbols"/>
              <a:buNone/>
            </a:pPr>
            <a:endParaRPr sz="2405">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5"/>
              <a:buFont typeface="Noto Sans Symbols"/>
              <a:buChar char="❖"/>
            </a:pPr>
            <a:r>
              <a:rPr lang="en-US" sz="2405">
                <a:latin typeface="Times New Roman"/>
                <a:ea typeface="Times New Roman"/>
                <a:cs typeface="Times New Roman"/>
                <a:sym typeface="Times New Roman"/>
              </a:rPr>
              <a:t>The hashing function must minimize the collision</a:t>
            </a:r>
            <a:endParaRPr/>
          </a:p>
          <a:p>
            <a:pPr marL="457200" marR="0" lvl="0" indent="-228600" algn="l" rtl="0">
              <a:lnSpc>
                <a:spcPct val="90000"/>
              </a:lnSpc>
              <a:spcBef>
                <a:spcPts val="1200"/>
              </a:spcBef>
              <a:spcAft>
                <a:spcPts val="0"/>
              </a:spcAft>
              <a:buClr>
                <a:schemeClr val="accent1"/>
              </a:buClr>
              <a:buSzPts val="2000"/>
              <a:buFont typeface="Calibri"/>
              <a:buNone/>
            </a:pPr>
            <a:endParaRPr sz="1850"/>
          </a:p>
        </p:txBody>
      </p:sp>
      <p:pic>
        <p:nvPicPr>
          <p:cNvPr id="345" name="Google Shape;345;p21"/>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4"/>
          <p:cNvSpPr txBox="1">
            <a:spLocks noGrp="1"/>
          </p:cNvSpPr>
          <p:nvPr>
            <p:ph type="title"/>
          </p:nvPr>
        </p:nvSpPr>
        <p:spPr>
          <a:xfrm>
            <a:off x="1464668" y="692696"/>
            <a:ext cx="10058400" cy="907505"/>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Division Method</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354" name="Google Shape;354;p24"/>
          <p:cNvSpPr txBox="1">
            <a:spLocks noGrp="1"/>
          </p:cNvSpPr>
          <p:nvPr>
            <p:ph type="body" idx="1"/>
          </p:nvPr>
        </p:nvSpPr>
        <p:spPr>
          <a:xfrm>
            <a:off x="1127448" y="1841192"/>
            <a:ext cx="10657184" cy="4251520"/>
          </a:xfrm>
          <a:prstGeom prst="rect">
            <a:avLst/>
          </a:prstGeom>
          <a:noFill/>
          <a:ln>
            <a:noFill/>
          </a:ln>
        </p:spPr>
        <p:txBody>
          <a:bodyPr spcFirstLastPara="1" wrap="square" lIns="91425" tIns="91425" rIns="91425" bIns="91425" anchor="t" anchorCtr="0">
            <a:noAutofit/>
          </a:bodyPr>
          <a:lstStyle/>
          <a:p>
            <a:pPr marL="1379538" lvl="0" indent="0" algn="l" rtl="0">
              <a:lnSpc>
                <a:spcPct val="70000"/>
              </a:lnSpc>
              <a:spcBef>
                <a:spcPts val="1200"/>
              </a:spcBef>
              <a:spcAft>
                <a:spcPts val="0"/>
              </a:spcAft>
              <a:buClr>
                <a:srgbClr val="A8CDD7"/>
              </a:buClr>
              <a:buSzPts val="2285"/>
              <a:buNone/>
            </a:pPr>
            <a:r>
              <a:rPr lang="en-US" sz="2405">
                <a:latin typeface="Times New Roman"/>
                <a:ea typeface="Times New Roman"/>
                <a:cs typeface="Times New Roman"/>
                <a:sym typeface="Times New Roman"/>
              </a:rPr>
              <a:t>One of the required features of the hash function is that the resultant index must be within the table index range</a:t>
            </a:r>
            <a:endParaRPr/>
          </a:p>
          <a:p>
            <a:pPr marL="1379538" lvl="0" indent="0" algn="l" rtl="0">
              <a:lnSpc>
                <a:spcPct val="70000"/>
              </a:lnSpc>
              <a:spcBef>
                <a:spcPts val="1200"/>
              </a:spcBef>
              <a:spcAft>
                <a:spcPts val="0"/>
              </a:spcAft>
              <a:buClr>
                <a:srgbClr val="A8CDD7"/>
              </a:buClr>
              <a:buSzPts val="2285"/>
              <a:buNone/>
            </a:pPr>
            <a:endParaRPr sz="2405">
              <a:latin typeface="Times New Roman"/>
              <a:ea typeface="Times New Roman"/>
              <a:cs typeface="Times New Roman"/>
              <a:sym typeface="Times New Roman"/>
            </a:endParaRPr>
          </a:p>
          <a:p>
            <a:pPr marL="1379538" lvl="0" indent="0" algn="l" rtl="0">
              <a:lnSpc>
                <a:spcPct val="70000"/>
              </a:lnSpc>
              <a:spcBef>
                <a:spcPts val="1200"/>
              </a:spcBef>
              <a:spcAft>
                <a:spcPts val="0"/>
              </a:spcAft>
              <a:buClr>
                <a:srgbClr val="A8CDD7"/>
              </a:buClr>
              <a:buSzPts val="2285"/>
              <a:buNone/>
            </a:pPr>
            <a:r>
              <a:rPr lang="en-US" sz="2405">
                <a:latin typeface="Times New Roman"/>
                <a:ea typeface="Times New Roman"/>
                <a:cs typeface="Times New Roman"/>
                <a:sym typeface="Times New Roman"/>
              </a:rPr>
              <a:t>One simple choice for a hash function is to use the modulus division indicated as MOD</a:t>
            </a:r>
            <a:endParaRPr sz="2405">
              <a:latin typeface="Times New Roman"/>
              <a:ea typeface="Times New Roman"/>
              <a:cs typeface="Times New Roman"/>
              <a:sym typeface="Times New Roman"/>
            </a:endParaRPr>
          </a:p>
          <a:p>
            <a:pPr marL="1379538" lvl="0" indent="0" algn="l" rtl="0">
              <a:lnSpc>
                <a:spcPct val="70000"/>
              </a:lnSpc>
              <a:spcBef>
                <a:spcPts val="1200"/>
              </a:spcBef>
              <a:spcAft>
                <a:spcPts val="0"/>
              </a:spcAft>
              <a:buClr>
                <a:srgbClr val="A8CDD7"/>
              </a:buClr>
              <a:buSzPts val="2285"/>
              <a:buNone/>
            </a:pPr>
            <a:r>
              <a:rPr lang="en-US" sz="2405">
                <a:latin typeface="Times New Roman"/>
                <a:ea typeface="Times New Roman"/>
                <a:cs typeface="Times New Roman"/>
                <a:sym typeface="Times New Roman"/>
              </a:rPr>
              <a:t>The function returns an integer</a:t>
            </a:r>
            <a:endParaRPr/>
          </a:p>
          <a:p>
            <a:pPr marL="1379538" lvl="0" indent="0" algn="l" rtl="0">
              <a:lnSpc>
                <a:spcPct val="70000"/>
              </a:lnSpc>
              <a:spcBef>
                <a:spcPts val="1200"/>
              </a:spcBef>
              <a:spcAft>
                <a:spcPts val="0"/>
              </a:spcAft>
              <a:buClr>
                <a:srgbClr val="A8CDD7"/>
              </a:buClr>
              <a:buSzPts val="2285"/>
              <a:buNone/>
            </a:pPr>
            <a:endParaRPr sz="2405">
              <a:latin typeface="Times New Roman"/>
              <a:ea typeface="Times New Roman"/>
              <a:cs typeface="Times New Roman"/>
              <a:sym typeface="Times New Roman"/>
            </a:endParaRPr>
          </a:p>
          <a:p>
            <a:pPr marL="1379538" lvl="0" indent="0" algn="l" rtl="0">
              <a:lnSpc>
                <a:spcPct val="70000"/>
              </a:lnSpc>
              <a:spcBef>
                <a:spcPts val="1200"/>
              </a:spcBef>
              <a:spcAft>
                <a:spcPts val="0"/>
              </a:spcAft>
              <a:buClr>
                <a:srgbClr val="A8CDD7"/>
              </a:buClr>
              <a:buSzPts val="2285"/>
              <a:buNone/>
            </a:pPr>
            <a:r>
              <a:rPr lang="en-US" sz="2405">
                <a:latin typeface="Times New Roman"/>
                <a:ea typeface="Times New Roman"/>
                <a:cs typeface="Times New Roman"/>
                <a:sym typeface="Times New Roman"/>
              </a:rPr>
              <a:t> If any parameter is NULL, the result is NULL</a:t>
            </a:r>
            <a:endParaRPr/>
          </a:p>
          <a:p>
            <a:pPr marL="1379538" lvl="0" indent="0" algn="l" rtl="0">
              <a:lnSpc>
                <a:spcPct val="70000"/>
              </a:lnSpc>
              <a:spcBef>
                <a:spcPts val="1200"/>
              </a:spcBef>
              <a:spcAft>
                <a:spcPts val="0"/>
              </a:spcAft>
              <a:buClr>
                <a:srgbClr val="A8CDD7"/>
              </a:buClr>
              <a:buSzPts val="2285"/>
              <a:buNone/>
            </a:pPr>
            <a:r>
              <a:rPr lang="en-US" sz="2405">
                <a:latin typeface="Times New Roman"/>
                <a:ea typeface="Times New Roman"/>
                <a:cs typeface="Times New Roman"/>
                <a:sym typeface="Times New Roman"/>
              </a:rPr>
              <a:t>		</a:t>
            </a:r>
            <a:r>
              <a:rPr lang="en-US" sz="2405">
                <a:solidFill>
                  <a:srgbClr val="C00000"/>
                </a:solidFill>
                <a:latin typeface="Times New Roman"/>
                <a:ea typeface="Times New Roman"/>
                <a:cs typeface="Times New Roman"/>
                <a:sym typeface="Times New Roman"/>
              </a:rPr>
              <a:t>Hash(Key) = Key % M</a:t>
            </a:r>
            <a:endParaRPr sz="2405">
              <a:solidFill>
                <a:srgbClr val="C00000"/>
              </a:solidFill>
              <a:latin typeface="Times New Roman"/>
              <a:ea typeface="Times New Roman"/>
              <a:cs typeface="Times New Roman"/>
              <a:sym typeface="Times New Roman"/>
            </a:endParaRPr>
          </a:p>
          <a:p>
            <a:pPr marL="457200" marR="0" lvl="0" indent="-228600" algn="l" rtl="0">
              <a:lnSpc>
                <a:spcPct val="70000"/>
              </a:lnSpc>
              <a:spcBef>
                <a:spcPts val="1200"/>
              </a:spcBef>
              <a:spcAft>
                <a:spcPts val="0"/>
              </a:spcAft>
              <a:buClr>
                <a:schemeClr val="accent1"/>
              </a:buClr>
              <a:buSzPts val="2000"/>
              <a:buFont typeface="Calibri"/>
              <a:buNone/>
            </a:pPr>
            <a:endParaRPr sz="1850"/>
          </a:p>
        </p:txBody>
      </p:sp>
      <p:pic>
        <p:nvPicPr>
          <p:cNvPr id="355" name="Google Shape;355;p24"/>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5"/>
          <p:cNvSpPr txBox="1">
            <a:spLocks noGrp="1"/>
          </p:cNvSpPr>
          <p:nvPr>
            <p:ph type="title"/>
          </p:nvPr>
        </p:nvSpPr>
        <p:spPr>
          <a:xfrm>
            <a:off x="1981200" y="469900"/>
            <a:ext cx="7772400" cy="114300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Hash Tables: Insert Example</a:t>
            </a:r>
            <a:endParaRPr/>
          </a:p>
        </p:txBody>
      </p:sp>
      <p:sp>
        <p:nvSpPr>
          <p:cNvPr id="365" name="Google Shape;365;p25"/>
          <p:cNvSpPr txBox="1"/>
          <p:nvPr/>
        </p:nvSpPr>
        <p:spPr>
          <a:xfrm>
            <a:off x="956953" y="1689100"/>
            <a:ext cx="10297143" cy="9541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For example, if we hash keys 0…1000 into a hash table with 5 entries and use </a:t>
            </a:r>
            <a:r>
              <a:rPr lang="en-US" sz="2800" b="1" i="0" u="none" strike="noStrike" cap="none">
                <a:solidFill>
                  <a:srgbClr val="993366"/>
                </a:solidFill>
                <a:latin typeface="Times New Roman"/>
                <a:ea typeface="Times New Roman"/>
                <a:cs typeface="Times New Roman"/>
                <a:sym typeface="Times New Roman"/>
              </a:rPr>
              <a:t>h</a:t>
            </a:r>
            <a:r>
              <a:rPr lang="en-US" sz="1800" b="1" i="0" u="none" strike="noStrike" cap="none">
                <a:solidFill>
                  <a:srgbClr val="993366"/>
                </a:solidFill>
                <a:latin typeface="Times New Roman"/>
                <a:ea typeface="Times New Roman"/>
                <a:cs typeface="Times New Roman"/>
                <a:sym typeface="Times New Roman"/>
              </a:rPr>
              <a:t>(key) = key mod 5</a:t>
            </a:r>
            <a:r>
              <a:rPr lang="en-US" sz="1800" b="0" i="0" u="none" strike="noStrike" cap="none">
                <a:solidFill>
                  <a:srgbClr val="000000"/>
                </a:solidFill>
                <a:latin typeface="Times New Roman"/>
                <a:ea typeface="Times New Roman"/>
                <a:cs typeface="Times New Roman"/>
                <a:sym typeface="Times New Roman"/>
              </a:rPr>
              <a:t> , we get the following sequence of events:</a:t>
            </a:r>
            <a:r>
              <a:rPr lang="en-US" sz="28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pSp>
        <p:nvGrpSpPr>
          <p:cNvPr id="366" name="Google Shape;366;p25"/>
          <p:cNvGrpSpPr/>
          <p:nvPr/>
        </p:nvGrpSpPr>
        <p:grpSpPr>
          <a:xfrm>
            <a:off x="1914525" y="2816225"/>
            <a:ext cx="1860550" cy="3843338"/>
            <a:chOff x="246" y="1774"/>
            <a:chExt cx="1172" cy="2421"/>
          </a:xfrm>
        </p:grpSpPr>
        <p:grpSp>
          <p:nvGrpSpPr>
            <p:cNvPr id="367" name="Google Shape;367;p25"/>
            <p:cNvGrpSpPr/>
            <p:nvPr/>
          </p:nvGrpSpPr>
          <p:grpSpPr>
            <a:xfrm>
              <a:off x="246" y="1774"/>
              <a:ext cx="1160" cy="2421"/>
              <a:chOff x="336" y="1824"/>
              <a:chExt cx="1160" cy="2421"/>
            </a:xfrm>
          </p:grpSpPr>
          <p:grpSp>
            <p:nvGrpSpPr>
              <p:cNvPr id="368" name="Google Shape;368;p25"/>
              <p:cNvGrpSpPr/>
              <p:nvPr/>
            </p:nvGrpSpPr>
            <p:grpSpPr>
              <a:xfrm>
                <a:off x="528" y="2208"/>
                <a:ext cx="968" cy="2037"/>
                <a:chOff x="528" y="1929"/>
                <a:chExt cx="968" cy="2037"/>
              </a:xfrm>
            </p:grpSpPr>
            <p:grpSp>
              <p:nvGrpSpPr>
                <p:cNvPr id="369" name="Google Shape;369;p25"/>
                <p:cNvGrpSpPr/>
                <p:nvPr/>
              </p:nvGrpSpPr>
              <p:grpSpPr>
                <a:xfrm>
                  <a:off x="768" y="2208"/>
                  <a:ext cx="672" cy="1488"/>
                  <a:chOff x="624" y="2016"/>
                  <a:chExt cx="480" cy="1200"/>
                </a:xfrm>
              </p:grpSpPr>
              <p:sp>
                <p:nvSpPr>
                  <p:cNvPr id="370" name="Google Shape;370;p25"/>
                  <p:cNvSpPr/>
                  <p:nvPr/>
                </p:nvSpPr>
                <p:spPr>
                  <a:xfrm>
                    <a:off x="624" y="201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25"/>
                  <p:cNvSpPr/>
                  <p:nvPr/>
                </p:nvSpPr>
                <p:spPr>
                  <a:xfrm>
                    <a:off x="864" y="201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25"/>
                  <p:cNvSpPr/>
                  <p:nvPr/>
                </p:nvSpPr>
                <p:spPr>
                  <a:xfrm>
                    <a:off x="624" y="225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25"/>
                  <p:cNvSpPr/>
                  <p:nvPr/>
                </p:nvSpPr>
                <p:spPr>
                  <a:xfrm>
                    <a:off x="864" y="225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25"/>
                  <p:cNvSpPr/>
                  <p:nvPr/>
                </p:nvSpPr>
                <p:spPr>
                  <a:xfrm>
                    <a:off x="624" y="249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25"/>
                  <p:cNvSpPr/>
                  <p:nvPr/>
                </p:nvSpPr>
                <p:spPr>
                  <a:xfrm>
                    <a:off x="864" y="249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25"/>
                  <p:cNvSpPr/>
                  <p:nvPr/>
                </p:nvSpPr>
                <p:spPr>
                  <a:xfrm>
                    <a:off x="624" y="273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25"/>
                  <p:cNvSpPr/>
                  <p:nvPr/>
                </p:nvSpPr>
                <p:spPr>
                  <a:xfrm>
                    <a:off x="864" y="273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25"/>
                  <p:cNvSpPr/>
                  <p:nvPr/>
                </p:nvSpPr>
                <p:spPr>
                  <a:xfrm>
                    <a:off x="624" y="297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25"/>
                  <p:cNvSpPr/>
                  <p:nvPr/>
                </p:nvSpPr>
                <p:spPr>
                  <a:xfrm>
                    <a:off x="864" y="297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80" name="Google Shape;380;p25"/>
                <p:cNvSpPr txBox="1"/>
                <p:nvPr/>
              </p:nvSpPr>
              <p:spPr>
                <a:xfrm>
                  <a:off x="528" y="2256"/>
                  <a:ext cx="213" cy="17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2</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81" name="Google Shape;381;p25"/>
                <p:cNvSpPr txBox="1"/>
                <p:nvPr/>
              </p:nvSpPr>
              <p:spPr>
                <a:xfrm>
                  <a:off x="758" y="1929"/>
                  <a:ext cx="738" cy="2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Times New Roman"/>
                      <a:ea typeface="Times New Roman"/>
                      <a:cs typeface="Times New Roman"/>
                      <a:sym typeface="Times New Roman"/>
                    </a:rPr>
                    <a:t>key  data</a:t>
                  </a:r>
                  <a:endParaRPr sz="1400" b="0" i="0" u="none" strike="noStrike" cap="none">
                    <a:solidFill>
                      <a:srgbClr val="000000"/>
                    </a:solidFill>
                    <a:latin typeface="Arial"/>
                    <a:ea typeface="Arial"/>
                    <a:cs typeface="Arial"/>
                    <a:sym typeface="Arial"/>
                  </a:endParaRPr>
                </a:p>
              </p:txBody>
            </p:sp>
          </p:grpSp>
          <p:sp>
            <p:nvSpPr>
              <p:cNvPr id="382" name="Google Shape;382;p25"/>
              <p:cNvSpPr txBox="1"/>
              <p:nvPr/>
            </p:nvSpPr>
            <p:spPr>
              <a:xfrm>
                <a:off x="336" y="1824"/>
                <a:ext cx="756" cy="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1" u="sng" strike="noStrike" cap="none">
                    <a:solidFill>
                      <a:srgbClr val="990000"/>
                    </a:solidFill>
                    <a:latin typeface="Times New Roman"/>
                    <a:ea typeface="Times New Roman"/>
                    <a:cs typeface="Times New Roman"/>
                    <a:sym typeface="Times New Roman"/>
                  </a:rPr>
                  <a:t>Insert 2</a:t>
                </a: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pSp>
        <p:sp>
          <p:nvSpPr>
            <p:cNvPr id="383" name="Google Shape;383;p25"/>
            <p:cNvSpPr txBox="1"/>
            <p:nvPr/>
          </p:nvSpPr>
          <p:spPr>
            <a:xfrm>
              <a:off x="726" y="3072"/>
              <a:ext cx="692" cy="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2      …</a:t>
              </a:r>
              <a:endParaRPr sz="1400" b="0" i="0" u="none" strike="noStrike" cap="none">
                <a:solidFill>
                  <a:srgbClr val="000000"/>
                </a:solidFill>
                <a:latin typeface="Arial"/>
                <a:ea typeface="Arial"/>
                <a:cs typeface="Arial"/>
                <a:sym typeface="Arial"/>
              </a:endParaRPr>
            </a:p>
          </p:txBody>
        </p:sp>
      </p:grpSp>
      <p:grpSp>
        <p:nvGrpSpPr>
          <p:cNvPr id="384" name="Google Shape;384;p25"/>
          <p:cNvGrpSpPr/>
          <p:nvPr/>
        </p:nvGrpSpPr>
        <p:grpSpPr>
          <a:xfrm>
            <a:off x="4352925" y="2816225"/>
            <a:ext cx="1860550" cy="3843338"/>
            <a:chOff x="1782" y="1774"/>
            <a:chExt cx="1172" cy="2421"/>
          </a:xfrm>
        </p:grpSpPr>
        <p:grpSp>
          <p:nvGrpSpPr>
            <p:cNvPr id="385" name="Google Shape;385;p25"/>
            <p:cNvGrpSpPr/>
            <p:nvPr/>
          </p:nvGrpSpPr>
          <p:grpSpPr>
            <a:xfrm>
              <a:off x="1974" y="2158"/>
              <a:ext cx="968" cy="2037"/>
              <a:chOff x="528" y="1929"/>
              <a:chExt cx="968" cy="2037"/>
            </a:xfrm>
          </p:grpSpPr>
          <p:grpSp>
            <p:nvGrpSpPr>
              <p:cNvPr id="386" name="Google Shape;386;p25"/>
              <p:cNvGrpSpPr/>
              <p:nvPr/>
            </p:nvGrpSpPr>
            <p:grpSpPr>
              <a:xfrm>
                <a:off x="768" y="2208"/>
                <a:ext cx="672" cy="1488"/>
                <a:chOff x="624" y="2016"/>
                <a:chExt cx="480" cy="1200"/>
              </a:xfrm>
            </p:grpSpPr>
            <p:sp>
              <p:nvSpPr>
                <p:cNvPr id="387" name="Google Shape;387;p25"/>
                <p:cNvSpPr/>
                <p:nvPr/>
              </p:nvSpPr>
              <p:spPr>
                <a:xfrm>
                  <a:off x="624" y="201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25"/>
                <p:cNvSpPr/>
                <p:nvPr/>
              </p:nvSpPr>
              <p:spPr>
                <a:xfrm>
                  <a:off x="864" y="201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25"/>
                <p:cNvSpPr/>
                <p:nvPr/>
              </p:nvSpPr>
              <p:spPr>
                <a:xfrm>
                  <a:off x="624" y="225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25"/>
                <p:cNvSpPr/>
                <p:nvPr/>
              </p:nvSpPr>
              <p:spPr>
                <a:xfrm>
                  <a:off x="864" y="225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25"/>
                <p:cNvSpPr/>
                <p:nvPr/>
              </p:nvSpPr>
              <p:spPr>
                <a:xfrm>
                  <a:off x="624" y="249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25"/>
                <p:cNvSpPr/>
                <p:nvPr/>
              </p:nvSpPr>
              <p:spPr>
                <a:xfrm>
                  <a:off x="864" y="249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25"/>
                <p:cNvSpPr/>
                <p:nvPr/>
              </p:nvSpPr>
              <p:spPr>
                <a:xfrm>
                  <a:off x="624" y="273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25"/>
                <p:cNvSpPr/>
                <p:nvPr/>
              </p:nvSpPr>
              <p:spPr>
                <a:xfrm>
                  <a:off x="864" y="273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25"/>
                <p:cNvSpPr/>
                <p:nvPr/>
              </p:nvSpPr>
              <p:spPr>
                <a:xfrm>
                  <a:off x="624" y="297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25"/>
                <p:cNvSpPr/>
                <p:nvPr/>
              </p:nvSpPr>
              <p:spPr>
                <a:xfrm>
                  <a:off x="864" y="297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97" name="Google Shape;397;p25"/>
              <p:cNvSpPr txBox="1"/>
              <p:nvPr/>
            </p:nvSpPr>
            <p:spPr>
              <a:xfrm>
                <a:off x="528" y="2256"/>
                <a:ext cx="213" cy="17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2</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398" name="Google Shape;398;p25"/>
              <p:cNvSpPr txBox="1"/>
              <p:nvPr/>
            </p:nvSpPr>
            <p:spPr>
              <a:xfrm>
                <a:off x="758" y="1929"/>
                <a:ext cx="738" cy="2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Times New Roman"/>
                    <a:ea typeface="Times New Roman"/>
                    <a:cs typeface="Times New Roman"/>
                    <a:sym typeface="Times New Roman"/>
                  </a:rPr>
                  <a:t>key  data</a:t>
                </a:r>
                <a:endParaRPr sz="1400" b="0" i="0" u="none" strike="noStrike" cap="none">
                  <a:solidFill>
                    <a:srgbClr val="000000"/>
                  </a:solidFill>
                  <a:latin typeface="Arial"/>
                  <a:ea typeface="Arial"/>
                  <a:cs typeface="Arial"/>
                  <a:sym typeface="Arial"/>
                </a:endParaRPr>
              </a:p>
            </p:txBody>
          </p:sp>
        </p:grpSp>
        <p:sp>
          <p:nvSpPr>
            <p:cNvPr id="399" name="Google Shape;399;p25"/>
            <p:cNvSpPr txBox="1"/>
            <p:nvPr/>
          </p:nvSpPr>
          <p:spPr>
            <a:xfrm>
              <a:off x="1782" y="1774"/>
              <a:ext cx="852" cy="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1" u="sng" strike="noStrike" cap="none">
                  <a:solidFill>
                    <a:srgbClr val="990000"/>
                  </a:solidFill>
                  <a:latin typeface="Times New Roman"/>
                  <a:ea typeface="Times New Roman"/>
                  <a:cs typeface="Times New Roman"/>
                  <a:sym typeface="Times New Roman"/>
                </a:rPr>
                <a:t>Insert 21</a:t>
              </a: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
          <p:nvSpPr>
            <p:cNvPr id="400" name="Google Shape;400;p25"/>
            <p:cNvSpPr txBox="1"/>
            <p:nvPr/>
          </p:nvSpPr>
          <p:spPr>
            <a:xfrm>
              <a:off x="2262" y="3072"/>
              <a:ext cx="692" cy="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2      …</a:t>
              </a:r>
              <a:endParaRPr sz="1400" b="0" i="0" u="none" strike="noStrike" cap="none">
                <a:solidFill>
                  <a:srgbClr val="000000"/>
                </a:solidFill>
                <a:latin typeface="Arial"/>
                <a:ea typeface="Arial"/>
                <a:cs typeface="Arial"/>
                <a:sym typeface="Arial"/>
              </a:endParaRPr>
            </a:p>
          </p:txBody>
        </p:sp>
        <p:sp>
          <p:nvSpPr>
            <p:cNvPr id="401" name="Google Shape;401;p25"/>
            <p:cNvSpPr txBox="1"/>
            <p:nvPr/>
          </p:nvSpPr>
          <p:spPr>
            <a:xfrm>
              <a:off x="2252" y="2714"/>
              <a:ext cx="644" cy="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21   …</a:t>
              </a:r>
              <a:endParaRPr sz="1400" b="0" i="0" u="none" strike="noStrike" cap="none">
                <a:solidFill>
                  <a:srgbClr val="000000"/>
                </a:solidFill>
                <a:latin typeface="Arial"/>
                <a:ea typeface="Arial"/>
                <a:cs typeface="Arial"/>
                <a:sym typeface="Arial"/>
              </a:endParaRPr>
            </a:p>
          </p:txBody>
        </p:sp>
      </p:grpSp>
      <p:grpSp>
        <p:nvGrpSpPr>
          <p:cNvPr id="402" name="Google Shape;402;p25"/>
          <p:cNvGrpSpPr/>
          <p:nvPr/>
        </p:nvGrpSpPr>
        <p:grpSpPr>
          <a:xfrm>
            <a:off x="6715125" y="2816225"/>
            <a:ext cx="1860550" cy="3843338"/>
            <a:chOff x="3216" y="1918"/>
            <a:chExt cx="1172" cy="2421"/>
          </a:xfrm>
        </p:grpSpPr>
        <p:grpSp>
          <p:nvGrpSpPr>
            <p:cNvPr id="403" name="Google Shape;403;p25"/>
            <p:cNvGrpSpPr/>
            <p:nvPr/>
          </p:nvGrpSpPr>
          <p:grpSpPr>
            <a:xfrm>
              <a:off x="3408" y="2302"/>
              <a:ext cx="968" cy="2037"/>
              <a:chOff x="528" y="1929"/>
              <a:chExt cx="968" cy="2037"/>
            </a:xfrm>
          </p:grpSpPr>
          <p:grpSp>
            <p:nvGrpSpPr>
              <p:cNvPr id="404" name="Google Shape;404;p25"/>
              <p:cNvGrpSpPr/>
              <p:nvPr/>
            </p:nvGrpSpPr>
            <p:grpSpPr>
              <a:xfrm>
                <a:off x="768" y="2208"/>
                <a:ext cx="672" cy="1488"/>
                <a:chOff x="624" y="2016"/>
                <a:chExt cx="480" cy="1200"/>
              </a:xfrm>
            </p:grpSpPr>
            <p:sp>
              <p:nvSpPr>
                <p:cNvPr id="405" name="Google Shape;405;p25"/>
                <p:cNvSpPr/>
                <p:nvPr/>
              </p:nvSpPr>
              <p:spPr>
                <a:xfrm>
                  <a:off x="624" y="201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25"/>
                <p:cNvSpPr/>
                <p:nvPr/>
              </p:nvSpPr>
              <p:spPr>
                <a:xfrm>
                  <a:off x="864" y="201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25"/>
                <p:cNvSpPr/>
                <p:nvPr/>
              </p:nvSpPr>
              <p:spPr>
                <a:xfrm>
                  <a:off x="624" y="225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25"/>
                <p:cNvSpPr/>
                <p:nvPr/>
              </p:nvSpPr>
              <p:spPr>
                <a:xfrm>
                  <a:off x="864" y="225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25"/>
                <p:cNvSpPr/>
                <p:nvPr/>
              </p:nvSpPr>
              <p:spPr>
                <a:xfrm>
                  <a:off x="624" y="249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25"/>
                <p:cNvSpPr/>
                <p:nvPr/>
              </p:nvSpPr>
              <p:spPr>
                <a:xfrm>
                  <a:off x="864" y="249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25"/>
                <p:cNvSpPr/>
                <p:nvPr/>
              </p:nvSpPr>
              <p:spPr>
                <a:xfrm>
                  <a:off x="624" y="273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25"/>
                <p:cNvSpPr/>
                <p:nvPr/>
              </p:nvSpPr>
              <p:spPr>
                <a:xfrm>
                  <a:off x="864" y="273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25"/>
                <p:cNvSpPr/>
                <p:nvPr/>
              </p:nvSpPr>
              <p:spPr>
                <a:xfrm>
                  <a:off x="624" y="297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25"/>
                <p:cNvSpPr/>
                <p:nvPr/>
              </p:nvSpPr>
              <p:spPr>
                <a:xfrm>
                  <a:off x="864" y="2976"/>
                  <a:ext cx="240" cy="24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5" name="Google Shape;415;p25"/>
              <p:cNvSpPr txBox="1"/>
              <p:nvPr/>
            </p:nvSpPr>
            <p:spPr>
              <a:xfrm>
                <a:off x="528" y="2256"/>
                <a:ext cx="213" cy="17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2</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416" name="Google Shape;416;p25"/>
              <p:cNvSpPr txBox="1"/>
              <p:nvPr/>
            </p:nvSpPr>
            <p:spPr>
              <a:xfrm>
                <a:off x="758" y="1929"/>
                <a:ext cx="738" cy="2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Times New Roman"/>
                    <a:ea typeface="Times New Roman"/>
                    <a:cs typeface="Times New Roman"/>
                    <a:sym typeface="Times New Roman"/>
                  </a:rPr>
                  <a:t>key  data</a:t>
                </a:r>
                <a:endParaRPr sz="1400" b="0" i="0" u="none" strike="noStrike" cap="none">
                  <a:solidFill>
                    <a:srgbClr val="000000"/>
                  </a:solidFill>
                  <a:latin typeface="Arial"/>
                  <a:ea typeface="Arial"/>
                  <a:cs typeface="Arial"/>
                  <a:sym typeface="Arial"/>
                </a:endParaRPr>
              </a:p>
            </p:txBody>
          </p:sp>
        </p:grpSp>
        <p:sp>
          <p:nvSpPr>
            <p:cNvPr id="417" name="Google Shape;417;p25"/>
            <p:cNvSpPr txBox="1"/>
            <p:nvPr/>
          </p:nvSpPr>
          <p:spPr>
            <a:xfrm>
              <a:off x="3216" y="1918"/>
              <a:ext cx="852" cy="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1" u="sng" strike="noStrike" cap="none">
                  <a:solidFill>
                    <a:srgbClr val="990000"/>
                  </a:solidFill>
                  <a:latin typeface="Times New Roman"/>
                  <a:ea typeface="Times New Roman"/>
                  <a:cs typeface="Times New Roman"/>
                  <a:sym typeface="Times New Roman"/>
                </a:rPr>
                <a:t>Insert 34</a:t>
              </a: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pSp>
          <p:nvGrpSpPr>
            <p:cNvPr id="418" name="Google Shape;418;p25"/>
            <p:cNvGrpSpPr/>
            <p:nvPr/>
          </p:nvGrpSpPr>
          <p:grpSpPr>
            <a:xfrm>
              <a:off x="3686" y="2880"/>
              <a:ext cx="702" cy="1178"/>
              <a:chOff x="3686" y="2880"/>
              <a:chExt cx="702" cy="1178"/>
            </a:xfrm>
          </p:grpSpPr>
          <p:sp>
            <p:nvSpPr>
              <p:cNvPr id="419" name="Google Shape;419;p25"/>
              <p:cNvSpPr txBox="1"/>
              <p:nvPr/>
            </p:nvSpPr>
            <p:spPr>
              <a:xfrm>
                <a:off x="3696" y="3216"/>
                <a:ext cx="692" cy="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2      …</a:t>
                </a:r>
                <a:endParaRPr sz="1400" b="0" i="0" u="none" strike="noStrike" cap="none">
                  <a:solidFill>
                    <a:srgbClr val="000000"/>
                  </a:solidFill>
                  <a:latin typeface="Arial"/>
                  <a:ea typeface="Arial"/>
                  <a:cs typeface="Arial"/>
                  <a:sym typeface="Arial"/>
                </a:endParaRPr>
              </a:p>
            </p:txBody>
          </p:sp>
          <p:sp>
            <p:nvSpPr>
              <p:cNvPr id="420" name="Google Shape;420;p25"/>
              <p:cNvSpPr txBox="1"/>
              <p:nvPr/>
            </p:nvSpPr>
            <p:spPr>
              <a:xfrm>
                <a:off x="3696" y="2880"/>
                <a:ext cx="644" cy="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21   …</a:t>
                </a:r>
                <a:endParaRPr sz="1400" b="0" i="0" u="none" strike="noStrike" cap="none">
                  <a:solidFill>
                    <a:srgbClr val="000000"/>
                  </a:solidFill>
                  <a:latin typeface="Arial"/>
                  <a:ea typeface="Arial"/>
                  <a:cs typeface="Arial"/>
                  <a:sym typeface="Arial"/>
                </a:endParaRPr>
              </a:p>
            </p:txBody>
          </p:sp>
          <p:sp>
            <p:nvSpPr>
              <p:cNvPr id="421" name="Google Shape;421;p25"/>
              <p:cNvSpPr txBox="1"/>
              <p:nvPr/>
            </p:nvSpPr>
            <p:spPr>
              <a:xfrm>
                <a:off x="3686" y="3770"/>
                <a:ext cx="644" cy="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34   …</a:t>
                </a:r>
                <a:endParaRPr sz="1400" b="0" i="0" u="none" strike="noStrike" cap="none">
                  <a:solidFill>
                    <a:srgbClr val="000000"/>
                  </a:solidFill>
                  <a:latin typeface="Arial"/>
                  <a:ea typeface="Arial"/>
                  <a:cs typeface="Arial"/>
                  <a:sym typeface="Arial"/>
                </a:endParaRPr>
              </a:p>
            </p:txBody>
          </p:sp>
        </p:grpSp>
      </p:grpSp>
      <p:grpSp>
        <p:nvGrpSpPr>
          <p:cNvPr id="422" name="Google Shape;422;p25"/>
          <p:cNvGrpSpPr/>
          <p:nvPr/>
        </p:nvGrpSpPr>
        <p:grpSpPr>
          <a:xfrm>
            <a:off x="8696325" y="2819401"/>
            <a:ext cx="2057400" cy="3394075"/>
            <a:chOff x="4518" y="1776"/>
            <a:chExt cx="1296" cy="2138"/>
          </a:xfrm>
        </p:grpSpPr>
        <p:sp>
          <p:nvSpPr>
            <p:cNvPr id="423" name="Google Shape;423;p25"/>
            <p:cNvSpPr txBox="1"/>
            <p:nvPr/>
          </p:nvSpPr>
          <p:spPr>
            <a:xfrm>
              <a:off x="4758" y="1776"/>
              <a:ext cx="852" cy="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1" u="sng" strike="noStrike" cap="none">
                  <a:solidFill>
                    <a:srgbClr val="990000"/>
                  </a:solidFill>
                  <a:latin typeface="Times New Roman"/>
                  <a:ea typeface="Times New Roman"/>
                  <a:cs typeface="Times New Roman"/>
                  <a:sym typeface="Times New Roman"/>
                </a:rPr>
                <a:t>Insert 54</a:t>
              </a:r>
              <a:r>
                <a:rPr lang="en-US" sz="2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
          <p:nvSpPr>
            <p:cNvPr id="424" name="Google Shape;424;p25"/>
            <p:cNvSpPr txBox="1"/>
            <p:nvPr/>
          </p:nvSpPr>
          <p:spPr>
            <a:xfrm>
              <a:off x="4518" y="2688"/>
              <a:ext cx="1296" cy="63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There is 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1" u="none" strike="noStrike" cap="none">
                  <a:solidFill>
                    <a:srgbClr val="000000"/>
                  </a:solidFill>
                  <a:latin typeface="Arial"/>
                  <a:ea typeface="Arial"/>
                  <a:cs typeface="Arial"/>
                  <a:sym typeface="Arial"/>
                </a:rPr>
                <a:t>collision</a:t>
              </a:r>
              <a:r>
                <a:rPr lang="en-US" sz="2000" b="0" i="0" u="none" strike="noStrike" cap="none">
                  <a:solidFill>
                    <a:srgbClr val="000000"/>
                  </a:solidFill>
                  <a:latin typeface="Arial"/>
                  <a:ea typeface="Arial"/>
                  <a:cs typeface="Arial"/>
                  <a:sym typeface="Arial"/>
                </a:rPr>
                <a:t>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array entry #4</a:t>
              </a:r>
              <a:endParaRPr sz="1400" b="0" i="0" u="none" strike="noStrike" cap="none">
                <a:solidFill>
                  <a:srgbClr val="000000"/>
                </a:solidFill>
                <a:latin typeface="Arial"/>
                <a:ea typeface="Arial"/>
                <a:cs typeface="Arial"/>
                <a:sym typeface="Arial"/>
              </a:endParaRPr>
            </a:p>
          </p:txBody>
        </p:sp>
        <p:sp>
          <p:nvSpPr>
            <p:cNvPr id="425" name="Google Shape;425;p25"/>
            <p:cNvSpPr txBox="1"/>
            <p:nvPr/>
          </p:nvSpPr>
          <p:spPr>
            <a:xfrm>
              <a:off x="4882" y="3549"/>
              <a:ext cx="500" cy="3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grpSp>
      <p:pic>
        <p:nvPicPr>
          <p:cNvPr id="426" name="Google Shape;426;p25"/>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3"/>
        <p:cNvGrpSpPr/>
        <p:nvPr/>
      </p:nvGrpSpPr>
      <p:grpSpPr>
        <a:xfrm>
          <a:off x="0" y="0"/>
          <a:ext cx="0" cy="0"/>
          <a:chOff x="0" y="0"/>
          <a:chExt cx="0" cy="0"/>
        </a:xfrm>
      </p:grpSpPr>
      <p:sp>
        <p:nvSpPr>
          <p:cNvPr id="435" name="Google Shape;435;p26"/>
          <p:cNvSpPr txBox="1"/>
          <p:nvPr/>
        </p:nvSpPr>
        <p:spPr>
          <a:xfrm>
            <a:off x="1479443" y="551677"/>
            <a:ext cx="8229600" cy="868362"/>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Multiplication Method</a:t>
            </a:r>
            <a:endParaRPr sz="4800" b="0" i="0" u="none" strike="noStrike" cap="none">
              <a:solidFill>
                <a:srgbClr val="00B050"/>
              </a:solidFill>
              <a:latin typeface="Times New Roman"/>
              <a:ea typeface="Times New Roman"/>
              <a:cs typeface="Times New Roman"/>
              <a:sym typeface="Times New Roman"/>
            </a:endParaRPr>
          </a:p>
        </p:txBody>
      </p:sp>
      <p:sp>
        <p:nvSpPr>
          <p:cNvPr id="436" name="Google Shape;436;p26"/>
          <p:cNvSpPr txBox="1"/>
          <p:nvPr/>
        </p:nvSpPr>
        <p:spPr>
          <a:xfrm>
            <a:off x="551384" y="1772816"/>
            <a:ext cx="11294589" cy="5436840"/>
          </a:xfrm>
          <a:prstGeom prst="rect">
            <a:avLst/>
          </a:prstGeom>
          <a:noFill/>
          <a:ln>
            <a:noFill/>
          </a:ln>
        </p:spPr>
        <p:txBody>
          <a:bodyPr spcFirstLastPara="1" wrap="square" lIns="0" tIns="45700" rIns="18275" bIns="45700" anchor="t" anchorCtr="0">
            <a:noAutofit/>
          </a:bodyPr>
          <a:lstStyle/>
          <a:p>
            <a:pPr marL="1379538" marR="45720" lvl="0" indent="0" algn="just" rtl="0">
              <a:lnSpc>
                <a:spcPct val="60000"/>
              </a:lnSpc>
              <a:spcBef>
                <a:spcPts val="0"/>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The multiplication method works as:</a:t>
            </a:r>
            <a:endParaRPr sz="1400" b="0" i="0" u="none" strike="noStrike" cap="none">
              <a:solidFill>
                <a:srgbClr val="000000"/>
              </a:solidFill>
              <a:latin typeface="Arial"/>
              <a:ea typeface="Arial"/>
              <a:cs typeface="Arial"/>
              <a:sym typeface="Arial"/>
            </a:endParaRPr>
          </a:p>
          <a:p>
            <a:pPr marL="1944688" marR="45720" lvl="0" indent="-448300" algn="just" rtl="0">
              <a:lnSpc>
                <a:spcPct val="60000"/>
              </a:lnSpc>
              <a:spcBef>
                <a:spcPts val="387"/>
              </a:spcBef>
              <a:spcAft>
                <a:spcPts val="0"/>
              </a:spcAft>
              <a:buClr>
                <a:srgbClr val="A8CDD7"/>
              </a:buClr>
              <a:buSzPts val="1840"/>
              <a:buFont typeface="Noto Sans Symbols"/>
              <a:buNone/>
            </a:pPr>
            <a:endParaRPr sz="1937" b="0" i="0" u="none" strike="noStrike" cap="none">
              <a:solidFill>
                <a:srgbClr val="000000"/>
              </a:solidFill>
              <a:latin typeface="Times New Roman"/>
              <a:ea typeface="Times New Roman"/>
              <a:cs typeface="Times New Roman"/>
              <a:sym typeface="Times New Roman"/>
            </a:endParaRPr>
          </a:p>
          <a:p>
            <a:pPr marL="1379538" marR="45720" lvl="0" indent="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1. Multiply the key ‘k’ by a constant A in the range 0 &lt; A &lt; 1 and extract the fractional part of kA </a:t>
            </a:r>
            <a:endParaRPr sz="1400" b="0" i="0" u="none" strike="noStrike" cap="none">
              <a:solidFill>
                <a:srgbClr val="000000"/>
              </a:solidFill>
              <a:latin typeface="Arial"/>
              <a:ea typeface="Arial"/>
              <a:cs typeface="Arial"/>
              <a:sym typeface="Arial"/>
            </a:endParaRPr>
          </a:p>
          <a:p>
            <a:pPr marL="1944688" marR="45720" lvl="0" indent="-448300" algn="just" rtl="0">
              <a:lnSpc>
                <a:spcPct val="60000"/>
              </a:lnSpc>
              <a:spcBef>
                <a:spcPts val="387"/>
              </a:spcBef>
              <a:spcAft>
                <a:spcPts val="0"/>
              </a:spcAft>
              <a:buClr>
                <a:srgbClr val="A8CDD7"/>
              </a:buClr>
              <a:buSzPts val="1840"/>
              <a:buFont typeface="Arial"/>
              <a:buNone/>
            </a:pPr>
            <a:endParaRPr sz="1937"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2. Then multiply this value by M and take the floor of the result</a:t>
            </a:r>
            <a:endParaRPr sz="1400" b="0" i="0" u="none" strike="noStrike" cap="none">
              <a:solidFill>
                <a:srgbClr val="000000"/>
              </a:solidFill>
              <a:latin typeface="Arial"/>
              <a:ea typeface="Arial"/>
              <a:cs typeface="Arial"/>
              <a:sym typeface="Arial"/>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			Hash(k) =  M (kA ),</a:t>
            </a:r>
            <a:endParaRPr sz="1400" b="0" i="0" u="none" strike="noStrike" cap="none">
              <a:solidFill>
                <a:srgbClr val="000000"/>
              </a:solidFill>
              <a:latin typeface="Arial"/>
              <a:ea typeface="Arial"/>
              <a:cs typeface="Arial"/>
              <a:sym typeface="Arial"/>
            </a:endParaRPr>
          </a:p>
          <a:p>
            <a:pPr marL="1944688" marR="45720" lvl="0" indent="-565150" algn="just" rtl="0">
              <a:lnSpc>
                <a:spcPct val="60000"/>
              </a:lnSpc>
              <a:spcBef>
                <a:spcPts val="387"/>
              </a:spcBef>
              <a:spcAft>
                <a:spcPts val="0"/>
              </a:spcAft>
              <a:buClr>
                <a:srgbClr val="000000"/>
              </a:buClr>
              <a:buSzPts val="1937"/>
              <a:buFont typeface="Arial"/>
              <a:buNone/>
            </a:pPr>
            <a:endParaRPr sz="1937"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Donald Knuth suggested to use  A=0.61803398987</a:t>
            </a:r>
            <a:endParaRPr sz="1400" b="0" i="0" u="none" strike="noStrike" cap="none">
              <a:solidFill>
                <a:srgbClr val="000000"/>
              </a:solidFill>
              <a:latin typeface="Arial"/>
              <a:ea typeface="Arial"/>
              <a:cs typeface="Arial"/>
              <a:sym typeface="Arial"/>
            </a:endParaRPr>
          </a:p>
          <a:p>
            <a:pPr marL="1944688" marR="45720" lvl="0" indent="-565150" algn="just" rtl="0">
              <a:lnSpc>
                <a:spcPct val="60000"/>
              </a:lnSpc>
              <a:spcBef>
                <a:spcPts val="387"/>
              </a:spcBef>
              <a:spcAft>
                <a:spcPts val="0"/>
              </a:spcAft>
              <a:buClr>
                <a:srgbClr val="000000"/>
              </a:buClr>
              <a:buSzPts val="1937"/>
              <a:buFont typeface="Arial"/>
              <a:buNone/>
            </a:pPr>
            <a:endParaRPr sz="1937"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Ex:    key=107, assume M=50             key=123 m=1000</a:t>
            </a:r>
            <a:endParaRPr sz="1400" b="0" i="0" u="none" strike="noStrike" cap="none">
              <a:solidFill>
                <a:srgbClr val="000000"/>
              </a:solidFill>
              <a:latin typeface="Arial"/>
              <a:ea typeface="Arial"/>
              <a:cs typeface="Arial"/>
              <a:sym typeface="Arial"/>
            </a:endParaRPr>
          </a:p>
          <a:p>
            <a:pPr marL="1944688" marR="45720" lvl="0" indent="-565150" algn="just" rtl="0">
              <a:lnSpc>
                <a:spcPct val="60000"/>
              </a:lnSpc>
              <a:spcBef>
                <a:spcPts val="387"/>
              </a:spcBef>
              <a:spcAft>
                <a:spcPts val="0"/>
              </a:spcAft>
              <a:buClr>
                <a:srgbClr val="000000"/>
              </a:buClr>
              <a:buSzPts val="1937"/>
              <a:buFont typeface="Arial"/>
              <a:buNone/>
            </a:pPr>
            <a:endParaRPr sz="1937"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60000"/>
              </a:lnSpc>
              <a:spcBef>
                <a:spcPts val="387"/>
              </a:spcBef>
              <a:spcAft>
                <a:spcPts val="0"/>
              </a:spcAft>
              <a:buClr>
                <a:srgbClr val="000000"/>
              </a:buClr>
              <a:buSzPts val="1937"/>
              <a:buFont typeface="Arial"/>
              <a:buNone/>
            </a:pPr>
            <a:endParaRPr sz="1937"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    h(k)= M*107*0.61803398987</a:t>
            </a:r>
            <a:endParaRPr sz="1400" b="0" i="0" u="none" strike="noStrike" cap="none">
              <a:solidFill>
                <a:srgbClr val="000000"/>
              </a:solidFill>
              <a:latin typeface="Arial"/>
              <a:ea typeface="Arial"/>
              <a:cs typeface="Arial"/>
              <a:sym typeface="Arial"/>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             =   66.12                                fractional part=0.12</a:t>
            </a:r>
            <a:endParaRPr sz="1400" b="0" i="0" u="none" strike="noStrike" cap="none">
              <a:solidFill>
                <a:srgbClr val="000000"/>
              </a:solidFill>
              <a:latin typeface="Arial"/>
              <a:ea typeface="Arial"/>
              <a:cs typeface="Arial"/>
              <a:sym typeface="Arial"/>
            </a:endParaRPr>
          </a:p>
          <a:p>
            <a:pPr marL="1944688" marR="45720" lvl="0" indent="-565150" algn="just" rtl="0">
              <a:lnSpc>
                <a:spcPct val="60000"/>
              </a:lnSpc>
              <a:spcBef>
                <a:spcPts val="387"/>
              </a:spcBef>
              <a:spcAft>
                <a:spcPts val="0"/>
              </a:spcAft>
              <a:buClr>
                <a:srgbClr val="000000"/>
              </a:buClr>
              <a:buSzPts val="1937"/>
              <a:buFont typeface="Arial"/>
              <a:buNone/>
            </a:pPr>
            <a:endParaRPr sz="1937"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           h(k)=50*0.12</a:t>
            </a:r>
            <a:endParaRPr sz="1400" b="0" i="0" u="none" strike="noStrike" cap="none">
              <a:solidFill>
                <a:srgbClr val="000000"/>
              </a:solidFill>
              <a:latin typeface="Arial"/>
              <a:ea typeface="Arial"/>
              <a:cs typeface="Arial"/>
              <a:sym typeface="Arial"/>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                   =6</a:t>
            </a:r>
            <a:endParaRPr sz="1400" b="0" i="0" u="none" strike="noStrike" cap="none">
              <a:solidFill>
                <a:srgbClr val="000000"/>
              </a:solidFill>
              <a:latin typeface="Arial"/>
              <a:ea typeface="Arial"/>
              <a:cs typeface="Arial"/>
              <a:sym typeface="Arial"/>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            h(k)=6 </a:t>
            </a:r>
            <a:endParaRPr sz="1937"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60000"/>
              </a:lnSpc>
              <a:spcBef>
                <a:spcPts val="387"/>
              </a:spcBef>
              <a:spcAft>
                <a:spcPts val="0"/>
              </a:spcAft>
              <a:buClr>
                <a:srgbClr val="000000"/>
              </a:buClr>
              <a:buSzPts val="1937"/>
              <a:buFont typeface="Arial"/>
              <a:buNone/>
            </a:pPr>
            <a:endParaRPr sz="1937"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That means 107 will be placed at index 6 in hash table.</a:t>
            </a:r>
            <a:endParaRPr sz="1400" b="0" i="0" u="none" strike="noStrike" cap="none">
              <a:solidFill>
                <a:srgbClr val="000000"/>
              </a:solidFill>
              <a:latin typeface="Arial"/>
              <a:ea typeface="Arial"/>
              <a:cs typeface="Arial"/>
              <a:sym typeface="Arial"/>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1944688" marR="45720" lvl="0" indent="-565150" algn="just" rtl="0">
              <a:lnSpc>
                <a:spcPct val="60000"/>
              </a:lnSpc>
              <a:spcBef>
                <a:spcPts val="387"/>
              </a:spcBef>
              <a:spcAft>
                <a:spcPts val="0"/>
              </a:spcAft>
              <a:buClr>
                <a:srgbClr val="000000"/>
              </a:buClr>
              <a:buSzPts val="1937"/>
              <a:buFont typeface="Arial"/>
              <a:buNone/>
            </a:pPr>
            <a:r>
              <a:rPr lang="en-US" sz="1937" b="0" i="0" u="none" strike="noStrike" cap="none">
                <a:solidFill>
                  <a:srgbClr val="000000"/>
                </a:solidFill>
                <a:latin typeface="Constantia"/>
                <a:ea typeface="Constantia"/>
                <a:cs typeface="Constantia"/>
                <a:sym typeface="Constantia"/>
              </a:rPr>
              <a:t>	</a:t>
            </a:r>
            <a:endParaRPr sz="1704" b="1" i="0" u="none" strike="noStrike" cap="none">
              <a:solidFill>
                <a:srgbClr val="D2FED4"/>
              </a:solidFill>
              <a:latin typeface="Arial"/>
              <a:ea typeface="Arial"/>
              <a:cs typeface="Arial"/>
              <a:sym typeface="Arial"/>
            </a:endParaRPr>
          </a:p>
          <a:p>
            <a:pPr marL="1944688" marR="45720" lvl="0" indent="-462296" algn="just"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just"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just"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just"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l"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l"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l"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l"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l"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l"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l"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l"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62296" algn="l" rtl="0">
              <a:lnSpc>
                <a:spcPct val="80000"/>
              </a:lnSpc>
              <a:spcBef>
                <a:spcPts val="341"/>
              </a:spcBef>
              <a:spcAft>
                <a:spcPts val="0"/>
              </a:spcAft>
              <a:buClr>
                <a:schemeClr val="accent3"/>
              </a:buClr>
              <a:buSzPts val="1620"/>
              <a:buFont typeface="Noto Sans Symbols"/>
              <a:buNone/>
            </a:pPr>
            <a:endParaRPr sz="1704" b="1" i="0" u="none" strike="noStrike" cap="none">
              <a:solidFill>
                <a:srgbClr val="D2FED4"/>
              </a:solidFill>
              <a:latin typeface="Arial"/>
              <a:ea typeface="Arial"/>
              <a:cs typeface="Arial"/>
              <a:sym typeface="Arial"/>
            </a:endParaRPr>
          </a:p>
          <a:p>
            <a:pPr marL="1944688" marR="45720" lvl="0" indent="-443595" algn="l" rtl="0">
              <a:lnSpc>
                <a:spcPct val="80000"/>
              </a:lnSpc>
              <a:spcBef>
                <a:spcPts val="403"/>
              </a:spcBef>
              <a:spcAft>
                <a:spcPts val="0"/>
              </a:spcAft>
              <a:buClr>
                <a:schemeClr val="accent3"/>
              </a:buClr>
              <a:buSzPts val="1914"/>
              <a:buFont typeface="Noto Sans Symbols"/>
              <a:buNone/>
            </a:pPr>
            <a:endParaRPr sz="2015" b="0" i="0" u="none" strike="noStrike" cap="none">
              <a:solidFill>
                <a:srgbClr val="D2FED4"/>
              </a:solidFill>
              <a:latin typeface="Arial"/>
              <a:ea typeface="Arial"/>
              <a:cs typeface="Arial"/>
              <a:sym typeface="Arial"/>
            </a:endParaRPr>
          </a:p>
        </p:txBody>
      </p:sp>
      <p:pic>
        <p:nvPicPr>
          <p:cNvPr id="437" name="Google Shape;437;p26"/>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animEffect transition="in" filter="fade">
                                      <p:cBhvr>
                                        <p:cTn id="7" dur="500"/>
                                        <p:tgtEl>
                                          <p:spTgt spid="4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6">
                                            <p:txEl>
                                              <p:pRg st="1" end="1"/>
                                            </p:txEl>
                                          </p:spTgt>
                                        </p:tgtEl>
                                        <p:attrNameLst>
                                          <p:attrName>style.visibility</p:attrName>
                                        </p:attrNameLst>
                                      </p:cBhvr>
                                      <p:to>
                                        <p:strVal val="visible"/>
                                      </p:to>
                                    </p:set>
                                    <p:animEffect transition="in" filter="fade">
                                      <p:cBhvr>
                                        <p:cTn id="12" dur="500"/>
                                        <p:tgtEl>
                                          <p:spTgt spid="4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6">
                                            <p:txEl>
                                              <p:pRg st="2" end="2"/>
                                            </p:txEl>
                                          </p:spTgt>
                                        </p:tgtEl>
                                        <p:attrNameLst>
                                          <p:attrName>style.visibility</p:attrName>
                                        </p:attrNameLst>
                                      </p:cBhvr>
                                      <p:to>
                                        <p:strVal val="visible"/>
                                      </p:to>
                                    </p:set>
                                    <p:animEffect transition="in" filter="fade">
                                      <p:cBhvr>
                                        <p:cTn id="17" dur="500"/>
                                        <p:tgtEl>
                                          <p:spTgt spid="4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6">
                                            <p:txEl>
                                              <p:pRg st="3" end="3"/>
                                            </p:txEl>
                                          </p:spTgt>
                                        </p:tgtEl>
                                        <p:attrNameLst>
                                          <p:attrName>style.visibility</p:attrName>
                                        </p:attrNameLst>
                                      </p:cBhvr>
                                      <p:to>
                                        <p:strVal val="visible"/>
                                      </p:to>
                                    </p:set>
                                    <p:animEffect transition="in" filter="fade">
                                      <p:cBhvr>
                                        <p:cTn id="22" dur="500"/>
                                        <p:tgtEl>
                                          <p:spTgt spid="43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36">
                                            <p:txEl>
                                              <p:pRg st="4" end="4"/>
                                            </p:txEl>
                                          </p:spTgt>
                                        </p:tgtEl>
                                        <p:attrNameLst>
                                          <p:attrName>style.visibility</p:attrName>
                                        </p:attrNameLst>
                                      </p:cBhvr>
                                      <p:to>
                                        <p:strVal val="visible"/>
                                      </p:to>
                                    </p:set>
                                    <p:animEffect transition="in" filter="fade">
                                      <p:cBhvr>
                                        <p:cTn id="27" dur="500"/>
                                        <p:tgtEl>
                                          <p:spTgt spid="43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36">
                                            <p:txEl>
                                              <p:pRg st="5" end="5"/>
                                            </p:txEl>
                                          </p:spTgt>
                                        </p:tgtEl>
                                        <p:attrNameLst>
                                          <p:attrName>style.visibility</p:attrName>
                                        </p:attrNameLst>
                                      </p:cBhvr>
                                      <p:to>
                                        <p:strVal val="visible"/>
                                      </p:to>
                                    </p:set>
                                    <p:animEffect transition="in" filter="fade">
                                      <p:cBhvr>
                                        <p:cTn id="32" dur="500"/>
                                        <p:tgtEl>
                                          <p:spTgt spid="43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36">
                                            <p:txEl>
                                              <p:pRg st="6" end="6"/>
                                            </p:txEl>
                                          </p:spTgt>
                                        </p:tgtEl>
                                        <p:attrNameLst>
                                          <p:attrName>style.visibility</p:attrName>
                                        </p:attrNameLst>
                                      </p:cBhvr>
                                      <p:to>
                                        <p:strVal val="visible"/>
                                      </p:to>
                                    </p:set>
                                    <p:animEffect transition="in" filter="fade">
                                      <p:cBhvr>
                                        <p:cTn id="37" dur="500"/>
                                        <p:tgtEl>
                                          <p:spTgt spid="43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6">
                                            <p:txEl>
                                              <p:pRg st="7" end="7"/>
                                            </p:txEl>
                                          </p:spTgt>
                                        </p:tgtEl>
                                        <p:attrNameLst>
                                          <p:attrName>style.visibility</p:attrName>
                                        </p:attrNameLst>
                                      </p:cBhvr>
                                      <p:to>
                                        <p:strVal val="visible"/>
                                      </p:to>
                                    </p:set>
                                    <p:animEffect transition="in" filter="fade">
                                      <p:cBhvr>
                                        <p:cTn id="42" dur="500"/>
                                        <p:tgtEl>
                                          <p:spTgt spid="43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6">
                                            <p:txEl>
                                              <p:pRg st="8" end="8"/>
                                            </p:txEl>
                                          </p:spTgt>
                                        </p:tgtEl>
                                        <p:attrNameLst>
                                          <p:attrName>style.visibility</p:attrName>
                                        </p:attrNameLst>
                                      </p:cBhvr>
                                      <p:to>
                                        <p:strVal val="visible"/>
                                      </p:to>
                                    </p:set>
                                    <p:animEffect transition="in" filter="fade">
                                      <p:cBhvr>
                                        <p:cTn id="47" dur="500"/>
                                        <p:tgtEl>
                                          <p:spTgt spid="43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36">
                                            <p:txEl>
                                              <p:pRg st="9" end="9"/>
                                            </p:txEl>
                                          </p:spTgt>
                                        </p:tgtEl>
                                        <p:attrNameLst>
                                          <p:attrName>style.visibility</p:attrName>
                                        </p:attrNameLst>
                                      </p:cBhvr>
                                      <p:to>
                                        <p:strVal val="visible"/>
                                      </p:to>
                                    </p:set>
                                    <p:animEffect transition="in" filter="fade">
                                      <p:cBhvr>
                                        <p:cTn id="52" dur="500"/>
                                        <p:tgtEl>
                                          <p:spTgt spid="43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36">
                                            <p:txEl>
                                              <p:pRg st="10" end="10"/>
                                            </p:txEl>
                                          </p:spTgt>
                                        </p:tgtEl>
                                        <p:attrNameLst>
                                          <p:attrName>style.visibility</p:attrName>
                                        </p:attrNameLst>
                                      </p:cBhvr>
                                      <p:to>
                                        <p:strVal val="visible"/>
                                      </p:to>
                                    </p:set>
                                    <p:animEffect transition="in" filter="fade">
                                      <p:cBhvr>
                                        <p:cTn id="57" dur="500"/>
                                        <p:tgtEl>
                                          <p:spTgt spid="43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36">
                                            <p:txEl>
                                              <p:pRg st="11" end="11"/>
                                            </p:txEl>
                                          </p:spTgt>
                                        </p:tgtEl>
                                        <p:attrNameLst>
                                          <p:attrName>style.visibility</p:attrName>
                                        </p:attrNameLst>
                                      </p:cBhvr>
                                      <p:to>
                                        <p:strVal val="visible"/>
                                      </p:to>
                                    </p:set>
                                    <p:animEffect transition="in" filter="fade">
                                      <p:cBhvr>
                                        <p:cTn id="62" dur="500"/>
                                        <p:tgtEl>
                                          <p:spTgt spid="436">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36">
                                            <p:txEl>
                                              <p:pRg st="12" end="12"/>
                                            </p:txEl>
                                          </p:spTgt>
                                        </p:tgtEl>
                                        <p:attrNameLst>
                                          <p:attrName>style.visibility</p:attrName>
                                        </p:attrNameLst>
                                      </p:cBhvr>
                                      <p:to>
                                        <p:strVal val="visible"/>
                                      </p:to>
                                    </p:set>
                                    <p:animEffect transition="in" filter="fade">
                                      <p:cBhvr>
                                        <p:cTn id="67" dur="500"/>
                                        <p:tgtEl>
                                          <p:spTgt spid="436">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36">
                                            <p:txEl>
                                              <p:pRg st="13" end="13"/>
                                            </p:txEl>
                                          </p:spTgt>
                                        </p:tgtEl>
                                        <p:attrNameLst>
                                          <p:attrName>style.visibility</p:attrName>
                                        </p:attrNameLst>
                                      </p:cBhvr>
                                      <p:to>
                                        <p:strVal val="visible"/>
                                      </p:to>
                                    </p:set>
                                    <p:animEffect transition="in" filter="fade">
                                      <p:cBhvr>
                                        <p:cTn id="72" dur="500"/>
                                        <p:tgtEl>
                                          <p:spTgt spid="436">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36">
                                            <p:txEl>
                                              <p:pRg st="14" end="14"/>
                                            </p:txEl>
                                          </p:spTgt>
                                        </p:tgtEl>
                                        <p:attrNameLst>
                                          <p:attrName>style.visibility</p:attrName>
                                        </p:attrNameLst>
                                      </p:cBhvr>
                                      <p:to>
                                        <p:strVal val="visible"/>
                                      </p:to>
                                    </p:set>
                                    <p:animEffect transition="in" filter="fade">
                                      <p:cBhvr>
                                        <p:cTn id="77" dur="500"/>
                                        <p:tgtEl>
                                          <p:spTgt spid="436">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436">
                                            <p:txEl>
                                              <p:pRg st="15" end="15"/>
                                            </p:txEl>
                                          </p:spTgt>
                                        </p:tgtEl>
                                        <p:attrNameLst>
                                          <p:attrName>style.visibility</p:attrName>
                                        </p:attrNameLst>
                                      </p:cBhvr>
                                      <p:to>
                                        <p:strVal val="visible"/>
                                      </p:to>
                                    </p:set>
                                    <p:animEffect transition="in" filter="fade">
                                      <p:cBhvr>
                                        <p:cTn id="82" dur="500"/>
                                        <p:tgtEl>
                                          <p:spTgt spid="436">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436">
                                            <p:txEl>
                                              <p:pRg st="16" end="16"/>
                                            </p:txEl>
                                          </p:spTgt>
                                        </p:tgtEl>
                                        <p:attrNameLst>
                                          <p:attrName>style.visibility</p:attrName>
                                        </p:attrNameLst>
                                      </p:cBhvr>
                                      <p:to>
                                        <p:strVal val="visible"/>
                                      </p:to>
                                    </p:set>
                                    <p:animEffect transition="in" filter="fade">
                                      <p:cBhvr>
                                        <p:cTn id="87" dur="500"/>
                                        <p:tgtEl>
                                          <p:spTgt spid="436">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436">
                                            <p:txEl>
                                              <p:pRg st="17" end="17"/>
                                            </p:txEl>
                                          </p:spTgt>
                                        </p:tgtEl>
                                        <p:attrNameLst>
                                          <p:attrName>style.visibility</p:attrName>
                                        </p:attrNameLst>
                                      </p:cBhvr>
                                      <p:to>
                                        <p:strVal val="visible"/>
                                      </p:to>
                                    </p:set>
                                    <p:animEffect transition="in" filter="fade">
                                      <p:cBhvr>
                                        <p:cTn id="92" dur="500"/>
                                        <p:tgtEl>
                                          <p:spTgt spid="436">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436">
                                            <p:txEl>
                                              <p:pRg st="18" end="18"/>
                                            </p:txEl>
                                          </p:spTgt>
                                        </p:tgtEl>
                                        <p:attrNameLst>
                                          <p:attrName>style.visibility</p:attrName>
                                        </p:attrNameLst>
                                      </p:cBhvr>
                                      <p:to>
                                        <p:strVal val="visible"/>
                                      </p:to>
                                    </p:set>
                                    <p:animEffect transition="in" filter="fade">
                                      <p:cBhvr>
                                        <p:cTn id="97" dur="500"/>
                                        <p:tgtEl>
                                          <p:spTgt spid="436">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436">
                                            <p:txEl>
                                              <p:pRg st="19" end="19"/>
                                            </p:txEl>
                                          </p:spTgt>
                                        </p:tgtEl>
                                        <p:attrNameLst>
                                          <p:attrName>style.visibility</p:attrName>
                                        </p:attrNameLst>
                                      </p:cBhvr>
                                      <p:to>
                                        <p:strVal val="visible"/>
                                      </p:to>
                                    </p:set>
                                    <p:animEffect transition="in" filter="fade">
                                      <p:cBhvr>
                                        <p:cTn id="102" dur="500"/>
                                        <p:tgtEl>
                                          <p:spTgt spid="436">
                                            <p:txEl>
                                              <p:pRg st="19" end="19"/>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436">
                                            <p:txEl>
                                              <p:pRg st="20" end="20"/>
                                            </p:txEl>
                                          </p:spTgt>
                                        </p:tgtEl>
                                        <p:attrNameLst>
                                          <p:attrName>style.visibility</p:attrName>
                                        </p:attrNameLst>
                                      </p:cBhvr>
                                      <p:to>
                                        <p:strVal val="visible"/>
                                      </p:to>
                                    </p:set>
                                    <p:animEffect transition="in" filter="fade">
                                      <p:cBhvr>
                                        <p:cTn id="107" dur="500"/>
                                        <p:tgtEl>
                                          <p:spTgt spid="436">
                                            <p:txEl>
                                              <p:pRg st="20" end="2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436">
                                            <p:txEl>
                                              <p:pRg st="21" end="21"/>
                                            </p:txEl>
                                          </p:spTgt>
                                        </p:tgtEl>
                                        <p:attrNameLst>
                                          <p:attrName>style.visibility</p:attrName>
                                        </p:attrNameLst>
                                      </p:cBhvr>
                                      <p:to>
                                        <p:strVal val="visible"/>
                                      </p:to>
                                    </p:set>
                                    <p:animEffect transition="in" filter="fade">
                                      <p:cBhvr>
                                        <p:cTn id="112" dur="500"/>
                                        <p:tgtEl>
                                          <p:spTgt spid="436">
                                            <p:txEl>
                                              <p:pRg st="21" end="21"/>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436">
                                            <p:txEl>
                                              <p:pRg st="22" end="22"/>
                                            </p:txEl>
                                          </p:spTgt>
                                        </p:tgtEl>
                                        <p:attrNameLst>
                                          <p:attrName>style.visibility</p:attrName>
                                        </p:attrNameLst>
                                      </p:cBhvr>
                                      <p:to>
                                        <p:strVal val="visible"/>
                                      </p:to>
                                    </p:set>
                                    <p:animEffect transition="in" filter="fade">
                                      <p:cBhvr>
                                        <p:cTn id="117" dur="500"/>
                                        <p:tgtEl>
                                          <p:spTgt spid="436">
                                            <p:txEl>
                                              <p:pRg st="22" end="22"/>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436">
                                            <p:txEl>
                                              <p:pRg st="23" end="23"/>
                                            </p:txEl>
                                          </p:spTgt>
                                        </p:tgtEl>
                                        <p:attrNameLst>
                                          <p:attrName>style.visibility</p:attrName>
                                        </p:attrNameLst>
                                      </p:cBhvr>
                                      <p:to>
                                        <p:strVal val="visible"/>
                                      </p:to>
                                    </p:set>
                                    <p:animEffect transition="in" filter="fade">
                                      <p:cBhvr>
                                        <p:cTn id="122" dur="500"/>
                                        <p:tgtEl>
                                          <p:spTgt spid="436">
                                            <p:txEl>
                                              <p:pRg st="23" end="23"/>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436">
                                            <p:txEl>
                                              <p:pRg st="24" end="24"/>
                                            </p:txEl>
                                          </p:spTgt>
                                        </p:tgtEl>
                                        <p:attrNameLst>
                                          <p:attrName>style.visibility</p:attrName>
                                        </p:attrNameLst>
                                      </p:cBhvr>
                                      <p:to>
                                        <p:strVal val="visible"/>
                                      </p:to>
                                    </p:set>
                                    <p:animEffect transition="in" filter="fade">
                                      <p:cBhvr>
                                        <p:cTn id="127" dur="500"/>
                                        <p:tgtEl>
                                          <p:spTgt spid="436">
                                            <p:txEl>
                                              <p:pRg st="24" end="24"/>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436">
                                            <p:txEl>
                                              <p:pRg st="25" end="25"/>
                                            </p:txEl>
                                          </p:spTgt>
                                        </p:tgtEl>
                                        <p:attrNameLst>
                                          <p:attrName>style.visibility</p:attrName>
                                        </p:attrNameLst>
                                      </p:cBhvr>
                                      <p:to>
                                        <p:strVal val="visible"/>
                                      </p:to>
                                    </p:set>
                                    <p:animEffect transition="in" filter="fade">
                                      <p:cBhvr>
                                        <p:cTn id="132" dur="500"/>
                                        <p:tgtEl>
                                          <p:spTgt spid="436">
                                            <p:txEl>
                                              <p:pRg st="25" end="25"/>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436">
                                            <p:txEl>
                                              <p:pRg st="26" end="26"/>
                                            </p:txEl>
                                          </p:spTgt>
                                        </p:tgtEl>
                                        <p:attrNameLst>
                                          <p:attrName>style.visibility</p:attrName>
                                        </p:attrNameLst>
                                      </p:cBhvr>
                                      <p:to>
                                        <p:strVal val="visible"/>
                                      </p:to>
                                    </p:set>
                                    <p:animEffect transition="in" filter="fade">
                                      <p:cBhvr>
                                        <p:cTn id="137" dur="500"/>
                                        <p:tgtEl>
                                          <p:spTgt spid="436">
                                            <p:txEl>
                                              <p:pRg st="26" end="26"/>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nodeType="clickEffect">
                                  <p:stCondLst>
                                    <p:cond delay="0"/>
                                  </p:stCondLst>
                                  <p:childTnLst>
                                    <p:set>
                                      <p:cBhvr>
                                        <p:cTn id="141" dur="1" fill="hold">
                                          <p:stCondLst>
                                            <p:cond delay="0"/>
                                          </p:stCondLst>
                                        </p:cTn>
                                        <p:tgtEl>
                                          <p:spTgt spid="436">
                                            <p:txEl>
                                              <p:pRg st="27" end="27"/>
                                            </p:txEl>
                                          </p:spTgt>
                                        </p:tgtEl>
                                        <p:attrNameLst>
                                          <p:attrName>style.visibility</p:attrName>
                                        </p:attrNameLst>
                                      </p:cBhvr>
                                      <p:to>
                                        <p:strVal val="visible"/>
                                      </p:to>
                                    </p:set>
                                    <p:animEffect transition="in" filter="fade">
                                      <p:cBhvr>
                                        <p:cTn id="142" dur="500"/>
                                        <p:tgtEl>
                                          <p:spTgt spid="436">
                                            <p:txEl>
                                              <p:pRg st="27" end="27"/>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436">
                                            <p:txEl>
                                              <p:pRg st="28" end="28"/>
                                            </p:txEl>
                                          </p:spTgt>
                                        </p:tgtEl>
                                        <p:attrNameLst>
                                          <p:attrName>style.visibility</p:attrName>
                                        </p:attrNameLst>
                                      </p:cBhvr>
                                      <p:to>
                                        <p:strVal val="visible"/>
                                      </p:to>
                                    </p:set>
                                    <p:animEffect transition="in" filter="fade">
                                      <p:cBhvr>
                                        <p:cTn id="147" dur="500"/>
                                        <p:tgtEl>
                                          <p:spTgt spid="436">
                                            <p:txEl>
                                              <p:pRg st="28" end="28"/>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436">
                                            <p:txEl>
                                              <p:pRg st="29" end="29"/>
                                            </p:txEl>
                                          </p:spTgt>
                                        </p:tgtEl>
                                        <p:attrNameLst>
                                          <p:attrName>style.visibility</p:attrName>
                                        </p:attrNameLst>
                                      </p:cBhvr>
                                      <p:to>
                                        <p:strVal val="visible"/>
                                      </p:to>
                                    </p:set>
                                    <p:animEffect transition="in" filter="fade">
                                      <p:cBhvr>
                                        <p:cTn id="152" dur="500"/>
                                        <p:tgtEl>
                                          <p:spTgt spid="436">
                                            <p:txEl>
                                              <p:pRg st="29" end="29"/>
                                            </p:txEl>
                                          </p:spTgt>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436">
                                            <p:txEl>
                                              <p:pRg st="30" end="30"/>
                                            </p:txEl>
                                          </p:spTgt>
                                        </p:tgtEl>
                                        <p:attrNameLst>
                                          <p:attrName>style.visibility</p:attrName>
                                        </p:attrNameLst>
                                      </p:cBhvr>
                                      <p:to>
                                        <p:strVal val="visible"/>
                                      </p:to>
                                    </p:set>
                                    <p:animEffect transition="in" filter="fade">
                                      <p:cBhvr>
                                        <p:cTn id="157" dur="500"/>
                                        <p:tgtEl>
                                          <p:spTgt spid="436">
                                            <p:txEl>
                                              <p:pRg st="30" end="30"/>
                                            </p:txEl>
                                          </p:spTgt>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nodeType="clickEffect">
                                  <p:stCondLst>
                                    <p:cond delay="0"/>
                                  </p:stCondLst>
                                  <p:childTnLst>
                                    <p:set>
                                      <p:cBhvr>
                                        <p:cTn id="161" dur="1" fill="hold">
                                          <p:stCondLst>
                                            <p:cond delay="0"/>
                                          </p:stCondLst>
                                        </p:cTn>
                                        <p:tgtEl>
                                          <p:spTgt spid="436">
                                            <p:txEl>
                                              <p:pRg st="31" end="31"/>
                                            </p:txEl>
                                          </p:spTgt>
                                        </p:tgtEl>
                                        <p:attrNameLst>
                                          <p:attrName>style.visibility</p:attrName>
                                        </p:attrNameLst>
                                      </p:cBhvr>
                                      <p:to>
                                        <p:strVal val="visible"/>
                                      </p:to>
                                    </p:set>
                                    <p:animEffect transition="in" filter="fade">
                                      <p:cBhvr>
                                        <p:cTn id="162" dur="500"/>
                                        <p:tgtEl>
                                          <p:spTgt spid="436">
                                            <p:txEl>
                                              <p:pRg st="31" end="31"/>
                                            </p:txEl>
                                          </p:spTgt>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nodeType="clickEffect">
                                  <p:stCondLst>
                                    <p:cond delay="0"/>
                                  </p:stCondLst>
                                  <p:childTnLst>
                                    <p:set>
                                      <p:cBhvr>
                                        <p:cTn id="166" dur="1" fill="hold">
                                          <p:stCondLst>
                                            <p:cond delay="0"/>
                                          </p:stCondLst>
                                        </p:cTn>
                                        <p:tgtEl>
                                          <p:spTgt spid="436">
                                            <p:txEl>
                                              <p:pRg st="32" end="32"/>
                                            </p:txEl>
                                          </p:spTgt>
                                        </p:tgtEl>
                                        <p:attrNameLst>
                                          <p:attrName>style.visibility</p:attrName>
                                        </p:attrNameLst>
                                      </p:cBhvr>
                                      <p:to>
                                        <p:strVal val="visible"/>
                                      </p:to>
                                    </p:set>
                                    <p:animEffect transition="in" filter="fade">
                                      <p:cBhvr>
                                        <p:cTn id="167" dur="500"/>
                                        <p:tgtEl>
                                          <p:spTgt spid="436">
                                            <p:txEl>
                                              <p:pRg st="32" end="32"/>
                                            </p:txEl>
                                          </p:spTgt>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nodeType="clickEffect">
                                  <p:stCondLst>
                                    <p:cond delay="0"/>
                                  </p:stCondLst>
                                  <p:childTnLst>
                                    <p:set>
                                      <p:cBhvr>
                                        <p:cTn id="171" dur="1" fill="hold">
                                          <p:stCondLst>
                                            <p:cond delay="0"/>
                                          </p:stCondLst>
                                        </p:cTn>
                                        <p:tgtEl>
                                          <p:spTgt spid="436">
                                            <p:txEl>
                                              <p:pRg st="33" end="33"/>
                                            </p:txEl>
                                          </p:spTgt>
                                        </p:tgtEl>
                                        <p:attrNameLst>
                                          <p:attrName>style.visibility</p:attrName>
                                        </p:attrNameLst>
                                      </p:cBhvr>
                                      <p:to>
                                        <p:strVal val="visible"/>
                                      </p:to>
                                    </p:set>
                                    <p:animEffect transition="in" filter="fade">
                                      <p:cBhvr>
                                        <p:cTn id="172" dur="500"/>
                                        <p:tgtEl>
                                          <p:spTgt spid="436">
                                            <p:txEl>
                                              <p:pRg st="33" end="33"/>
                                            </p:txEl>
                                          </p:spTgt>
                                        </p:tgtEl>
                                      </p:cBhvr>
                                    </p:animEffec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nodeType="clickEffect">
                                  <p:stCondLst>
                                    <p:cond delay="0"/>
                                  </p:stCondLst>
                                  <p:childTnLst>
                                    <p:set>
                                      <p:cBhvr>
                                        <p:cTn id="176" dur="1" fill="hold">
                                          <p:stCondLst>
                                            <p:cond delay="0"/>
                                          </p:stCondLst>
                                        </p:cTn>
                                        <p:tgtEl>
                                          <p:spTgt spid="436">
                                            <p:txEl>
                                              <p:pRg st="34" end="34"/>
                                            </p:txEl>
                                          </p:spTgt>
                                        </p:tgtEl>
                                        <p:attrNameLst>
                                          <p:attrName>style.visibility</p:attrName>
                                        </p:attrNameLst>
                                      </p:cBhvr>
                                      <p:to>
                                        <p:strVal val="visible"/>
                                      </p:to>
                                    </p:set>
                                    <p:animEffect transition="in" filter="fade">
                                      <p:cBhvr>
                                        <p:cTn id="177" dur="500"/>
                                        <p:tgtEl>
                                          <p:spTgt spid="436">
                                            <p:txEl>
                                              <p:pRg st="34" end="34"/>
                                            </p:txEl>
                                          </p:spTgt>
                                        </p:tgtEl>
                                      </p:cBhvr>
                                    </p:animEffect>
                                  </p:childTnLst>
                                </p:cTn>
                              </p:par>
                            </p:childTnLst>
                          </p:cTn>
                        </p:par>
                      </p:childTnLst>
                    </p:cTn>
                  </p:par>
                  <p:par>
                    <p:cTn id="178" fill="hold">
                      <p:stCondLst>
                        <p:cond delay="indefinite"/>
                      </p:stCondLst>
                      <p:childTnLst>
                        <p:par>
                          <p:cTn id="179" fill="hold">
                            <p:stCondLst>
                              <p:cond delay="0"/>
                            </p:stCondLst>
                            <p:childTnLst>
                              <p:par>
                                <p:cTn id="180" presetID="10" presetClass="entr" presetSubtype="0" fill="hold" nodeType="clickEffect">
                                  <p:stCondLst>
                                    <p:cond delay="0"/>
                                  </p:stCondLst>
                                  <p:childTnLst>
                                    <p:set>
                                      <p:cBhvr>
                                        <p:cTn id="181" dur="1" fill="hold">
                                          <p:stCondLst>
                                            <p:cond delay="0"/>
                                          </p:stCondLst>
                                        </p:cTn>
                                        <p:tgtEl>
                                          <p:spTgt spid="436">
                                            <p:txEl>
                                              <p:pRg st="35" end="35"/>
                                            </p:txEl>
                                          </p:spTgt>
                                        </p:tgtEl>
                                        <p:attrNameLst>
                                          <p:attrName>style.visibility</p:attrName>
                                        </p:attrNameLst>
                                      </p:cBhvr>
                                      <p:to>
                                        <p:strVal val="visible"/>
                                      </p:to>
                                    </p:set>
                                    <p:animEffect transition="in" filter="fade">
                                      <p:cBhvr>
                                        <p:cTn id="182" dur="500"/>
                                        <p:tgtEl>
                                          <p:spTgt spid="436">
                                            <p:txEl>
                                              <p:pRg st="35" end="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7"/>
          <p:cNvSpPr txBox="1">
            <a:spLocks noGrp="1"/>
          </p:cNvSpPr>
          <p:nvPr>
            <p:ph type="title"/>
          </p:nvPr>
        </p:nvSpPr>
        <p:spPr>
          <a:xfrm>
            <a:off x="1559496" y="573162"/>
            <a:ext cx="8305800" cy="106680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Multiplication Method</a:t>
            </a:r>
            <a:endParaRPr/>
          </a:p>
        </p:txBody>
      </p:sp>
      <p:sp>
        <p:nvSpPr>
          <p:cNvPr id="445" name="Google Shape;445;p27"/>
          <p:cNvSpPr txBox="1">
            <a:spLocks noGrp="1"/>
          </p:cNvSpPr>
          <p:nvPr>
            <p:ph type="body" idx="1"/>
          </p:nvPr>
        </p:nvSpPr>
        <p:spPr>
          <a:xfrm>
            <a:off x="551384" y="1844824"/>
            <a:ext cx="11161239" cy="4248472"/>
          </a:xfrm>
          <a:prstGeom prst="rect">
            <a:avLst/>
          </a:prstGeom>
          <a:noFill/>
          <a:ln>
            <a:noFill/>
          </a:ln>
        </p:spPr>
        <p:txBody>
          <a:bodyPr spcFirstLastPara="1" wrap="square" lIns="91425" tIns="91425" rIns="91425" bIns="91425" anchor="t" anchorCtr="0">
            <a:no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n-US" sz="2800">
                <a:solidFill>
                  <a:srgbClr val="CC3300"/>
                </a:solidFill>
              </a:rPr>
              <a:t>Disadvantage:</a:t>
            </a:r>
            <a:r>
              <a:rPr lang="en-US" sz="2800"/>
              <a:t> Slower than the division method.</a:t>
            </a:r>
            <a:endParaRPr/>
          </a:p>
          <a:p>
            <a:pPr marL="457200" marR="0" lvl="0" indent="-355600" algn="l" rtl="0">
              <a:lnSpc>
                <a:spcPct val="90000"/>
              </a:lnSpc>
              <a:spcBef>
                <a:spcPts val="1200"/>
              </a:spcBef>
              <a:spcAft>
                <a:spcPts val="0"/>
              </a:spcAft>
              <a:buClr>
                <a:schemeClr val="accent1"/>
              </a:buClr>
              <a:buSzPts val="2000"/>
              <a:buFont typeface="Calibri"/>
              <a:buChar char=" "/>
            </a:pPr>
            <a:r>
              <a:rPr lang="en-US" sz="2800">
                <a:solidFill>
                  <a:srgbClr val="CC3300"/>
                </a:solidFill>
              </a:rPr>
              <a:t>Advantage:</a:t>
            </a:r>
            <a:r>
              <a:rPr lang="en-US" sz="2800"/>
              <a:t> Value of </a:t>
            </a:r>
            <a:r>
              <a:rPr lang="en-US" sz="2800" i="1"/>
              <a:t>m</a:t>
            </a:r>
            <a:r>
              <a:rPr lang="en-US" sz="2800"/>
              <a:t> is not critical.</a:t>
            </a:r>
            <a:endParaRPr/>
          </a:p>
          <a:p>
            <a:pPr marL="914400" lvl="1" indent="-342900" algn="l" rtl="0">
              <a:lnSpc>
                <a:spcPct val="90000"/>
              </a:lnSpc>
              <a:spcBef>
                <a:spcPts val="200"/>
              </a:spcBef>
              <a:spcAft>
                <a:spcPts val="0"/>
              </a:spcAft>
              <a:buSzPts val="1800"/>
              <a:buChar char="◦"/>
            </a:pPr>
            <a:r>
              <a:rPr lang="en-US" sz="2400"/>
              <a:t>Typically chosen as a power of 2, i.e., </a:t>
            </a:r>
            <a:r>
              <a:rPr lang="en-US" sz="2400" i="1"/>
              <a:t>m = 2</a:t>
            </a:r>
            <a:r>
              <a:rPr lang="en-US" sz="2400" i="1" baseline="30000"/>
              <a:t>p</a:t>
            </a:r>
            <a:r>
              <a:rPr lang="en-US" sz="2400"/>
              <a:t>,</a:t>
            </a:r>
            <a:r>
              <a:rPr lang="en-US" sz="2400" i="1"/>
              <a:t> </a:t>
            </a:r>
            <a:r>
              <a:rPr lang="en-US" sz="2400"/>
              <a:t>which makes implementation easy.</a:t>
            </a:r>
            <a:endParaRPr/>
          </a:p>
          <a:p>
            <a:pPr marL="457200" marR="0" lvl="0" indent="-228600" algn="l" rtl="0">
              <a:lnSpc>
                <a:spcPct val="90000"/>
              </a:lnSpc>
              <a:spcBef>
                <a:spcPts val="1200"/>
              </a:spcBef>
              <a:spcAft>
                <a:spcPts val="0"/>
              </a:spcAft>
              <a:buClr>
                <a:schemeClr val="accent1"/>
              </a:buClr>
              <a:buSzPts val="2000"/>
              <a:buFont typeface="Calibri"/>
              <a:buNone/>
            </a:pPr>
            <a:endParaRPr/>
          </a:p>
          <a:p>
            <a:pPr marL="457200" marR="0" lvl="0" indent="-355600" algn="l" rtl="0">
              <a:lnSpc>
                <a:spcPct val="90000"/>
              </a:lnSpc>
              <a:spcBef>
                <a:spcPts val="1200"/>
              </a:spcBef>
              <a:spcAft>
                <a:spcPts val="0"/>
              </a:spcAft>
              <a:buClr>
                <a:schemeClr val="accent1"/>
              </a:buClr>
              <a:buSzPts val="2000"/>
              <a:buFont typeface="Calibri"/>
              <a:buChar char=" "/>
            </a:pPr>
            <a:r>
              <a:rPr lang="en-US" sz="2800" u="sng">
                <a:solidFill>
                  <a:schemeClr val="hlink"/>
                </a:solidFill>
              </a:rPr>
              <a:t>Example:</a:t>
            </a:r>
            <a:r>
              <a:rPr lang="en-US" sz="2800" i="1"/>
              <a:t> m = </a:t>
            </a:r>
            <a:r>
              <a:rPr lang="en-US" sz="2800"/>
              <a:t>1000</a:t>
            </a:r>
            <a:r>
              <a:rPr lang="en-US" sz="2800" i="1"/>
              <a:t>, k = </a:t>
            </a:r>
            <a:r>
              <a:rPr lang="en-US" sz="2800"/>
              <a:t>123</a:t>
            </a:r>
            <a:r>
              <a:rPr lang="en-US" sz="2800" i="1"/>
              <a:t>, A </a:t>
            </a:r>
            <a:r>
              <a:rPr lang="en-US" sz="2800"/>
              <a:t>≈ 0.6180339887</a:t>
            </a:r>
            <a:r>
              <a:rPr lang="en-US" sz="2800" i="1"/>
              <a:t>…</a:t>
            </a:r>
            <a:endParaRPr/>
          </a:p>
          <a:p>
            <a:pPr marL="457200" lvl="0" indent="-355600" algn="l" rtl="0">
              <a:lnSpc>
                <a:spcPct val="90000"/>
              </a:lnSpc>
              <a:spcBef>
                <a:spcPts val="1200"/>
              </a:spcBef>
              <a:spcAft>
                <a:spcPts val="0"/>
              </a:spcAft>
              <a:buSzPts val="2000"/>
              <a:buFont typeface="Noto Sans Symbols"/>
              <a:buNone/>
            </a:pPr>
            <a:r>
              <a:rPr lang="en-US" sz="2800" i="1"/>
              <a:t>h</a:t>
            </a:r>
            <a:r>
              <a:rPr lang="en-US" sz="2800"/>
              <a:t>(</a:t>
            </a:r>
            <a:r>
              <a:rPr lang="en-US" sz="2800" i="1"/>
              <a:t>k</a:t>
            </a:r>
            <a:r>
              <a:rPr lang="en-US" sz="2800"/>
              <a:t>)</a:t>
            </a:r>
            <a:r>
              <a:rPr lang="en-US" sz="2800" i="1"/>
              <a:t> = </a:t>
            </a:r>
            <a:r>
              <a:rPr lang="en-US" sz="2400">
                <a:latin typeface="SimSun"/>
                <a:ea typeface="SimSun"/>
                <a:cs typeface="SimSun"/>
                <a:sym typeface="SimSun"/>
              </a:rPr>
              <a:t>⎣</a:t>
            </a:r>
            <a:r>
              <a:rPr lang="en-US" sz="2800"/>
              <a:t>1000(123 * 0.6180339887 )</a:t>
            </a:r>
            <a:r>
              <a:rPr lang="en-US" sz="2400"/>
              <a:t>⎦ </a:t>
            </a:r>
            <a:endParaRPr/>
          </a:p>
          <a:p>
            <a:pPr marL="457200" lvl="0" indent="-355600" algn="l" rtl="0">
              <a:lnSpc>
                <a:spcPct val="90000"/>
              </a:lnSpc>
              <a:spcBef>
                <a:spcPts val="1200"/>
              </a:spcBef>
              <a:spcAft>
                <a:spcPts val="0"/>
              </a:spcAft>
              <a:buSzPts val="2000"/>
              <a:buFont typeface="Noto Sans Symbols"/>
              <a:buNone/>
            </a:pPr>
            <a:r>
              <a:rPr lang="en-US" sz="2800"/>
              <a:t>        = ⎣1000 ( 76.018... ⎦ . </a:t>
            </a:r>
            <a:endParaRPr/>
          </a:p>
          <a:p>
            <a:pPr marL="457200" lvl="0" indent="-355600" algn="l" rtl="0">
              <a:lnSpc>
                <a:spcPct val="90000"/>
              </a:lnSpc>
              <a:spcBef>
                <a:spcPts val="1200"/>
              </a:spcBef>
              <a:spcAft>
                <a:spcPts val="0"/>
              </a:spcAft>
              <a:buSzPts val="2000"/>
              <a:buFont typeface="Noto Sans Symbols"/>
              <a:buNone/>
            </a:pPr>
            <a:r>
              <a:rPr lang="en-US" sz="2800"/>
              <a:t>        = ⎣1000 ( .018... )⎦ </a:t>
            </a:r>
            <a:r>
              <a:rPr lang="en-US" sz="2800" i="1"/>
              <a:t>= </a:t>
            </a:r>
            <a:r>
              <a:rPr lang="en-US" sz="2800"/>
              <a:t>18</a:t>
            </a:r>
            <a:endParaRPr/>
          </a:p>
        </p:txBody>
      </p:sp>
      <p:pic>
        <p:nvPicPr>
          <p:cNvPr id="446" name="Google Shape;446;p27"/>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28"/>
          <p:cNvSpPr txBox="1">
            <a:spLocks noGrp="1"/>
          </p:cNvSpPr>
          <p:nvPr>
            <p:ph type="title"/>
          </p:nvPr>
        </p:nvSpPr>
        <p:spPr>
          <a:xfrm>
            <a:off x="1491214" y="476672"/>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Mid-Square Hashing</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455" name="Google Shape;455;p28"/>
          <p:cNvSpPr txBox="1">
            <a:spLocks noGrp="1"/>
          </p:cNvSpPr>
          <p:nvPr>
            <p:ph type="body" idx="1"/>
          </p:nvPr>
        </p:nvSpPr>
        <p:spPr>
          <a:xfrm>
            <a:off x="381000" y="1600201"/>
            <a:ext cx="11331624" cy="4525963"/>
          </a:xfrm>
          <a:prstGeom prst="rect">
            <a:avLst/>
          </a:prstGeom>
          <a:noFill/>
          <a:ln>
            <a:noFill/>
          </a:ln>
        </p:spPr>
        <p:txBody>
          <a:bodyPr spcFirstLastPara="1" wrap="square" lIns="91425" tIns="91425" rIns="91425" bIns="91425" anchor="t" anchorCtr="0">
            <a:noAutofit/>
          </a:bodyPr>
          <a:lstStyle/>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The mid-square hashing suggests to take square of the key and extract the middle digits of the squared key as address</a:t>
            </a:r>
            <a:endParaRPr/>
          </a:p>
          <a:p>
            <a:pPr marL="1944688" lvl="0" indent="-420370" algn="just" rtl="0">
              <a:lnSpc>
                <a:spcPct val="9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The difficulty is when the key is large. As the entire key participates in the address calculation, if the key is large, then it is very difficult to store the square of it as the square of key should not exceed the storage limit</a:t>
            </a:r>
            <a:endParaRPr/>
          </a:p>
          <a:p>
            <a:pPr marL="1944688" lvl="0" indent="-420370" algn="just" rtl="0">
              <a:lnSpc>
                <a:spcPct val="9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So mid-square is used when the key size is less than or equal to 4 digits</a:t>
            </a:r>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pic>
        <p:nvPicPr>
          <p:cNvPr id="456" name="Google Shape;456;p28"/>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5">
                                            <p:txEl>
                                              <p:pRg st="0" end="0"/>
                                            </p:txEl>
                                          </p:spTgt>
                                        </p:tgtEl>
                                        <p:attrNameLst>
                                          <p:attrName>style.visibility</p:attrName>
                                        </p:attrNameLst>
                                      </p:cBhvr>
                                      <p:to>
                                        <p:strVal val="visible"/>
                                      </p:to>
                                    </p:set>
                                    <p:animEffect transition="in" filter="fade">
                                      <p:cBhvr>
                                        <p:cTn id="7" dur="500"/>
                                        <p:tgtEl>
                                          <p:spTgt spid="4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5">
                                            <p:txEl>
                                              <p:pRg st="1" end="1"/>
                                            </p:txEl>
                                          </p:spTgt>
                                        </p:tgtEl>
                                        <p:attrNameLst>
                                          <p:attrName>style.visibility</p:attrName>
                                        </p:attrNameLst>
                                      </p:cBhvr>
                                      <p:to>
                                        <p:strVal val="visible"/>
                                      </p:to>
                                    </p:set>
                                    <p:animEffect transition="in" filter="fade">
                                      <p:cBhvr>
                                        <p:cTn id="12" dur="500"/>
                                        <p:tgtEl>
                                          <p:spTgt spid="4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5">
                                            <p:txEl>
                                              <p:pRg st="2" end="2"/>
                                            </p:txEl>
                                          </p:spTgt>
                                        </p:tgtEl>
                                        <p:attrNameLst>
                                          <p:attrName>style.visibility</p:attrName>
                                        </p:attrNameLst>
                                      </p:cBhvr>
                                      <p:to>
                                        <p:strVal val="visible"/>
                                      </p:to>
                                    </p:set>
                                    <p:animEffect transition="in" filter="fade">
                                      <p:cBhvr>
                                        <p:cTn id="17" dur="500"/>
                                        <p:tgtEl>
                                          <p:spTgt spid="4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55">
                                            <p:txEl>
                                              <p:pRg st="3" end="3"/>
                                            </p:txEl>
                                          </p:spTgt>
                                        </p:tgtEl>
                                        <p:attrNameLst>
                                          <p:attrName>style.visibility</p:attrName>
                                        </p:attrNameLst>
                                      </p:cBhvr>
                                      <p:to>
                                        <p:strVal val="visible"/>
                                      </p:to>
                                    </p:set>
                                    <p:animEffect transition="in" filter="fade">
                                      <p:cBhvr>
                                        <p:cTn id="22" dur="500"/>
                                        <p:tgtEl>
                                          <p:spTgt spid="4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5">
                                            <p:txEl>
                                              <p:pRg st="4" end="4"/>
                                            </p:txEl>
                                          </p:spTgt>
                                        </p:tgtEl>
                                        <p:attrNameLst>
                                          <p:attrName>style.visibility</p:attrName>
                                        </p:attrNameLst>
                                      </p:cBhvr>
                                      <p:to>
                                        <p:strVal val="visible"/>
                                      </p:to>
                                    </p:set>
                                    <p:animEffect transition="in" filter="fade">
                                      <p:cBhvr>
                                        <p:cTn id="27" dur="500"/>
                                        <p:tgtEl>
                                          <p:spTgt spid="4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55">
                                            <p:txEl>
                                              <p:pRg st="5" end="5"/>
                                            </p:txEl>
                                          </p:spTgt>
                                        </p:tgtEl>
                                        <p:attrNameLst>
                                          <p:attrName>style.visibility</p:attrName>
                                        </p:attrNameLst>
                                      </p:cBhvr>
                                      <p:to>
                                        <p:strVal val="visible"/>
                                      </p:to>
                                    </p:set>
                                    <p:animEffect transition="in" filter="fade">
                                      <p:cBhvr>
                                        <p:cTn id="32" dur="500"/>
                                        <p:tgtEl>
                                          <p:spTgt spid="4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29"/>
          <p:cNvSpPr txBox="1">
            <a:spLocks noGrp="1"/>
          </p:cNvSpPr>
          <p:nvPr>
            <p:ph type="title"/>
          </p:nvPr>
        </p:nvSpPr>
        <p:spPr>
          <a:xfrm>
            <a:off x="1464668" y="491517"/>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Keys and addresses using mid-square</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pic>
        <p:nvPicPr>
          <p:cNvPr id="465" name="Google Shape;465;p29" descr="Picture1.png"/>
          <p:cNvPicPr preferRelativeResize="0">
            <a:picLocks noGrp="1"/>
          </p:cNvPicPr>
          <p:nvPr>
            <p:ph type="body" idx="1"/>
          </p:nvPr>
        </p:nvPicPr>
        <p:blipFill rotWithShape="1">
          <a:blip r:embed="rId3">
            <a:alphaModFix/>
          </a:blip>
          <a:srcRect/>
          <a:stretch/>
        </p:blipFill>
        <p:spPr>
          <a:xfrm>
            <a:off x="2495600" y="2198606"/>
            <a:ext cx="6241788" cy="2054182"/>
          </a:xfrm>
          <a:prstGeom prst="rect">
            <a:avLst/>
          </a:prstGeom>
          <a:noFill/>
          <a:ln>
            <a:noFill/>
          </a:ln>
        </p:spPr>
      </p:pic>
      <p:sp>
        <p:nvSpPr>
          <p:cNvPr id="466" name="Google Shape;466;p29"/>
          <p:cNvSpPr/>
          <p:nvPr/>
        </p:nvSpPr>
        <p:spPr>
          <a:xfrm>
            <a:off x="407368" y="4509120"/>
            <a:ext cx="11449272" cy="83099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The difficulty of storing larger numbers square can be overcome if for squaring we use few of digits of key instead of the whole key</a:t>
            </a:r>
            <a:endParaRPr sz="2400" b="0" i="0" u="none" strike="noStrike" cap="none">
              <a:solidFill>
                <a:srgbClr val="000000"/>
              </a:solidFill>
              <a:latin typeface="Times New Roman"/>
              <a:ea typeface="Times New Roman"/>
              <a:cs typeface="Times New Roman"/>
              <a:sym typeface="Times New Roman"/>
            </a:endParaRPr>
          </a:p>
        </p:txBody>
      </p:sp>
      <p:pic>
        <p:nvPicPr>
          <p:cNvPr id="467" name="Google Shape;467;p29"/>
          <p:cNvPicPr preferRelativeResize="0"/>
          <p:nvPr/>
        </p:nvPicPr>
        <p:blipFill rotWithShape="1">
          <a:blip r:embed="rId4">
            <a:alphaModFix/>
          </a:blip>
          <a:srcRect/>
          <a:stretch/>
        </p:blipFill>
        <p:spPr>
          <a:xfrm>
            <a:off x="195070" y="286604"/>
            <a:ext cx="1269598" cy="114849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30"/>
          <p:cNvSpPr txBox="1">
            <a:spLocks noGrp="1"/>
          </p:cNvSpPr>
          <p:nvPr>
            <p:ph type="title"/>
          </p:nvPr>
        </p:nvSpPr>
        <p:spPr>
          <a:xfrm>
            <a:off x="1461234" y="31062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Keys and addresses using mid-square</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476" name="Google Shape;476;p30"/>
          <p:cNvSpPr txBox="1">
            <a:spLocks noGrp="1"/>
          </p:cNvSpPr>
          <p:nvPr>
            <p:ph type="body" idx="1"/>
          </p:nvPr>
        </p:nvSpPr>
        <p:spPr>
          <a:xfrm>
            <a:off x="1097280" y="1845734"/>
            <a:ext cx="10058400" cy="4023360"/>
          </a:xfrm>
          <a:prstGeom prst="rect">
            <a:avLst/>
          </a:prstGeom>
          <a:noFill/>
          <a:ln>
            <a:noFill/>
          </a:ln>
        </p:spPr>
        <p:txBody>
          <a:bodyPr spcFirstLastPara="1" wrap="square" lIns="91425" tIns="91425" rIns="91425" bIns="91425" anchor="t" anchorCtr="0">
            <a:noAutofit/>
          </a:bodyPr>
          <a:lstStyle/>
          <a:p>
            <a:pPr marL="457200" lvl="0" indent="-355600" algn="just" rtl="0">
              <a:lnSpc>
                <a:spcPct val="90000"/>
              </a:lnSpc>
              <a:spcBef>
                <a:spcPts val="0"/>
              </a:spcBef>
              <a:spcAft>
                <a:spcPts val="0"/>
              </a:spcAft>
              <a:buSzPts val="2000"/>
              <a:buChar char=" "/>
            </a:pPr>
            <a:r>
              <a:rPr lang="en-US" sz="2400">
                <a:latin typeface="Times New Roman"/>
                <a:ea typeface="Times New Roman"/>
                <a:cs typeface="Times New Roman"/>
                <a:sym typeface="Times New Roman"/>
              </a:rPr>
              <a:t>We can select a portion of key if key is larger in size and then square the portion of it</a:t>
            </a:r>
            <a:endParaRPr/>
          </a:p>
          <a:p>
            <a:pPr marL="457200" lvl="0" indent="-228600" algn="just" rtl="0">
              <a:lnSpc>
                <a:spcPct val="90000"/>
              </a:lnSpc>
              <a:spcBef>
                <a:spcPts val="0"/>
              </a:spcBef>
              <a:spcAft>
                <a:spcPts val="0"/>
              </a:spcAft>
              <a:buSzPts val="2000"/>
              <a:buNone/>
            </a:pPr>
            <a:endParaRPr/>
          </a:p>
        </p:txBody>
      </p:sp>
      <p:graphicFrame>
        <p:nvGraphicFramePr>
          <p:cNvPr id="477" name="Google Shape;477;p30"/>
          <p:cNvGraphicFramePr/>
          <p:nvPr/>
        </p:nvGraphicFramePr>
        <p:xfrm>
          <a:off x="1631504" y="3140968"/>
          <a:ext cx="8037525" cy="2249000"/>
        </p:xfrm>
        <a:graphic>
          <a:graphicData uri="http://schemas.openxmlformats.org/drawingml/2006/table">
            <a:tbl>
              <a:tblPr firstRow="1" bandRow="1">
                <a:noFill/>
                <a:tableStyleId>{A454858E-DCAB-4BCF-8197-45F7E5E23E0C}</a:tableStyleId>
              </a:tblPr>
              <a:tblGrid>
                <a:gridCol w="2679175"/>
                <a:gridCol w="2679175"/>
                <a:gridCol w="2679175"/>
              </a:tblGrid>
              <a:tr h="829925">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Key </a:t>
                      </a:r>
                      <a:endParaRPr sz="2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Square</a:t>
                      </a:r>
                      <a:endParaRPr sz="2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Hashed Address</a:t>
                      </a:r>
                      <a:endParaRPr sz="2400" u="none" strike="noStrike" cap="none"/>
                    </a:p>
                  </a:txBody>
                  <a:tcPr marL="91450" marR="91450" marT="45725" marB="45725"/>
                </a:tc>
              </a:tr>
              <a:tr h="589150">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234137</a:t>
                      </a:r>
                      <a:endParaRPr sz="2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234*234=54756</a:t>
                      </a:r>
                      <a:endParaRPr sz="2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475</a:t>
                      </a:r>
                      <a:endParaRPr sz="2400" u="none" strike="noStrike" cap="none"/>
                    </a:p>
                  </a:txBody>
                  <a:tcPr marL="91450" marR="91450" marT="45725" marB="45725"/>
                </a:tc>
              </a:tr>
              <a:tr h="829925">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567187</a:t>
                      </a:r>
                      <a:endParaRPr sz="2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567*567=321489</a:t>
                      </a:r>
                      <a:endParaRPr sz="2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148</a:t>
                      </a:r>
                      <a:endParaRPr sz="2400" u="none" strike="noStrike" cap="none"/>
                    </a:p>
                  </a:txBody>
                  <a:tcPr marL="91450" marR="91450" marT="45725" marB="45725"/>
                </a:tc>
              </a:tr>
            </a:tbl>
          </a:graphicData>
        </a:graphic>
      </p:graphicFrame>
      <p:pic>
        <p:nvPicPr>
          <p:cNvPr id="478" name="Google Shape;478;p30"/>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31"/>
          <p:cNvSpPr txBox="1">
            <a:spLocks noGrp="1"/>
          </p:cNvSpPr>
          <p:nvPr>
            <p:ph type="title"/>
          </p:nvPr>
        </p:nvSpPr>
        <p:spPr>
          <a:xfrm>
            <a:off x="1559496" y="286604"/>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Folding Technique </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487" name="Google Shape;487;p31"/>
          <p:cNvSpPr txBox="1">
            <a:spLocks noGrp="1"/>
          </p:cNvSpPr>
          <p:nvPr>
            <p:ph type="body" idx="1"/>
          </p:nvPr>
        </p:nvSpPr>
        <p:spPr>
          <a:xfrm>
            <a:off x="407368" y="1988840"/>
            <a:ext cx="11084496" cy="4525963"/>
          </a:xfrm>
          <a:prstGeom prst="rect">
            <a:avLst/>
          </a:prstGeom>
          <a:noFill/>
          <a:ln>
            <a:noFill/>
          </a:ln>
        </p:spPr>
        <p:txBody>
          <a:bodyPr spcFirstLastPara="1" wrap="square" lIns="91425" tIns="91425" rIns="91425" bIns="91425" anchor="t" anchorCtr="0">
            <a:noAutofit/>
          </a:bodyPr>
          <a:lstStyle/>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In folding technique, the key is subdivided into subparts that are combined or folded and then combined to form the address</a:t>
            </a:r>
            <a:endParaRPr/>
          </a:p>
          <a:p>
            <a:pPr marL="1944688" lvl="0" indent="-420370" algn="just" rtl="0">
              <a:lnSpc>
                <a:spcPct val="9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For the key with digits, we can subdivide the digits in three parts, add them up, and use the result as an address.</a:t>
            </a:r>
            <a:endParaRPr/>
          </a:p>
          <a:p>
            <a:pPr marL="1944688" lvl="0" indent="-420370" algn="just" rtl="0">
              <a:lnSpc>
                <a:spcPct val="9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Here the size of subparts of key could be as that of the address</a:t>
            </a:r>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pic>
        <p:nvPicPr>
          <p:cNvPr id="488" name="Google Shape;488;p31"/>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7">
                                            <p:txEl>
                                              <p:pRg st="0" end="0"/>
                                            </p:txEl>
                                          </p:spTgt>
                                        </p:tgtEl>
                                        <p:attrNameLst>
                                          <p:attrName>style.visibility</p:attrName>
                                        </p:attrNameLst>
                                      </p:cBhvr>
                                      <p:to>
                                        <p:strVal val="visible"/>
                                      </p:to>
                                    </p:set>
                                    <p:animEffect transition="in" filter="fade">
                                      <p:cBhvr>
                                        <p:cTn id="7" dur="500"/>
                                        <p:tgtEl>
                                          <p:spTgt spid="4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7">
                                            <p:txEl>
                                              <p:pRg st="1" end="1"/>
                                            </p:txEl>
                                          </p:spTgt>
                                        </p:tgtEl>
                                        <p:attrNameLst>
                                          <p:attrName>style.visibility</p:attrName>
                                        </p:attrNameLst>
                                      </p:cBhvr>
                                      <p:to>
                                        <p:strVal val="visible"/>
                                      </p:to>
                                    </p:set>
                                    <p:animEffect transition="in" filter="fade">
                                      <p:cBhvr>
                                        <p:cTn id="12" dur="500"/>
                                        <p:tgtEl>
                                          <p:spTgt spid="4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7">
                                            <p:txEl>
                                              <p:pRg st="2" end="2"/>
                                            </p:txEl>
                                          </p:spTgt>
                                        </p:tgtEl>
                                        <p:attrNameLst>
                                          <p:attrName>style.visibility</p:attrName>
                                        </p:attrNameLst>
                                      </p:cBhvr>
                                      <p:to>
                                        <p:strVal val="visible"/>
                                      </p:to>
                                    </p:set>
                                    <p:animEffect transition="in" filter="fade">
                                      <p:cBhvr>
                                        <p:cTn id="17" dur="500"/>
                                        <p:tgtEl>
                                          <p:spTgt spid="4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87">
                                            <p:txEl>
                                              <p:pRg st="3" end="3"/>
                                            </p:txEl>
                                          </p:spTgt>
                                        </p:tgtEl>
                                        <p:attrNameLst>
                                          <p:attrName>style.visibility</p:attrName>
                                        </p:attrNameLst>
                                      </p:cBhvr>
                                      <p:to>
                                        <p:strVal val="visible"/>
                                      </p:to>
                                    </p:set>
                                    <p:animEffect transition="in" filter="fade">
                                      <p:cBhvr>
                                        <p:cTn id="22" dur="500"/>
                                        <p:tgtEl>
                                          <p:spTgt spid="4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87">
                                            <p:txEl>
                                              <p:pRg st="4" end="4"/>
                                            </p:txEl>
                                          </p:spTgt>
                                        </p:tgtEl>
                                        <p:attrNameLst>
                                          <p:attrName>style.visibility</p:attrName>
                                        </p:attrNameLst>
                                      </p:cBhvr>
                                      <p:to>
                                        <p:strVal val="visible"/>
                                      </p:to>
                                    </p:set>
                                    <p:animEffect transition="in" filter="fade">
                                      <p:cBhvr>
                                        <p:cTn id="27" dur="500"/>
                                        <p:tgtEl>
                                          <p:spTgt spid="4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87">
                                            <p:txEl>
                                              <p:pRg st="5" end="5"/>
                                            </p:txEl>
                                          </p:spTgt>
                                        </p:tgtEl>
                                        <p:attrNameLst>
                                          <p:attrName>style.visibility</p:attrName>
                                        </p:attrNameLst>
                                      </p:cBhvr>
                                      <p:to>
                                        <p:strVal val="visible"/>
                                      </p:to>
                                    </p:set>
                                    <p:animEffect transition="in" filter="fade">
                                      <p:cBhvr>
                                        <p:cTn id="32" dur="500"/>
                                        <p:tgtEl>
                                          <p:spTgt spid="4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32"/>
          <p:cNvSpPr txBox="1">
            <a:spLocks noGrp="1"/>
          </p:cNvSpPr>
          <p:nvPr>
            <p:ph type="title"/>
          </p:nvPr>
        </p:nvSpPr>
        <p:spPr>
          <a:xfrm>
            <a:off x="1775520" y="286604"/>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Folding Technique (contd…)</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497" name="Google Shape;497;p32"/>
          <p:cNvSpPr txBox="1">
            <a:spLocks noGrp="1"/>
          </p:cNvSpPr>
          <p:nvPr>
            <p:ph type="body" idx="1"/>
          </p:nvPr>
        </p:nvSpPr>
        <p:spPr>
          <a:xfrm>
            <a:off x="335360" y="1874837"/>
            <a:ext cx="11498560" cy="4983163"/>
          </a:xfrm>
          <a:prstGeom prst="rect">
            <a:avLst/>
          </a:prstGeom>
          <a:noFill/>
          <a:ln>
            <a:noFill/>
          </a:ln>
        </p:spPr>
        <p:txBody>
          <a:bodyPr spcFirstLastPara="1" wrap="square" lIns="91425" tIns="91425" rIns="91425" bIns="91425" anchor="t" anchorCtr="0">
            <a:noAutofit/>
          </a:bodyPr>
          <a:lstStyle/>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There are two types of folding methods:</a:t>
            </a:r>
            <a:endParaRPr/>
          </a:p>
          <a:p>
            <a:pPr marL="1944688" lvl="0" indent="-420370" algn="just" rtl="0">
              <a:lnSpc>
                <a:spcPct val="9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Fold shift </a:t>
            </a:r>
            <a:r>
              <a:rPr lang="en-US" sz="2400">
                <a:latin typeface="Times New Roman"/>
                <a:ea typeface="Times New Roman"/>
                <a:cs typeface="Times New Roman"/>
                <a:sym typeface="Times New Roman"/>
              </a:rPr>
              <a:t>— Key value is divided into several parts of that of the size of the address. Left, right, and middle parts are added</a:t>
            </a:r>
            <a:endParaRPr/>
          </a:p>
          <a:p>
            <a:pPr marL="1944688" lvl="0" indent="-420370" algn="just" rtl="0">
              <a:lnSpc>
                <a:spcPct val="9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Fold boundary </a:t>
            </a:r>
            <a:r>
              <a:rPr lang="en-US" sz="2400">
                <a:latin typeface="Times New Roman"/>
                <a:ea typeface="Times New Roman"/>
                <a:cs typeface="Times New Roman"/>
                <a:sym typeface="Times New Roman"/>
              </a:rPr>
              <a:t>— Key value is divided into parts of that of the size of the address. Left and right parts are folded on fixed boundary between them and the centre part</a:t>
            </a:r>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pic>
        <p:nvPicPr>
          <p:cNvPr id="498" name="Google Shape;498;p32"/>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3"/>
          <p:cNvSpPr txBox="1">
            <a:spLocks noGrp="1"/>
          </p:cNvSpPr>
          <p:nvPr>
            <p:ph type="title"/>
          </p:nvPr>
        </p:nvSpPr>
        <p:spPr>
          <a:xfrm>
            <a:off x="1500043" y="286604"/>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Folding Technique</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507" name="Google Shape;507;p33"/>
          <p:cNvSpPr txBox="1">
            <a:spLocks noGrp="1"/>
          </p:cNvSpPr>
          <p:nvPr>
            <p:ph type="body" idx="1"/>
          </p:nvPr>
        </p:nvSpPr>
        <p:spPr>
          <a:xfrm>
            <a:off x="685800" y="1988840"/>
            <a:ext cx="11098832" cy="4137324"/>
          </a:xfrm>
          <a:prstGeom prst="rect">
            <a:avLst/>
          </a:prstGeom>
          <a:noFill/>
          <a:ln>
            <a:noFill/>
          </a:ln>
        </p:spPr>
        <p:txBody>
          <a:bodyPr spcFirstLastPara="1" wrap="square" lIns="91425" tIns="91425" rIns="91425" bIns="91425" anchor="t" anchorCtr="0">
            <a:noAutofit/>
          </a:bodyPr>
          <a:lstStyle/>
          <a:p>
            <a:pPr marL="1944688" lvl="0" indent="-565150" algn="just" rtl="0">
              <a:lnSpc>
                <a:spcPct val="70000"/>
              </a:lnSpc>
              <a:spcBef>
                <a:spcPts val="1200"/>
              </a:spcBef>
              <a:spcAft>
                <a:spcPts val="0"/>
              </a:spcAft>
              <a:buClr>
                <a:srgbClr val="A8CDD7"/>
              </a:buClr>
              <a:buSzPts val="2242"/>
              <a:buFont typeface="Noto Sans Symbols"/>
              <a:buChar char="❖"/>
            </a:pPr>
            <a:r>
              <a:rPr lang="en-US" sz="2360">
                <a:latin typeface="Times New Roman"/>
                <a:ea typeface="Times New Roman"/>
                <a:cs typeface="Times New Roman"/>
                <a:sym typeface="Times New Roman"/>
              </a:rPr>
              <a:t>For example, if the key is 987654321, it is understood as Left 987 Centre 654 Right 321</a:t>
            </a:r>
            <a:endParaRPr/>
          </a:p>
          <a:p>
            <a:pPr marL="1944688" lvl="0" indent="-565150" algn="just" rtl="0">
              <a:lnSpc>
                <a:spcPct val="70000"/>
              </a:lnSpc>
              <a:spcBef>
                <a:spcPts val="1200"/>
              </a:spcBef>
              <a:spcAft>
                <a:spcPts val="0"/>
              </a:spcAft>
              <a:buClr>
                <a:srgbClr val="A8CDD7"/>
              </a:buClr>
              <a:buSzPts val="2242"/>
              <a:buFont typeface="Noto Sans Symbols"/>
              <a:buChar char="❖"/>
            </a:pPr>
            <a:r>
              <a:rPr lang="en-US" sz="2360">
                <a:latin typeface="Times New Roman"/>
                <a:ea typeface="Times New Roman"/>
                <a:cs typeface="Times New Roman"/>
                <a:sym typeface="Times New Roman"/>
              </a:rPr>
              <a:t>For fold shift, addition is </a:t>
            </a:r>
            <a:endParaRPr/>
          </a:p>
          <a:p>
            <a:pPr marL="1944688" lvl="0" indent="-565150" algn="just" rtl="0">
              <a:lnSpc>
                <a:spcPct val="70000"/>
              </a:lnSpc>
              <a:spcBef>
                <a:spcPts val="1200"/>
              </a:spcBef>
              <a:spcAft>
                <a:spcPts val="0"/>
              </a:spcAft>
              <a:buClr>
                <a:srgbClr val="A8CDD7"/>
              </a:buClr>
              <a:buSzPts val="2242"/>
              <a:buFont typeface="Noto Sans Symbols"/>
              <a:buChar char="❖"/>
            </a:pPr>
            <a:r>
              <a:rPr lang="en-US" sz="2360">
                <a:latin typeface="Times New Roman"/>
                <a:ea typeface="Times New Roman"/>
                <a:cs typeface="Times New Roman"/>
                <a:sym typeface="Times New Roman"/>
              </a:rPr>
              <a:t>		987 + 654 + 321 = 1962</a:t>
            </a:r>
            <a:endParaRPr/>
          </a:p>
          <a:p>
            <a:pPr marL="1944688" lvl="0" indent="-422783" algn="just" rtl="0">
              <a:lnSpc>
                <a:spcPct val="70000"/>
              </a:lnSpc>
              <a:spcBef>
                <a:spcPts val="1200"/>
              </a:spcBef>
              <a:spcAft>
                <a:spcPts val="0"/>
              </a:spcAft>
              <a:buClr>
                <a:srgbClr val="A8CDD7"/>
              </a:buClr>
              <a:buSzPts val="2242"/>
              <a:buFont typeface="Noto Sans Symbols"/>
              <a:buNone/>
            </a:pPr>
            <a:endParaRPr sz="2360">
              <a:latin typeface="Times New Roman"/>
              <a:ea typeface="Times New Roman"/>
              <a:cs typeface="Times New Roman"/>
              <a:sym typeface="Times New Roman"/>
            </a:endParaRPr>
          </a:p>
          <a:p>
            <a:pPr marL="1944688" lvl="0" indent="-565150" algn="just" rtl="0">
              <a:lnSpc>
                <a:spcPct val="70000"/>
              </a:lnSpc>
              <a:spcBef>
                <a:spcPts val="1200"/>
              </a:spcBef>
              <a:spcAft>
                <a:spcPts val="0"/>
              </a:spcAft>
              <a:buClr>
                <a:srgbClr val="A8CDD7"/>
              </a:buClr>
              <a:buSzPts val="2242"/>
              <a:buFont typeface="Noto Sans Symbols"/>
              <a:buChar char="❖"/>
            </a:pPr>
            <a:r>
              <a:rPr lang="en-US" sz="2360">
                <a:latin typeface="Times New Roman"/>
                <a:ea typeface="Times New Roman"/>
                <a:cs typeface="Times New Roman"/>
                <a:sym typeface="Times New Roman"/>
              </a:rPr>
              <a:t>Now discard digit 1 and the address is 962</a:t>
            </a:r>
            <a:endParaRPr/>
          </a:p>
          <a:p>
            <a:pPr marL="1944688" lvl="0" indent="-565150" algn="just" rtl="0">
              <a:lnSpc>
                <a:spcPct val="70000"/>
              </a:lnSpc>
              <a:spcBef>
                <a:spcPts val="1200"/>
              </a:spcBef>
              <a:spcAft>
                <a:spcPts val="0"/>
              </a:spcAft>
              <a:buClr>
                <a:srgbClr val="A8CDD7"/>
              </a:buClr>
              <a:buSzPts val="2242"/>
              <a:buFont typeface="Noto Sans Symbols"/>
              <a:buChar char="❖"/>
            </a:pPr>
            <a:r>
              <a:rPr lang="en-US" sz="2360">
                <a:latin typeface="Times New Roman"/>
                <a:ea typeface="Times New Roman"/>
                <a:cs typeface="Times New Roman"/>
                <a:sym typeface="Times New Roman"/>
              </a:rPr>
              <a:t>For fold boundary, addition of reverse part is </a:t>
            </a:r>
            <a:endParaRPr/>
          </a:p>
          <a:p>
            <a:pPr marL="1944688" lvl="0" indent="-565150" algn="just" rtl="0">
              <a:lnSpc>
                <a:spcPct val="70000"/>
              </a:lnSpc>
              <a:spcBef>
                <a:spcPts val="1200"/>
              </a:spcBef>
              <a:spcAft>
                <a:spcPts val="0"/>
              </a:spcAft>
              <a:buClr>
                <a:srgbClr val="A8CDD7"/>
              </a:buClr>
              <a:buSzPts val="2242"/>
              <a:buFont typeface="Noto Sans Symbols"/>
              <a:buChar char="❖"/>
            </a:pPr>
            <a:r>
              <a:rPr lang="en-US" sz="2360">
                <a:latin typeface="Times New Roman"/>
                <a:ea typeface="Times New Roman"/>
                <a:cs typeface="Times New Roman"/>
                <a:sym typeface="Times New Roman"/>
              </a:rPr>
              <a:t>		789 + 456 + 123 = 1368</a:t>
            </a:r>
            <a:endParaRPr/>
          </a:p>
          <a:p>
            <a:pPr marL="1944688" lvl="0" indent="-422783" algn="just" rtl="0">
              <a:lnSpc>
                <a:spcPct val="70000"/>
              </a:lnSpc>
              <a:spcBef>
                <a:spcPts val="1200"/>
              </a:spcBef>
              <a:spcAft>
                <a:spcPts val="0"/>
              </a:spcAft>
              <a:buClr>
                <a:srgbClr val="A8CDD7"/>
              </a:buClr>
              <a:buSzPts val="2242"/>
              <a:buFont typeface="Noto Sans Symbols"/>
              <a:buNone/>
            </a:pPr>
            <a:endParaRPr sz="2360">
              <a:latin typeface="Times New Roman"/>
              <a:ea typeface="Times New Roman"/>
              <a:cs typeface="Times New Roman"/>
              <a:sym typeface="Times New Roman"/>
            </a:endParaRPr>
          </a:p>
          <a:p>
            <a:pPr marL="1944688" lvl="0" indent="-565150" algn="just" rtl="0">
              <a:lnSpc>
                <a:spcPct val="70000"/>
              </a:lnSpc>
              <a:spcBef>
                <a:spcPts val="1200"/>
              </a:spcBef>
              <a:spcAft>
                <a:spcPts val="0"/>
              </a:spcAft>
              <a:buClr>
                <a:srgbClr val="A8CDD7"/>
              </a:buClr>
              <a:buSzPts val="2242"/>
              <a:buFont typeface="Noto Sans Symbols"/>
              <a:buChar char="❖"/>
            </a:pPr>
            <a:r>
              <a:rPr lang="en-US" sz="2360">
                <a:latin typeface="Times New Roman"/>
                <a:ea typeface="Times New Roman"/>
                <a:cs typeface="Times New Roman"/>
                <a:sym typeface="Times New Roman"/>
              </a:rPr>
              <a:t> Discard digit 1 and the address is 368</a:t>
            </a:r>
            <a:endParaRPr/>
          </a:p>
          <a:p>
            <a:pPr marL="457200" marR="0" lvl="0" indent="-228600" algn="l" rtl="0">
              <a:lnSpc>
                <a:spcPct val="70000"/>
              </a:lnSpc>
              <a:spcBef>
                <a:spcPts val="1200"/>
              </a:spcBef>
              <a:spcAft>
                <a:spcPts val="0"/>
              </a:spcAft>
              <a:buClr>
                <a:schemeClr val="accent1"/>
              </a:buClr>
              <a:buSzPts val="2000"/>
              <a:buFont typeface="Calibri"/>
              <a:buNone/>
            </a:pPr>
            <a:endParaRPr sz="800"/>
          </a:p>
        </p:txBody>
      </p:sp>
      <p:pic>
        <p:nvPicPr>
          <p:cNvPr id="508" name="Google Shape;508;p33"/>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7">
                                            <p:txEl>
                                              <p:pRg st="0" end="0"/>
                                            </p:txEl>
                                          </p:spTgt>
                                        </p:tgtEl>
                                        <p:attrNameLst>
                                          <p:attrName>style.visibility</p:attrName>
                                        </p:attrNameLst>
                                      </p:cBhvr>
                                      <p:to>
                                        <p:strVal val="visible"/>
                                      </p:to>
                                    </p:set>
                                    <p:animEffect transition="in" filter="fade">
                                      <p:cBhvr>
                                        <p:cTn id="7" dur="500"/>
                                        <p:tgtEl>
                                          <p:spTgt spid="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7">
                                            <p:txEl>
                                              <p:pRg st="1" end="1"/>
                                            </p:txEl>
                                          </p:spTgt>
                                        </p:tgtEl>
                                        <p:attrNameLst>
                                          <p:attrName>style.visibility</p:attrName>
                                        </p:attrNameLst>
                                      </p:cBhvr>
                                      <p:to>
                                        <p:strVal val="visible"/>
                                      </p:to>
                                    </p:set>
                                    <p:animEffect transition="in" filter="fade">
                                      <p:cBhvr>
                                        <p:cTn id="12" dur="500"/>
                                        <p:tgtEl>
                                          <p:spTgt spid="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7">
                                            <p:txEl>
                                              <p:pRg st="2" end="2"/>
                                            </p:txEl>
                                          </p:spTgt>
                                        </p:tgtEl>
                                        <p:attrNameLst>
                                          <p:attrName>style.visibility</p:attrName>
                                        </p:attrNameLst>
                                      </p:cBhvr>
                                      <p:to>
                                        <p:strVal val="visible"/>
                                      </p:to>
                                    </p:set>
                                    <p:animEffect transition="in" filter="fade">
                                      <p:cBhvr>
                                        <p:cTn id="17" dur="500"/>
                                        <p:tgtEl>
                                          <p:spTgt spid="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7">
                                            <p:txEl>
                                              <p:pRg st="3" end="3"/>
                                            </p:txEl>
                                          </p:spTgt>
                                        </p:tgtEl>
                                        <p:attrNameLst>
                                          <p:attrName>style.visibility</p:attrName>
                                        </p:attrNameLst>
                                      </p:cBhvr>
                                      <p:to>
                                        <p:strVal val="visible"/>
                                      </p:to>
                                    </p:set>
                                    <p:animEffect transition="in" filter="fade">
                                      <p:cBhvr>
                                        <p:cTn id="22" dur="500"/>
                                        <p:tgtEl>
                                          <p:spTgt spid="5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7">
                                            <p:txEl>
                                              <p:pRg st="4" end="4"/>
                                            </p:txEl>
                                          </p:spTgt>
                                        </p:tgtEl>
                                        <p:attrNameLst>
                                          <p:attrName>style.visibility</p:attrName>
                                        </p:attrNameLst>
                                      </p:cBhvr>
                                      <p:to>
                                        <p:strVal val="visible"/>
                                      </p:to>
                                    </p:set>
                                    <p:animEffect transition="in" filter="fade">
                                      <p:cBhvr>
                                        <p:cTn id="27" dur="500"/>
                                        <p:tgtEl>
                                          <p:spTgt spid="5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07">
                                            <p:txEl>
                                              <p:pRg st="5" end="5"/>
                                            </p:txEl>
                                          </p:spTgt>
                                        </p:tgtEl>
                                        <p:attrNameLst>
                                          <p:attrName>style.visibility</p:attrName>
                                        </p:attrNameLst>
                                      </p:cBhvr>
                                      <p:to>
                                        <p:strVal val="visible"/>
                                      </p:to>
                                    </p:set>
                                    <p:animEffect transition="in" filter="fade">
                                      <p:cBhvr>
                                        <p:cTn id="32" dur="500"/>
                                        <p:tgtEl>
                                          <p:spTgt spid="5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07">
                                            <p:txEl>
                                              <p:pRg st="6" end="6"/>
                                            </p:txEl>
                                          </p:spTgt>
                                        </p:tgtEl>
                                        <p:attrNameLst>
                                          <p:attrName>style.visibility</p:attrName>
                                        </p:attrNameLst>
                                      </p:cBhvr>
                                      <p:to>
                                        <p:strVal val="visible"/>
                                      </p:to>
                                    </p:set>
                                    <p:animEffect transition="in" filter="fade">
                                      <p:cBhvr>
                                        <p:cTn id="37" dur="500"/>
                                        <p:tgtEl>
                                          <p:spTgt spid="50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07">
                                            <p:txEl>
                                              <p:pRg st="7" end="7"/>
                                            </p:txEl>
                                          </p:spTgt>
                                        </p:tgtEl>
                                        <p:attrNameLst>
                                          <p:attrName>style.visibility</p:attrName>
                                        </p:attrNameLst>
                                      </p:cBhvr>
                                      <p:to>
                                        <p:strVal val="visible"/>
                                      </p:to>
                                    </p:set>
                                    <p:animEffect transition="in" filter="fade">
                                      <p:cBhvr>
                                        <p:cTn id="42" dur="500"/>
                                        <p:tgtEl>
                                          <p:spTgt spid="50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07">
                                            <p:txEl>
                                              <p:pRg st="8" end="8"/>
                                            </p:txEl>
                                          </p:spTgt>
                                        </p:tgtEl>
                                        <p:attrNameLst>
                                          <p:attrName>style.visibility</p:attrName>
                                        </p:attrNameLst>
                                      </p:cBhvr>
                                      <p:to>
                                        <p:strVal val="visible"/>
                                      </p:to>
                                    </p:set>
                                    <p:animEffect transition="in" filter="fade">
                                      <p:cBhvr>
                                        <p:cTn id="47" dur="500"/>
                                        <p:tgtEl>
                                          <p:spTgt spid="50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07">
                                            <p:txEl>
                                              <p:pRg st="9" end="9"/>
                                            </p:txEl>
                                          </p:spTgt>
                                        </p:tgtEl>
                                        <p:attrNameLst>
                                          <p:attrName>style.visibility</p:attrName>
                                        </p:attrNameLst>
                                      </p:cBhvr>
                                      <p:to>
                                        <p:strVal val="visible"/>
                                      </p:to>
                                    </p:set>
                                    <p:animEffect transition="in" filter="fade">
                                      <p:cBhvr>
                                        <p:cTn id="52" dur="500"/>
                                        <p:tgtEl>
                                          <p:spTgt spid="50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7" name="Google Shape;517;p34"/>
          <p:cNvSpPr txBox="1"/>
          <p:nvPr/>
        </p:nvSpPr>
        <p:spPr>
          <a:xfrm>
            <a:off x="1643881" y="298513"/>
            <a:ext cx="82296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Extraction Method</a:t>
            </a:r>
            <a:endParaRPr sz="4800" b="0" i="0" u="none" strike="noStrike" cap="none">
              <a:solidFill>
                <a:srgbClr val="00B050"/>
              </a:solidFill>
              <a:latin typeface="Times New Roman"/>
              <a:ea typeface="Times New Roman"/>
              <a:cs typeface="Times New Roman"/>
              <a:sym typeface="Times New Roman"/>
            </a:endParaRPr>
          </a:p>
        </p:txBody>
      </p:sp>
      <p:sp>
        <p:nvSpPr>
          <p:cNvPr id="518" name="Google Shape;518;p34"/>
          <p:cNvSpPr txBox="1"/>
          <p:nvPr/>
        </p:nvSpPr>
        <p:spPr>
          <a:xfrm>
            <a:off x="685800" y="1905001"/>
            <a:ext cx="11098832" cy="4602163"/>
          </a:xfrm>
          <a:prstGeom prst="rect">
            <a:avLst/>
          </a:prstGeom>
          <a:noFill/>
          <a:ln>
            <a:noFill/>
          </a:ln>
        </p:spPr>
        <p:txBody>
          <a:bodyPr spcFirstLastPara="1" wrap="square" lIns="0" tIns="45700" rIns="18275" bIns="45700" anchor="t" anchorCtr="0">
            <a:noAutofit/>
          </a:bodyPr>
          <a:lstStyle/>
          <a:p>
            <a:pPr marL="1944688" marR="45720" lvl="0" indent="-565150" algn="just" rtl="0">
              <a:lnSpc>
                <a:spcPct val="100000"/>
              </a:lnSpc>
              <a:spcBef>
                <a:spcPts val="0"/>
              </a:spcBef>
              <a:spcAft>
                <a:spcPts val="0"/>
              </a:spcAft>
              <a:buClr>
                <a:srgbClr val="A8CDD7"/>
              </a:buClr>
              <a:buSzPts val="2280"/>
              <a:buFont typeface="Noto Sans Symbols"/>
              <a:buChar char="❖"/>
            </a:pPr>
            <a:r>
              <a:rPr lang="en-US" sz="2400" b="0" i="0" u="none" strike="noStrike" cap="none">
                <a:solidFill>
                  <a:srgbClr val="000000"/>
                </a:solidFill>
                <a:latin typeface="Times New Roman"/>
                <a:ea typeface="Times New Roman"/>
                <a:cs typeface="Times New Roman"/>
                <a:sym typeface="Times New Roman"/>
              </a:rPr>
              <a:t>When a portion of the key is used for the address calculation, the technique is called as the extraction method</a:t>
            </a:r>
            <a:endParaRPr sz="1400" b="0" i="0" u="none" strike="noStrike" cap="none">
              <a:solidFill>
                <a:srgbClr val="000000"/>
              </a:solidFill>
              <a:latin typeface="Arial"/>
              <a:ea typeface="Arial"/>
              <a:cs typeface="Arial"/>
              <a:sym typeface="Arial"/>
            </a:endParaRPr>
          </a:p>
          <a:p>
            <a:pPr marL="1944688" marR="45720" lvl="0" indent="-420370" algn="just" rtl="0">
              <a:lnSpc>
                <a:spcPct val="100000"/>
              </a:lnSpc>
              <a:spcBef>
                <a:spcPts val="480"/>
              </a:spcBef>
              <a:spcAft>
                <a:spcPts val="0"/>
              </a:spcAft>
              <a:buClr>
                <a:srgbClr val="A8CDD7"/>
              </a:buClr>
              <a:buSzPts val="228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100000"/>
              </a:lnSpc>
              <a:spcBef>
                <a:spcPts val="480"/>
              </a:spcBef>
              <a:spcAft>
                <a:spcPts val="0"/>
              </a:spcAft>
              <a:buClr>
                <a:srgbClr val="A8CDD7"/>
              </a:buClr>
              <a:buSzPts val="2280"/>
              <a:buFont typeface="Noto Sans Symbols"/>
              <a:buChar char="❖"/>
            </a:pPr>
            <a:r>
              <a:rPr lang="en-US" sz="2400" b="0" i="0" u="none" strike="noStrike" cap="none">
                <a:solidFill>
                  <a:srgbClr val="000000"/>
                </a:solidFill>
                <a:latin typeface="Times New Roman"/>
                <a:ea typeface="Times New Roman"/>
                <a:cs typeface="Times New Roman"/>
                <a:sym typeface="Times New Roman"/>
              </a:rPr>
              <a:t>In digit extraction, few digits are selected and extracted from the key which are used as the address</a:t>
            </a:r>
            <a:endParaRPr sz="1400" b="0" i="0" u="none" strike="noStrike" cap="none">
              <a:solidFill>
                <a:srgbClr val="000000"/>
              </a:solidFill>
              <a:latin typeface="Arial"/>
              <a:ea typeface="Arial"/>
              <a:cs typeface="Arial"/>
              <a:sym typeface="Arial"/>
            </a:endParaRPr>
          </a:p>
        </p:txBody>
      </p:sp>
      <p:pic>
        <p:nvPicPr>
          <p:cNvPr id="519" name="Google Shape;519;p34"/>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7" name="Google Shape;527;p35"/>
          <p:cNvSpPr txBox="1"/>
          <p:nvPr/>
        </p:nvSpPr>
        <p:spPr>
          <a:xfrm>
            <a:off x="1556558" y="301594"/>
            <a:ext cx="10300082" cy="1417638"/>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Keys and addresses using digit extraction</a:t>
            </a:r>
            <a:endParaRPr sz="4800" b="0" i="0" u="none" strike="noStrike" cap="none">
              <a:solidFill>
                <a:srgbClr val="00B050"/>
              </a:solidFill>
              <a:latin typeface="Times New Roman"/>
              <a:ea typeface="Times New Roman"/>
              <a:cs typeface="Times New Roman"/>
              <a:sym typeface="Times New Roman"/>
            </a:endParaRPr>
          </a:p>
        </p:txBody>
      </p:sp>
      <p:graphicFrame>
        <p:nvGraphicFramePr>
          <p:cNvPr id="528" name="Google Shape;528;p35"/>
          <p:cNvGraphicFramePr/>
          <p:nvPr/>
        </p:nvGraphicFramePr>
        <p:xfrm>
          <a:off x="3124200" y="2209800"/>
          <a:ext cx="6096000" cy="1737400"/>
        </p:xfrm>
        <a:graphic>
          <a:graphicData uri="http://schemas.openxmlformats.org/drawingml/2006/table">
            <a:tbl>
              <a:tblPr firstRow="1" bandRow="1">
                <a:noFill/>
                <a:tableStyleId>{A454858E-DCAB-4BCF-8197-45F7E5E23E0C}</a:tableStyleId>
              </a:tblPr>
              <a:tblGrid>
                <a:gridCol w="3048000"/>
                <a:gridCol w="3048000"/>
              </a:tblGrid>
              <a:tr h="370850">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chemeClr val="dk1"/>
                          </a:solidFill>
                        </a:rPr>
                        <a:t>Key</a:t>
                      </a:r>
                      <a:endParaRPr sz="2400" u="none" strike="noStrike" cap="none">
                        <a:solidFill>
                          <a:schemeClr val="dk1"/>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chemeClr val="dk1"/>
                          </a:solidFill>
                        </a:rPr>
                        <a:t>Hashed Address</a:t>
                      </a:r>
                      <a:endParaRPr sz="2400" u="none" strike="noStrike" cap="none">
                        <a:solidFill>
                          <a:schemeClr val="dk1"/>
                        </a:solidFill>
                      </a:endParaRPr>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0C0C0C"/>
                          </a:solidFill>
                          <a:latin typeface="Times New Roman"/>
                          <a:ea typeface="Times New Roman"/>
                          <a:cs typeface="Times New Roman"/>
                          <a:sym typeface="Times New Roman"/>
                        </a:rPr>
                        <a:t>345678</a:t>
                      </a:r>
                      <a:endParaRPr sz="2200" u="none" strike="noStrike" cap="none">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0C0C0C"/>
                          </a:solidFill>
                          <a:latin typeface="Times New Roman"/>
                          <a:ea typeface="Times New Roman"/>
                          <a:cs typeface="Times New Roman"/>
                          <a:sym typeface="Times New Roman"/>
                        </a:rPr>
                        <a:t>357</a:t>
                      </a:r>
                      <a:endParaRPr sz="2200" u="none" strike="noStrike" cap="none">
                        <a:solidFill>
                          <a:srgbClr val="0C0C0C"/>
                        </a:solidFill>
                        <a:latin typeface="Times New Roman"/>
                        <a:ea typeface="Times New Roman"/>
                        <a:cs typeface="Times New Roman"/>
                        <a:sym typeface="Times New Roman"/>
                      </a:endParaRPr>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0C0C0C"/>
                          </a:solidFill>
                          <a:latin typeface="Times New Roman"/>
                          <a:ea typeface="Times New Roman"/>
                          <a:cs typeface="Times New Roman"/>
                          <a:sym typeface="Times New Roman"/>
                        </a:rPr>
                        <a:t>234137</a:t>
                      </a:r>
                      <a:endParaRPr sz="2200" u="none" strike="noStrike" cap="none">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0C0C0C"/>
                          </a:solidFill>
                          <a:latin typeface="Times New Roman"/>
                          <a:ea typeface="Times New Roman"/>
                          <a:cs typeface="Times New Roman"/>
                          <a:sym typeface="Times New Roman"/>
                        </a:rPr>
                        <a:t>243</a:t>
                      </a:r>
                      <a:endParaRPr sz="2200" u="none" strike="noStrike" cap="none">
                        <a:solidFill>
                          <a:srgbClr val="0C0C0C"/>
                        </a:solidFill>
                        <a:latin typeface="Times New Roman"/>
                        <a:ea typeface="Times New Roman"/>
                        <a:cs typeface="Times New Roman"/>
                        <a:sym typeface="Times New Roman"/>
                      </a:endParaRPr>
                    </a:p>
                  </a:txBody>
                  <a:tcPr marL="91450" marR="91450" marT="45725" marB="45725"/>
                </a:tc>
              </a:tr>
              <a:tr h="370850">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0C0C0C"/>
                          </a:solidFill>
                          <a:latin typeface="Times New Roman"/>
                          <a:ea typeface="Times New Roman"/>
                          <a:cs typeface="Times New Roman"/>
                          <a:sym typeface="Times New Roman"/>
                        </a:rPr>
                        <a:t>952671</a:t>
                      </a:r>
                      <a:endParaRPr sz="2200" u="none" strike="noStrike" cap="none">
                        <a:solidFill>
                          <a:srgbClr val="0C0C0C"/>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0C0C0C"/>
                          </a:solidFill>
                          <a:latin typeface="Times New Roman"/>
                          <a:ea typeface="Times New Roman"/>
                          <a:cs typeface="Times New Roman"/>
                          <a:sym typeface="Times New Roman"/>
                        </a:rPr>
                        <a:t>927</a:t>
                      </a:r>
                      <a:endParaRPr sz="2200" u="none" strike="noStrike" cap="none">
                        <a:solidFill>
                          <a:srgbClr val="0C0C0C"/>
                        </a:solidFill>
                        <a:latin typeface="Times New Roman"/>
                        <a:ea typeface="Times New Roman"/>
                        <a:cs typeface="Times New Roman"/>
                        <a:sym typeface="Times New Roman"/>
                      </a:endParaRPr>
                    </a:p>
                  </a:txBody>
                  <a:tcPr marL="91450" marR="91450" marT="45725" marB="45725"/>
                </a:tc>
              </a:tr>
            </a:tbl>
          </a:graphicData>
        </a:graphic>
      </p:graphicFrame>
      <p:pic>
        <p:nvPicPr>
          <p:cNvPr id="529" name="Google Shape;529;p35"/>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7" name="Google Shape;537;p36"/>
          <p:cNvSpPr txBox="1"/>
          <p:nvPr/>
        </p:nvSpPr>
        <p:spPr>
          <a:xfrm>
            <a:off x="1981200" y="274638"/>
            <a:ext cx="82296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Universal Hashing</a:t>
            </a:r>
            <a:endParaRPr sz="4800" b="0" i="0" u="none" strike="noStrike" cap="none">
              <a:solidFill>
                <a:srgbClr val="00B050"/>
              </a:solidFill>
              <a:latin typeface="Times New Roman"/>
              <a:ea typeface="Times New Roman"/>
              <a:cs typeface="Times New Roman"/>
              <a:sym typeface="Times New Roman"/>
            </a:endParaRPr>
          </a:p>
        </p:txBody>
      </p:sp>
      <p:sp>
        <p:nvSpPr>
          <p:cNvPr id="538" name="Google Shape;538;p36"/>
          <p:cNvSpPr txBox="1"/>
          <p:nvPr/>
        </p:nvSpPr>
        <p:spPr>
          <a:xfrm>
            <a:off x="533400" y="1752601"/>
            <a:ext cx="10891192" cy="4602163"/>
          </a:xfrm>
          <a:prstGeom prst="rect">
            <a:avLst/>
          </a:prstGeom>
          <a:noFill/>
          <a:ln>
            <a:noFill/>
          </a:ln>
        </p:spPr>
        <p:txBody>
          <a:bodyPr spcFirstLastPara="1" wrap="square" lIns="0" tIns="45700" rIns="18275" bIns="45700" anchor="t" anchorCtr="0">
            <a:noAutofit/>
          </a:bodyPr>
          <a:lstStyle/>
          <a:p>
            <a:pPr marL="1944688" marR="45720" lvl="0" indent="-565150" algn="just" rtl="0">
              <a:lnSpc>
                <a:spcPct val="100000"/>
              </a:lnSpc>
              <a:spcBef>
                <a:spcPts val="0"/>
              </a:spcBef>
              <a:spcAft>
                <a:spcPts val="0"/>
              </a:spcAft>
              <a:buClr>
                <a:srgbClr val="A8CDD7"/>
              </a:buClr>
              <a:buSzPts val="2280"/>
              <a:buFont typeface="Noto Sans Symbols"/>
              <a:buChar char="❖"/>
            </a:pPr>
            <a:r>
              <a:rPr lang="en-US" sz="2400" b="0" i="0" u="none" strike="noStrike" cap="none">
                <a:solidFill>
                  <a:srgbClr val="000000"/>
                </a:solidFill>
                <a:latin typeface="Times New Roman"/>
                <a:ea typeface="Times New Roman"/>
                <a:cs typeface="Times New Roman"/>
                <a:sym typeface="Times New Roman"/>
              </a:rPr>
              <a:t>The main idea behind universal hashing is to select the hash function at random at run time from a carefully designed set of functions</a:t>
            </a:r>
            <a:endParaRPr sz="1400" b="0" i="0" u="none" strike="noStrike" cap="none">
              <a:solidFill>
                <a:srgbClr val="000000"/>
              </a:solidFill>
              <a:latin typeface="Arial"/>
              <a:ea typeface="Arial"/>
              <a:cs typeface="Arial"/>
              <a:sym typeface="Arial"/>
            </a:endParaRPr>
          </a:p>
          <a:p>
            <a:pPr marL="1944688" marR="45720" lvl="0" indent="-420370" algn="just" rtl="0">
              <a:lnSpc>
                <a:spcPct val="100000"/>
              </a:lnSpc>
              <a:spcBef>
                <a:spcPts val="480"/>
              </a:spcBef>
              <a:spcAft>
                <a:spcPts val="0"/>
              </a:spcAft>
              <a:buClr>
                <a:srgbClr val="A8CDD7"/>
              </a:buClr>
              <a:buSzPts val="228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100000"/>
              </a:lnSpc>
              <a:spcBef>
                <a:spcPts val="480"/>
              </a:spcBef>
              <a:spcAft>
                <a:spcPts val="0"/>
              </a:spcAft>
              <a:buClr>
                <a:srgbClr val="A8CDD7"/>
              </a:buClr>
              <a:buSzPts val="2280"/>
              <a:buFont typeface="Noto Sans Symbols"/>
              <a:buChar char="❖"/>
            </a:pPr>
            <a:r>
              <a:rPr lang="en-US" sz="2400" b="0" i="0" u="none" strike="noStrike" cap="none">
                <a:solidFill>
                  <a:srgbClr val="000000"/>
                </a:solidFill>
                <a:latin typeface="Times New Roman"/>
                <a:ea typeface="Times New Roman"/>
                <a:cs typeface="Times New Roman"/>
                <a:sym typeface="Times New Roman"/>
              </a:rPr>
              <a:t> Because of randomization, the algorithm can behave differently on each execution, even for the same input</a:t>
            </a:r>
            <a:endParaRPr sz="1400" b="0" i="0" u="none" strike="noStrike" cap="none">
              <a:solidFill>
                <a:srgbClr val="000000"/>
              </a:solidFill>
              <a:latin typeface="Arial"/>
              <a:ea typeface="Arial"/>
              <a:cs typeface="Arial"/>
              <a:sym typeface="Arial"/>
            </a:endParaRPr>
          </a:p>
          <a:p>
            <a:pPr marL="1944688" marR="45720" lvl="0" indent="-420370" algn="just" rtl="0">
              <a:lnSpc>
                <a:spcPct val="100000"/>
              </a:lnSpc>
              <a:spcBef>
                <a:spcPts val="480"/>
              </a:spcBef>
              <a:spcAft>
                <a:spcPts val="0"/>
              </a:spcAft>
              <a:buClr>
                <a:srgbClr val="A8CDD7"/>
              </a:buClr>
              <a:buSzPts val="228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100000"/>
              </a:lnSpc>
              <a:spcBef>
                <a:spcPts val="480"/>
              </a:spcBef>
              <a:spcAft>
                <a:spcPts val="0"/>
              </a:spcAft>
              <a:buClr>
                <a:srgbClr val="A8CDD7"/>
              </a:buClr>
              <a:buSzPts val="2280"/>
              <a:buFont typeface="Noto Sans Symbols"/>
              <a:buChar char="❖"/>
            </a:pPr>
            <a:r>
              <a:rPr lang="en-US" sz="2400" b="0" i="0" u="none" strike="noStrike" cap="none">
                <a:solidFill>
                  <a:srgbClr val="000000"/>
                </a:solidFill>
                <a:latin typeface="Times New Roman"/>
                <a:ea typeface="Times New Roman"/>
                <a:cs typeface="Times New Roman"/>
                <a:sym typeface="Times New Roman"/>
              </a:rPr>
              <a:t>This approach guarantees good average case performance, no matter what keys are provided as input</a:t>
            </a:r>
            <a:endParaRPr sz="1400" b="0" i="0" u="none" strike="noStrike" cap="none">
              <a:solidFill>
                <a:srgbClr val="000000"/>
              </a:solidFill>
              <a:latin typeface="Arial"/>
              <a:ea typeface="Arial"/>
              <a:cs typeface="Arial"/>
              <a:sym typeface="Arial"/>
            </a:endParaRPr>
          </a:p>
          <a:p>
            <a:pPr marL="1944688" marR="45720" lvl="0" indent="-432435" algn="just"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just"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just"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just"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just"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08305" algn="l" rtl="0">
              <a:lnSpc>
                <a:spcPct val="100000"/>
              </a:lnSpc>
              <a:spcBef>
                <a:spcPts val="520"/>
              </a:spcBef>
              <a:spcAft>
                <a:spcPts val="0"/>
              </a:spcAft>
              <a:buClr>
                <a:schemeClr val="accent3"/>
              </a:buClr>
              <a:buSzPts val="2470"/>
              <a:buFont typeface="Noto Sans Symbols"/>
              <a:buNone/>
            </a:pPr>
            <a:endParaRPr sz="2600" b="0" i="0" u="none" strike="noStrike" cap="none">
              <a:solidFill>
                <a:srgbClr val="D2FED4"/>
              </a:solidFill>
              <a:latin typeface="Arial"/>
              <a:ea typeface="Arial"/>
              <a:cs typeface="Arial"/>
              <a:sym typeface="Arial"/>
            </a:endParaRPr>
          </a:p>
        </p:txBody>
      </p:sp>
      <p:pic>
        <p:nvPicPr>
          <p:cNvPr id="539" name="Google Shape;539;p36"/>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8">
                                            <p:txEl>
                                              <p:pRg st="0" end="0"/>
                                            </p:txEl>
                                          </p:spTgt>
                                        </p:tgtEl>
                                        <p:attrNameLst>
                                          <p:attrName>style.visibility</p:attrName>
                                        </p:attrNameLst>
                                      </p:cBhvr>
                                      <p:to>
                                        <p:strVal val="visible"/>
                                      </p:to>
                                    </p:set>
                                    <p:animEffect transition="in" filter="fade">
                                      <p:cBhvr>
                                        <p:cTn id="7" dur="500"/>
                                        <p:tgtEl>
                                          <p:spTgt spid="5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8">
                                            <p:txEl>
                                              <p:pRg st="1" end="1"/>
                                            </p:txEl>
                                          </p:spTgt>
                                        </p:tgtEl>
                                        <p:attrNameLst>
                                          <p:attrName>style.visibility</p:attrName>
                                        </p:attrNameLst>
                                      </p:cBhvr>
                                      <p:to>
                                        <p:strVal val="visible"/>
                                      </p:to>
                                    </p:set>
                                    <p:animEffect transition="in" filter="fade">
                                      <p:cBhvr>
                                        <p:cTn id="12" dur="500"/>
                                        <p:tgtEl>
                                          <p:spTgt spid="5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8">
                                            <p:txEl>
                                              <p:pRg st="2" end="2"/>
                                            </p:txEl>
                                          </p:spTgt>
                                        </p:tgtEl>
                                        <p:attrNameLst>
                                          <p:attrName>style.visibility</p:attrName>
                                        </p:attrNameLst>
                                      </p:cBhvr>
                                      <p:to>
                                        <p:strVal val="visible"/>
                                      </p:to>
                                    </p:set>
                                    <p:animEffect transition="in" filter="fade">
                                      <p:cBhvr>
                                        <p:cTn id="17" dur="500"/>
                                        <p:tgtEl>
                                          <p:spTgt spid="5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8">
                                            <p:txEl>
                                              <p:pRg st="3" end="3"/>
                                            </p:txEl>
                                          </p:spTgt>
                                        </p:tgtEl>
                                        <p:attrNameLst>
                                          <p:attrName>style.visibility</p:attrName>
                                        </p:attrNameLst>
                                      </p:cBhvr>
                                      <p:to>
                                        <p:strVal val="visible"/>
                                      </p:to>
                                    </p:set>
                                    <p:animEffect transition="in" filter="fade">
                                      <p:cBhvr>
                                        <p:cTn id="22" dur="500"/>
                                        <p:tgtEl>
                                          <p:spTgt spid="5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38">
                                            <p:txEl>
                                              <p:pRg st="4" end="4"/>
                                            </p:txEl>
                                          </p:spTgt>
                                        </p:tgtEl>
                                        <p:attrNameLst>
                                          <p:attrName>style.visibility</p:attrName>
                                        </p:attrNameLst>
                                      </p:cBhvr>
                                      <p:to>
                                        <p:strVal val="visible"/>
                                      </p:to>
                                    </p:set>
                                    <p:animEffect transition="in" filter="fade">
                                      <p:cBhvr>
                                        <p:cTn id="27" dur="500"/>
                                        <p:tgtEl>
                                          <p:spTgt spid="53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8">
                                            <p:txEl>
                                              <p:pRg st="5" end="5"/>
                                            </p:txEl>
                                          </p:spTgt>
                                        </p:tgtEl>
                                        <p:attrNameLst>
                                          <p:attrName>style.visibility</p:attrName>
                                        </p:attrNameLst>
                                      </p:cBhvr>
                                      <p:to>
                                        <p:strVal val="visible"/>
                                      </p:to>
                                    </p:set>
                                    <p:animEffect transition="in" filter="fade">
                                      <p:cBhvr>
                                        <p:cTn id="32" dur="500"/>
                                        <p:tgtEl>
                                          <p:spTgt spid="53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38">
                                            <p:txEl>
                                              <p:pRg st="6" end="6"/>
                                            </p:txEl>
                                          </p:spTgt>
                                        </p:tgtEl>
                                        <p:attrNameLst>
                                          <p:attrName>style.visibility</p:attrName>
                                        </p:attrNameLst>
                                      </p:cBhvr>
                                      <p:to>
                                        <p:strVal val="visible"/>
                                      </p:to>
                                    </p:set>
                                    <p:animEffect transition="in" filter="fade">
                                      <p:cBhvr>
                                        <p:cTn id="37" dur="500"/>
                                        <p:tgtEl>
                                          <p:spTgt spid="53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38">
                                            <p:txEl>
                                              <p:pRg st="7" end="7"/>
                                            </p:txEl>
                                          </p:spTgt>
                                        </p:tgtEl>
                                        <p:attrNameLst>
                                          <p:attrName>style.visibility</p:attrName>
                                        </p:attrNameLst>
                                      </p:cBhvr>
                                      <p:to>
                                        <p:strVal val="visible"/>
                                      </p:to>
                                    </p:set>
                                    <p:animEffect transition="in" filter="fade">
                                      <p:cBhvr>
                                        <p:cTn id="42" dur="500"/>
                                        <p:tgtEl>
                                          <p:spTgt spid="53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38">
                                            <p:txEl>
                                              <p:pRg st="8" end="8"/>
                                            </p:txEl>
                                          </p:spTgt>
                                        </p:tgtEl>
                                        <p:attrNameLst>
                                          <p:attrName>style.visibility</p:attrName>
                                        </p:attrNameLst>
                                      </p:cBhvr>
                                      <p:to>
                                        <p:strVal val="visible"/>
                                      </p:to>
                                    </p:set>
                                    <p:animEffect transition="in" filter="fade">
                                      <p:cBhvr>
                                        <p:cTn id="47" dur="500"/>
                                        <p:tgtEl>
                                          <p:spTgt spid="53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8">
                                            <p:txEl>
                                              <p:pRg st="9" end="9"/>
                                            </p:txEl>
                                          </p:spTgt>
                                        </p:tgtEl>
                                        <p:attrNameLst>
                                          <p:attrName>style.visibility</p:attrName>
                                        </p:attrNameLst>
                                      </p:cBhvr>
                                      <p:to>
                                        <p:strVal val="visible"/>
                                      </p:to>
                                    </p:set>
                                    <p:animEffect transition="in" filter="fade">
                                      <p:cBhvr>
                                        <p:cTn id="52" dur="500"/>
                                        <p:tgtEl>
                                          <p:spTgt spid="53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38">
                                            <p:txEl>
                                              <p:pRg st="10" end="10"/>
                                            </p:txEl>
                                          </p:spTgt>
                                        </p:tgtEl>
                                        <p:attrNameLst>
                                          <p:attrName>style.visibility</p:attrName>
                                        </p:attrNameLst>
                                      </p:cBhvr>
                                      <p:to>
                                        <p:strVal val="visible"/>
                                      </p:to>
                                    </p:set>
                                    <p:animEffect transition="in" filter="fade">
                                      <p:cBhvr>
                                        <p:cTn id="57" dur="500"/>
                                        <p:tgtEl>
                                          <p:spTgt spid="53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38">
                                            <p:txEl>
                                              <p:pRg st="11" end="11"/>
                                            </p:txEl>
                                          </p:spTgt>
                                        </p:tgtEl>
                                        <p:attrNameLst>
                                          <p:attrName>style.visibility</p:attrName>
                                        </p:attrNameLst>
                                      </p:cBhvr>
                                      <p:to>
                                        <p:strVal val="visible"/>
                                      </p:to>
                                    </p:set>
                                    <p:animEffect transition="in" filter="fade">
                                      <p:cBhvr>
                                        <p:cTn id="62" dur="500"/>
                                        <p:tgtEl>
                                          <p:spTgt spid="53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38">
                                            <p:txEl>
                                              <p:pRg st="12" end="12"/>
                                            </p:txEl>
                                          </p:spTgt>
                                        </p:tgtEl>
                                        <p:attrNameLst>
                                          <p:attrName>style.visibility</p:attrName>
                                        </p:attrNameLst>
                                      </p:cBhvr>
                                      <p:to>
                                        <p:strVal val="visible"/>
                                      </p:to>
                                    </p:set>
                                    <p:animEffect transition="in" filter="fade">
                                      <p:cBhvr>
                                        <p:cTn id="67" dur="500"/>
                                        <p:tgtEl>
                                          <p:spTgt spid="538">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38">
                                            <p:txEl>
                                              <p:pRg st="13" end="13"/>
                                            </p:txEl>
                                          </p:spTgt>
                                        </p:tgtEl>
                                        <p:attrNameLst>
                                          <p:attrName>style.visibility</p:attrName>
                                        </p:attrNameLst>
                                      </p:cBhvr>
                                      <p:to>
                                        <p:strVal val="visible"/>
                                      </p:to>
                                    </p:set>
                                    <p:animEffect transition="in" filter="fade">
                                      <p:cBhvr>
                                        <p:cTn id="72" dur="500"/>
                                        <p:tgtEl>
                                          <p:spTgt spid="538">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38">
                                            <p:txEl>
                                              <p:pRg st="14" end="14"/>
                                            </p:txEl>
                                          </p:spTgt>
                                        </p:tgtEl>
                                        <p:attrNameLst>
                                          <p:attrName>style.visibility</p:attrName>
                                        </p:attrNameLst>
                                      </p:cBhvr>
                                      <p:to>
                                        <p:strVal val="visible"/>
                                      </p:to>
                                    </p:set>
                                    <p:animEffect transition="in" filter="fade">
                                      <p:cBhvr>
                                        <p:cTn id="77" dur="500"/>
                                        <p:tgtEl>
                                          <p:spTgt spid="538">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538">
                                            <p:txEl>
                                              <p:pRg st="15" end="15"/>
                                            </p:txEl>
                                          </p:spTgt>
                                        </p:tgtEl>
                                        <p:attrNameLst>
                                          <p:attrName>style.visibility</p:attrName>
                                        </p:attrNameLst>
                                      </p:cBhvr>
                                      <p:to>
                                        <p:strVal val="visible"/>
                                      </p:to>
                                    </p:set>
                                    <p:animEffect transition="in" filter="fade">
                                      <p:cBhvr>
                                        <p:cTn id="82" dur="500"/>
                                        <p:tgtEl>
                                          <p:spTgt spid="538">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38">
                                            <p:txEl>
                                              <p:pRg st="16" end="16"/>
                                            </p:txEl>
                                          </p:spTgt>
                                        </p:tgtEl>
                                        <p:attrNameLst>
                                          <p:attrName>style.visibility</p:attrName>
                                        </p:attrNameLst>
                                      </p:cBhvr>
                                      <p:to>
                                        <p:strVal val="visible"/>
                                      </p:to>
                                    </p:set>
                                    <p:animEffect transition="in" filter="fade">
                                      <p:cBhvr>
                                        <p:cTn id="87" dur="500"/>
                                        <p:tgtEl>
                                          <p:spTgt spid="538">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538">
                                            <p:txEl>
                                              <p:pRg st="17" end="17"/>
                                            </p:txEl>
                                          </p:spTgt>
                                        </p:tgtEl>
                                        <p:attrNameLst>
                                          <p:attrName>style.visibility</p:attrName>
                                        </p:attrNameLst>
                                      </p:cBhvr>
                                      <p:to>
                                        <p:strVal val="visible"/>
                                      </p:to>
                                    </p:set>
                                    <p:animEffect transition="in" filter="fade">
                                      <p:cBhvr>
                                        <p:cTn id="92" dur="500"/>
                                        <p:tgtEl>
                                          <p:spTgt spid="538">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538">
                                            <p:txEl>
                                              <p:pRg st="18" end="18"/>
                                            </p:txEl>
                                          </p:spTgt>
                                        </p:tgtEl>
                                        <p:attrNameLst>
                                          <p:attrName>style.visibility</p:attrName>
                                        </p:attrNameLst>
                                      </p:cBhvr>
                                      <p:to>
                                        <p:strVal val="visible"/>
                                      </p:to>
                                    </p:set>
                                    <p:animEffect transition="in" filter="fade">
                                      <p:cBhvr>
                                        <p:cTn id="97" dur="500"/>
                                        <p:tgtEl>
                                          <p:spTgt spid="538">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538">
                                            <p:txEl>
                                              <p:pRg st="19" end="19"/>
                                            </p:txEl>
                                          </p:spTgt>
                                        </p:tgtEl>
                                        <p:attrNameLst>
                                          <p:attrName>style.visibility</p:attrName>
                                        </p:attrNameLst>
                                      </p:cBhvr>
                                      <p:to>
                                        <p:strVal val="visible"/>
                                      </p:to>
                                    </p:set>
                                    <p:animEffect transition="in" filter="fade">
                                      <p:cBhvr>
                                        <p:cTn id="102" dur="500"/>
                                        <p:tgtEl>
                                          <p:spTgt spid="538">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8" name="Google Shape;548;p37"/>
          <p:cNvSpPr txBox="1">
            <a:spLocks noGrp="1"/>
          </p:cNvSpPr>
          <p:nvPr>
            <p:ph type="title"/>
          </p:nvPr>
        </p:nvSpPr>
        <p:spPr>
          <a:xfrm>
            <a:off x="1464668" y="286604"/>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Universal Hashing</a:t>
            </a:r>
            <a:endParaRPr/>
          </a:p>
        </p:txBody>
      </p:sp>
      <p:pic>
        <p:nvPicPr>
          <p:cNvPr id="549" name="Google Shape;549;p37"/>
          <p:cNvPicPr preferRelativeResize="0">
            <a:picLocks noGrp="1"/>
          </p:cNvPicPr>
          <p:nvPr>
            <p:ph type="body" idx="1"/>
          </p:nvPr>
        </p:nvPicPr>
        <p:blipFill rotWithShape="1">
          <a:blip r:embed="rId3">
            <a:alphaModFix/>
          </a:blip>
          <a:srcRect/>
          <a:stretch/>
        </p:blipFill>
        <p:spPr>
          <a:xfrm>
            <a:off x="2513014" y="2198689"/>
            <a:ext cx="7337425" cy="3252787"/>
          </a:xfrm>
          <a:prstGeom prst="rect">
            <a:avLst/>
          </a:prstGeom>
          <a:noFill/>
          <a:ln>
            <a:noFill/>
          </a:ln>
        </p:spPr>
      </p:pic>
      <p:sp>
        <p:nvSpPr>
          <p:cNvPr id="550" name="Google Shape;550;p37"/>
          <p:cNvSpPr txBox="1"/>
          <p:nvPr/>
        </p:nvSpPr>
        <p:spPr>
          <a:xfrm>
            <a:off x="2365375" y="4916488"/>
            <a:ext cx="3295650" cy="52322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551" name="Google Shape;551;p37"/>
          <p:cNvSpPr txBox="1"/>
          <p:nvPr/>
        </p:nvSpPr>
        <p:spPr>
          <a:xfrm>
            <a:off x="5394325" y="3362325"/>
            <a:ext cx="1516762"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DD0111"/>
                </a:solidFill>
                <a:latin typeface="Arial"/>
                <a:ea typeface="Arial"/>
                <a:cs typeface="Arial"/>
                <a:sym typeface="Arial"/>
              </a:rPr>
              <a:t>(at the beginning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DD0111"/>
                </a:solidFill>
                <a:latin typeface="Arial"/>
                <a:ea typeface="Arial"/>
                <a:cs typeface="Arial"/>
                <a:sym typeface="Arial"/>
              </a:rPr>
              <a:t>of the execution)</a:t>
            </a:r>
            <a:endParaRPr sz="1400" b="0" i="0" u="none" strike="noStrike" cap="none">
              <a:solidFill>
                <a:srgbClr val="000000"/>
              </a:solidFill>
              <a:latin typeface="Arial"/>
              <a:ea typeface="Arial"/>
              <a:cs typeface="Arial"/>
              <a:sym typeface="Arial"/>
            </a:endParaRPr>
          </a:p>
        </p:txBody>
      </p:sp>
      <p:pic>
        <p:nvPicPr>
          <p:cNvPr id="552" name="Google Shape;552;p37"/>
          <p:cNvPicPr preferRelativeResize="0"/>
          <p:nvPr/>
        </p:nvPicPr>
        <p:blipFill rotWithShape="1">
          <a:blip r:embed="rId4">
            <a:alphaModFix/>
          </a:blip>
          <a:srcRect/>
          <a:stretch/>
        </p:blipFill>
        <p:spPr>
          <a:xfrm>
            <a:off x="195070" y="286604"/>
            <a:ext cx="1269598" cy="114849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38"/>
          <p:cNvSpPr txBox="1">
            <a:spLocks noGrp="1"/>
          </p:cNvSpPr>
          <p:nvPr>
            <p:ph type="title"/>
          </p:nvPr>
        </p:nvSpPr>
        <p:spPr>
          <a:xfrm>
            <a:off x="1463348" y="286604"/>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 Issues</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560" name="Google Shape;560;p38"/>
          <p:cNvSpPr txBox="1">
            <a:spLocks noGrp="1"/>
          </p:cNvSpPr>
          <p:nvPr>
            <p:ph type="body" idx="1"/>
          </p:nvPr>
        </p:nvSpPr>
        <p:spPr>
          <a:xfrm>
            <a:off x="685800" y="1600201"/>
            <a:ext cx="11242848" cy="4525963"/>
          </a:xfrm>
          <a:prstGeom prst="rect">
            <a:avLst/>
          </a:prstGeom>
          <a:noFill/>
          <a:ln>
            <a:noFill/>
          </a:ln>
        </p:spPr>
        <p:txBody>
          <a:bodyPr spcFirstLastPara="1" wrap="square" lIns="91425" tIns="91425" rIns="91425" bIns="91425" anchor="t" anchorCtr="0">
            <a:noAutofit/>
          </a:bodyPr>
          <a:lstStyle/>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A problem arises, however, when the hash function returns the same value when applied to two different keys</a:t>
            </a:r>
            <a:endParaRPr/>
          </a:p>
          <a:p>
            <a:pPr marL="1944688" lvl="0" indent="-565150" algn="just" rtl="0">
              <a:lnSpc>
                <a:spcPct val="90000"/>
              </a:lnSpc>
              <a:spcBef>
                <a:spcPts val="1200"/>
              </a:spcBef>
              <a:spcAft>
                <a:spcPts val="0"/>
              </a:spcAft>
              <a:buClr>
                <a:srgbClr val="A8CDD7"/>
              </a:buClr>
              <a:buSzPts val="2280"/>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To handle the situation, where two records need to be hashed to the same address we can implement a table structure, so as to have a room for two or more members at the same index positions</a:t>
            </a:r>
            <a:endParaRPr/>
          </a:p>
          <a:p>
            <a:pPr marL="457200" marR="0" lvl="0" indent="-228600" algn="l" rtl="0">
              <a:lnSpc>
                <a:spcPct val="90000"/>
              </a:lnSpc>
              <a:spcBef>
                <a:spcPts val="1200"/>
              </a:spcBef>
              <a:spcAft>
                <a:spcPts val="0"/>
              </a:spcAft>
              <a:buClr>
                <a:schemeClr val="accent1"/>
              </a:buClr>
              <a:buSzPts val="2000"/>
              <a:buFont typeface="Calibri"/>
              <a:buNone/>
            </a:pPr>
            <a:endParaRPr sz="2800"/>
          </a:p>
        </p:txBody>
      </p:sp>
      <p:pic>
        <p:nvPicPr>
          <p:cNvPr id="561" name="Google Shape;561;p38"/>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9"/>
          <p:cNvSpPr txBox="1">
            <a:spLocks noGrp="1"/>
          </p:cNvSpPr>
          <p:nvPr>
            <p:ph type="sldNum" idx="12"/>
          </p:nvPr>
        </p:nvSpPr>
        <p:spPr>
          <a:xfrm>
            <a:off x="4165600" y="6248400"/>
            <a:ext cx="3860800" cy="457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fld id="{00000000-1234-1234-1234-123412341234}" type="slidenum">
              <a:rPr lang="en-US" sz="900" b="0" i="0" u="none" strike="noStrike" cap="none">
                <a:solidFill>
                  <a:srgbClr val="FFFFFF"/>
                </a:solidFill>
                <a:latin typeface="Calibri"/>
                <a:ea typeface="Calibri"/>
                <a:cs typeface="Calibri"/>
                <a:sym typeface="Calibri"/>
              </a:rPr>
              <a:t>32</a:t>
            </a:fld>
            <a:endParaRPr sz="900" b="0" i="0" u="none" strike="noStrike" cap="none">
              <a:solidFill>
                <a:srgbClr val="FFFFFF"/>
              </a:solidFill>
              <a:latin typeface="Calibri"/>
              <a:ea typeface="Calibri"/>
              <a:cs typeface="Calibri"/>
              <a:sym typeface="Calibri"/>
            </a:endParaRPr>
          </a:p>
        </p:txBody>
      </p:sp>
      <p:sp>
        <p:nvSpPr>
          <p:cNvPr id="571" name="Google Shape;571;p39"/>
          <p:cNvSpPr txBox="1">
            <a:spLocks noGrp="1"/>
          </p:cNvSpPr>
          <p:nvPr>
            <p:ph type="title"/>
          </p:nvPr>
        </p:nvSpPr>
        <p:spPr>
          <a:xfrm>
            <a:off x="1464668" y="189569"/>
            <a:ext cx="10363200" cy="114300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Do you see any problems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with this approach?</a:t>
            </a:r>
            <a:endParaRPr/>
          </a:p>
        </p:txBody>
      </p:sp>
      <p:sp>
        <p:nvSpPr>
          <p:cNvPr id="572" name="Google Shape;572;p39"/>
          <p:cNvSpPr/>
          <p:nvPr/>
        </p:nvSpPr>
        <p:spPr>
          <a:xfrm>
            <a:off x="2794001" y="1741489"/>
            <a:ext cx="3400425" cy="2771775"/>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3" name="Google Shape;573;p39"/>
          <p:cNvSpPr/>
          <p:nvPr/>
        </p:nvSpPr>
        <p:spPr>
          <a:xfrm>
            <a:off x="3344864" y="2863850"/>
            <a:ext cx="2357437" cy="1322388"/>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39"/>
          <p:cNvSpPr txBox="1"/>
          <p:nvPr/>
        </p:nvSpPr>
        <p:spPr>
          <a:xfrm>
            <a:off x="3413183" y="1817688"/>
            <a:ext cx="1596911" cy="52322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U</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(universe of keys)</a:t>
            </a:r>
            <a:endParaRPr sz="1400" b="0" i="0" u="none" strike="noStrike" cap="none">
              <a:solidFill>
                <a:srgbClr val="000000"/>
              </a:solidFill>
              <a:latin typeface="Arial"/>
              <a:ea typeface="Arial"/>
              <a:cs typeface="Arial"/>
              <a:sym typeface="Arial"/>
            </a:endParaRPr>
          </a:p>
        </p:txBody>
      </p:sp>
      <p:sp>
        <p:nvSpPr>
          <p:cNvPr id="575" name="Google Shape;575;p39"/>
          <p:cNvSpPr txBox="1"/>
          <p:nvPr/>
        </p:nvSpPr>
        <p:spPr>
          <a:xfrm>
            <a:off x="3458689" y="2992438"/>
            <a:ext cx="721672" cy="738664"/>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(actual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keys)</a:t>
            </a:r>
            <a:endParaRPr sz="1400" b="0" i="0" u="none" strike="noStrike" cap="none">
              <a:solidFill>
                <a:srgbClr val="000000"/>
              </a:solidFill>
              <a:latin typeface="Arial"/>
              <a:ea typeface="Arial"/>
              <a:cs typeface="Arial"/>
              <a:sym typeface="Arial"/>
            </a:endParaRPr>
          </a:p>
        </p:txBody>
      </p:sp>
      <p:graphicFrame>
        <p:nvGraphicFramePr>
          <p:cNvPr id="576" name="Google Shape;576;p39"/>
          <p:cNvGraphicFramePr/>
          <p:nvPr/>
        </p:nvGraphicFramePr>
        <p:xfrm>
          <a:off x="7586664" y="1403351"/>
          <a:ext cx="701675" cy="3427425"/>
        </p:xfrm>
        <a:graphic>
          <a:graphicData uri="http://schemas.openxmlformats.org/drawingml/2006/table">
            <a:tbl>
              <a:tblPr>
                <a:noFill/>
                <a:tableStyleId>{A454858E-DCAB-4BCF-8197-45F7E5E23E0C}</a:tableStyleId>
              </a:tblPr>
              <a:tblGrid>
                <a:gridCol w="701675"/>
              </a:tblGrid>
              <a:tr h="342900">
                <a:tc>
                  <a:txBody>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accent2"/>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42900">
                <a:tc>
                  <a:txBody>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accent2"/>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42900">
                <a:tc>
                  <a:txBody>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accent2"/>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tr>
              <a:tr h="342900">
                <a:tc>
                  <a:txBody>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accent2"/>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tr>
              <a:tr h="342900">
                <a:tc>
                  <a:txBody>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accent2"/>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41325">
                <a:tc>
                  <a:txBody>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accent2"/>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tr>
              <a:tr h="342900">
                <a:tc>
                  <a:txBody>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accent2"/>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42900">
                <a:tc>
                  <a:txBody>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accent2"/>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tr>
              <a:tr h="342900">
                <a:tc>
                  <a:txBody>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accent2"/>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42900">
                <a:tc>
                  <a:txBody>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accent2"/>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577" name="Google Shape;577;p39"/>
          <p:cNvSpPr txBox="1"/>
          <p:nvPr/>
        </p:nvSpPr>
        <p:spPr>
          <a:xfrm>
            <a:off x="8297863" y="1358901"/>
            <a:ext cx="284052"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578" name="Google Shape;578;p39"/>
          <p:cNvSpPr txBox="1"/>
          <p:nvPr/>
        </p:nvSpPr>
        <p:spPr>
          <a:xfrm>
            <a:off x="8297864" y="4483101"/>
            <a:ext cx="591829"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m - 1</a:t>
            </a:r>
            <a:endParaRPr sz="1400" b="0" i="0" u="none" strike="noStrike" cap="none">
              <a:solidFill>
                <a:srgbClr val="000000"/>
              </a:solidFill>
              <a:latin typeface="Arial"/>
              <a:ea typeface="Arial"/>
              <a:cs typeface="Arial"/>
              <a:sym typeface="Arial"/>
            </a:endParaRPr>
          </a:p>
        </p:txBody>
      </p:sp>
      <p:sp>
        <p:nvSpPr>
          <p:cNvPr id="579" name="Google Shape;579;p39"/>
          <p:cNvSpPr txBox="1"/>
          <p:nvPr/>
        </p:nvSpPr>
        <p:spPr>
          <a:xfrm>
            <a:off x="8297864" y="3792539"/>
            <a:ext cx="559769"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h(k</a:t>
            </a:r>
            <a:r>
              <a:rPr lang="en-US" sz="1400" b="0" i="0" u="none" strike="noStrike" cap="none" baseline="-25000">
                <a:solidFill>
                  <a:srgbClr val="000000"/>
                </a:solidFill>
                <a:latin typeface="Arial"/>
                <a:ea typeface="Arial"/>
                <a:cs typeface="Arial"/>
                <a:sym typeface="Arial"/>
              </a:rPr>
              <a:t>3</a:t>
            </a:r>
            <a:r>
              <a:rPr lang="en-US"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580" name="Google Shape;580;p39"/>
          <p:cNvSpPr txBox="1"/>
          <p:nvPr/>
        </p:nvSpPr>
        <p:spPr>
          <a:xfrm>
            <a:off x="8297863" y="3130551"/>
            <a:ext cx="1188146"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h(k</a:t>
            </a:r>
            <a:r>
              <a:rPr lang="en-US" sz="1400" b="0" i="0" u="none" strike="noStrike" cap="none" baseline="-25000">
                <a:solidFill>
                  <a:srgbClr val="000000"/>
                </a:solidFill>
                <a:latin typeface="Arial"/>
                <a:ea typeface="Arial"/>
                <a:cs typeface="Arial"/>
                <a:sym typeface="Arial"/>
              </a:rPr>
              <a:t>2</a:t>
            </a:r>
            <a:r>
              <a:rPr lang="en-US" sz="1400" b="0" i="0" u="none" strike="noStrike" cap="none">
                <a:solidFill>
                  <a:srgbClr val="000000"/>
                </a:solidFill>
                <a:latin typeface="Arial"/>
                <a:ea typeface="Arial"/>
                <a:cs typeface="Arial"/>
                <a:sym typeface="Arial"/>
              </a:rPr>
              <a:t>) = h(k</a:t>
            </a:r>
            <a:r>
              <a:rPr lang="en-US" sz="1400" b="0" i="0" u="none" strike="noStrike" cap="none" baseline="-25000">
                <a:solidFill>
                  <a:srgbClr val="000000"/>
                </a:solidFill>
                <a:latin typeface="Arial"/>
                <a:ea typeface="Arial"/>
                <a:cs typeface="Arial"/>
                <a:sym typeface="Arial"/>
              </a:rPr>
              <a:t>5</a:t>
            </a: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581" name="Google Shape;581;p39"/>
          <p:cNvSpPr/>
          <p:nvPr/>
        </p:nvSpPr>
        <p:spPr>
          <a:xfrm>
            <a:off x="8297864" y="2081214"/>
            <a:ext cx="559769"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h(k</a:t>
            </a:r>
            <a:r>
              <a:rPr lang="en-US" sz="1400" b="0" i="0" u="none" strike="noStrike" cap="none" baseline="-25000">
                <a:solidFill>
                  <a:srgbClr val="000000"/>
                </a:solidFill>
                <a:latin typeface="Arial"/>
                <a:ea typeface="Arial"/>
                <a:cs typeface="Arial"/>
                <a:sym typeface="Arial"/>
              </a:rPr>
              <a:t>1</a:t>
            </a:r>
            <a:r>
              <a:rPr lang="en-US"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582" name="Google Shape;582;p39"/>
          <p:cNvSpPr/>
          <p:nvPr/>
        </p:nvSpPr>
        <p:spPr>
          <a:xfrm>
            <a:off x="8297864" y="2424114"/>
            <a:ext cx="559769"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h(k</a:t>
            </a:r>
            <a:r>
              <a:rPr lang="en-US" sz="1400" b="0" i="0" u="none" strike="noStrike" cap="none" baseline="-25000">
                <a:solidFill>
                  <a:srgbClr val="000000"/>
                </a:solidFill>
                <a:latin typeface="Arial"/>
                <a:ea typeface="Arial"/>
                <a:cs typeface="Arial"/>
                <a:sym typeface="Arial"/>
              </a:rPr>
              <a:t>4</a:t>
            </a:r>
            <a:r>
              <a:rPr lang="en-US"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cxnSp>
        <p:nvCxnSpPr>
          <p:cNvPr id="583" name="Google Shape;583;p39"/>
          <p:cNvCxnSpPr/>
          <p:nvPr/>
        </p:nvCxnSpPr>
        <p:spPr>
          <a:xfrm rot="10800000" flipH="1">
            <a:off x="4330701" y="2249488"/>
            <a:ext cx="3228975" cy="800100"/>
          </a:xfrm>
          <a:prstGeom prst="straightConnector1">
            <a:avLst/>
          </a:prstGeom>
          <a:noFill/>
          <a:ln w="12700" cap="flat" cmpd="sng">
            <a:solidFill>
              <a:schemeClr val="dk1"/>
            </a:solidFill>
            <a:prstDash val="solid"/>
            <a:round/>
            <a:headEnd type="oval" w="med" len="med"/>
            <a:tailEnd type="triangle" w="med" len="med"/>
          </a:ln>
        </p:spPr>
      </p:cxnSp>
      <p:cxnSp>
        <p:nvCxnSpPr>
          <p:cNvPr id="584" name="Google Shape;584;p39"/>
          <p:cNvCxnSpPr/>
          <p:nvPr/>
        </p:nvCxnSpPr>
        <p:spPr>
          <a:xfrm rot="10800000" flipH="1">
            <a:off x="4602164" y="2627314"/>
            <a:ext cx="2979737" cy="650875"/>
          </a:xfrm>
          <a:prstGeom prst="straightConnector1">
            <a:avLst/>
          </a:prstGeom>
          <a:noFill/>
          <a:ln w="12700" cap="flat" cmpd="sng">
            <a:solidFill>
              <a:schemeClr val="dk1"/>
            </a:solidFill>
            <a:prstDash val="solid"/>
            <a:round/>
            <a:headEnd type="oval" w="med" len="med"/>
            <a:tailEnd type="triangle" w="med" len="med"/>
          </a:ln>
        </p:spPr>
      </p:cxnSp>
      <p:cxnSp>
        <p:nvCxnSpPr>
          <p:cNvPr id="585" name="Google Shape;585;p39"/>
          <p:cNvCxnSpPr/>
          <p:nvPr/>
        </p:nvCxnSpPr>
        <p:spPr>
          <a:xfrm>
            <a:off x="5230813" y="3263900"/>
            <a:ext cx="2322512" cy="0"/>
          </a:xfrm>
          <a:prstGeom prst="straightConnector1">
            <a:avLst/>
          </a:prstGeom>
          <a:noFill/>
          <a:ln w="12700" cap="flat" cmpd="sng">
            <a:solidFill>
              <a:schemeClr val="dk1"/>
            </a:solidFill>
            <a:prstDash val="solid"/>
            <a:round/>
            <a:headEnd type="oval" w="med" len="med"/>
            <a:tailEnd type="triangle" w="med" len="med"/>
          </a:ln>
        </p:spPr>
      </p:cxnSp>
      <p:cxnSp>
        <p:nvCxnSpPr>
          <p:cNvPr id="586" name="Google Shape;586;p39"/>
          <p:cNvCxnSpPr/>
          <p:nvPr/>
        </p:nvCxnSpPr>
        <p:spPr>
          <a:xfrm rot="10800000" flipH="1">
            <a:off x="4416425" y="3306764"/>
            <a:ext cx="3157538" cy="528637"/>
          </a:xfrm>
          <a:prstGeom prst="straightConnector1">
            <a:avLst/>
          </a:prstGeom>
          <a:noFill/>
          <a:ln w="12700" cap="flat" cmpd="sng">
            <a:solidFill>
              <a:schemeClr val="dk1"/>
            </a:solidFill>
            <a:prstDash val="solid"/>
            <a:round/>
            <a:headEnd type="oval" w="med" len="med"/>
            <a:tailEnd type="triangle" w="med" len="med"/>
          </a:ln>
        </p:spPr>
      </p:cxnSp>
      <p:cxnSp>
        <p:nvCxnSpPr>
          <p:cNvPr id="587" name="Google Shape;587;p39"/>
          <p:cNvCxnSpPr/>
          <p:nvPr/>
        </p:nvCxnSpPr>
        <p:spPr>
          <a:xfrm>
            <a:off x="5130801" y="3821114"/>
            <a:ext cx="2422525" cy="185737"/>
          </a:xfrm>
          <a:prstGeom prst="straightConnector1">
            <a:avLst/>
          </a:prstGeom>
          <a:noFill/>
          <a:ln w="12700" cap="flat" cmpd="sng">
            <a:solidFill>
              <a:schemeClr val="dk1"/>
            </a:solidFill>
            <a:prstDash val="solid"/>
            <a:round/>
            <a:headEnd type="oval" w="med" len="med"/>
            <a:tailEnd type="triangle" w="med" len="med"/>
          </a:ln>
        </p:spPr>
      </p:cxnSp>
      <p:sp>
        <p:nvSpPr>
          <p:cNvPr id="588" name="Google Shape;588;p39"/>
          <p:cNvSpPr/>
          <p:nvPr/>
        </p:nvSpPr>
        <p:spPr>
          <a:xfrm>
            <a:off x="4060825" y="2900364"/>
            <a:ext cx="34176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k</a:t>
            </a:r>
            <a:r>
              <a:rPr lang="en-US" sz="1400" b="0" i="0" u="none" strike="noStrike" cap="none" baseline="-25000">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589" name="Google Shape;589;p39"/>
          <p:cNvSpPr/>
          <p:nvPr/>
        </p:nvSpPr>
        <p:spPr>
          <a:xfrm>
            <a:off x="4284663" y="3159126"/>
            <a:ext cx="34176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k</a:t>
            </a:r>
            <a:r>
              <a:rPr lang="en-US" sz="1400" b="0" i="0" u="none" strike="noStrike" cap="none" baseline="-25000">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590" name="Google Shape;590;p39"/>
          <p:cNvSpPr/>
          <p:nvPr/>
        </p:nvSpPr>
        <p:spPr>
          <a:xfrm>
            <a:off x="4913313" y="3173414"/>
            <a:ext cx="34176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k</a:t>
            </a:r>
            <a:r>
              <a:rPr lang="en-US" sz="1400" b="0" i="0" u="none" strike="noStrike" cap="none" baseline="-25000">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591" name="Google Shape;591;p39"/>
          <p:cNvSpPr/>
          <p:nvPr/>
        </p:nvSpPr>
        <p:spPr>
          <a:xfrm>
            <a:off x="4105275" y="3781426"/>
            <a:ext cx="34176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k</a:t>
            </a:r>
            <a:r>
              <a:rPr lang="en-US" sz="1400" b="0" i="0" u="none" strike="noStrike" cap="none" baseline="-25000">
                <a:solidFill>
                  <a:srgbClr val="000000"/>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592" name="Google Shape;592;p39"/>
          <p:cNvSpPr/>
          <p:nvPr/>
        </p:nvSpPr>
        <p:spPr>
          <a:xfrm>
            <a:off x="4813300" y="3732214"/>
            <a:ext cx="34176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k</a:t>
            </a:r>
            <a:r>
              <a:rPr lang="en-US" sz="1400" b="0" i="0" u="none" strike="noStrike" cap="none" baseline="-25000">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593" name="Google Shape;593;p39"/>
          <p:cNvSpPr txBox="1"/>
          <p:nvPr/>
        </p:nvSpPr>
        <p:spPr>
          <a:xfrm>
            <a:off x="9091614" y="3406775"/>
            <a:ext cx="1576387"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DD0111"/>
                </a:solidFill>
                <a:latin typeface="Arial"/>
                <a:ea typeface="Arial"/>
                <a:cs typeface="Arial"/>
                <a:sym typeface="Arial"/>
              </a:rPr>
              <a:t>Collisions!</a:t>
            </a:r>
            <a:endParaRPr sz="1400" b="0" i="0" u="none" strike="noStrike" cap="none">
              <a:solidFill>
                <a:srgbClr val="000000"/>
              </a:solidFill>
              <a:latin typeface="Arial"/>
              <a:ea typeface="Arial"/>
              <a:cs typeface="Arial"/>
              <a:sym typeface="Arial"/>
            </a:endParaRPr>
          </a:p>
        </p:txBody>
      </p:sp>
      <p:pic>
        <p:nvPicPr>
          <p:cNvPr id="594" name="Google Shape;594;p39"/>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595" name="Google Shape;595;p39"/>
          <p:cNvSpPr txBox="1">
            <a:spLocks noGrp="1"/>
          </p:cNvSpPr>
          <p:nvPr>
            <p:ph type="dt" idx="10"/>
          </p:nvPr>
        </p:nvSpPr>
        <p:spPr>
          <a:xfrm>
            <a:off x="914400" y="6248400"/>
            <a:ext cx="2540000" cy="4572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400"/>
              <a:buNone/>
            </a:pPr>
            <a:fld id="{5F5BAFC8-0292-4286-BA9E-2E403B8B425B}" type="datetime1">
              <a:rPr lang="en-US" smtClean="0"/>
              <a:t>3/3/2025</a:t>
            </a:fld>
            <a:endParaRPr/>
          </a:p>
        </p:txBody>
      </p:sp>
      <p:sp>
        <p:nvSpPr>
          <p:cNvPr id="596" name="Google Shape;596;p39"/>
          <p:cNvSpPr txBox="1">
            <a:spLocks noGrp="1"/>
          </p:cNvSpPr>
          <p:nvPr>
            <p:ph type="ftr" idx="11"/>
          </p:nvPr>
        </p:nvSpPr>
        <p:spPr>
          <a:xfrm>
            <a:off x="4165600" y="6248400"/>
            <a:ext cx="3860800" cy="457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400"/>
              <a:buNone/>
            </a:pPr>
            <a:r>
              <a:rPr lang="en-US"/>
              <a:t>Advanced Data Structures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3"/>
                                        </p:tgtEl>
                                        <p:attrNameLst>
                                          <p:attrName>style.visibility</p:attrName>
                                        </p:attrNameLst>
                                      </p:cBhvr>
                                      <p:to>
                                        <p:strVal val="visible"/>
                                      </p:to>
                                    </p:set>
                                    <p:anim calcmode="lin" valueType="num">
                                      <p:cBhvr additive="base">
                                        <p:cTn id="7" dur="500"/>
                                        <p:tgtEl>
                                          <p:spTgt spid="59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44"/>
          <p:cNvSpPr txBox="1">
            <a:spLocks noGrp="1"/>
          </p:cNvSpPr>
          <p:nvPr>
            <p:ph type="title"/>
          </p:nvPr>
        </p:nvSpPr>
        <p:spPr>
          <a:xfrm>
            <a:off x="1694180" y="367399"/>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Collision Resolution Strategies</a:t>
            </a:r>
            <a:endParaRPr sz="4800" b="0" i="0" u="none" strike="noStrike" cap="none">
              <a:solidFill>
                <a:srgbClr val="00B050"/>
              </a:solidFill>
              <a:latin typeface="Times New Roman"/>
              <a:ea typeface="Times New Roman"/>
              <a:cs typeface="Times New Roman"/>
              <a:sym typeface="Times New Roman"/>
            </a:endParaRPr>
          </a:p>
        </p:txBody>
      </p:sp>
      <p:sp>
        <p:nvSpPr>
          <p:cNvPr id="604" name="Google Shape;604;p44"/>
          <p:cNvSpPr txBox="1">
            <a:spLocks noGrp="1"/>
          </p:cNvSpPr>
          <p:nvPr>
            <p:ph type="body" idx="1"/>
          </p:nvPr>
        </p:nvSpPr>
        <p:spPr>
          <a:xfrm>
            <a:off x="1068387" y="2023714"/>
            <a:ext cx="7440602" cy="3748194"/>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800"/>
              <a:buFont typeface="Calibri"/>
              <a:buChar char=" "/>
            </a:pPr>
            <a:r>
              <a:rPr lang="en-US" sz="2800" b="0" i="0" u="none" strike="noStrike" cap="none">
                <a:solidFill>
                  <a:srgbClr val="3F3F3F"/>
                </a:solidFill>
                <a:latin typeface="Times New Roman"/>
                <a:ea typeface="Times New Roman"/>
                <a:cs typeface="Times New Roman"/>
                <a:sym typeface="Times New Roman"/>
              </a:rPr>
              <a:t>Collision-Element to be inserted is mapped to same location</a:t>
            </a:r>
            <a:endParaRPr/>
          </a:p>
          <a:p>
            <a:pPr marL="91440" marR="0" lvl="0" indent="-91440" algn="l" rtl="0">
              <a:lnSpc>
                <a:spcPct val="90000"/>
              </a:lnSpc>
              <a:spcBef>
                <a:spcPts val="1400"/>
              </a:spcBef>
              <a:spcAft>
                <a:spcPts val="0"/>
              </a:spcAft>
              <a:buClr>
                <a:schemeClr val="accent1"/>
              </a:buClr>
              <a:buSzPts val="2800"/>
              <a:buFont typeface="Calibri"/>
              <a:buChar char=" "/>
            </a:pPr>
            <a:r>
              <a:rPr lang="en-US" sz="2800" b="0" i="0" u="none" strike="noStrike" cap="none">
                <a:solidFill>
                  <a:srgbClr val="3F3F3F"/>
                </a:solidFill>
                <a:latin typeface="Calibri"/>
                <a:ea typeface="Calibri"/>
                <a:cs typeface="Calibri"/>
                <a:sym typeface="Calibri"/>
              </a:rPr>
              <a:t>Example:</a:t>
            </a:r>
            <a:endParaRPr/>
          </a:p>
          <a:p>
            <a:pPr marL="91440" marR="0" lvl="0" indent="-91440" algn="l" rtl="0">
              <a:lnSpc>
                <a:spcPct val="90000"/>
              </a:lnSpc>
              <a:spcBef>
                <a:spcPts val="1400"/>
              </a:spcBef>
              <a:spcAft>
                <a:spcPts val="0"/>
              </a:spcAft>
              <a:buClr>
                <a:schemeClr val="accent1"/>
              </a:buClr>
              <a:buSzPts val="2800"/>
              <a:buFont typeface="Calibri"/>
              <a:buChar char=" "/>
            </a:pPr>
            <a:r>
              <a:rPr lang="en-US" sz="2800" b="0" i="0" u="none" strike="noStrike" cap="none">
                <a:solidFill>
                  <a:srgbClr val="3F3F3F"/>
                </a:solidFill>
                <a:latin typeface="Calibri"/>
                <a:ea typeface="Calibri"/>
                <a:cs typeface="Calibri"/>
                <a:sym typeface="Calibri"/>
              </a:rPr>
              <a:t>31,42,35,67,24,19,22</a:t>
            </a:r>
            <a:endParaRPr/>
          </a:p>
          <a:p>
            <a:pPr marL="91440" marR="0" lvl="0" indent="-91440" algn="l" rtl="0">
              <a:lnSpc>
                <a:spcPct val="90000"/>
              </a:lnSpc>
              <a:spcBef>
                <a:spcPts val="1400"/>
              </a:spcBef>
              <a:spcAft>
                <a:spcPts val="0"/>
              </a:spcAft>
              <a:buClr>
                <a:schemeClr val="accent1"/>
              </a:buClr>
              <a:buSzPts val="2800"/>
              <a:buFont typeface="Calibri"/>
              <a:buChar char=" "/>
            </a:pPr>
            <a:r>
              <a:rPr lang="en-US" sz="2800" b="0" i="0" u="none" strike="noStrike" cap="none">
                <a:solidFill>
                  <a:srgbClr val="3F3F3F"/>
                </a:solidFill>
                <a:latin typeface="Calibri"/>
                <a:ea typeface="Calibri"/>
                <a:cs typeface="Calibri"/>
                <a:sym typeface="Calibri"/>
              </a:rPr>
              <a:t>F(x)=x mod 10</a:t>
            </a:r>
            <a:endParaRPr/>
          </a:p>
          <a:p>
            <a:pPr marL="91440" marR="0" lvl="0" indent="86360" algn="l" rtl="0">
              <a:lnSpc>
                <a:spcPct val="90000"/>
              </a:lnSpc>
              <a:spcBef>
                <a:spcPts val="14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2800"/>
              <a:buFont typeface="Calibri"/>
              <a:buNone/>
            </a:pPr>
            <a:r>
              <a:rPr lang="en-US" sz="2800" b="0" i="0" u="none" strike="noStrike" cap="none">
                <a:solidFill>
                  <a:srgbClr val="FF0000"/>
                </a:solidFill>
                <a:latin typeface="Calibri"/>
                <a:ea typeface="Calibri"/>
                <a:cs typeface="Calibri"/>
                <a:sym typeface="Calibri"/>
              </a:rPr>
              <a:t>Where to store 22?</a:t>
            </a:r>
            <a:endParaRPr/>
          </a:p>
          <a:p>
            <a:pPr marL="91440" marR="0" lvl="0" indent="86360" algn="l" rtl="0">
              <a:lnSpc>
                <a:spcPct val="90000"/>
              </a:lnSpc>
              <a:spcBef>
                <a:spcPts val="14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a:p>
            <a:pPr marL="91440" marR="0" lvl="0" indent="86360" algn="l" rtl="0">
              <a:lnSpc>
                <a:spcPct val="90000"/>
              </a:lnSpc>
              <a:spcBef>
                <a:spcPts val="14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p:txBody>
      </p:sp>
      <p:pic>
        <p:nvPicPr>
          <p:cNvPr id="608" name="Google Shape;608;p44"/>
          <p:cNvPicPr preferRelativeResize="0"/>
          <p:nvPr/>
        </p:nvPicPr>
        <p:blipFill rotWithShape="1">
          <a:blip r:embed="rId3">
            <a:alphaModFix/>
          </a:blip>
          <a:srcRect/>
          <a:stretch/>
        </p:blipFill>
        <p:spPr>
          <a:xfrm>
            <a:off x="195070" y="286604"/>
            <a:ext cx="1269598" cy="1148496"/>
          </a:xfrm>
          <a:prstGeom prst="rect">
            <a:avLst/>
          </a:prstGeom>
          <a:noFill/>
          <a:ln>
            <a:noFill/>
          </a:ln>
        </p:spPr>
      </p:pic>
      <p:graphicFrame>
        <p:nvGraphicFramePr>
          <p:cNvPr id="609" name="Google Shape;609;p44"/>
          <p:cNvGraphicFramePr/>
          <p:nvPr/>
        </p:nvGraphicFramePr>
        <p:xfrm>
          <a:off x="8643158" y="2106788"/>
          <a:ext cx="2514600" cy="3749700"/>
        </p:xfrm>
        <a:graphic>
          <a:graphicData uri="http://schemas.openxmlformats.org/drawingml/2006/table">
            <a:tbl>
              <a:tblPr>
                <a:noFill/>
                <a:tableStyleId>{A454858E-DCAB-4BCF-8197-45F7E5E23E0C}</a:tableStyleId>
              </a:tblPr>
              <a:tblGrid>
                <a:gridCol w="1257300"/>
                <a:gridCol w="1257300"/>
              </a:tblGrid>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Location</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X</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31</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42</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4572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2400"/>
                        <a:buFont typeface="Arial"/>
                        <a:buNone/>
                      </a:pPr>
                      <a:endParaRPr sz="2400" u="none" strike="noStrike" cap="none">
                        <a:solidFill>
                          <a:srgbClr val="FF0000"/>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24</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5</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35</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7</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67</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8</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9</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19</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45"/>
          <p:cNvSpPr txBox="1">
            <a:spLocks noGrp="1"/>
          </p:cNvSpPr>
          <p:nvPr>
            <p:ph type="title"/>
          </p:nvPr>
        </p:nvSpPr>
        <p:spPr>
          <a:xfrm>
            <a:off x="1694180" y="367399"/>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Collision Resolution Strategies</a:t>
            </a:r>
            <a:endParaRPr sz="4800" b="0" i="0" u="none" strike="noStrike" cap="none">
              <a:solidFill>
                <a:srgbClr val="00B050"/>
              </a:solidFill>
              <a:latin typeface="Times New Roman"/>
              <a:ea typeface="Times New Roman"/>
              <a:cs typeface="Times New Roman"/>
              <a:sym typeface="Times New Roman"/>
            </a:endParaRPr>
          </a:p>
        </p:txBody>
      </p:sp>
      <p:sp>
        <p:nvSpPr>
          <p:cNvPr id="617" name="Google Shape;617;p45"/>
          <p:cNvSpPr txBox="1">
            <a:spLocks noGrp="1"/>
          </p:cNvSpPr>
          <p:nvPr>
            <p:ph type="body" idx="1"/>
          </p:nvPr>
        </p:nvSpPr>
        <p:spPr>
          <a:xfrm>
            <a:off x="1068387" y="2023714"/>
            <a:ext cx="7440602" cy="3748194"/>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800"/>
              <a:buFont typeface="Calibri"/>
              <a:buChar char=" "/>
            </a:pPr>
            <a:r>
              <a:rPr lang="en-US" sz="2800" b="0" i="0" u="none" strike="noStrike" cap="none">
                <a:solidFill>
                  <a:srgbClr val="3F3F3F"/>
                </a:solidFill>
                <a:latin typeface="Times New Roman"/>
                <a:ea typeface="Times New Roman"/>
                <a:cs typeface="Times New Roman"/>
                <a:sym typeface="Times New Roman"/>
              </a:rPr>
              <a:t>Collision-Element to be inserted is mapped to same location</a:t>
            </a:r>
            <a:endParaRPr/>
          </a:p>
          <a:p>
            <a:pPr marL="91440" marR="0" lvl="0" indent="-91440" algn="l" rtl="0">
              <a:lnSpc>
                <a:spcPct val="90000"/>
              </a:lnSpc>
              <a:spcBef>
                <a:spcPts val="1400"/>
              </a:spcBef>
              <a:spcAft>
                <a:spcPts val="0"/>
              </a:spcAft>
              <a:buClr>
                <a:schemeClr val="accent1"/>
              </a:buClr>
              <a:buSzPts val="2800"/>
              <a:buFont typeface="Calibri"/>
              <a:buChar char=" "/>
            </a:pPr>
            <a:r>
              <a:rPr lang="en-US" sz="2800" b="0" i="0" u="none" strike="noStrike" cap="none">
                <a:solidFill>
                  <a:srgbClr val="3F3F3F"/>
                </a:solidFill>
                <a:latin typeface="Calibri"/>
                <a:ea typeface="Calibri"/>
                <a:cs typeface="Calibri"/>
                <a:sym typeface="Calibri"/>
              </a:rPr>
              <a:t>Example:</a:t>
            </a:r>
            <a:endParaRPr/>
          </a:p>
          <a:p>
            <a:pPr marL="91440" marR="0" lvl="0" indent="-91440" algn="l" rtl="0">
              <a:lnSpc>
                <a:spcPct val="90000"/>
              </a:lnSpc>
              <a:spcBef>
                <a:spcPts val="1400"/>
              </a:spcBef>
              <a:spcAft>
                <a:spcPts val="0"/>
              </a:spcAft>
              <a:buClr>
                <a:schemeClr val="accent1"/>
              </a:buClr>
              <a:buSzPts val="2800"/>
              <a:buFont typeface="Calibri"/>
              <a:buChar char=" "/>
            </a:pPr>
            <a:r>
              <a:rPr lang="en-US" sz="2800" b="0" i="0" u="none" strike="noStrike" cap="none">
                <a:solidFill>
                  <a:srgbClr val="3F3F3F"/>
                </a:solidFill>
                <a:latin typeface="Calibri"/>
                <a:ea typeface="Calibri"/>
                <a:cs typeface="Calibri"/>
                <a:sym typeface="Calibri"/>
              </a:rPr>
              <a:t>31,42,35,67,24,19,22</a:t>
            </a:r>
            <a:endParaRPr/>
          </a:p>
          <a:p>
            <a:pPr marL="91440" marR="0" lvl="0" indent="-91440" algn="l" rtl="0">
              <a:lnSpc>
                <a:spcPct val="90000"/>
              </a:lnSpc>
              <a:spcBef>
                <a:spcPts val="1400"/>
              </a:spcBef>
              <a:spcAft>
                <a:spcPts val="0"/>
              </a:spcAft>
              <a:buClr>
                <a:schemeClr val="accent1"/>
              </a:buClr>
              <a:buSzPts val="2800"/>
              <a:buFont typeface="Calibri"/>
              <a:buChar char=" "/>
            </a:pPr>
            <a:r>
              <a:rPr lang="en-US" sz="2800" b="0" i="0" u="none" strike="noStrike" cap="none">
                <a:solidFill>
                  <a:srgbClr val="3F3F3F"/>
                </a:solidFill>
                <a:latin typeface="Calibri"/>
                <a:ea typeface="Calibri"/>
                <a:cs typeface="Calibri"/>
                <a:sym typeface="Calibri"/>
              </a:rPr>
              <a:t>F(x)=x mod 10</a:t>
            </a:r>
            <a:endParaRPr/>
          </a:p>
          <a:p>
            <a:pPr marL="91440" marR="0" lvl="0" indent="86360" algn="l" rtl="0">
              <a:lnSpc>
                <a:spcPct val="90000"/>
              </a:lnSpc>
              <a:spcBef>
                <a:spcPts val="14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2800"/>
              <a:buFont typeface="Calibri"/>
              <a:buNone/>
            </a:pPr>
            <a:r>
              <a:rPr lang="en-US" sz="2800" b="0" i="0" u="none" strike="noStrike" cap="none">
                <a:solidFill>
                  <a:srgbClr val="FF0000"/>
                </a:solidFill>
                <a:latin typeface="Calibri"/>
                <a:ea typeface="Calibri"/>
                <a:cs typeface="Calibri"/>
                <a:sym typeface="Calibri"/>
              </a:rPr>
              <a:t>Where to store 22?</a:t>
            </a:r>
            <a:endParaRPr/>
          </a:p>
          <a:p>
            <a:pPr marL="91440" marR="0" lvl="0" indent="86360" algn="l" rtl="0">
              <a:lnSpc>
                <a:spcPct val="90000"/>
              </a:lnSpc>
              <a:spcBef>
                <a:spcPts val="14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a:p>
            <a:pPr marL="91440" marR="0" lvl="0" indent="86360" algn="l" rtl="0">
              <a:lnSpc>
                <a:spcPct val="90000"/>
              </a:lnSpc>
              <a:spcBef>
                <a:spcPts val="14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p:txBody>
      </p:sp>
      <p:pic>
        <p:nvPicPr>
          <p:cNvPr id="621" name="Google Shape;621;p45"/>
          <p:cNvPicPr preferRelativeResize="0"/>
          <p:nvPr/>
        </p:nvPicPr>
        <p:blipFill rotWithShape="1">
          <a:blip r:embed="rId3">
            <a:alphaModFix/>
          </a:blip>
          <a:srcRect/>
          <a:stretch/>
        </p:blipFill>
        <p:spPr>
          <a:xfrm>
            <a:off x="195070" y="286604"/>
            <a:ext cx="1269598" cy="1148496"/>
          </a:xfrm>
          <a:prstGeom prst="rect">
            <a:avLst/>
          </a:prstGeom>
          <a:noFill/>
          <a:ln>
            <a:noFill/>
          </a:ln>
        </p:spPr>
      </p:pic>
      <p:graphicFrame>
        <p:nvGraphicFramePr>
          <p:cNvPr id="622" name="Google Shape;622;p45"/>
          <p:cNvGraphicFramePr/>
          <p:nvPr/>
        </p:nvGraphicFramePr>
        <p:xfrm>
          <a:off x="8643158" y="2106788"/>
          <a:ext cx="2514600" cy="3749700"/>
        </p:xfrm>
        <a:graphic>
          <a:graphicData uri="http://schemas.openxmlformats.org/drawingml/2006/table">
            <a:tbl>
              <a:tblPr>
                <a:noFill/>
                <a:tableStyleId>{A454858E-DCAB-4BCF-8197-45F7E5E23E0C}</a:tableStyleId>
              </a:tblPr>
              <a:tblGrid>
                <a:gridCol w="1257300"/>
                <a:gridCol w="1257300"/>
              </a:tblGrid>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Location</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X</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31</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42</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4572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solidFill>
                            <a:srgbClr val="FF0000"/>
                          </a:solidFill>
                        </a:rPr>
                        <a:t>22</a:t>
                      </a:r>
                      <a:endParaRPr sz="2400" u="none" strike="noStrike" cap="none">
                        <a:solidFill>
                          <a:srgbClr val="FF0000"/>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24</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5</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35</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7</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67</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8</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9</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19</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bl>
          </a:graphicData>
        </a:graphic>
      </p:graphicFrame>
      <p:cxnSp>
        <p:nvCxnSpPr>
          <p:cNvPr id="623" name="Google Shape;623;p45"/>
          <p:cNvCxnSpPr/>
          <p:nvPr/>
        </p:nvCxnSpPr>
        <p:spPr>
          <a:xfrm rot="10800000" flipH="1">
            <a:off x="5159896" y="3429000"/>
            <a:ext cx="3483262" cy="1656184"/>
          </a:xfrm>
          <a:prstGeom prst="straightConnector1">
            <a:avLst/>
          </a:prstGeom>
          <a:noFill/>
          <a:ln w="9525" cap="flat" cmpd="sng">
            <a:solidFill>
              <a:srgbClr val="4561AA"/>
            </a:solidFill>
            <a:prstDash val="solid"/>
            <a:round/>
            <a:headEnd type="none" w="sm" len="sm"/>
            <a:tailEnd type="triangle" w="med" len="med"/>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46"/>
          <p:cNvSpPr txBox="1">
            <a:spLocks noGrp="1"/>
          </p:cNvSpPr>
          <p:nvPr>
            <p:ph type="title"/>
          </p:nvPr>
        </p:nvSpPr>
        <p:spPr>
          <a:xfrm>
            <a:off x="1479443" y="892623"/>
            <a:ext cx="8229600" cy="639762"/>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Collision Resolution Strategies</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629" name="Google Shape;629;p46"/>
          <p:cNvSpPr txBox="1">
            <a:spLocks noGrp="1"/>
          </p:cNvSpPr>
          <p:nvPr>
            <p:ph type="body" idx="1"/>
          </p:nvPr>
        </p:nvSpPr>
        <p:spPr>
          <a:xfrm>
            <a:off x="805282" y="1988840"/>
            <a:ext cx="10619309" cy="3744416"/>
          </a:xfrm>
          <a:prstGeom prst="rect">
            <a:avLst/>
          </a:prstGeom>
          <a:noFill/>
          <a:ln>
            <a:noFill/>
          </a:ln>
        </p:spPr>
        <p:txBody>
          <a:bodyPr spcFirstLastPara="1" wrap="square" lIns="91425" tIns="91425" rIns="91425" bIns="91425" anchor="t" anchorCtr="0">
            <a:noAutofit/>
          </a:bodyPr>
          <a:lstStyle/>
          <a:p>
            <a:pPr marL="1944688" lvl="0" indent="-565150" algn="l" rtl="0">
              <a:lnSpc>
                <a:spcPct val="90000"/>
              </a:lnSpc>
              <a:spcBef>
                <a:spcPts val="1200"/>
              </a:spcBef>
              <a:spcAft>
                <a:spcPts val="0"/>
              </a:spcAft>
              <a:buClr>
                <a:srgbClr val="A8CDD7"/>
              </a:buClr>
              <a:buSzPts val="2280"/>
              <a:buFont typeface="Arial"/>
              <a:buAutoNum type="arabicPeriod"/>
            </a:pPr>
            <a:r>
              <a:rPr lang="en-US" sz="2400">
                <a:latin typeface="Constantia"/>
                <a:ea typeface="Constantia"/>
                <a:cs typeface="Constantia"/>
                <a:sym typeface="Constantia"/>
              </a:rPr>
              <a:t>Open Addressing</a:t>
            </a:r>
            <a:endParaRPr/>
          </a:p>
          <a:p>
            <a:pPr marL="2859088" lvl="2" indent="-565150" algn="l" rtl="0">
              <a:lnSpc>
                <a:spcPct val="90000"/>
              </a:lnSpc>
              <a:spcBef>
                <a:spcPts val="400"/>
              </a:spcBef>
              <a:spcAft>
                <a:spcPts val="0"/>
              </a:spcAft>
              <a:buClr>
                <a:srgbClr val="A8CDD7"/>
              </a:buClr>
              <a:buSzPts val="1710"/>
              <a:buFont typeface="Arial"/>
              <a:buAutoNum type="arabicPeriod"/>
            </a:pPr>
            <a:r>
              <a:rPr lang="en-US" sz="1800">
                <a:latin typeface="Constantia"/>
                <a:ea typeface="Constantia"/>
                <a:cs typeface="Constantia"/>
                <a:sym typeface="Constantia"/>
              </a:rPr>
              <a:t>Linear probing</a:t>
            </a:r>
            <a:endParaRPr/>
          </a:p>
          <a:p>
            <a:pPr marL="2859088" lvl="2" indent="-565150" algn="l" rtl="0">
              <a:lnSpc>
                <a:spcPct val="90000"/>
              </a:lnSpc>
              <a:spcBef>
                <a:spcPts val="400"/>
              </a:spcBef>
              <a:spcAft>
                <a:spcPts val="0"/>
              </a:spcAft>
              <a:buClr>
                <a:srgbClr val="A8CDD7"/>
              </a:buClr>
              <a:buSzPts val="1710"/>
              <a:buFont typeface="Arial"/>
              <a:buAutoNum type="arabicPeriod"/>
            </a:pPr>
            <a:r>
              <a:rPr lang="en-US" sz="1800">
                <a:latin typeface="Constantia"/>
                <a:ea typeface="Constantia"/>
                <a:cs typeface="Constantia"/>
                <a:sym typeface="Constantia"/>
              </a:rPr>
              <a:t>Quadratic probing</a:t>
            </a:r>
            <a:endParaRPr/>
          </a:p>
          <a:p>
            <a:pPr marL="2859088" lvl="2" indent="-565150" algn="l" rtl="0">
              <a:lnSpc>
                <a:spcPct val="90000"/>
              </a:lnSpc>
              <a:spcBef>
                <a:spcPts val="400"/>
              </a:spcBef>
              <a:spcAft>
                <a:spcPts val="0"/>
              </a:spcAft>
              <a:buClr>
                <a:srgbClr val="A8CDD7"/>
              </a:buClr>
              <a:buSzPts val="1710"/>
              <a:buFont typeface="Arial"/>
              <a:buAutoNum type="arabicPeriod"/>
            </a:pPr>
            <a:r>
              <a:rPr lang="en-US" sz="1800">
                <a:latin typeface="Constantia"/>
                <a:ea typeface="Constantia"/>
                <a:cs typeface="Constantia"/>
                <a:sym typeface="Constantia"/>
              </a:rPr>
              <a:t>Double hashing</a:t>
            </a:r>
            <a:endParaRPr/>
          </a:p>
          <a:p>
            <a:pPr marL="1944688" lvl="0" indent="-565150" algn="l" rtl="0">
              <a:lnSpc>
                <a:spcPct val="90000"/>
              </a:lnSpc>
              <a:spcBef>
                <a:spcPts val="1200"/>
              </a:spcBef>
              <a:spcAft>
                <a:spcPts val="0"/>
              </a:spcAft>
              <a:buClr>
                <a:srgbClr val="A8CDD7"/>
              </a:buClr>
              <a:buSzPts val="2280"/>
              <a:buFont typeface="Arial"/>
              <a:buAutoNum type="arabicPeriod"/>
            </a:pPr>
            <a:r>
              <a:rPr lang="en-US" sz="2400">
                <a:latin typeface="Constantia"/>
                <a:ea typeface="Constantia"/>
                <a:cs typeface="Constantia"/>
                <a:sym typeface="Constantia"/>
              </a:rPr>
              <a:t>Separate chaining (or linked list)</a:t>
            </a:r>
            <a:endParaRPr/>
          </a:p>
          <a:p>
            <a:pPr marL="1944688" lvl="0" indent="-565150" algn="l" rtl="0">
              <a:lnSpc>
                <a:spcPct val="90000"/>
              </a:lnSpc>
              <a:spcBef>
                <a:spcPts val="1200"/>
              </a:spcBef>
              <a:spcAft>
                <a:spcPts val="0"/>
              </a:spcAft>
              <a:buClr>
                <a:srgbClr val="A8CDD7"/>
              </a:buClr>
              <a:buSzPts val="2280"/>
              <a:buFont typeface="Arial"/>
              <a:buAutoNum type="arabicPeriod"/>
            </a:pPr>
            <a:r>
              <a:rPr lang="en-US" sz="2400">
                <a:latin typeface="Constantia"/>
                <a:ea typeface="Constantia"/>
                <a:cs typeface="Constantia"/>
                <a:sym typeface="Constantia"/>
              </a:rPr>
              <a:t>Bucket hashing (defers collision but does not prevent it)</a:t>
            </a:r>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pic>
        <p:nvPicPr>
          <p:cNvPr id="630" name="Google Shape;630;p46"/>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47"/>
          <p:cNvSpPr txBox="1">
            <a:spLocks noGrp="1"/>
          </p:cNvSpPr>
          <p:nvPr>
            <p:ph type="title"/>
          </p:nvPr>
        </p:nvSpPr>
        <p:spPr>
          <a:xfrm>
            <a:off x="1631504" y="642938"/>
            <a:ext cx="8229600" cy="792162"/>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Open Addressing</a:t>
            </a:r>
            <a:endParaRPr>
              <a:solidFill>
                <a:srgbClr val="00B050"/>
              </a:solidFill>
              <a:latin typeface="Times New Roman"/>
              <a:ea typeface="Times New Roman"/>
              <a:cs typeface="Times New Roman"/>
              <a:sym typeface="Times New Roman"/>
            </a:endParaRPr>
          </a:p>
        </p:txBody>
      </p:sp>
      <p:sp>
        <p:nvSpPr>
          <p:cNvPr id="639" name="Google Shape;639;p47"/>
          <p:cNvSpPr txBox="1">
            <a:spLocks noGrp="1"/>
          </p:cNvSpPr>
          <p:nvPr>
            <p:ph type="body" idx="1"/>
          </p:nvPr>
        </p:nvSpPr>
        <p:spPr>
          <a:xfrm>
            <a:off x="834435" y="1772816"/>
            <a:ext cx="10225136" cy="3888432"/>
          </a:xfrm>
          <a:prstGeom prst="rect">
            <a:avLst/>
          </a:prstGeom>
          <a:noFill/>
          <a:ln>
            <a:noFill/>
          </a:ln>
        </p:spPr>
        <p:txBody>
          <a:bodyPr spcFirstLastPara="1" wrap="square" lIns="91425" tIns="91425" rIns="91425" bIns="91425" anchor="t" anchorCtr="0">
            <a:no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When collision occurs, it is resolved by finding an available  empty location other than the home address.</a:t>
            </a:r>
            <a:endParaRPr/>
          </a:p>
          <a:p>
            <a:pPr marL="457200" marR="0" lvl="0" indent="-228600" algn="l" rtl="0">
              <a:lnSpc>
                <a:spcPct val="90000"/>
              </a:lnSpc>
              <a:spcBef>
                <a:spcPts val="12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If Hash(key) is not empty, the positions are probed in the following sequence until an empty location is found.</a:t>
            </a:r>
            <a:endParaRPr/>
          </a:p>
          <a:p>
            <a:pPr marL="457200" marR="0" lvl="0" indent="-228600" algn="l" rtl="0">
              <a:lnSpc>
                <a:spcPct val="90000"/>
              </a:lnSpc>
              <a:spcBef>
                <a:spcPts val="12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When we reach the end of the table ,the search is wrapped around to start and search continues till the current collision location.</a:t>
            </a:r>
            <a:endParaRPr/>
          </a:p>
          <a:p>
            <a:pPr marL="457200" marR="0" lvl="0" indent="-228600" algn="l" rtl="0">
              <a:lnSpc>
                <a:spcPct val="90000"/>
              </a:lnSpc>
              <a:spcBef>
                <a:spcPts val="12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Closed  hash tables use open addressing.</a:t>
            </a:r>
            <a:endParaRPr sz="2400">
              <a:latin typeface="Times New Roman"/>
              <a:ea typeface="Times New Roman"/>
              <a:cs typeface="Times New Roman"/>
              <a:sym typeface="Times New Roman"/>
            </a:endParaRPr>
          </a:p>
        </p:txBody>
      </p:sp>
      <p:pic>
        <p:nvPicPr>
          <p:cNvPr id="640" name="Google Shape;640;p47"/>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48"/>
          <p:cNvSpPr txBox="1">
            <a:spLocks noGrp="1"/>
          </p:cNvSpPr>
          <p:nvPr>
            <p:ph type="title"/>
          </p:nvPr>
        </p:nvSpPr>
        <p:spPr>
          <a:xfrm>
            <a:off x="1559496" y="332657"/>
            <a:ext cx="10058400" cy="12961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Linear Probing</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649" name="Google Shape;649;p48"/>
          <p:cNvSpPr txBox="1">
            <a:spLocks noGrp="1"/>
          </p:cNvSpPr>
          <p:nvPr>
            <p:ph type="body" idx="1"/>
          </p:nvPr>
        </p:nvSpPr>
        <p:spPr>
          <a:xfrm>
            <a:off x="195070" y="1772816"/>
            <a:ext cx="11089232" cy="4906963"/>
          </a:xfrm>
          <a:prstGeom prst="rect">
            <a:avLst/>
          </a:prstGeom>
          <a:noFill/>
          <a:ln>
            <a:noFill/>
          </a:ln>
        </p:spPr>
        <p:txBody>
          <a:bodyPr spcFirstLastPara="1" wrap="square" lIns="0" tIns="91425" rIns="91425" bIns="91425" anchor="t" anchorCtr="0">
            <a:noAutofit/>
          </a:bodyPr>
          <a:lstStyle/>
          <a:p>
            <a:pPr marL="1944688" lvl="0" indent="-565150" algn="just" rtl="0">
              <a:lnSpc>
                <a:spcPct val="7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A hash table in which a collision is resolved by putting the item in the next empty place in following the occupied place is called linear probing</a:t>
            </a:r>
            <a:endParaRPr/>
          </a:p>
          <a:p>
            <a:pPr marL="1944688" lvl="0" indent="-420370" algn="just" rtl="0">
              <a:lnSpc>
                <a:spcPct val="7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just" rtl="0">
              <a:lnSpc>
                <a:spcPct val="7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This strategy looks for the next free location until it is found</a:t>
            </a:r>
            <a:endParaRPr/>
          </a:p>
          <a:p>
            <a:pPr marL="1944688" lvl="0" indent="-565150" algn="just" rtl="0">
              <a:lnSpc>
                <a:spcPct val="7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The function that we can use for probing linearly from the next location is as follows:</a:t>
            </a:r>
            <a:endParaRPr/>
          </a:p>
          <a:p>
            <a:pPr marL="1944688" lvl="0" indent="-565150" algn="just" rtl="0">
              <a:lnSpc>
                <a:spcPct val="7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	</a:t>
            </a:r>
            <a:r>
              <a:rPr lang="en-US" sz="2400">
                <a:solidFill>
                  <a:srgbClr val="C00000"/>
                </a:solidFill>
                <a:latin typeface="Times New Roman"/>
                <a:ea typeface="Times New Roman"/>
                <a:cs typeface="Times New Roman"/>
                <a:sym typeface="Times New Roman"/>
              </a:rPr>
              <a:t>(Hash(x) + p(i)) MOD Max</a:t>
            </a:r>
            <a:endParaRPr/>
          </a:p>
          <a:p>
            <a:pPr marL="1944688" lvl="0" indent="-565150" algn="just" rtl="0">
              <a:lnSpc>
                <a:spcPct val="70000"/>
              </a:lnSpc>
              <a:spcBef>
                <a:spcPts val="1200"/>
              </a:spcBef>
              <a:spcAft>
                <a:spcPts val="0"/>
              </a:spcAft>
              <a:buClr>
                <a:srgbClr val="A8CDD7"/>
              </a:buClr>
              <a:buSzPts val="1824"/>
              <a:buFont typeface="Noto Sans Symbols"/>
              <a:buChar char="❖"/>
            </a:pPr>
            <a:r>
              <a:rPr lang="en-US" sz="1920">
                <a:latin typeface="Times New Roman"/>
                <a:ea typeface="Times New Roman"/>
                <a:cs typeface="Times New Roman"/>
                <a:sym typeface="Times New Roman"/>
              </a:rPr>
              <a:t>            As p(i) = i for linear probing, the function becomes</a:t>
            </a:r>
            <a:endParaRPr/>
          </a:p>
          <a:p>
            <a:pPr marL="1944688" lvl="0" indent="-565150" algn="just" rtl="0">
              <a:lnSpc>
                <a:spcPct val="7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		</a:t>
            </a:r>
            <a:r>
              <a:rPr lang="en-US" sz="2400">
                <a:solidFill>
                  <a:srgbClr val="C00000"/>
                </a:solidFill>
                <a:latin typeface="Times New Roman"/>
                <a:ea typeface="Times New Roman"/>
                <a:cs typeface="Times New Roman"/>
                <a:sym typeface="Times New Roman"/>
              </a:rPr>
              <a:t>(Hash(x)+ i)) MOD Max</a:t>
            </a:r>
            <a:endParaRPr/>
          </a:p>
          <a:p>
            <a:pPr marL="1944688" lvl="0" indent="-565150" algn="just" rtl="0">
              <a:lnSpc>
                <a:spcPct val="7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Initially i = 1, if the location is not empty then it becomes 2, 3, 4, …, and so on till empty location is found.</a:t>
            </a:r>
            <a:endParaRPr/>
          </a:p>
          <a:p>
            <a:pPr marL="457200" marR="0" lvl="0" indent="-228600" algn="l" rtl="0">
              <a:lnSpc>
                <a:spcPct val="70000"/>
              </a:lnSpc>
              <a:spcBef>
                <a:spcPts val="1200"/>
              </a:spcBef>
              <a:spcAft>
                <a:spcPts val="0"/>
              </a:spcAft>
              <a:buClr>
                <a:schemeClr val="accent1"/>
              </a:buClr>
              <a:buSzPts val="2000"/>
              <a:buFont typeface="Calibri"/>
              <a:buNone/>
            </a:pPr>
            <a:endParaRPr sz="800"/>
          </a:p>
        </p:txBody>
      </p:sp>
      <p:pic>
        <p:nvPicPr>
          <p:cNvPr id="650" name="Google Shape;650;p48"/>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658"/>
        <p:cNvGrpSpPr/>
        <p:nvPr/>
      </p:nvGrpSpPr>
      <p:grpSpPr>
        <a:xfrm>
          <a:off x="0" y="0"/>
          <a:ext cx="0" cy="0"/>
          <a:chOff x="0" y="0"/>
          <a:chExt cx="0" cy="0"/>
        </a:xfrm>
      </p:grpSpPr>
      <p:sp>
        <p:nvSpPr>
          <p:cNvPr id="659" name="Google Shape;659;p49"/>
          <p:cNvSpPr txBox="1">
            <a:spLocks noGrp="1"/>
          </p:cNvSpPr>
          <p:nvPr>
            <p:ph type="title"/>
          </p:nvPr>
        </p:nvSpPr>
        <p:spPr>
          <a:xfrm>
            <a:off x="1354684" y="281989"/>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Example Linear (Closed) Hashing</a:t>
            </a:r>
            <a:endParaRPr/>
          </a:p>
        </p:txBody>
      </p:sp>
      <p:sp>
        <p:nvSpPr>
          <p:cNvPr id="660" name="Google Shape;660;p49"/>
          <p:cNvSpPr txBox="1">
            <a:spLocks noGrp="1"/>
          </p:cNvSpPr>
          <p:nvPr>
            <p:ph type="body" idx="1"/>
          </p:nvPr>
        </p:nvSpPr>
        <p:spPr>
          <a:xfrm>
            <a:off x="1354684" y="1866364"/>
            <a:ext cx="7772400" cy="106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D=8, keys </a:t>
            </a:r>
            <a:r>
              <a:rPr lang="en-US" sz="2400" i="1">
                <a:latin typeface="Times New Roman"/>
                <a:ea typeface="Times New Roman"/>
                <a:cs typeface="Times New Roman"/>
                <a:sym typeface="Times New Roman"/>
              </a:rPr>
              <a:t>a,b,c,d</a:t>
            </a:r>
            <a:r>
              <a:rPr lang="en-US" sz="2400">
                <a:latin typeface="Times New Roman"/>
                <a:ea typeface="Times New Roman"/>
                <a:cs typeface="Times New Roman"/>
                <a:sym typeface="Times New Roman"/>
              </a:rPr>
              <a:t> have hash values h(a)=3, h(b)=0, h(c)=4, h(d)=3</a:t>
            </a:r>
            <a:endParaRPr/>
          </a:p>
        </p:txBody>
      </p:sp>
      <p:sp>
        <p:nvSpPr>
          <p:cNvPr id="661" name="Google Shape;661;p49"/>
          <p:cNvSpPr/>
          <p:nvPr/>
        </p:nvSpPr>
        <p:spPr>
          <a:xfrm>
            <a:off x="8382000" y="2743200"/>
            <a:ext cx="1752600" cy="3581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62" name="Google Shape;662;p49"/>
          <p:cNvCxnSpPr/>
          <p:nvPr/>
        </p:nvCxnSpPr>
        <p:spPr>
          <a:xfrm>
            <a:off x="8382000" y="3200400"/>
            <a:ext cx="1752600" cy="0"/>
          </a:xfrm>
          <a:prstGeom prst="straightConnector1">
            <a:avLst/>
          </a:prstGeom>
          <a:noFill/>
          <a:ln w="9525" cap="flat" cmpd="sng">
            <a:solidFill>
              <a:schemeClr val="dk1"/>
            </a:solidFill>
            <a:prstDash val="solid"/>
            <a:round/>
            <a:headEnd type="none" w="sm" len="sm"/>
            <a:tailEnd type="none" w="sm" len="sm"/>
          </a:ln>
        </p:spPr>
      </p:cxnSp>
      <p:cxnSp>
        <p:nvCxnSpPr>
          <p:cNvPr id="663" name="Google Shape;663;p49"/>
          <p:cNvCxnSpPr/>
          <p:nvPr/>
        </p:nvCxnSpPr>
        <p:spPr>
          <a:xfrm>
            <a:off x="8382000" y="3644900"/>
            <a:ext cx="1752600" cy="0"/>
          </a:xfrm>
          <a:prstGeom prst="straightConnector1">
            <a:avLst/>
          </a:prstGeom>
          <a:noFill/>
          <a:ln w="9525" cap="flat" cmpd="sng">
            <a:solidFill>
              <a:schemeClr val="dk1"/>
            </a:solidFill>
            <a:prstDash val="solid"/>
            <a:round/>
            <a:headEnd type="none" w="sm" len="sm"/>
            <a:tailEnd type="none" w="sm" len="sm"/>
          </a:ln>
        </p:spPr>
      </p:cxnSp>
      <p:cxnSp>
        <p:nvCxnSpPr>
          <p:cNvPr id="664" name="Google Shape;664;p49"/>
          <p:cNvCxnSpPr/>
          <p:nvPr/>
        </p:nvCxnSpPr>
        <p:spPr>
          <a:xfrm>
            <a:off x="8382000" y="4089400"/>
            <a:ext cx="1752600" cy="0"/>
          </a:xfrm>
          <a:prstGeom prst="straightConnector1">
            <a:avLst/>
          </a:prstGeom>
          <a:noFill/>
          <a:ln w="9525" cap="flat" cmpd="sng">
            <a:solidFill>
              <a:schemeClr val="dk1"/>
            </a:solidFill>
            <a:prstDash val="solid"/>
            <a:round/>
            <a:headEnd type="none" w="sm" len="sm"/>
            <a:tailEnd type="none" w="sm" len="sm"/>
          </a:ln>
        </p:spPr>
      </p:cxnSp>
      <p:cxnSp>
        <p:nvCxnSpPr>
          <p:cNvPr id="665" name="Google Shape;665;p49"/>
          <p:cNvCxnSpPr/>
          <p:nvPr/>
        </p:nvCxnSpPr>
        <p:spPr>
          <a:xfrm>
            <a:off x="8382000" y="4533900"/>
            <a:ext cx="1752600" cy="0"/>
          </a:xfrm>
          <a:prstGeom prst="straightConnector1">
            <a:avLst/>
          </a:prstGeom>
          <a:noFill/>
          <a:ln w="9525" cap="flat" cmpd="sng">
            <a:solidFill>
              <a:schemeClr val="dk1"/>
            </a:solidFill>
            <a:prstDash val="solid"/>
            <a:round/>
            <a:headEnd type="none" w="sm" len="sm"/>
            <a:tailEnd type="none" w="sm" len="sm"/>
          </a:ln>
        </p:spPr>
      </p:cxnSp>
      <p:cxnSp>
        <p:nvCxnSpPr>
          <p:cNvPr id="666" name="Google Shape;666;p49"/>
          <p:cNvCxnSpPr/>
          <p:nvPr/>
        </p:nvCxnSpPr>
        <p:spPr>
          <a:xfrm>
            <a:off x="8382000" y="5422900"/>
            <a:ext cx="1752600" cy="0"/>
          </a:xfrm>
          <a:prstGeom prst="straightConnector1">
            <a:avLst/>
          </a:prstGeom>
          <a:noFill/>
          <a:ln w="9525" cap="flat" cmpd="sng">
            <a:solidFill>
              <a:schemeClr val="dk1"/>
            </a:solidFill>
            <a:prstDash val="solid"/>
            <a:round/>
            <a:headEnd type="none" w="sm" len="sm"/>
            <a:tailEnd type="none" w="sm" len="sm"/>
          </a:ln>
        </p:spPr>
      </p:cxnSp>
      <p:cxnSp>
        <p:nvCxnSpPr>
          <p:cNvPr id="667" name="Google Shape;667;p49"/>
          <p:cNvCxnSpPr/>
          <p:nvPr/>
        </p:nvCxnSpPr>
        <p:spPr>
          <a:xfrm>
            <a:off x="8382000" y="4978400"/>
            <a:ext cx="1752600" cy="0"/>
          </a:xfrm>
          <a:prstGeom prst="straightConnector1">
            <a:avLst/>
          </a:prstGeom>
          <a:noFill/>
          <a:ln w="9525" cap="flat" cmpd="sng">
            <a:solidFill>
              <a:schemeClr val="dk1"/>
            </a:solidFill>
            <a:prstDash val="solid"/>
            <a:round/>
            <a:headEnd type="none" w="sm" len="sm"/>
            <a:tailEnd type="none" w="sm" len="sm"/>
          </a:ln>
        </p:spPr>
      </p:cxnSp>
      <p:cxnSp>
        <p:nvCxnSpPr>
          <p:cNvPr id="668" name="Google Shape;668;p49"/>
          <p:cNvCxnSpPr/>
          <p:nvPr/>
        </p:nvCxnSpPr>
        <p:spPr>
          <a:xfrm>
            <a:off x="8382000" y="5867400"/>
            <a:ext cx="1752600" cy="0"/>
          </a:xfrm>
          <a:prstGeom prst="straightConnector1">
            <a:avLst/>
          </a:prstGeom>
          <a:noFill/>
          <a:ln w="9525" cap="flat" cmpd="sng">
            <a:solidFill>
              <a:schemeClr val="dk1"/>
            </a:solidFill>
            <a:prstDash val="solid"/>
            <a:round/>
            <a:headEnd type="none" w="sm" len="sm"/>
            <a:tailEnd type="none" w="sm" len="sm"/>
          </a:ln>
        </p:spPr>
      </p:cxnSp>
      <p:sp>
        <p:nvSpPr>
          <p:cNvPr id="669" name="Google Shape;669;p49"/>
          <p:cNvSpPr txBox="1"/>
          <p:nvPr/>
        </p:nvSpPr>
        <p:spPr>
          <a:xfrm>
            <a:off x="8001001" y="2819400"/>
            <a:ext cx="296863" cy="336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670" name="Google Shape;670;p49"/>
          <p:cNvSpPr txBox="1"/>
          <p:nvPr/>
        </p:nvSpPr>
        <p:spPr>
          <a:xfrm>
            <a:off x="8001001" y="3657600"/>
            <a:ext cx="296863" cy="336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671" name="Google Shape;671;p49"/>
          <p:cNvSpPr txBox="1"/>
          <p:nvPr/>
        </p:nvSpPr>
        <p:spPr>
          <a:xfrm>
            <a:off x="8001001" y="4114800"/>
            <a:ext cx="296863" cy="336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672" name="Google Shape;672;p49"/>
          <p:cNvSpPr txBox="1"/>
          <p:nvPr/>
        </p:nvSpPr>
        <p:spPr>
          <a:xfrm>
            <a:off x="8001001" y="4572000"/>
            <a:ext cx="296863" cy="336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673" name="Google Shape;673;p49"/>
          <p:cNvSpPr txBox="1"/>
          <p:nvPr/>
        </p:nvSpPr>
        <p:spPr>
          <a:xfrm>
            <a:off x="8001001" y="5029200"/>
            <a:ext cx="296863" cy="336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674" name="Google Shape;674;p49"/>
          <p:cNvSpPr txBox="1"/>
          <p:nvPr/>
        </p:nvSpPr>
        <p:spPr>
          <a:xfrm>
            <a:off x="8001001" y="5486400"/>
            <a:ext cx="296863" cy="336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675" name="Google Shape;675;p49"/>
          <p:cNvSpPr txBox="1"/>
          <p:nvPr/>
        </p:nvSpPr>
        <p:spPr>
          <a:xfrm>
            <a:off x="8001001" y="5867400"/>
            <a:ext cx="296863" cy="336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7</a:t>
            </a:r>
            <a:endParaRPr sz="1400" b="0" i="0" u="none" strike="noStrike" cap="none">
              <a:solidFill>
                <a:srgbClr val="000000"/>
              </a:solidFill>
              <a:latin typeface="Arial"/>
              <a:ea typeface="Arial"/>
              <a:cs typeface="Arial"/>
              <a:sym typeface="Arial"/>
            </a:endParaRPr>
          </a:p>
        </p:txBody>
      </p:sp>
      <p:sp>
        <p:nvSpPr>
          <p:cNvPr id="676" name="Google Shape;676;p49"/>
          <p:cNvSpPr txBox="1"/>
          <p:nvPr/>
        </p:nvSpPr>
        <p:spPr>
          <a:xfrm>
            <a:off x="8001001" y="3276600"/>
            <a:ext cx="296863" cy="336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677" name="Google Shape;677;p49"/>
          <p:cNvSpPr txBox="1"/>
          <p:nvPr/>
        </p:nvSpPr>
        <p:spPr>
          <a:xfrm>
            <a:off x="9074150" y="2770189"/>
            <a:ext cx="325438"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b</a:t>
            </a:r>
            <a:endParaRPr sz="2000" b="0" i="0" u="none" strike="noStrike" cap="none">
              <a:solidFill>
                <a:srgbClr val="000000"/>
              </a:solidFill>
              <a:latin typeface="Arial"/>
              <a:ea typeface="Arial"/>
              <a:cs typeface="Arial"/>
              <a:sym typeface="Arial"/>
            </a:endParaRPr>
          </a:p>
        </p:txBody>
      </p:sp>
      <p:sp>
        <p:nvSpPr>
          <p:cNvPr id="678" name="Google Shape;678;p49"/>
          <p:cNvSpPr txBox="1"/>
          <p:nvPr/>
        </p:nvSpPr>
        <p:spPr>
          <a:xfrm>
            <a:off x="9074150" y="4114801"/>
            <a:ext cx="325438"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a</a:t>
            </a:r>
            <a:endParaRPr sz="2000" b="0" i="0" u="none" strike="noStrike" cap="none">
              <a:solidFill>
                <a:srgbClr val="000000"/>
              </a:solidFill>
              <a:latin typeface="Arial"/>
              <a:ea typeface="Arial"/>
              <a:cs typeface="Arial"/>
              <a:sym typeface="Arial"/>
            </a:endParaRPr>
          </a:p>
        </p:txBody>
      </p:sp>
      <p:sp>
        <p:nvSpPr>
          <p:cNvPr id="679" name="Google Shape;679;p49"/>
          <p:cNvSpPr txBox="1"/>
          <p:nvPr/>
        </p:nvSpPr>
        <p:spPr>
          <a:xfrm>
            <a:off x="9082088" y="4495801"/>
            <a:ext cx="311150"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c</a:t>
            </a:r>
            <a:endParaRPr sz="2000" b="0" i="0" u="none" strike="noStrike" cap="none">
              <a:solidFill>
                <a:srgbClr val="000000"/>
              </a:solidFill>
              <a:latin typeface="Arial"/>
              <a:ea typeface="Arial"/>
              <a:cs typeface="Arial"/>
              <a:sym typeface="Arial"/>
            </a:endParaRPr>
          </a:p>
        </p:txBody>
      </p:sp>
      <p:sp>
        <p:nvSpPr>
          <p:cNvPr id="680" name="Google Shape;680;p49"/>
          <p:cNvSpPr/>
          <p:nvPr/>
        </p:nvSpPr>
        <p:spPr>
          <a:xfrm>
            <a:off x="1811337" y="3314700"/>
            <a:ext cx="5791200" cy="4343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Where do we insert </a:t>
            </a:r>
            <a:r>
              <a:rPr lang="en-US" sz="1800" b="0" i="1" u="none" strike="noStrike" cap="none">
                <a:solidFill>
                  <a:srgbClr val="000000"/>
                </a:solidFill>
                <a:latin typeface="Times New Roman"/>
                <a:ea typeface="Times New Roman"/>
                <a:cs typeface="Times New Roman"/>
                <a:sym typeface="Times New Roman"/>
              </a:rPr>
              <a:t>d</a:t>
            </a:r>
            <a:r>
              <a:rPr lang="en-US" sz="1800" b="0" i="0" u="none" strike="noStrike" cap="none">
                <a:solidFill>
                  <a:srgbClr val="000000"/>
                </a:solidFill>
                <a:latin typeface="Times New Roman"/>
                <a:ea typeface="Times New Roman"/>
                <a:cs typeface="Times New Roman"/>
                <a:sym typeface="Times New Roman"/>
              </a:rPr>
              <a:t>? 3 already filled</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36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Probe sequence using linear hashing:</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h</a:t>
            </a:r>
            <a:r>
              <a:rPr lang="en-US" sz="1800" b="0" i="0" u="none" strike="noStrike" cap="none" baseline="-25000">
                <a:solidFill>
                  <a:srgbClr val="000000"/>
                </a:solidFill>
                <a:latin typeface="Times New Roman"/>
                <a:ea typeface="Times New Roman"/>
                <a:cs typeface="Times New Roman"/>
                <a:sym typeface="Times New Roman"/>
              </a:rPr>
              <a:t>1</a:t>
            </a:r>
            <a:r>
              <a:rPr lang="en-US" sz="1800" b="0" i="0" u="none" strike="noStrike" cap="none">
                <a:solidFill>
                  <a:srgbClr val="000000"/>
                </a:solidFill>
                <a:latin typeface="Times New Roman"/>
                <a:ea typeface="Times New Roman"/>
                <a:cs typeface="Times New Roman"/>
                <a:sym typeface="Times New Roman"/>
              </a:rPr>
              <a:t>(d) = (h(d)+1)%8 = 4%8 = 4</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h</a:t>
            </a:r>
            <a:r>
              <a:rPr lang="en-US" sz="1800" b="0" i="0" u="none" strike="noStrike" cap="none" baseline="-25000">
                <a:solidFill>
                  <a:srgbClr val="000000"/>
                </a:solidFill>
                <a:latin typeface="Times New Roman"/>
                <a:ea typeface="Times New Roman"/>
                <a:cs typeface="Times New Roman"/>
                <a:sym typeface="Times New Roman"/>
              </a:rPr>
              <a:t>2</a:t>
            </a:r>
            <a:r>
              <a:rPr lang="en-US" sz="1800" b="0" i="0" u="none" strike="noStrike" cap="none">
                <a:solidFill>
                  <a:srgbClr val="000000"/>
                </a:solidFill>
                <a:latin typeface="Times New Roman"/>
                <a:ea typeface="Times New Roman"/>
                <a:cs typeface="Times New Roman"/>
                <a:sym typeface="Times New Roman"/>
              </a:rPr>
              <a:t>(d) = (h(d)+2)%8 = 5%8 = </a:t>
            </a:r>
            <a:r>
              <a:rPr lang="en-US" sz="1800" b="1" i="0" u="none" strike="noStrike" cap="none">
                <a:solidFill>
                  <a:srgbClr val="000000"/>
                </a:solidFill>
                <a:latin typeface="Times New Roman"/>
                <a:ea typeface="Times New Roman"/>
                <a:cs typeface="Times New Roman"/>
                <a:sym typeface="Times New Roman"/>
              </a:rPr>
              <a:t>5*</a:t>
            </a:r>
            <a:endParaRPr sz="1800" b="0" i="0" u="none" strike="noStrike" cap="none">
              <a:solidFill>
                <a:srgbClr val="000000"/>
              </a:solidFill>
              <a:latin typeface="Times New Roman"/>
              <a:ea typeface="Times New Roman"/>
              <a:cs typeface="Times New Roman"/>
              <a:sym typeface="Times New Roman"/>
            </a:endParaRPr>
          </a:p>
          <a:p>
            <a:pPr marL="742950" marR="0" lvl="1" indent="-285750" algn="l" rtl="0">
              <a:lnSpc>
                <a:spcPct val="100000"/>
              </a:lnSpc>
              <a:spcBef>
                <a:spcPts val="36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h</a:t>
            </a:r>
            <a:r>
              <a:rPr lang="en-US" sz="1800" b="0" i="0" u="none" strike="noStrike" cap="none" baseline="-25000">
                <a:solidFill>
                  <a:srgbClr val="000000"/>
                </a:solidFill>
                <a:latin typeface="Times New Roman"/>
                <a:ea typeface="Times New Roman"/>
                <a:cs typeface="Times New Roman"/>
                <a:sym typeface="Times New Roman"/>
              </a:rPr>
              <a:t>3</a:t>
            </a:r>
            <a:r>
              <a:rPr lang="en-US" sz="1800" b="0" i="0" u="none" strike="noStrike" cap="none">
                <a:solidFill>
                  <a:srgbClr val="000000"/>
                </a:solidFill>
                <a:latin typeface="Times New Roman"/>
                <a:ea typeface="Times New Roman"/>
                <a:cs typeface="Times New Roman"/>
                <a:sym typeface="Times New Roman"/>
              </a:rPr>
              <a:t>(d) = (h(d)+3)%8 = 6%8 = 6</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etc.</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36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7, 0, 1, 2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36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Wraps around the beginning of the table!</a:t>
            </a:r>
            <a:endParaRPr sz="1400" b="0" i="0" u="none" strike="noStrike" cap="none">
              <a:solidFill>
                <a:srgbClr val="000000"/>
              </a:solidFill>
              <a:latin typeface="Arial"/>
              <a:ea typeface="Arial"/>
              <a:cs typeface="Arial"/>
              <a:sym typeface="Arial"/>
            </a:endParaRPr>
          </a:p>
        </p:txBody>
      </p:sp>
      <p:sp>
        <p:nvSpPr>
          <p:cNvPr id="681" name="Google Shape;681;p49"/>
          <p:cNvSpPr txBox="1"/>
          <p:nvPr/>
        </p:nvSpPr>
        <p:spPr>
          <a:xfrm>
            <a:off x="9067801" y="4953001"/>
            <a:ext cx="339725"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d</a:t>
            </a:r>
            <a:endParaRPr sz="2000" b="0" i="0" u="none" strike="noStrike" cap="none">
              <a:solidFill>
                <a:srgbClr val="000000"/>
              </a:solidFill>
              <a:latin typeface="Arial"/>
              <a:ea typeface="Arial"/>
              <a:cs typeface="Arial"/>
              <a:sym typeface="Arial"/>
            </a:endParaRPr>
          </a:p>
        </p:txBody>
      </p:sp>
      <p:pic>
        <p:nvPicPr>
          <p:cNvPr id="682" name="Google Shape;682;p49"/>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50"/>
          <p:cNvSpPr txBox="1">
            <a:spLocks noGrp="1"/>
          </p:cNvSpPr>
          <p:nvPr>
            <p:ph type="title"/>
          </p:nvPr>
        </p:nvSpPr>
        <p:spPr>
          <a:xfrm>
            <a:off x="1507388" y="709721"/>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Linear Probing</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691" name="Google Shape;691;p50"/>
          <p:cNvSpPr txBox="1">
            <a:spLocks noGrp="1"/>
          </p:cNvSpPr>
          <p:nvPr>
            <p:ph type="body" idx="1"/>
          </p:nvPr>
        </p:nvSpPr>
        <p:spPr>
          <a:xfrm>
            <a:off x="687172" y="1737567"/>
            <a:ext cx="10878616" cy="4571754"/>
          </a:xfrm>
          <a:prstGeom prst="rect">
            <a:avLst/>
          </a:prstGeom>
          <a:noFill/>
          <a:ln>
            <a:noFill/>
          </a:ln>
        </p:spPr>
        <p:txBody>
          <a:bodyPr spcFirstLastPara="1" wrap="square" lIns="91425" tIns="91425" rIns="91425" bIns="91425" anchor="t" anchorCtr="0">
            <a:noAutofit/>
          </a:bodyPr>
          <a:lstStyle/>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1.With replacement   2.Without replacement</a:t>
            </a:r>
            <a:endParaRPr/>
          </a:p>
          <a:p>
            <a:pPr marL="1944688" lvl="0" indent="-565150" algn="just" rtl="0">
              <a:lnSpc>
                <a:spcPct val="90000"/>
              </a:lnSpc>
              <a:spcBef>
                <a:spcPts val="1200"/>
              </a:spcBef>
              <a:spcAft>
                <a:spcPts val="0"/>
              </a:spcAft>
              <a:buClr>
                <a:srgbClr val="A8CDD7"/>
              </a:buClr>
              <a:buSzPts val="2280"/>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With replacement :</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If the slot is already occupied by the key there are two possibilities, that is, either it is home address (collision) or not key’s home address</a:t>
            </a:r>
            <a:endParaRPr/>
          </a:p>
          <a:p>
            <a:pPr marL="1944688" lvl="0" indent="-420370" algn="just" rtl="0">
              <a:lnSpc>
                <a:spcPct val="9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If the key’s actual address is different, then the new key having the address at that slot is placed at that position and the key with other address is placed in the next empty position</a:t>
            </a:r>
            <a:endParaRPr/>
          </a:p>
          <a:p>
            <a:pPr marL="1944688" lvl="0" indent="-408305" algn="just" rtl="0">
              <a:lnSpc>
                <a:spcPct val="90000"/>
              </a:lnSpc>
              <a:spcBef>
                <a:spcPts val="1200"/>
              </a:spcBef>
              <a:spcAft>
                <a:spcPts val="0"/>
              </a:spcAft>
              <a:buClr>
                <a:srgbClr val="A8CDD7"/>
              </a:buClr>
              <a:buSzPts val="2470"/>
              <a:buFont typeface="Noto Sans Symbols"/>
              <a:buNone/>
            </a:pPr>
            <a:endParaRPr sz="2600">
              <a:latin typeface="Constantia"/>
              <a:ea typeface="Constantia"/>
              <a:cs typeface="Constantia"/>
              <a:sym typeface="Constantia"/>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pic>
        <p:nvPicPr>
          <p:cNvPr id="692" name="Google Shape;692;p50"/>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51"/>
          <p:cNvSpPr txBox="1">
            <a:spLocks noGrp="1"/>
          </p:cNvSpPr>
          <p:nvPr>
            <p:ph type="title"/>
          </p:nvPr>
        </p:nvSpPr>
        <p:spPr>
          <a:xfrm>
            <a:off x="1487995" y="363346"/>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 Linear Probing</a:t>
            </a:r>
            <a:endParaRPr>
              <a:solidFill>
                <a:srgbClr val="00B050"/>
              </a:solidFill>
              <a:latin typeface="Times New Roman"/>
              <a:ea typeface="Times New Roman"/>
              <a:cs typeface="Times New Roman"/>
              <a:sym typeface="Times New Roman"/>
            </a:endParaRPr>
          </a:p>
        </p:txBody>
      </p:sp>
      <p:sp>
        <p:nvSpPr>
          <p:cNvPr id="701" name="Google Shape;701;p51"/>
          <p:cNvSpPr txBox="1">
            <a:spLocks noGrp="1"/>
          </p:cNvSpPr>
          <p:nvPr>
            <p:ph type="body" idx="1"/>
          </p:nvPr>
        </p:nvSpPr>
        <p:spPr>
          <a:xfrm>
            <a:off x="304800" y="1600201"/>
            <a:ext cx="11407824" cy="4525963"/>
          </a:xfrm>
          <a:prstGeom prst="rect">
            <a:avLst/>
          </a:prstGeom>
          <a:noFill/>
          <a:ln>
            <a:noFill/>
          </a:ln>
        </p:spPr>
        <p:txBody>
          <a:bodyPr spcFirstLastPara="1" wrap="square" lIns="91425" tIns="91425" rIns="91425" bIns="91425" anchor="t" anchorCtr="0">
            <a:noAutofit/>
          </a:bodyPr>
          <a:lstStyle/>
          <a:p>
            <a:pPr marL="1944688" lvl="0" indent="-565150" algn="l" rtl="0">
              <a:lnSpc>
                <a:spcPct val="70000"/>
              </a:lnSpc>
              <a:spcBef>
                <a:spcPts val="1200"/>
              </a:spcBef>
              <a:spcAft>
                <a:spcPts val="0"/>
              </a:spcAft>
              <a:buClr>
                <a:srgbClr val="A8CDD7"/>
              </a:buClr>
              <a:buSzPts val="2282"/>
              <a:buChar char=" "/>
            </a:pPr>
            <a:r>
              <a:rPr lang="en-US" sz="2402">
                <a:latin typeface="Constantia"/>
                <a:ea typeface="Constantia"/>
                <a:cs typeface="Constantia"/>
                <a:sym typeface="Constantia"/>
              </a:rPr>
              <a:t>Example :</a:t>
            </a:r>
            <a:endParaRPr/>
          </a:p>
          <a:p>
            <a:pPr marL="1944688" lvl="0" indent="-420249" algn="l" rtl="0">
              <a:lnSpc>
                <a:spcPct val="70000"/>
              </a:lnSpc>
              <a:spcBef>
                <a:spcPts val="1200"/>
              </a:spcBef>
              <a:spcAft>
                <a:spcPts val="0"/>
              </a:spcAft>
              <a:buClr>
                <a:srgbClr val="A8CDD7"/>
              </a:buClr>
              <a:buSzPts val="2282"/>
              <a:buNone/>
            </a:pPr>
            <a:endParaRPr sz="2402">
              <a:latin typeface="Constantia"/>
              <a:ea typeface="Constantia"/>
              <a:cs typeface="Constantia"/>
              <a:sym typeface="Constantia"/>
            </a:endParaRPr>
          </a:p>
          <a:p>
            <a:pPr marL="1944688" lvl="0" indent="-565150" algn="l" rtl="0">
              <a:lnSpc>
                <a:spcPct val="70000"/>
              </a:lnSpc>
              <a:spcBef>
                <a:spcPts val="1200"/>
              </a:spcBef>
              <a:spcAft>
                <a:spcPts val="0"/>
              </a:spcAft>
              <a:buClr>
                <a:srgbClr val="A8CDD7"/>
              </a:buClr>
              <a:buSzPts val="2282"/>
              <a:buChar char=" "/>
            </a:pPr>
            <a:r>
              <a:rPr lang="en-US" sz="2402">
                <a:latin typeface="Constantia"/>
                <a:ea typeface="Constantia"/>
                <a:cs typeface="Constantia"/>
                <a:sym typeface="Constantia"/>
              </a:rPr>
              <a:t>	Given the input {4371, 1323, 6173, 4199, 4344, 9699, 1889} and hash function as Key % 10, show the results for the following:</a:t>
            </a:r>
            <a:endParaRPr/>
          </a:p>
          <a:p>
            <a:pPr marL="1944688" lvl="0" indent="-420249" algn="l" rtl="0">
              <a:lnSpc>
                <a:spcPct val="70000"/>
              </a:lnSpc>
              <a:spcBef>
                <a:spcPts val="1200"/>
              </a:spcBef>
              <a:spcAft>
                <a:spcPts val="0"/>
              </a:spcAft>
              <a:buClr>
                <a:srgbClr val="A8CDD7"/>
              </a:buClr>
              <a:buSzPts val="2282"/>
              <a:buNone/>
            </a:pPr>
            <a:endParaRPr sz="2402">
              <a:latin typeface="Constantia"/>
              <a:ea typeface="Constantia"/>
              <a:cs typeface="Constantia"/>
              <a:sym typeface="Constantia"/>
            </a:endParaRPr>
          </a:p>
          <a:p>
            <a:pPr marL="1944688" lvl="0" indent="-565150" algn="l" rtl="0">
              <a:lnSpc>
                <a:spcPct val="70000"/>
              </a:lnSpc>
              <a:spcBef>
                <a:spcPts val="1200"/>
              </a:spcBef>
              <a:spcAft>
                <a:spcPts val="0"/>
              </a:spcAft>
              <a:buClr>
                <a:srgbClr val="A8CDD7"/>
              </a:buClr>
              <a:buSzPts val="2282"/>
              <a:buChar char=" "/>
            </a:pPr>
            <a:r>
              <a:rPr lang="en-US" sz="2402">
                <a:latin typeface="Constantia"/>
                <a:ea typeface="Constantia"/>
                <a:cs typeface="Constantia"/>
                <a:sym typeface="Constantia"/>
              </a:rPr>
              <a:t>1. 	Open addressing using linear probing</a:t>
            </a:r>
            <a:endParaRPr/>
          </a:p>
          <a:p>
            <a:pPr marL="1944688" lvl="0" indent="-420249" algn="l" rtl="0">
              <a:lnSpc>
                <a:spcPct val="70000"/>
              </a:lnSpc>
              <a:spcBef>
                <a:spcPts val="1200"/>
              </a:spcBef>
              <a:spcAft>
                <a:spcPts val="0"/>
              </a:spcAft>
              <a:buClr>
                <a:srgbClr val="A8CDD7"/>
              </a:buClr>
              <a:buSzPts val="2282"/>
              <a:buNone/>
            </a:pPr>
            <a:endParaRPr sz="2402">
              <a:latin typeface="Constantia"/>
              <a:ea typeface="Constantia"/>
              <a:cs typeface="Constantia"/>
              <a:sym typeface="Constantia"/>
            </a:endParaRPr>
          </a:p>
          <a:p>
            <a:pPr marL="1944688" lvl="0" indent="-565150" algn="l" rtl="0">
              <a:lnSpc>
                <a:spcPct val="70000"/>
              </a:lnSpc>
              <a:spcBef>
                <a:spcPts val="1200"/>
              </a:spcBef>
              <a:spcAft>
                <a:spcPts val="0"/>
              </a:spcAft>
              <a:buClr>
                <a:srgbClr val="A8CDD7"/>
              </a:buClr>
              <a:buSzPts val="2282"/>
              <a:buChar char=" "/>
            </a:pPr>
            <a:r>
              <a:rPr lang="en-US" sz="2402">
                <a:latin typeface="Constantia"/>
                <a:ea typeface="Constantia"/>
                <a:cs typeface="Constantia"/>
                <a:sym typeface="Constantia"/>
              </a:rPr>
              <a:t>2. 	Open addressing using quadratic probing</a:t>
            </a:r>
            <a:endParaRPr/>
          </a:p>
          <a:p>
            <a:pPr marL="1944688" lvl="0" indent="-420249" algn="l" rtl="0">
              <a:lnSpc>
                <a:spcPct val="70000"/>
              </a:lnSpc>
              <a:spcBef>
                <a:spcPts val="1200"/>
              </a:spcBef>
              <a:spcAft>
                <a:spcPts val="0"/>
              </a:spcAft>
              <a:buClr>
                <a:srgbClr val="A8CDD7"/>
              </a:buClr>
              <a:buSzPts val="2282"/>
              <a:buNone/>
            </a:pPr>
            <a:endParaRPr sz="2402">
              <a:latin typeface="Constantia"/>
              <a:ea typeface="Constantia"/>
              <a:cs typeface="Constantia"/>
              <a:sym typeface="Constantia"/>
            </a:endParaRPr>
          </a:p>
          <a:p>
            <a:pPr marL="1944688" lvl="0" indent="-565150" algn="l" rtl="0">
              <a:lnSpc>
                <a:spcPct val="70000"/>
              </a:lnSpc>
              <a:spcBef>
                <a:spcPts val="1200"/>
              </a:spcBef>
              <a:spcAft>
                <a:spcPts val="0"/>
              </a:spcAft>
              <a:buClr>
                <a:srgbClr val="A8CDD7"/>
              </a:buClr>
              <a:buSzPts val="2282"/>
              <a:buChar char=" "/>
            </a:pPr>
            <a:r>
              <a:rPr lang="en-US" sz="2402">
                <a:latin typeface="Constantia"/>
                <a:ea typeface="Constantia"/>
                <a:cs typeface="Constantia"/>
                <a:sym typeface="Constantia"/>
              </a:rPr>
              <a:t>3.	 Open addressing using double hashing h2 (x) = 7−(x MOD 7)</a:t>
            </a:r>
            <a:endParaRPr/>
          </a:p>
          <a:p>
            <a:pPr marL="457200" marR="0" lvl="0" indent="-228600" algn="l" rtl="0">
              <a:lnSpc>
                <a:spcPct val="70000"/>
              </a:lnSpc>
              <a:spcBef>
                <a:spcPts val="1200"/>
              </a:spcBef>
              <a:spcAft>
                <a:spcPts val="0"/>
              </a:spcAft>
              <a:buClr>
                <a:schemeClr val="accent1"/>
              </a:buClr>
              <a:buSzPts val="2000"/>
              <a:buFont typeface="Calibri"/>
              <a:buNone/>
            </a:pPr>
            <a:endParaRPr sz="1550"/>
          </a:p>
        </p:txBody>
      </p:sp>
      <p:pic>
        <p:nvPicPr>
          <p:cNvPr id="702" name="Google Shape;702;p51"/>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1" name="Google Shape;711;p52"/>
          <p:cNvSpPr txBox="1"/>
          <p:nvPr/>
        </p:nvSpPr>
        <p:spPr>
          <a:xfrm>
            <a:off x="1464668" y="860852"/>
            <a:ext cx="10664402" cy="1243231"/>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Open addressing using linear probing with replacement</a:t>
            </a:r>
            <a:br>
              <a:rPr lang="en-US" sz="4800" b="0" i="0" u="none" strike="noStrike" cap="none">
                <a:solidFill>
                  <a:srgbClr val="00B050"/>
                </a:solidFill>
                <a:latin typeface="Times New Roman"/>
                <a:ea typeface="Times New Roman"/>
                <a:cs typeface="Times New Roman"/>
                <a:sym typeface="Times New Roman"/>
              </a:rPr>
            </a:br>
            <a:endParaRPr sz="4800" b="0" i="0" u="none" strike="noStrike" cap="none">
              <a:solidFill>
                <a:srgbClr val="00B050"/>
              </a:solidFill>
              <a:latin typeface="Times New Roman"/>
              <a:ea typeface="Times New Roman"/>
              <a:cs typeface="Times New Roman"/>
              <a:sym typeface="Times New Roman"/>
            </a:endParaRPr>
          </a:p>
        </p:txBody>
      </p:sp>
      <p:graphicFrame>
        <p:nvGraphicFramePr>
          <p:cNvPr id="712" name="Google Shape;712;p52"/>
          <p:cNvGraphicFramePr/>
          <p:nvPr/>
        </p:nvGraphicFramePr>
        <p:xfrm>
          <a:off x="2057400" y="1676400"/>
          <a:ext cx="8229600" cy="4754990"/>
        </p:xfrm>
        <a:graphic>
          <a:graphicData uri="http://schemas.openxmlformats.org/drawingml/2006/table">
            <a:tbl>
              <a:tblPr firstRow="1" bandRow="1">
                <a:noFill/>
                <a:tableStyleId>{A454858E-DCAB-4BCF-8197-45F7E5E23E0C}</a:tableStyleId>
              </a:tblPr>
              <a:tblGrid>
                <a:gridCol w="914400"/>
                <a:gridCol w="914400"/>
                <a:gridCol w="914400"/>
                <a:gridCol w="914400"/>
                <a:gridCol w="914400"/>
                <a:gridCol w="914400"/>
                <a:gridCol w="914400"/>
                <a:gridCol w="914400"/>
                <a:gridCol w="914400"/>
              </a:tblGrid>
              <a:tr h="808900">
                <a:tc>
                  <a:txBody>
                    <a:bodyPr/>
                    <a:lstStyle/>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Initially</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4371</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1323</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6173</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4199</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4344</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9699</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1889</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9699</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9699</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4371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1889</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1323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1323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1323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1323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1323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1323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6173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6173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4344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4344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4344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5</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6173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6173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6173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6</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9</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4199</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4199</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4199</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4199</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bl>
          </a:graphicData>
        </a:graphic>
      </p:graphicFrame>
      <p:pic>
        <p:nvPicPr>
          <p:cNvPr id="713" name="Google Shape;713;p52"/>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53"/>
          <p:cNvSpPr txBox="1">
            <a:spLocks noGrp="1"/>
          </p:cNvSpPr>
          <p:nvPr>
            <p:ph type="title"/>
          </p:nvPr>
        </p:nvSpPr>
        <p:spPr>
          <a:xfrm>
            <a:off x="1464668" y="692696"/>
            <a:ext cx="10058400" cy="114849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Linear Probing</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721" name="Google Shape;721;p53"/>
          <p:cNvSpPr txBox="1">
            <a:spLocks noGrp="1"/>
          </p:cNvSpPr>
          <p:nvPr>
            <p:ph type="body" idx="1"/>
          </p:nvPr>
        </p:nvSpPr>
        <p:spPr>
          <a:xfrm>
            <a:off x="304800" y="1600201"/>
            <a:ext cx="11529120" cy="4525963"/>
          </a:xfrm>
          <a:prstGeom prst="rect">
            <a:avLst/>
          </a:prstGeom>
          <a:noFill/>
          <a:ln>
            <a:noFill/>
          </a:ln>
        </p:spPr>
        <p:txBody>
          <a:bodyPr spcFirstLastPara="1" wrap="square" lIns="91425" tIns="91425" rIns="91425" bIns="91425" anchor="t" anchorCtr="0">
            <a:noAutofit/>
          </a:bodyPr>
          <a:lstStyle/>
          <a:p>
            <a:pPr marL="1944688" lvl="0" indent="-565150" algn="just" rtl="0">
              <a:lnSpc>
                <a:spcPct val="90000"/>
              </a:lnSpc>
              <a:spcBef>
                <a:spcPts val="1200"/>
              </a:spcBef>
              <a:spcAft>
                <a:spcPts val="0"/>
              </a:spcAft>
              <a:buClr>
                <a:srgbClr val="A8CDD7"/>
              </a:buClr>
              <a:buSzPts val="2280"/>
              <a:buFont typeface="Noto Sans Symbols"/>
              <a:buChar char="❖"/>
            </a:pPr>
            <a:r>
              <a:rPr lang="en-US" sz="2400" b="1">
                <a:latin typeface="Times New Roman"/>
                <a:ea typeface="Times New Roman"/>
                <a:cs typeface="Times New Roman"/>
                <a:sym typeface="Times New Roman"/>
              </a:rPr>
              <a:t>Without replacement :</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When some data is to be stored in hash table, and if the slot is already occupied by the key then another empty location is searched for a new record</a:t>
            </a:r>
            <a:endParaRPr/>
          </a:p>
          <a:p>
            <a:pPr marL="1944688" lvl="0" indent="-565150" algn="just" rtl="0">
              <a:lnSpc>
                <a:spcPct val="90000"/>
              </a:lnSpc>
              <a:spcBef>
                <a:spcPts val="1200"/>
              </a:spcBef>
              <a:spcAft>
                <a:spcPts val="0"/>
              </a:spcAft>
              <a:buClr>
                <a:srgbClr val="A8CDD7"/>
              </a:buClr>
              <a:buSzPts val="2280"/>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There are two possibilities when location is occupied—it is its home address or not key’s home address.</a:t>
            </a:r>
            <a:endParaRPr/>
          </a:p>
          <a:p>
            <a:pPr marL="1944688" lvl="0" indent="-420370" algn="just" rtl="0">
              <a:lnSpc>
                <a:spcPct val="9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In both the cases, the without replacement strategy empty position is searched for the key that is to be stored</a:t>
            </a:r>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pic>
        <p:nvPicPr>
          <p:cNvPr id="722" name="Google Shape;722;p53"/>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118"/>
          <p:cNvSpPr txBox="1">
            <a:spLocks noGrp="1"/>
          </p:cNvSpPr>
          <p:nvPr>
            <p:ph type="title"/>
          </p:nvPr>
        </p:nvSpPr>
        <p:spPr>
          <a:xfrm>
            <a:off x="1491766" y="286605"/>
            <a:ext cx="10364874" cy="910148"/>
          </a:xfrm>
          <a:prstGeom prst="rect">
            <a:avLst/>
          </a:prstGeom>
          <a:noFill/>
          <a:ln>
            <a:noFill/>
          </a:ln>
        </p:spPr>
        <p:txBody>
          <a:bodyPr spcFirstLastPara="1" wrap="square" lIns="91425" tIns="91425" rIns="91425" bIns="91425" anchor="b" anchorCtr="0">
            <a:noAutofit/>
          </a:bodyPr>
          <a:lstStyle/>
          <a:p>
            <a:pPr marL="0" marR="0" lvl="0" indent="0" algn="l" rtl="0">
              <a:lnSpc>
                <a:spcPct val="85000"/>
              </a:lnSpc>
              <a:spcBef>
                <a:spcPts val="0"/>
              </a:spcBef>
              <a:spcAft>
                <a:spcPts val="0"/>
              </a:spcAft>
              <a:buClr>
                <a:srgbClr val="3F3F3F"/>
              </a:buClr>
              <a:buSzPts val="4800"/>
              <a:buFont typeface="Calibri"/>
              <a:buNone/>
            </a:pPr>
            <a:r>
              <a:rPr lang="en-US" sz="3200" b="1">
                <a:solidFill>
                  <a:schemeClr val="dk1"/>
                </a:solidFill>
              </a:rPr>
              <a:t>Open addressing using linear probing without replacement</a:t>
            </a:r>
            <a:endParaRPr sz="3200"/>
          </a:p>
        </p:txBody>
      </p:sp>
      <p:pic>
        <p:nvPicPr>
          <p:cNvPr id="731" name="Google Shape;731;p118" descr="Picture3.png"/>
          <p:cNvPicPr preferRelativeResize="0">
            <a:picLocks noGrp="1"/>
          </p:cNvPicPr>
          <p:nvPr>
            <p:ph type="body" idx="1"/>
          </p:nvPr>
        </p:nvPicPr>
        <p:blipFill rotWithShape="1">
          <a:blip r:embed="rId3">
            <a:alphaModFix/>
          </a:blip>
          <a:srcRect/>
          <a:stretch/>
        </p:blipFill>
        <p:spPr>
          <a:xfrm>
            <a:off x="2207568" y="1772816"/>
            <a:ext cx="8331830" cy="4525963"/>
          </a:xfrm>
          <a:prstGeom prst="rect">
            <a:avLst/>
          </a:prstGeom>
          <a:noFill/>
          <a:ln>
            <a:noFill/>
          </a:ln>
        </p:spPr>
      </p:pic>
      <p:pic>
        <p:nvPicPr>
          <p:cNvPr id="732" name="Google Shape;732;p118"/>
          <p:cNvPicPr preferRelativeResize="0"/>
          <p:nvPr/>
        </p:nvPicPr>
        <p:blipFill rotWithShape="1">
          <a:blip r:embed="rId4">
            <a:alphaModFix/>
          </a:blip>
          <a:srcRect/>
          <a:stretch/>
        </p:blipFill>
        <p:spPr>
          <a:xfrm>
            <a:off x="195070" y="286604"/>
            <a:ext cx="1269598" cy="114849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54"/>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44</a:t>
            </a:fld>
            <a:endParaRPr/>
          </a:p>
        </p:txBody>
      </p:sp>
      <p:sp>
        <p:nvSpPr>
          <p:cNvPr id="741" name="Google Shape;741;p54"/>
          <p:cNvSpPr txBox="1">
            <a:spLocks noGrp="1"/>
          </p:cNvSpPr>
          <p:nvPr>
            <p:ph type="title"/>
          </p:nvPr>
        </p:nvSpPr>
        <p:spPr>
          <a:xfrm>
            <a:off x="1775520" y="454974"/>
            <a:ext cx="9793088" cy="114300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Linear Probing without replacement Example</a:t>
            </a:r>
            <a:endParaRPr/>
          </a:p>
        </p:txBody>
      </p:sp>
      <p:sp>
        <p:nvSpPr>
          <p:cNvPr id="742" name="Google Shape;742;p54"/>
          <p:cNvSpPr txBox="1">
            <a:spLocks noGrp="1"/>
          </p:cNvSpPr>
          <p:nvPr>
            <p:ph type="body" idx="1"/>
          </p:nvPr>
        </p:nvSpPr>
        <p:spPr>
          <a:xfrm>
            <a:off x="407368" y="1981201"/>
            <a:ext cx="3429000" cy="1676400"/>
          </a:xfrm>
          <a:prstGeom prst="rect">
            <a:avLst/>
          </a:prstGeom>
          <a:noFill/>
          <a:ln>
            <a:noFill/>
          </a:ln>
        </p:spPr>
        <p:txBody>
          <a:bodyPr spcFirstLastPara="1" wrap="square" lIns="91425" tIns="91425" rIns="91425" bIns="91425" anchor="t" anchorCtr="0">
            <a:noAutofit/>
          </a:bodyPr>
          <a:lstStyle/>
          <a:p>
            <a:pPr marL="457200" lvl="0" indent="-355600" algn="l" rtl="0">
              <a:lnSpc>
                <a:spcPct val="90000"/>
              </a:lnSpc>
              <a:spcBef>
                <a:spcPts val="1200"/>
              </a:spcBef>
              <a:spcAft>
                <a:spcPts val="0"/>
              </a:spcAft>
              <a:buSzPts val="2000"/>
              <a:buChar char=" "/>
            </a:pPr>
            <a:r>
              <a:rPr lang="en-US" sz="2800"/>
              <a:t>h(k) = k mod 13</a:t>
            </a:r>
            <a:endParaRPr/>
          </a:p>
          <a:p>
            <a:pPr marL="457200" lvl="0" indent="-355600" algn="l" rtl="0">
              <a:lnSpc>
                <a:spcPct val="90000"/>
              </a:lnSpc>
              <a:spcBef>
                <a:spcPts val="1200"/>
              </a:spcBef>
              <a:spcAft>
                <a:spcPts val="0"/>
              </a:spcAft>
              <a:buSzPts val="2000"/>
              <a:buChar char=" "/>
            </a:pPr>
            <a:r>
              <a:rPr lang="en-US" sz="2800"/>
              <a:t>Insert keys:</a:t>
            </a:r>
            <a:endParaRPr/>
          </a:p>
        </p:txBody>
      </p:sp>
      <p:pic>
        <p:nvPicPr>
          <p:cNvPr id="743" name="Google Shape;743;p54"/>
          <p:cNvPicPr preferRelativeResize="0">
            <a:picLocks noGrp="1"/>
          </p:cNvPicPr>
          <p:nvPr>
            <p:ph type="body" idx="2"/>
          </p:nvPr>
        </p:nvPicPr>
        <p:blipFill rotWithShape="1">
          <a:blip r:embed="rId3">
            <a:alphaModFix/>
          </a:blip>
          <a:srcRect/>
          <a:stretch/>
        </p:blipFill>
        <p:spPr>
          <a:xfrm>
            <a:off x="3657600" y="1981201"/>
            <a:ext cx="7010400" cy="4024313"/>
          </a:xfrm>
          <a:prstGeom prst="rect">
            <a:avLst/>
          </a:prstGeom>
          <a:noFill/>
          <a:ln>
            <a:noFill/>
          </a:ln>
        </p:spPr>
      </p:pic>
      <p:sp>
        <p:nvSpPr>
          <p:cNvPr id="744" name="Google Shape;744;p54"/>
          <p:cNvSpPr txBox="1"/>
          <p:nvPr/>
        </p:nvSpPr>
        <p:spPr>
          <a:xfrm>
            <a:off x="6553200" y="48768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18</a:t>
            </a:r>
            <a:endParaRPr sz="1400" b="0" i="0" u="none" strike="noStrike" cap="none">
              <a:solidFill>
                <a:srgbClr val="000000"/>
              </a:solidFill>
              <a:latin typeface="Arial"/>
              <a:ea typeface="Arial"/>
              <a:cs typeface="Arial"/>
              <a:sym typeface="Arial"/>
            </a:endParaRPr>
          </a:p>
        </p:txBody>
      </p:sp>
      <p:sp>
        <p:nvSpPr>
          <p:cNvPr id="745" name="Google Shape;745;p54"/>
          <p:cNvSpPr txBox="1"/>
          <p:nvPr/>
        </p:nvSpPr>
        <p:spPr>
          <a:xfrm>
            <a:off x="5105400" y="48768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41</a:t>
            </a:r>
            <a:endParaRPr sz="1400" b="0" i="0" u="none" strike="noStrike" cap="none">
              <a:solidFill>
                <a:srgbClr val="000000"/>
              </a:solidFill>
              <a:latin typeface="Arial"/>
              <a:ea typeface="Arial"/>
              <a:cs typeface="Arial"/>
              <a:sym typeface="Arial"/>
            </a:endParaRPr>
          </a:p>
        </p:txBody>
      </p:sp>
      <p:sp>
        <p:nvSpPr>
          <p:cNvPr id="746" name="Google Shape;746;p54"/>
          <p:cNvSpPr txBox="1"/>
          <p:nvPr/>
        </p:nvSpPr>
        <p:spPr>
          <a:xfrm>
            <a:off x="8534400" y="48768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22</a:t>
            </a:r>
            <a:endParaRPr sz="1400" b="0" i="0" u="none" strike="noStrike" cap="none">
              <a:solidFill>
                <a:srgbClr val="000000"/>
              </a:solidFill>
              <a:latin typeface="Arial"/>
              <a:ea typeface="Arial"/>
              <a:cs typeface="Arial"/>
              <a:sym typeface="Arial"/>
            </a:endParaRPr>
          </a:p>
        </p:txBody>
      </p:sp>
      <p:sp>
        <p:nvSpPr>
          <p:cNvPr id="747" name="Google Shape;747;p54"/>
          <p:cNvSpPr txBox="1"/>
          <p:nvPr/>
        </p:nvSpPr>
        <p:spPr>
          <a:xfrm>
            <a:off x="7086600" y="48768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DE2134"/>
                </a:solidFill>
                <a:latin typeface="Arial"/>
                <a:ea typeface="Arial"/>
                <a:cs typeface="Arial"/>
                <a:sym typeface="Arial"/>
              </a:rPr>
              <a:t>44</a:t>
            </a:r>
            <a:endParaRPr sz="1400" b="0" i="0" u="none" strike="noStrike" cap="none">
              <a:solidFill>
                <a:srgbClr val="000000"/>
              </a:solidFill>
              <a:latin typeface="Arial"/>
              <a:ea typeface="Arial"/>
              <a:cs typeface="Arial"/>
              <a:sym typeface="Arial"/>
            </a:endParaRPr>
          </a:p>
        </p:txBody>
      </p:sp>
      <p:sp>
        <p:nvSpPr>
          <p:cNvPr id="748" name="Google Shape;748;p54"/>
          <p:cNvSpPr txBox="1"/>
          <p:nvPr/>
        </p:nvSpPr>
        <p:spPr>
          <a:xfrm>
            <a:off x="7543800" y="48768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59</a:t>
            </a:r>
            <a:endParaRPr sz="1400" b="0" i="0" u="none" strike="noStrike" cap="none">
              <a:solidFill>
                <a:srgbClr val="000000"/>
              </a:solidFill>
              <a:latin typeface="Arial"/>
              <a:ea typeface="Arial"/>
              <a:cs typeface="Arial"/>
              <a:sym typeface="Arial"/>
            </a:endParaRPr>
          </a:p>
        </p:txBody>
      </p:sp>
      <p:sp>
        <p:nvSpPr>
          <p:cNvPr id="749" name="Google Shape;749;p54"/>
          <p:cNvSpPr txBox="1"/>
          <p:nvPr/>
        </p:nvSpPr>
        <p:spPr>
          <a:xfrm>
            <a:off x="8077200" y="48768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DE2134"/>
                </a:solidFill>
                <a:latin typeface="Arial"/>
                <a:ea typeface="Arial"/>
                <a:cs typeface="Arial"/>
                <a:sym typeface="Arial"/>
              </a:rPr>
              <a:t>32</a:t>
            </a:r>
            <a:endParaRPr sz="1400" b="0" i="0" u="none" strike="noStrike" cap="none">
              <a:solidFill>
                <a:srgbClr val="000000"/>
              </a:solidFill>
              <a:latin typeface="Arial"/>
              <a:ea typeface="Arial"/>
              <a:cs typeface="Arial"/>
              <a:sym typeface="Arial"/>
            </a:endParaRPr>
          </a:p>
        </p:txBody>
      </p:sp>
      <p:sp>
        <p:nvSpPr>
          <p:cNvPr id="750" name="Google Shape;750;p54"/>
          <p:cNvSpPr txBox="1"/>
          <p:nvPr/>
        </p:nvSpPr>
        <p:spPr>
          <a:xfrm>
            <a:off x="6553200" y="43434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1" u="none" strike="noStrike" cap="none">
                <a:solidFill>
                  <a:srgbClr val="000000"/>
                </a:solidFill>
                <a:latin typeface="Arial"/>
                <a:ea typeface="Arial"/>
                <a:cs typeface="Arial"/>
                <a:sym typeface="Arial"/>
              </a:rPr>
              <a:t>44</a:t>
            </a:r>
            <a:endParaRPr sz="1400" b="0" i="0" u="none" strike="noStrike" cap="none">
              <a:solidFill>
                <a:srgbClr val="000000"/>
              </a:solidFill>
              <a:latin typeface="Arial"/>
              <a:ea typeface="Arial"/>
              <a:cs typeface="Arial"/>
              <a:sym typeface="Arial"/>
            </a:endParaRPr>
          </a:p>
        </p:txBody>
      </p:sp>
      <p:cxnSp>
        <p:nvCxnSpPr>
          <p:cNvPr id="751" name="Google Shape;751;p54"/>
          <p:cNvCxnSpPr/>
          <p:nvPr/>
        </p:nvCxnSpPr>
        <p:spPr>
          <a:xfrm>
            <a:off x="6934200" y="4648200"/>
            <a:ext cx="228600" cy="228600"/>
          </a:xfrm>
          <a:prstGeom prst="straightConnector1">
            <a:avLst/>
          </a:prstGeom>
          <a:noFill/>
          <a:ln w="9525" cap="flat" cmpd="sng">
            <a:solidFill>
              <a:schemeClr val="dk1"/>
            </a:solidFill>
            <a:prstDash val="solid"/>
            <a:round/>
            <a:headEnd type="none" w="sm" len="sm"/>
            <a:tailEnd type="triangle" w="med" len="med"/>
          </a:ln>
        </p:spPr>
      </p:cxnSp>
      <p:sp>
        <p:nvSpPr>
          <p:cNvPr id="752" name="Google Shape;752;p54"/>
          <p:cNvSpPr txBox="1"/>
          <p:nvPr/>
        </p:nvSpPr>
        <p:spPr>
          <a:xfrm>
            <a:off x="7086600" y="43434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32</a:t>
            </a:r>
            <a:endParaRPr sz="1400" b="0" i="0" u="none" strike="noStrike" cap="none">
              <a:solidFill>
                <a:srgbClr val="000000"/>
              </a:solidFill>
              <a:latin typeface="Arial"/>
              <a:ea typeface="Arial"/>
              <a:cs typeface="Arial"/>
              <a:sym typeface="Arial"/>
            </a:endParaRPr>
          </a:p>
        </p:txBody>
      </p:sp>
      <p:cxnSp>
        <p:nvCxnSpPr>
          <p:cNvPr id="753" name="Google Shape;753;p54"/>
          <p:cNvCxnSpPr/>
          <p:nvPr/>
        </p:nvCxnSpPr>
        <p:spPr>
          <a:xfrm>
            <a:off x="7467600" y="4648200"/>
            <a:ext cx="685800" cy="152400"/>
          </a:xfrm>
          <a:prstGeom prst="straightConnector1">
            <a:avLst/>
          </a:prstGeom>
          <a:noFill/>
          <a:ln w="9525" cap="flat" cmpd="sng">
            <a:solidFill>
              <a:schemeClr val="dk1"/>
            </a:solidFill>
            <a:prstDash val="solid"/>
            <a:round/>
            <a:headEnd type="none" w="sm" len="sm"/>
            <a:tailEnd type="triangle" w="med" len="med"/>
          </a:ln>
        </p:spPr>
      </p:cxnSp>
      <p:sp>
        <p:nvSpPr>
          <p:cNvPr id="754" name="Google Shape;754;p54"/>
          <p:cNvSpPr txBox="1"/>
          <p:nvPr/>
        </p:nvSpPr>
        <p:spPr>
          <a:xfrm>
            <a:off x="6477000" y="37338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31</a:t>
            </a:r>
            <a:endParaRPr sz="1400" b="0" i="0" u="none" strike="noStrike" cap="none">
              <a:solidFill>
                <a:srgbClr val="000000"/>
              </a:solidFill>
              <a:latin typeface="Arial"/>
              <a:ea typeface="Arial"/>
              <a:cs typeface="Arial"/>
              <a:sym typeface="Arial"/>
            </a:endParaRPr>
          </a:p>
        </p:txBody>
      </p:sp>
      <p:cxnSp>
        <p:nvCxnSpPr>
          <p:cNvPr id="755" name="Google Shape;755;p54"/>
          <p:cNvCxnSpPr/>
          <p:nvPr/>
        </p:nvCxnSpPr>
        <p:spPr>
          <a:xfrm>
            <a:off x="6934200" y="4114800"/>
            <a:ext cx="2209800" cy="685800"/>
          </a:xfrm>
          <a:prstGeom prst="straightConnector1">
            <a:avLst/>
          </a:prstGeom>
          <a:noFill/>
          <a:ln w="9525" cap="flat" cmpd="sng">
            <a:solidFill>
              <a:schemeClr val="dk1"/>
            </a:solidFill>
            <a:prstDash val="solid"/>
            <a:round/>
            <a:headEnd type="none" w="sm" len="sm"/>
            <a:tailEnd type="triangle" w="med" len="med"/>
          </a:ln>
        </p:spPr>
      </p:cxnSp>
      <p:sp>
        <p:nvSpPr>
          <p:cNvPr id="756" name="Google Shape;756;p54"/>
          <p:cNvSpPr txBox="1"/>
          <p:nvPr/>
        </p:nvSpPr>
        <p:spPr>
          <a:xfrm>
            <a:off x="8991600" y="48768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DE2134"/>
                </a:solidFill>
                <a:latin typeface="Arial"/>
                <a:ea typeface="Arial"/>
                <a:cs typeface="Arial"/>
                <a:sym typeface="Arial"/>
              </a:rPr>
              <a:t>31</a:t>
            </a:r>
            <a:endParaRPr sz="1400" b="0" i="0" u="none" strike="noStrike" cap="none">
              <a:solidFill>
                <a:srgbClr val="000000"/>
              </a:solidFill>
              <a:latin typeface="Arial"/>
              <a:ea typeface="Arial"/>
              <a:cs typeface="Arial"/>
              <a:sym typeface="Arial"/>
            </a:endParaRPr>
          </a:p>
        </p:txBody>
      </p:sp>
      <p:sp>
        <p:nvSpPr>
          <p:cNvPr id="757" name="Google Shape;757;p54"/>
          <p:cNvSpPr txBox="1"/>
          <p:nvPr/>
        </p:nvSpPr>
        <p:spPr>
          <a:xfrm>
            <a:off x="8001000" y="40386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73</a:t>
            </a:r>
            <a:endParaRPr sz="1400" b="0" i="0" u="none" strike="noStrike" cap="none">
              <a:solidFill>
                <a:srgbClr val="000000"/>
              </a:solidFill>
              <a:latin typeface="Arial"/>
              <a:ea typeface="Arial"/>
              <a:cs typeface="Arial"/>
              <a:sym typeface="Arial"/>
            </a:endParaRPr>
          </a:p>
        </p:txBody>
      </p:sp>
      <p:cxnSp>
        <p:nvCxnSpPr>
          <p:cNvPr id="758" name="Google Shape;758;p54"/>
          <p:cNvCxnSpPr/>
          <p:nvPr/>
        </p:nvCxnSpPr>
        <p:spPr>
          <a:xfrm>
            <a:off x="8382000" y="4419600"/>
            <a:ext cx="1295400" cy="381000"/>
          </a:xfrm>
          <a:prstGeom prst="straightConnector1">
            <a:avLst/>
          </a:prstGeom>
          <a:noFill/>
          <a:ln w="9525" cap="flat" cmpd="sng">
            <a:solidFill>
              <a:schemeClr val="dk1"/>
            </a:solidFill>
            <a:prstDash val="solid"/>
            <a:round/>
            <a:headEnd type="none" w="sm" len="sm"/>
            <a:tailEnd type="triangle" w="med" len="med"/>
          </a:ln>
        </p:spPr>
      </p:cxnSp>
      <p:sp>
        <p:nvSpPr>
          <p:cNvPr id="759" name="Google Shape;759;p54"/>
          <p:cNvSpPr txBox="1"/>
          <p:nvPr/>
        </p:nvSpPr>
        <p:spPr>
          <a:xfrm>
            <a:off x="9525000" y="4876801"/>
            <a:ext cx="53340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DE2134"/>
                </a:solidFill>
                <a:latin typeface="Arial"/>
                <a:ea typeface="Arial"/>
                <a:cs typeface="Arial"/>
                <a:sym typeface="Arial"/>
              </a:rPr>
              <a:t>73</a:t>
            </a:r>
            <a:endParaRPr sz="1400" b="0" i="0" u="none" strike="noStrike" cap="none">
              <a:solidFill>
                <a:srgbClr val="000000"/>
              </a:solidFill>
              <a:latin typeface="Arial"/>
              <a:ea typeface="Arial"/>
              <a:cs typeface="Arial"/>
              <a:sym typeface="Arial"/>
            </a:endParaRPr>
          </a:p>
        </p:txBody>
      </p:sp>
      <p:pic>
        <p:nvPicPr>
          <p:cNvPr id="760" name="Google Shape;760;p54"/>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761" name="Google Shape;761;p54"/>
          <p:cNvSpPr txBox="1">
            <a:spLocks noGrp="1"/>
          </p:cNvSpPr>
          <p:nvPr>
            <p:ph type="dt" idx="10"/>
          </p:nvPr>
        </p:nvSpPr>
        <p:spPr>
          <a:xfrm>
            <a:off x="914400" y="6248400"/>
            <a:ext cx="2540000" cy="4572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400"/>
              <a:buNone/>
            </a:pPr>
            <a:fld id="{F2AB4435-B427-49E2-8DD8-5DF585ECC533}" type="datetime1">
              <a:rPr lang="en-US" smtClean="0"/>
              <a:t>3/3/2025</a:t>
            </a:fld>
            <a:endParaRPr/>
          </a:p>
        </p:txBody>
      </p:sp>
      <p:sp>
        <p:nvSpPr>
          <p:cNvPr id="762" name="Google Shape;762;p54"/>
          <p:cNvSpPr txBox="1">
            <a:spLocks noGrp="1"/>
          </p:cNvSpPr>
          <p:nvPr>
            <p:ph type="ftr" idx="11"/>
          </p:nvPr>
        </p:nvSpPr>
        <p:spPr>
          <a:xfrm>
            <a:off x="4165600" y="6248400"/>
            <a:ext cx="3860800" cy="457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400"/>
              <a:buNone/>
            </a:pPr>
            <a:r>
              <a:rPr lang="en-US"/>
              <a:t>Advanced Data Structures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3"/>
                                        </p:tgtEl>
                                        <p:attrNameLst>
                                          <p:attrName>style.visibility</p:attrName>
                                        </p:attrNameLst>
                                      </p:cBhvr>
                                      <p:to>
                                        <p:strVal val="visible"/>
                                      </p:to>
                                    </p:set>
                                    <p:animEffect transition="in" filter="fade">
                                      <p:cBhvr>
                                        <p:cTn id="7" dur="500"/>
                                        <p:tgtEl>
                                          <p:spTgt spid="7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2">
                                            <p:txEl>
                                              <p:pRg st="0" end="0"/>
                                            </p:txEl>
                                          </p:spTgt>
                                        </p:tgtEl>
                                        <p:attrNameLst>
                                          <p:attrName>style.visibility</p:attrName>
                                        </p:attrNameLst>
                                      </p:cBhvr>
                                      <p:to>
                                        <p:strVal val="visible"/>
                                      </p:to>
                                    </p:set>
                                    <p:animEffect transition="in" filter="fade">
                                      <p:cBhvr>
                                        <p:cTn id="12" dur="500"/>
                                        <p:tgtEl>
                                          <p:spTgt spid="74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2">
                                            <p:txEl>
                                              <p:pRg st="1" end="1"/>
                                            </p:txEl>
                                          </p:spTgt>
                                        </p:tgtEl>
                                        <p:attrNameLst>
                                          <p:attrName>style.visibility</p:attrName>
                                        </p:attrNameLst>
                                      </p:cBhvr>
                                      <p:to>
                                        <p:strVal val="visible"/>
                                      </p:to>
                                    </p:set>
                                    <p:animEffect transition="in" filter="fade">
                                      <p:cBhvr>
                                        <p:cTn id="17" dur="500"/>
                                        <p:tgtEl>
                                          <p:spTgt spid="74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44"/>
                                        </p:tgtEl>
                                        <p:attrNameLst>
                                          <p:attrName>style.visibility</p:attrName>
                                        </p:attrNameLst>
                                      </p:cBhvr>
                                      <p:to>
                                        <p:strVal val="visible"/>
                                      </p:to>
                                    </p:set>
                                    <p:anim calcmode="lin" valueType="num">
                                      <p:cBhvr additive="base">
                                        <p:cTn id="22" dur="500"/>
                                        <p:tgtEl>
                                          <p:spTgt spid="74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45"/>
                                        </p:tgtEl>
                                        <p:attrNameLst>
                                          <p:attrName>style.visibility</p:attrName>
                                        </p:attrNameLst>
                                      </p:cBhvr>
                                      <p:to>
                                        <p:strVal val="visible"/>
                                      </p:to>
                                    </p:set>
                                    <p:anim calcmode="lin" valueType="num">
                                      <p:cBhvr additive="base">
                                        <p:cTn id="27" dur="500"/>
                                        <p:tgtEl>
                                          <p:spTgt spid="74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46"/>
                                        </p:tgtEl>
                                        <p:attrNameLst>
                                          <p:attrName>style.visibility</p:attrName>
                                        </p:attrNameLst>
                                      </p:cBhvr>
                                      <p:to>
                                        <p:strVal val="visible"/>
                                      </p:to>
                                    </p:set>
                                    <p:anim calcmode="lin" valueType="num">
                                      <p:cBhvr additive="base">
                                        <p:cTn id="32" dur="500"/>
                                        <p:tgtEl>
                                          <p:spTgt spid="746"/>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50"/>
                                        </p:tgtEl>
                                        <p:attrNameLst>
                                          <p:attrName>style.visibility</p:attrName>
                                        </p:attrNameLst>
                                      </p:cBhvr>
                                      <p:to>
                                        <p:strVal val="visible"/>
                                      </p:to>
                                    </p:set>
                                    <p:anim calcmode="lin" valueType="num">
                                      <p:cBhvr additive="base">
                                        <p:cTn id="37" dur="500"/>
                                        <p:tgtEl>
                                          <p:spTgt spid="75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751"/>
                                        </p:tgtEl>
                                        <p:attrNameLst>
                                          <p:attrName>style.visibility</p:attrName>
                                        </p:attrNameLst>
                                      </p:cBhvr>
                                      <p:to>
                                        <p:strVal val="visible"/>
                                      </p:to>
                                    </p:set>
                                    <p:anim calcmode="lin" valueType="num">
                                      <p:cBhvr additive="base">
                                        <p:cTn id="42" dur="500"/>
                                        <p:tgtEl>
                                          <p:spTgt spid="75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47"/>
                                        </p:tgtEl>
                                        <p:attrNameLst>
                                          <p:attrName>style.visibility</p:attrName>
                                        </p:attrNameLst>
                                      </p:cBhvr>
                                      <p:to>
                                        <p:strVal val="visible"/>
                                      </p:to>
                                    </p:set>
                                    <p:anim calcmode="lin" valueType="num">
                                      <p:cBhvr additive="base">
                                        <p:cTn id="47" dur="500"/>
                                        <p:tgtEl>
                                          <p:spTgt spid="747"/>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748"/>
                                        </p:tgtEl>
                                        <p:attrNameLst>
                                          <p:attrName>style.visibility</p:attrName>
                                        </p:attrNameLst>
                                      </p:cBhvr>
                                      <p:to>
                                        <p:strVal val="visible"/>
                                      </p:to>
                                    </p:set>
                                    <p:anim calcmode="lin" valueType="num">
                                      <p:cBhvr additive="base">
                                        <p:cTn id="52" dur="500"/>
                                        <p:tgtEl>
                                          <p:spTgt spid="748"/>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752"/>
                                        </p:tgtEl>
                                        <p:attrNameLst>
                                          <p:attrName>style.visibility</p:attrName>
                                        </p:attrNameLst>
                                      </p:cBhvr>
                                      <p:to>
                                        <p:strVal val="visible"/>
                                      </p:to>
                                    </p:set>
                                    <p:anim calcmode="lin" valueType="num">
                                      <p:cBhvr additive="base">
                                        <p:cTn id="57" dur="500"/>
                                        <p:tgtEl>
                                          <p:spTgt spid="752"/>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753"/>
                                        </p:tgtEl>
                                        <p:attrNameLst>
                                          <p:attrName>style.visibility</p:attrName>
                                        </p:attrNameLst>
                                      </p:cBhvr>
                                      <p:to>
                                        <p:strVal val="visible"/>
                                      </p:to>
                                    </p:set>
                                    <p:anim calcmode="lin" valueType="num">
                                      <p:cBhvr additive="base">
                                        <p:cTn id="62" dur="500"/>
                                        <p:tgtEl>
                                          <p:spTgt spid="753"/>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749"/>
                                        </p:tgtEl>
                                        <p:attrNameLst>
                                          <p:attrName>style.visibility</p:attrName>
                                        </p:attrNameLst>
                                      </p:cBhvr>
                                      <p:to>
                                        <p:strVal val="visible"/>
                                      </p:to>
                                    </p:set>
                                    <p:anim calcmode="lin" valueType="num">
                                      <p:cBhvr additive="base">
                                        <p:cTn id="67" dur="500"/>
                                        <p:tgtEl>
                                          <p:spTgt spid="749"/>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754"/>
                                        </p:tgtEl>
                                        <p:attrNameLst>
                                          <p:attrName>style.visibility</p:attrName>
                                        </p:attrNameLst>
                                      </p:cBhvr>
                                      <p:to>
                                        <p:strVal val="visible"/>
                                      </p:to>
                                    </p:set>
                                    <p:anim calcmode="lin" valueType="num">
                                      <p:cBhvr additive="base">
                                        <p:cTn id="72" dur="500"/>
                                        <p:tgtEl>
                                          <p:spTgt spid="754"/>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755"/>
                                        </p:tgtEl>
                                        <p:attrNameLst>
                                          <p:attrName>style.visibility</p:attrName>
                                        </p:attrNameLst>
                                      </p:cBhvr>
                                      <p:to>
                                        <p:strVal val="visible"/>
                                      </p:to>
                                    </p:set>
                                    <p:anim calcmode="lin" valueType="num">
                                      <p:cBhvr additive="base">
                                        <p:cTn id="77" dur="500"/>
                                        <p:tgtEl>
                                          <p:spTgt spid="755"/>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756"/>
                                        </p:tgtEl>
                                        <p:attrNameLst>
                                          <p:attrName>style.visibility</p:attrName>
                                        </p:attrNameLst>
                                      </p:cBhvr>
                                      <p:to>
                                        <p:strVal val="visible"/>
                                      </p:to>
                                    </p:set>
                                    <p:anim calcmode="lin" valueType="num">
                                      <p:cBhvr additive="base">
                                        <p:cTn id="82" dur="500"/>
                                        <p:tgtEl>
                                          <p:spTgt spid="756"/>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757"/>
                                        </p:tgtEl>
                                        <p:attrNameLst>
                                          <p:attrName>style.visibility</p:attrName>
                                        </p:attrNameLst>
                                      </p:cBhvr>
                                      <p:to>
                                        <p:strVal val="visible"/>
                                      </p:to>
                                    </p:set>
                                    <p:anim calcmode="lin" valueType="num">
                                      <p:cBhvr additive="base">
                                        <p:cTn id="87" dur="500"/>
                                        <p:tgtEl>
                                          <p:spTgt spid="757"/>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758"/>
                                        </p:tgtEl>
                                        <p:attrNameLst>
                                          <p:attrName>style.visibility</p:attrName>
                                        </p:attrNameLst>
                                      </p:cBhvr>
                                      <p:to>
                                        <p:strVal val="visible"/>
                                      </p:to>
                                    </p:set>
                                    <p:anim calcmode="lin" valueType="num">
                                      <p:cBhvr additive="base">
                                        <p:cTn id="92" dur="500"/>
                                        <p:tgtEl>
                                          <p:spTgt spid="758"/>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759"/>
                                        </p:tgtEl>
                                        <p:attrNameLst>
                                          <p:attrName>style.visibility</p:attrName>
                                        </p:attrNameLst>
                                      </p:cBhvr>
                                      <p:to>
                                        <p:strVal val="visible"/>
                                      </p:to>
                                    </p:set>
                                    <p:anim calcmode="lin" valueType="num">
                                      <p:cBhvr additive="base">
                                        <p:cTn id="97" dur="500"/>
                                        <p:tgtEl>
                                          <p:spTgt spid="7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55"/>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45</a:t>
            </a:fld>
            <a:endParaRPr/>
          </a:p>
        </p:txBody>
      </p:sp>
      <p:sp>
        <p:nvSpPr>
          <p:cNvPr id="768" name="Google Shape;768;p55"/>
          <p:cNvSpPr txBox="1">
            <a:spLocks noGrp="1"/>
          </p:cNvSpPr>
          <p:nvPr>
            <p:ph type="title"/>
          </p:nvPr>
        </p:nvSpPr>
        <p:spPr>
          <a:xfrm>
            <a:off x="1524000" y="685800"/>
            <a:ext cx="9972600" cy="114300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Linear Probing without replacement Example(cont.)</a:t>
            </a:r>
            <a:endParaRPr/>
          </a:p>
        </p:txBody>
      </p:sp>
      <p:pic>
        <p:nvPicPr>
          <p:cNvPr id="769" name="Google Shape;769;p55"/>
          <p:cNvPicPr preferRelativeResize="0"/>
          <p:nvPr/>
        </p:nvPicPr>
        <p:blipFill rotWithShape="1">
          <a:blip r:embed="rId3">
            <a:alphaModFix/>
          </a:blip>
          <a:srcRect/>
          <a:stretch/>
        </p:blipFill>
        <p:spPr>
          <a:xfrm>
            <a:off x="1524000" y="2057400"/>
            <a:ext cx="8763000" cy="1676400"/>
          </a:xfrm>
          <a:prstGeom prst="rect">
            <a:avLst/>
          </a:prstGeom>
          <a:noFill/>
          <a:ln>
            <a:noFill/>
          </a:ln>
        </p:spPr>
      </p:pic>
      <p:pic>
        <p:nvPicPr>
          <p:cNvPr id="770" name="Google Shape;770;p55"/>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771" name="Google Shape;771;p55"/>
          <p:cNvSpPr txBox="1">
            <a:spLocks noGrp="1"/>
          </p:cNvSpPr>
          <p:nvPr>
            <p:ph type="dt" idx="10"/>
          </p:nvPr>
        </p:nvSpPr>
        <p:spPr>
          <a:xfrm>
            <a:off x="914400" y="6248400"/>
            <a:ext cx="2540000" cy="4572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400"/>
              <a:buNone/>
            </a:pPr>
            <a:fld id="{2FFB966B-EB20-4830-BD76-95D6C0AB99C2}" type="datetime1">
              <a:rPr lang="en-US" smtClean="0"/>
              <a:t>3/3/2025</a:t>
            </a:fld>
            <a:endParaRPr/>
          </a:p>
        </p:txBody>
      </p:sp>
      <p:sp>
        <p:nvSpPr>
          <p:cNvPr id="772" name="Google Shape;772;p55"/>
          <p:cNvSpPr txBox="1">
            <a:spLocks noGrp="1"/>
          </p:cNvSpPr>
          <p:nvPr>
            <p:ph type="ftr" idx="11"/>
          </p:nvPr>
        </p:nvSpPr>
        <p:spPr>
          <a:xfrm>
            <a:off x="4165600" y="6248400"/>
            <a:ext cx="3860800" cy="457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400"/>
              <a:buNone/>
            </a:pPr>
            <a:r>
              <a:rPr lang="en-US"/>
              <a:t>Advanced Data Structures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119"/>
          <p:cNvSpPr txBox="1">
            <a:spLocks noGrp="1"/>
          </p:cNvSpPr>
          <p:nvPr>
            <p:ph type="title"/>
          </p:nvPr>
        </p:nvSpPr>
        <p:spPr>
          <a:xfrm>
            <a:off x="1487995" y="286604"/>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Linear probing (chaining)with and without replacement</a:t>
            </a:r>
            <a:endParaRPr>
              <a:solidFill>
                <a:srgbClr val="00B050"/>
              </a:solidFill>
              <a:latin typeface="Times New Roman"/>
              <a:ea typeface="Times New Roman"/>
              <a:cs typeface="Times New Roman"/>
              <a:sym typeface="Times New Roman"/>
            </a:endParaRPr>
          </a:p>
        </p:txBody>
      </p:sp>
      <p:sp>
        <p:nvSpPr>
          <p:cNvPr id="778" name="Google Shape;778;p119"/>
          <p:cNvSpPr txBox="1">
            <a:spLocks noGrp="1"/>
          </p:cNvSpPr>
          <p:nvPr>
            <p:ph type="body" idx="1"/>
          </p:nvPr>
        </p:nvSpPr>
        <p:spPr>
          <a:xfrm>
            <a:off x="1097280" y="1845734"/>
            <a:ext cx="10058400" cy="4023360"/>
          </a:xfrm>
          <a:prstGeom prst="rect">
            <a:avLst/>
          </a:prstGeom>
          <a:noFill/>
          <a:ln>
            <a:noFill/>
          </a:ln>
        </p:spPr>
        <p:txBody>
          <a:bodyPr spcFirstLastPara="1" wrap="square" lIns="91425" tIns="91425" rIns="91425" bIns="91425" anchor="t" anchorCtr="0">
            <a:no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n-US"/>
              <a:t>12,01,04,03,07,08,10,02,05,14</a:t>
            </a:r>
            <a:endParaRPr/>
          </a:p>
          <a:p>
            <a:pPr marL="457200" marR="0" lvl="0" indent="-355600" algn="l" rtl="0">
              <a:lnSpc>
                <a:spcPct val="90000"/>
              </a:lnSpc>
              <a:spcBef>
                <a:spcPts val="1200"/>
              </a:spcBef>
              <a:spcAft>
                <a:spcPts val="0"/>
              </a:spcAft>
              <a:buClr>
                <a:schemeClr val="accent1"/>
              </a:buClr>
              <a:buSzPts val="2000"/>
              <a:buFont typeface="Calibri"/>
              <a:buChar char=" "/>
            </a:pPr>
            <a:r>
              <a:rPr lang="en-US"/>
              <a:t>Assume buckets from  0 to 9 and each bucket has 1 slot.</a:t>
            </a:r>
            <a:endParaRPr/>
          </a:p>
        </p:txBody>
      </p:sp>
      <p:pic>
        <p:nvPicPr>
          <p:cNvPr id="779" name="Google Shape;779;p119"/>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8" name="Google Shape;788;p58"/>
          <p:cNvSpPr txBox="1"/>
          <p:nvPr/>
        </p:nvSpPr>
        <p:spPr>
          <a:xfrm>
            <a:off x="1499860" y="1017959"/>
            <a:ext cx="11010340" cy="10668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endParaRPr sz="4800" b="0" i="0" u="none" strike="noStrike" cap="none">
              <a:solidFill>
                <a:srgbClr val="00B050"/>
              </a:solidFill>
              <a:latin typeface="Times New Roman"/>
              <a:ea typeface="Times New Roman"/>
              <a:cs typeface="Times New Roman"/>
              <a:sym typeface="Times New Roman"/>
            </a:endParaRPr>
          </a:p>
          <a:p>
            <a:pPr marL="0" marR="0" lvl="0" indent="0" algn="l" rtl="0">
              <a:lnSpc>
                <a:spcPct val="85000"/>
              </a:lnSpc>
              <a:spcBef>
                <a:spcPts val="0"/>
              </a:spcBef>
              <a:spcAft>
                <a:spcPts val="0"/>
              </a:spcAft>
              <a:buClr>
                <a:srgbClr val="00B050"/>
              </a:buClr>
              <a:buSzPts val="4800"/>
              <a:buFont typeface="Times New Roman"/>
              <a:buNone/>
            </a:pPr>
            <a:endParaRPr sz="4800" b="0" i="0" u="none" strike="noStrike" cap="none">
              <a:solidFill>
                <a:srgbClr val="00B050"/>
              </a:solidFill>
              <a:latin typeface="Times New Roman"/>
              <a:ea typeface="Times New Roman"/>
              <a:cs typeface="Times New Roman"/>
              <a:sym typeface="Times New Roman"/>
            </a:endParaRPr>
          </a:p>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Open addressing using linear probing with replacement</a:t>
            </a:r>
            <a:br>
              <a:rPr lang="en-US" sz="4800" b="0" i="0" u="none" strike="noStrike" cap="none">
                <a:solidFill>
                  <a:srgbClr val="00B050"/>
                </a:solidFill>
                <a:latin typeface="Times New Roman"/>
                <a:ea typeface="Times New Roman"/>
                <a:cs typeface="Times New Roman"/>
                <a:sym typeface="Times New Roman"/>
              </a:rPr>
            </a:br>
            <a:endParaRPr sz="4800" b="0" i="0" u="none" strike="noStrike" cap="none">
              <a:solidFill>
                <a:srgbClr val="00B050"/>
              </a:solidFill>
              <a:latin typeface="Times New Roman"/>
              <a:ea typeface="Times New Roman"/>
              <a:cs typeface="Times New Roman"/>
              <a:sym typeface="Times New Roman"/>
            </a:endParaRPr>
          </a:p>
        </p:txBody>
      </p:sp>
      <p:graphicFrame>
        <p:nvGraphicFramePr>
          <p:cNvPr id="789" name="Google Shape;789;p58"/>
          <p:cNvGraphicFramePr/>
          <p:nvPr/>
        </p:nvGraphicFramePr>
        <p:xfrm>
          <a:off x="1752602" y="1676400"/>
          <a:ext cx="8534400" cy="4466600"/>
        </p:xfrm>
        <a:graphic>
          <a:graphicData uri="http://schemas.openxmlformats.org/drawingml/2006/table">
            <a:tbl>
              <a:tblPr firstRow="1" bandRow="1">
                <a:noFill/>
                <a:tableStyleId>{A454858E-DCAB-4BCF-8197-45F7E5E23E0C}</a:tableStyleId>
              </a:tblPr>
              <a:tblGrid>
                <a:gridCol w="316100"/>
                <a:gridCol w="711200"/>
                <a:gridCol w="711200"/>
                <a:gridCol w="632175"/>
                <a:gridCol w="632175"/>
                <a:gridCol w="711200"/>
                <a:gridCol w="705550"/>
                <a:gridCol w="914400"/>
                <a:gridCol w="829725"/>
                <a:gridCol w="869250"/>
                <a:gridCol w="790225"/>
                <a:gridCol w="711200"/>
              </a:tblGrid>
              <a:tr h="808900">
                <a:tc>
                  <a:txBody>
                    <a:bodyPr/>
                    <a:lstStyle/>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Initially</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 12</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01</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04</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03</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07</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08</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10</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02</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05</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14</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400" u="none" strike="noStrike" cap="none"/>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5</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02</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05</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05</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6</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02</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02</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9</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14</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r>
            </a:tbl>
          </a:graphicData>
        </a:graphic>
      </p:graphicFrame>
      <p:pic>
        <p:nvPicPr>
          <p:cNvPr id="790" name="Google Shape;790;p58"/>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57"/>
          <p:cNvSpPr txBox="1">
            <a:spLocks noGrp="1"/>
          </p:cNvSpPr>
          <p:nvPr>
            <p:ph type="title"/>
          </p:nvPr>
        </p:nvSpPr>
        <p:spPr>
          <a:xfrm>
            <a:off x="1519692" y="598751"/>
            <a:ext cx="10697292" cy="83814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Open addressing using linear probing without replacement</a:t>
            </a:r>
            <a:endParaRPr>
              <a:solidFill>
                <a:srgbClr val="00B050"/>
              </a:solidFill>
              <a:latin typeface="Times New Roman"/>
              <a:ea typeface="Times New Roman"/>
              <a:cs typeface="Times New Roman"/>
              <a:sym typeface="Times New Roman"/>
            </a:endParaRPr>
          </a:p>
        </p:txBody>
      </p:sp>
      <p:graphicFrame>
        <p:nvGraphicFramePr>
          <p:cNvPr id="798" name="Google Shape;798;p57"/>
          <p:cNvGraphicFramePr/>
          <p:nvPr/>
        </p:nvGraphicFramePr>
        <p:xfrm>
          <a:off x="2019890" y="1746738"/>
          <a:ext cx="8534400" cy="4466600"/>
        </p:xfrm>
        <a:graphic>
          <a:graphicData uri="http://schemas.openxmlformats.org/drawingml/2006/table">
            <a:tbl>
              <a:tblPr firstRow="1" bandRow="1">
                <a:noFill/>
                <a:tableStyleId>{A454858E-DCAB-4BCF-8197-45F7E5E23E0C}</a:tableStyleId>
              </a:tblPr>
              <a:tblGrid>
                <a:gridCol w="316100"/>
                <a:gridCol w="711200"/>
                <a:gridCol w="711200"/>
                <a:gridCol w="632175"/>
                <a:gridCol w="632175"/>
                <a:gridCol w="711200"/>
                <a:gridCol w="705550"/>
                <a:gridCol w="914400"/>
                <a:gridCol w="829725"/>
                <a:gridCol w="869250"/>
                <a:gridCol w="790225"/>
                <a:gridCol w="711200"/>
              </a:tblGrid>
              <a:tr h="808900">
                <a:tc>
                  <a:txBody>
                    <a:bodyPr/>
                    <a:lstStyle/>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Initially</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 12</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01</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04</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03</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07</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08</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10</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02</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05</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14</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10</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u="none" strike="noStrike" cap="none">
                          <a:solidFill>
                            <a:schemeClr val="dk1"/>
                          </a:solidFill>
                          <a:latin typeface="Times New Roman"/>
                          <a:ea typeface="Times New Roman"/>
                          <a:cs typeface="Times New Roman"/>
                          <a:sym typeface="Times New Roman"/>
                        </a:rPr>
                        <a:t>01</a:t>
                      </a:r>
                      <a:endParaRPr sz="1400" u="none" strike="noStrike" cap="none"/>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12</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03</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04</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5</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02</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02</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02</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6</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05</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05</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07</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08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r>
              <a:tr h="2696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9</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Times New Roman"/>
                          <a:ea typeface="Times New Roman"/>
                          <a:cs typeface="Times New Roman"/>
                          <a:sym typeface="Times New Roman"/>
                        </a:rPr>
                        <a:t>14</a:t>
                      </a:r>
                      <a:endParaRPr sz="1800" u="none" strike="noStrike" cap="none">
                        <a:solidFill>
                          <a:srgbClr val="FF0000"/>
                        </a:solidFill>
                        <a:latin typeface="Times New Roman"/>
                        <a:ea typeface="Times New Roman"/>
                        <a:cs typeface="Times New Roman"/>
                        <a:sym typeface="Times New Roman"/>
                      </a:endParaRPr>
                    </a:p>
                  </a:txBody>
                  <a:tcPr marL="91450" marR="91450" marT="45725" marB="45725"/>
                </a:tc>
              </a:tr>
            </a:tbl>
          </a:graphicData>
        </a:graphic>
      </p:graphicFrame>
      <p:pic>
        <p:nvPicPr>
          <p:cNvPr id="799" name="Google Shape;799;p57"/>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808"/>
        <p:cNvGrpSpPr/>
        <p:nvPr/>
      </p:nvGrpSpPr>
      <p:grpSpPr>
        <a:xfrm>
          <a:off x="0" y="0"/>
          <a:ext cx="0" cy="0"/>
          <a:chOff x="0" y="0"/>
          <a:chExt cx="0" cy="0"/>
        </a:xfrm>
      </p:grpSpPr>
      <p:sp>
        <p:nvSpPr>
          <p:cNvPr id="809" name="Google Shape;809;p59"/>
          <p:cNvSpPr txBox="1">
            <a:spLocks noGrp="1"/>
          </p:cNvSpPr>
          <p:nvPr>
            <p:ph type="title"/>
          </p:nvPr>
        </p:nvSpPr>
        <p:spPr>
          <a:xfrm>
            <a:off x="1617980" y="376632"/>
            <a:ext cx="10058400" cy="96844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None/>
            </a:pPr>
            <a:r>
              <a:rPr lang="en-US">
                <a:solidFill>
                  <a:srgbClr val="00B050"/>
                </a:solidFill>
                <a:latin typeface="Times New Roman"/>
                <a:ea typeface="Times New Roman"/>
                <a:cs typeface="Times New Roman"/>
                <a:sym typeface="Times New Roman"/>
              </a:rPr>
              <a:t>Linear Probing without replacement Example</a:t>
            </a:r>
            <a:endParaRPr sz="4800" b="0" i="0" u="none" strike="noStrike" cap="none">
              <a:solidFill>
                <a:srgbClr val="3F3F3F"/>
              </a:solidFill>
              <a:latin typeface="Calibri"/>
              <a:ea typeface="Calibri"/>
              <a:cs typeface="Calibri"/>
              <a:sym typeface="Calibri"/>
            </a:endParaRPr>
          </a:p>
        </p:txBody>
      </p:sp>
      <p:sp>
        <p:nvSpPr>
          <p:cNvPr id="810" name="Google Shape;810;p59"/>
          <p:cNvSpPr txBox="1">
            <a:spLocks noGrp="1"/>
          </p:cNvSpPr>
          <p:nvPr>
            <p:ph type="body" idx="1"/>
          </p:nvPr>
        </p:nvSpPr>
        <p:spPr>
          <a:xfrm>
            <a:off x="1097280" y="2120900"/>
            <a:ext cx="5902610" cy="3748194"/>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400"/>
              <a:buFont typeface="Calibri"/>
              <a:buChar char=" "/>
            </a:pPr>
            <a:r>
              <a:rPr lang="en-US" sz="2400" b="0" i="0" u="none" strike="noStrike" cap="none">
                <a:solidFill>
                  <a:srgbClr val="3F3F3F"/>
                </a:solidFill>
                <a:latin typeface="Times New Roman"/>
                <a:ea typeface="Times New Roman"/>
                <a:cs typeface="Times New Roman"/>
                <a:sym typeface="Times New Roman"/>
              </a:rPr>
              <a:t>In Linear Probing, cells are searched sequentially for an empty cell.</a:t>
            </a:r>
            <a:endParaRPr/>
          </a:p>
          <a:p>
            <a:pPr marL="91440" marR="0" lvl="0" indent="-91440" algn="l" rtl="0">
              <a:lnSpc>
                <a:spcPct val="90000"/>
              </a:lnSpc>
              <a:spcBef>
                <a:spcPts val="1400"/>
              </a:spcBef>
              <a:spcAft>
                <a:spcPts val="0"/>
              </a:spcAft>
              <a:buClr>
                <a:schemeClr val="accent1"/>
              </a:buClr>
              <a:buSzPts val="2400"/>
              <a:buFont typeface="Calibri"/>
              <a:buNone/>
            </a:pPr>
            <a:r>
              <a:rPr lang="en-US" sz="2400" b="0" i="0" u="none" strike="noStrike" cap="none">
                <a:solidFill>
                  <a:srgbClr val="3F3F3F"/>
                </a:solidFill>
                <a:latin typeface="Times New Roman"/>
                <a:ea typeface="Times New Roman"/>
                <a:cs typeface="Times New Roman"/>
                <a:sym typeface="Times New Roman"/>
              </a:rPr>
              <a:t>31,42,35,67,24,19,22</a:t>
            </a:r>
            <a:endParaRPr/>
          </a:p>
          <a:p>
            <a:pPr marL="91440" marR="0" lvl="0" indent="-91440" algn="l" rtl="0">
              <a:lnSpc>
                <a:spcPct val="90000"/>
              </a:lnSpc>
              <a:spcBef>
                <a:spcPts val="1400"/>
              </a:spcBef>
              <a:spcAft>
                <a:spcPts val="0"/>
              </a:spcAft>
              <a:buClr>
                <a:schemeClr val="accent1"/>
              </a:buClr>
              <a:buSzPts val="2400"/>
              <a:buFont typeface="Calibri"/>
              <a:buNone/>
            </a:pPr>
            <a:r>
              <a:rPr lang="en-US" sz="2400" b="0" i="0" u="none" strike="noStrike" cap="none">
                <a:solidFill>
                  <a:srgbClr val="3F3F3F"/>
                </a:solidFill>
                <a:latin typeface="Times New Roman"/>
                <a:ea typeface="Times New Roman"/>
                <a:cs typeface="Times New Roman"/>
                <a:sym typeface="Times New Roman"/>
              </a:rPr>
              <a:t>F(x)=x mod 10</a:t>
            </a:r>
            <a:endParaRPr/>
          </a:p>
          <a:p>
            <a:pPr marL="0" marR="0" lvl="0" indent="0" algn="l" rtl="0">
              <a:lnSpc>
                <a:spcPct val="90000"/>
              </a:lnSpc>
              <a:spcBef>
                <a:spcPts val="1400"/>
              </a:spcBef>
              <a:spcAft>
                <a:spcPts val="0"/>
              </a:spcAft>
              <a:buClr>
                <a:schemeClr val="accent1"/>
              </a:buClr>
              <a:buSzPts val="2400"/>
              <a:buFont typeface="Calibri"/>
              <a:buNone/>
            </a:pPr>
            <a:endParaRPr sz="2400" b="0" i="0" u="none" strike="noStrike" cap="none">
              <a:solidFill>
                <a:srgbClr val="3F3F3F"/>
              </a:solidFill>
              <a:latin typeface="Calibri"/>
              <a:ea typeface="Calibri"/>
              <a:cs typeface="Calibri"/>
              <a:sym typeface="Calibri"/>
            </a:endParaRPr>
          </a:p>
        </p:txBody>
      </p:sp>
      <p:pic>
        <p:nvPicPr>
          <p:cNvPr id="814" name="Google Shape;814;p59"/>
          <p:cNvPicPr preferRelativeResize="0"/>
          <p:nvPr/>
        </p:nvPicPr>
        <p:blipFill rotWithShape="1">
          <a:blip r:embed="rId3">
            <a:alphaModFix/>
          </a:blip>
          <a:srcRect/>
          <a:stretch/>
        </p:blipFill>
        <p:spPr>
          <a:xfrm>
            <a:off x="195070" y="286604"/>
            <a:ext cx="1269598" cy="1148496"/>
          </a:xfrm>
          <a:prstGeom prst="rect">
            <a:avLst/>
          </a:prstGeom>
          <a:noFill/>
          <a:ln>
            <a:noFill/>
          </a:ln>
        </p:spPr>
      </p:pic>
      <p:graphicFrame>
        <p:nvGraphicFramePr>
          <p:cNvPr id="815" name="Google Shape;815;p59"/>
          <p:cNvGraphicFramePr/>
          <p:nvPr/>
        </p:nvGraphicFramePr>
        <p:xfrm>
          <a:off x="7251689" y="2119419"/>
          <a:ext cx="2514600" cy="3749700"/>
        </p:xfrm>
        <a:graphic>
          <a:graphicData uri="http://schemas.openxmlformats.org/drawingml/2006/table">
            <a:tbl>
              <a:tblPr>
                <a:noFill/>
                <a:tableStyleId>{A454858E-DCAB-4BCF-8197-45F7E5E23E0C}</a:tableStyleId>
              </a:tblPr>
              <a:tblGrid>
                <a:gridCol w="1257300"/>
                <a:gridCol w="1257300"/>
              </a:tblGrid>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Location</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X</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31</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42</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4572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solidFill>
                            <a:srgbClr val="FF0000"/>
                          </a:solidFill>
                        </a:rPr>
                        <a:t>22</a:t>
                      </a:r>
                      <a:endParaRPr sz="2400" u="none" strike="noStrike" cap="none">
                        <a:solidFill>
                          <a:srgbClr val="FF0000"/>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24</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5</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35</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7</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67</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8</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r>
              <a:tr h="3658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9</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19</a:t>
                      </a: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60"/>
          <p:cNvSpPr txBox="1">
            <a:spLocks noGrp="1"/>
          </p:cNvSpPr>
          <p:nvPr>
            <p:ph type="title"/>
          </p:nvPr>
        </p:nvSpPr>
        <p:spPr>
          <a:xfrm>
            <a:off x="1617980" y="376632"/>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Functions for Linear Probing without replacement insert function</a:t>
            </a:r>
            <a:endParaRPr sz="4800" b="0" i="0" u="none" strike="noStrike" cap="none">
              <a:solidFill>
                <a:srgbClr val="3F3F3F"/>
              </a:solidFill>
              <a:latin typeface="Calibri"/>
              <a:ea typeface="Calibri"/>
              <a:cs typeface="Calibri"/>
              <a:sym typeface="Calibri"/>
            </a:endParaRPr>
          </a:p>
        </p:txBody>
      </p:sp>
      <p:pic>
        <p:nvPicPr>
          <p:cNvPr id="826" name="Google Shape;826;p60"/>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827" name="Google Shape;827;p60"/>
          <p:cNvSpPr txBox="1"/>
          <p:nvPr/>
        </p:nvSpPr>
        <p:spPr>
          <a:xfrm>
            <a:off x="1104900" y="1729474"/>
            <a:ext cx="5418730" cy="452596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C00000"/>
              </a:buClr>
              <a:buSzPts val="2000"/>
              <a:buFont typeface="Arial"/>
              <a:buNone/>
            </a:pPr>
            <a:r>
              <a:rPr lang="en-US" sz="1400" b="0" i="0" u="none" strike="noStrike" cap="none">
                <a:solidFill>
                  <a:srgbClr val="C00000"/>
                </a:solidFill>
                <a:latin typeface="Times New Roman"/>
                <a:ea typeface="Times New Roman"/>
                <a:cs typeface="Times New Roman"/>
                <a:sym typeface="Times New Roman"/>
              </a:rPr>
              <a:t>Algorithm int insert_linear_prob(int hashtable[],int key)</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	loc=key % MAX;</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	If(hashTable[loc]==-1)</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			hashtable[loc]=key;</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			return(loc);</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	else{i=(loc+1)%MAX;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while(i!=loc)</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if(hashTable[i]==-1)</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hashtable[i]=key;</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return(i);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i=(i+1)%MAX;</a:t>
            </a:r>
            <a:endParaRPr sz="10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400" b="0" i="0" u="none" strike="noStrike" cap="none">
                <a:solidFill>
                  <a:srgbClr val="000000"/>
                </a:solidFill>
                <a:latin typeface="Times New Roman"/>
                <a:ea typeface="Times New Roman"/>
                <a:cs typeface="Times New Roman"/>
                <a:sym typeface="Times New Roman"/>
              </a:rPr>
              <a:t>}</a:t>
            </a:r>
            <a:endParaRPr sz="105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p:txBody>
      </p:sp>
      <p:sp>
        <p:nvSpPr>
          <p:cNvPr id="828" name="Google Shape;828;p60"/>
          <p:cNvSpPr txBox="1"/>
          <p:nvPr/>
        </p:nvSpPr>
        <p:spPr>
          <a:xfrm>
            <a:off x="7032104" y="1774061"/>
            <a:ext cx="4968552" cy="452596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400"/>
              </a:spcBef>
              <a:spcAft>
                <a:spcPts val="0"/>
              </a:spcAft>
              <a:buClr>
                <a:schemeClr val="dk1"/>
              </a:buClr>
              <a:buSzPts val="2000"/>
              <a:buFont typeface="Arial"/>
              <a:buNone/>
            </a:pPr>
            <a:r>
              <a:rPr lang="en-US" sz="2000" b="0" i="0" u="none" strike="noStrike" cap="none">
                <a:solidFill>
                  <a:srgbClr val="C00000"/>
                </a:solidFill>
                <a:latin typeface="Calibri"/>
                <a:ea typeface="Calibri"/>
                <a:cs typeface="Calibri"/>
                <a:sym typeface="Calibri"/>
              </a:rPr>
              <a:t>if(i==loc) print(“Hash is full”)</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strike="noStrike" cap="none">
                <a:solidFill>
                  <a:srgbClr val="C00000"/>
                </a:solidFill>
                <a:latin typeface="Calibri"/>
                <a:ea typeface="Calibri"/>
                <a:cs typeface="Calibri"/>
                <a:sym typeface="Calibri"/>
              </a:rPr>
              <a:t>}</a:t>
            </a:r>
            <a:endParaRPr sz="2000" b="0" i="0" u="none" strike="noStrike" cap="none">
              <a:solidFill>
                <a:srgbClr val="C00000"/>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61"/>
          <p:cNvSpPr txBox="1">
            <a:spLocks noGrp="1"/>
          </p:cNvSpPr>
          <p:nvPr>
            <p:ph type="title"/>
          </p:nvPr>
        </p:nvSpPr>
        <p:spPr>
          <a:xfrm>
            <a:off x="1617980" y="376632"/>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Functions for Linear Probing without replacement- search function</a:t>
            </a:r>
            <a:endParaRPr sz="4800" b="0" i="0" u="none" strike="noStrike" cap="none">
              <a:solidFill>
                <a:srgbClr val="3F3F3F"/>
              </a:solidFill>
              <a:latin typeface="Calibri"/>
              <a:ea typeface="Calibri"/>
              <a:cs typeface="Calibri"/>
              <a:sym typeface="Calibri"/>
            </a:endParaRPr>
          </a:p>
        </p:txBody>
      </p:sp>
      <p:pic>
        <p:nvPicPr>
          <p:cNvPr id="839" name="Google Shape;839;p61"/>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840" name="Google Shape;840;p61"/>
          <p:cNvSpPr txBox="1"/>
          <p:nvPr/>
        </p:nvSpPr>
        <p:spPr>
          <a:xfrm>
            <a:off x="1617980" y="1933821"/>
            <a:ext cx="4968552" cy="452596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C00000"/>
              </a:buClr>
              <a:buSzPts val="2000"/>
              <a:buFont typeface="Arial"/>
              <a:buNone/>
            </a:pPr>
            <a:r>
              <a:rPr lang="en-US" sz="2000" b="0" i="0" u="none" strike="noStrike" cap="none">
                <a:solidFill>
                  <a:srgbClr val="C00000"/>
                </a:solidFill>
                <a:latin typeface="Calibri"/>
                <a:ea typeface="Calibri"/>
                <a:cs typeface="Calibri"/>
                <a:sym typeface="Calibri"/>
              </a:rPr>
              <a:t>Search_linear_probe(hashtable,key)</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C00000"/>
              </a:buClr>
              <a:buSzPts val="2000"/>
              <a:buFont typeface="Arial"/>
              <a:buNone/>
            </a:pPr>
            <a:r>
              <a:rPr lang="en-US" sz="2000" b="0" i="0" u="none" strike="noStrike" cap="none">
                <a:solidFill>
                  <a:srgbClr val="C0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Calibri"/>
                <a:ea typeface="Calibri"/>
                <a:cs typeface="Calibri"/>
                <a:sym typeface="Calibri"/>
              </a:rPr>
              <a:t>	</a:t>
            </a:r>
            <a:r>
              <a:rPr lang="en-US" sz="1600" b="0" i="0" u="none" strike="noStrike" cap="none">
                <a:solidFill>
                  <a:schemeClr val="dk1"/>
                </a:solidFill>
                <a:latin typeface="Times New Roman"/>
                <a:ea typeface="Times New Roman"/>
                <a:cs typeface="Times New Roman"/>
                <a:sym typeface="Times New Roman"/>
              </a:rPr>
              <a:t>int i,j;</a:t>
            </a:r>
            <a:endParaRPr sz="11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None/>
            </a:pPr>
            <a:r>
              <a:rPr lang="en-US" sz="1600" b="0" i="0" u="none" strike="noStrike" cap="none">
                <a:solidFill>
                  <a:schemeClr val="dk1"/>
                </a:solidFill>
                <a:latin typeface="Times New Roman"/>
                <a:ea typeface="Times New Roman"/>
                <a:cs typeface="Times New Roman"/>
                <a:sym typeface="Times New Roman"/>
              </a:rPr>
              <a:t>	loc=key % MAX;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r>
              <a:rPr lang="en-US" sz="1600" b="0" i="0" u="none" strike="noStrike" cap="none">
                <a:solidFill>
                  <a:schemeClr val="dk1"/>
                </a:solidFill>
                <a:latin typeface="Times New Roman"/>
                <a:ea typeface="Times New Roman"/>
                <a:cs typeface="Times New Roman"/>
                <a:sym typeface="Times New Roman"/>
              </a:rPr>
              <a:t>	if(hashtable[loc]==key) print “key found”</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r>
              <a:rPr lang="en-US" sz="1600" b="0" i="0" u="none" strike="noStrike" cap="none">
                <a:solidFill>
                  <a:schemeClr val="dk1"/>
                </a:solidFill>
                <a:latin typeface="Times New Roman"/>
                <a:ea typeface="Times New Roman"/>
                <a:cs typeface="Times New Roman"/>
                <a:sym typeface="Times New Roman"/>
              </a:rPr>
              <a:t>	else{ i=(loc+1)%MAX;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r>
              <a:rPr lang="en-US" sz="1600" b="0" i="0" u="none" strike="noStrike" cap="none">
                <a:solidFill>
                  <a:schemeClr val="dk1"/>
                </a:solidFill>
                <a:latin typeface="Times New Roman"/>
                <a:ea typeface="Times New Roman"/>
                <a:cs typeface="Times New Roman"/>
                <a:sym typeface="Times New Roman"/>
              </a:rPr>
              <a:t>      while(i!=loc){</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if(hashtable[i]==key) {print “key found” break;}</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i=(i+1)%MAX;}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if(i==loc) print(“key not found”)</a:t>
            </a:r>
            <a:endParaRPr sz="16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C00000"/>
              </a:buClr>
              <a:buSzPts val="2000"/>
              <a:buFont typeface="Arial"/>
              <a:buNone/>
            </a:pPr>
            <a:r>
              <a:rPr lang="en-US" sz="2000" b="0" i="0" u="none" strike="noStrike" cap="none">
                <a:solidFill>
                  <a:srgbClr val="C0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endParaRPr sz="2000" b="0" i="0" u="none" strike="noStrike" cap="none">
              <a:solidFill>
                <a:srgbClr val="C00000"/>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62"/>
          <p:cNvSpPr txBox="1">
            <a:spLocks noGrp="1"/>
          </p:cNvSpPr>
          <p:nvPr>
            <p:ph type="title"/>
          </p:nvPr>
        </p:nvSpPr>
        <p:spPr>
          <a:xfrm>
            <a:off x="1617980" y="376632"/>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Functions for Linear Probing with replacement insert function</a:t>
            </a:r>
            <a:endParaRPr sz="4800" b="0" i="0" u="none" strike="noStrike" cap="none">
              <a:solidFill>
                <a:srgbClr val="3F3F3F"/>
              </a:solidFill>
              <a:latin typeface="Calibri"/>
              <a:ea typeface="Calibri"/>
              <a:cs typeface="Calibri"/>
              <a:sym typeface="Calibri"/>
            </a:endParaRPr>
          </a:p>
        </p:txBody>
      </p:sp>
      <p:pic>
        <p:nvPicPr>
          <p:cNvPr id="851" name="Google Shape;851;p62"/>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852" name="Google Shape;852;p62"/>
          <p:cNvSpPr txBox="1"/>
          <p:nvPr/>
        </p:nvSpPr>
        <p:spPr>
          <a:xfrm>
            <a:off x="1104900" y="1729474"/>
            <a:ext cx="5418730" cy="452596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C00000"/>
              </a:buClr>
              <a:buSzPts val="2000"/>
              <a:buFont typeface="Arial"/>
              <a:buNone/>
            </a:pPr>
            <a:r>
              <a:rPr lang="en-US" sz="1800" b="0" i="0" u="none" strike="noStrike" cap="none">
                <a:solidFill>
                  <a:srgbClr val="C00000"/>
                </a:solidFill>
                <a:latin typeface="Times New Roman"/>
                <a:ea typeface="Times New Roman"/>
                <a:cs typeface="Times New Roman"/>
                <a:sym typeface="Times New Roman"/>
              </a:rPr>
              <a:t>Algorithm int insert_linear_prob(int hashtable[],int key)</a:t>
            </a:r>
            <a:endParaRPr sz="12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a:t>
            </a:r>
            <a:endParaRPr sz="12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	loc=key % MAX;</a:t>
            </a:r>
            <a:endParaRPr sz="12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	If(hashTable[loc]==-1)</a:t>
            </a:r>
            <a:endParaRPr sz="12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		{</a:t>
            </a:r>
            <a:endParaRPr sz="12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			hashtable[loc]=key;</a:t>
            </a:r>
            <a:endParaRPr sz="12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			return(loc);</a:t>
            </a:r>
            <a:endParaRPr sz="12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	else{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temp=key</a:t>
            </a:r>
            <a:endParaRPr sz="18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if(loc!=(hashtable[loc]%MAX){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temp=hashtable[loc];</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Hashtable[loc]=key;}</a:t>
            </a:r>
            <a:endParaRPr sz="18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1800" b="0" i="0" u="none" strike="noStrike" cap="none">
                <a:solidFill>
                  <a:srgbClr val="000000"/>
                </a:solidFill>
                <a:latin typeface="Times New Roman"/>
                <a:ea typeface="Times New Roman"/>
                <a:cs typeface="Times New Roman"/>
                <a:sym typeface="Times New Roman"/>
              </a:rPr>
              <a:t>i=(loc+1)%MAX;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p:txBody>
      </p:sp>
      <p:sp>
        <p:nvSpPr>
          <p:cNvPr id="853" name="Google Shape;853;p62"/>
          <p:cNvSpPr txBox="1"/>
          <p:nvPr/>
        </p:nvSpPr>
        <p:spPr>
          <a:xfrm>
            <a:off x="7032104" y="1774061"/>
            <a:ext cx="4968552" cy="452596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while(i!=loc)</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if(hashTable[i]==-1)</a:t>
            </a:r>
            <a:endParaRPr sz="20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a:t>
            </a:r>
            <a:endParaRPr sz="20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hashtable[i]=temp;</a:t>
            </a:r>
            <a:endParaRPr sz="20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return(i);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i=(i+1)%MAX;</a:t>
            </a:r>
            <a:endParaRPr sz="12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a:t>
            </a:r>
            <a:endParaRPr sz="20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None/>
            </a:pPr>
            <a:endParaRPr sz="20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Calibri"/>
                <a:ea typeface="Calibri"/>
                <a:cs typeface="Calibri"/>
                <a:sym typeface="Calibri"/>
              </a:rPr>
              <a:t>if(i==loc) print(“Hash is full”)</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Calibri"/>
                <a:ea typeface="Calibri"/>
                <a:cs typeface="Calibri"/>
                <a:sym typeface="Calibri"/>
              </a:rPr>
              <a:t>}</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63"/>
          <p:cNvSpPr txBox="1">
            <a:spLocks noGrp="1"/>
          </p:cNvSpPr>
          <p:nvPr>
            <p:ph type="title"/>
          </p:nvPr>
        </p:nvSpPr>
        <p:spPr>
          <a:xfrm>
            <a:off x="1617980" y="376632"/>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Functions for Linear Probing with replacement- search function</a:t>
            </a:r>
            <a:endParaRPr sz="4800" b="0" i="0" u="none" strike="noStrike" cap="none">
              <a:solidFill>
                <a:srgbClr val="3F3F3F"/>
              </a:solidFill>
              <a:latin typeface="Calibri"/>
              <a:ea typeface="Calibri"/>
              <a:cs typeface="Calibri"/>
              <a:sym typeface="Calibri"/>
            </a:endParaRPr>
          </a:p>
        </p:txBody>
      </p:sp>
      <p:pic>
        <p:nvPicPr>
          <p:cNvPr id="864" name="Google Shape;864;p63"/>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865" name="Google Shape;865;p63"/>
          <p:cNvSpPr txBox="1"/>
          <p:nvPr/>
        </p:nvSpPr>
        <p:spPr>
          <a:xfrm>
            <a:off x="1617980" y="1933821"/>
            <a:ext cx="4968552" cy="452596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C00000"/>
              </a:buClr>
              <a:buSzPts val="2000"/>
              <a:buFont typeface="Arial"/>
              <a:buNone/>
            </a:pPr>
            <a:r>
              <a:rPr lang="en-US" sz="2000" b="0" i="0" u="none" strike="noStrike" cap="none">
                <a:solidFill>
                  <a:srgbClr val="C00000"/>
                </a:solidFill>
                <a:latin typeface="Calibri"/>
                <a:ea typeface="Calibri"/>
                <a:cs typeface="Calibri"/>
                <a:sym typeface="Calibri"/>
              </a:rPr>
              <a:t>Search_linear_probe(hashtable,key)</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C00000"/>
              </a:buClr>
              <a:buSzPts val="2000"/>
              <a:buFont typeface="Arial"/>
              <a:buNone/>
            </a:pPr>
            <a:r>
              <a:rPr lang="en-US" sz="2000" b="0" i="0" u="none" strike="noStrike" cap="none">
                <a:solidFill>
                  <a:srgbClr val="C0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Calibri"/>
                <a:ea typeface="Calibri"/>
                <a:cs typeface="Calibri"/>
                <a:sym typeface="Calibri"/>
              </a:rPr>
              <a:t>	</a:t>
            </a:r>
            <a:r>
              <a:rPr lang="en-US" sz="1600" b="0" i="0" u="none" strike="noStrike" cap="none">
                <a:solidFill>
                  <a:schemeClr val="dk1"/>
                </a:solidFill>
                <a:latin typeface="Times New Roman"/>
                <a:ea typeface="Times New Roman"/>
                <a:cs typeface="Times New Roman"/>
                <a:sym typeface="Times New Roman"/>
              </a:rPr>
              <a:t>int i,loc;</a:t>
            </a:r>
            <a:endParaRPr sz="11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None/>
            </a:pPr>
            <a:r>
              <a:rPr lang="en-US" sz="1600" b="0" i="0" u="none" strike="noStrike" cap="none">
                <a:solidFill>
                  <a:schemeClr val="dk1"/>
                </a:solidFill>
                <a:latin typeface="Times New Roman"/>
                <a:ea typeface="Times New Roman"/>
                <a:cs typeface="Times New Roman"/>
                <a:sym typeface="Times New Roman"/>
              </a:rPr>
              <a:t>	loc=key % MAX;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r>
              <a:rPr lang="en-US" sz="1600" b="0" i="0" u="none" strike="noStrike" cap="none">
                <a:solidFill>
                  <a:schemeClr val="dk1"/>
                </a:solidFill>
                <a:latin typeface="Times New Roman"/>
                <a:ea typeface="Times New Roman"/>
                <a:cs typeface="Times New Roman"/>
                <a:sym typeface="Times New Roman"/>
              </a:rPr>
              <a:t>	if(hashtable[loc]==key) print “key found”</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r>
              <a:rPr lang="en-US" sz="1600" b="0" i="0" u="none" strike="noStrike" cap="none">
                <a:solidFill>
                  <a:schemeClr val="dk1"/>
                </a:solidFill>
                <a:latin typeface="Times New Roman"/>
                <a:ea typeface="Times New Roman"/>
                <a:cs typeface="Times New Roman"/>
                <a:sym typeface="Times New Roman"/>
              </a:rPr>
              <a:t>	else{ i=(loc+1)%MAX;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r>
              <a:rPr lang="en-US" sz="1600" b="0" i="0" u="none" strike="noStrike" cap="none">
                <a:solidFill>
                  <a:schemeClr val="dk1"/>
                </a:solidFill>
                <a:latin typeface="Times New Roman"/>
                <a:ea typeface="Times New Roman"/>
                <a:cs typeface="Times New Roman"/>
                <a:sym typeface="Times New Roman"/>
              </a:rPr>
              <a:t>      while(i!=loc){</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if(hashtable[i]==key) {print “key found” break;}</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i=(i+1)%MAX;}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if(i==loc) print(“key not found”)</a:t>
            </a:r>
            <a:endParaRPr sz="16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C00000"/>
              </a:buClr>
              <a:buSzPts val="2000"/>
              <a:buFont typeface="Arial"/>
              <a:buNone/>
            </a:pPr>
            <a:r>
              <a:rPr lang="en-US" sz="2000" b="0" i="0" u="none" strike="noStrike" cap="none">
                <a:solidFill>
                  <a:srgbClr val="C0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chemeClr val="dk1"/>
              </a:buClr>
              <a:buSzPts val="2000"/>
              <a:buFont typeface="Arial"/>
              <a:buNone/>
            </a:pPr>
            <a:endParaRPr sz="2000" b="0" i="0" u="none" strike="noStrike" cap="none">
              <a:solidFill>
                <a:srgbClr val="C00000"/>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64"/>
          <p:cNvSpPr txBox="1">
            <a:spLocks noGrp="1"/>
          </p:cNvSpPr>
          <p:nvPr>
            <p:ph type="title"/>
          </p:nvPr>
        </p:nvSpPr>
        <p:spPr>
          <a:xfrm>
            <a:off x="1466567" y="286604"/>
            <a:ext cx="10058400" cy="1450757"/>
          </a:xfrm>
          <a:prstGeom prst="rect">
            <a:avLst/>
          </a:prstGeom>
          <a:noFill/>
          <a:ln>
            <a:noFill/>
          </a:ln>
        </p:spPr>
        <p:txBody>
          <a:bodyPr spcFirstLastPara="1" wrap="square" lIns="91425" tIns="91425" rIns="91425" bIns="91425" anchor="b" anchorCtr="0">
            <a:noAutofit/>
          </a:bodyPr>
          <a:lstStyle/>
          <a:p>
            <a:pPr marL="0" marR="0" lvl="0" indent="0" algn="l" rtl="0">
              <a:lnSpc>
                <a:spcPct val="85000"/>
              </a:lnSpc>
              <a:spcBef>
                <a:spcPts val="0"/>
              </a:spcBef>
              <a:spcAft>
                <a:spcPts val="0"/>
              </a:spcAft>
              <a:buClr>
                <a:srgbClr val="3F3F3F"/>
              </a:buClr>
              <a:buSzPts val="4800"/>
              <a:buFont typeface="Calibri"/>
              <a:buNone/>
            </a:pPr>
            <a:r>
              <a:rPr lang="en-US">
                <a:solidFill>
                  <a:srgbClr val="00B050"/>
                </a:solidFill>
                <a:latin typeface="Times New Roman"/>
                <a:ea typeface="Times New Roman"/>
                <a:cs typeface="Times New Roman"/>
                <a:sym typeface="Times New Roman"/>
              </a:rPr>
              <a:t>Clustering</a:t>
            </a:r>
            <a:endParaRPr/>
          </a:p>
        </p:txBody>
      </p:sp>
      <p:sp>
        <p:nvSpPr>
          <p:cNvPr id="871" name="Google Shape;871;p64"/>
          <p:cNvSpPr txBox="1">
            <a:spLocks noGrp="1"/>
          </p:cNvSpPr>
          <p:nvPr>
            <p:ph type="body" idx="1"/>
          </p:nvPr>
        </p:nvSpPr>
        <p:spPr>
          <a:xfrm>
            <a:off x="1464668" y="1988840"/>
            <a:ext cx="9574832" cy="3816424"/>
          </a:xfrm>
          <a:prstGeom prst="rect">
            <a:avLst/>
          </a:prstGeom>
          <a:noFill/>
          <a:ln>
            <a:noFill/>
          </a:ln>
        </p:spPr>
        <p:txBody>
          <a:bodyPr spcFirstLastPara="1" wrap="square" lIns="91425" tIns="91425" rIns="91425" bIns="91425" anchor="t" anchorCtr="0">
            <a:no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One problem with the above technique is the tendency to form “clusters”</a:t>
            </a:r>
            <a:endParaRPr/>
          </a:p>
          <a:p>
            <a:pPr marL="457200" marR="0" lvl="0" indent="-228600" algn="l" rtl="0">
              <a:lnSpc>
                <a:spcPct val="90000"/>
              </a:lnSpc>
              <a:spcBef>
                <a:spcPts val="12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A </a:t>
            </a:r>
            <a:r>
              <a:rPr lang="en-US" sz="2400">
                <a:solidFill>
                  <a:schemeClr val="lt2"/>
                </a:solidFill>
                <a:latin typeface="Times New Roman"/>
                <a:ea typeface="Times New Roman"/>
                <a:cs typeface="Times New Roman"/>
                <a:sym typeface="Times New Roman"/>
              </a:rPr>
              <a:t>cluster</a:t>
            </a:r>
            <a:r>
              <a:rPr lang="en-US" sz="2400">
                <a:latin typeface="Times New Roman"/>
                <a:ea typeface="Times New Roman"/>
                <a:cs typeface="Times New Roman"/>
                <a:sym typeface="Times New Roman"/>
              </a:rPr>
              <a:t> is a group of items not containing any open slots</a:t>
            </a:r>
            <a:endParaRPr/>
          </a:p>
          <a:p>
            <a:pPr marL="457200" marR="0" lvl="0" indent="-228600" algn="l" rtl="0">
              <a:lnSpc>
                <a:spcPct val="90000"/>
              </a:lnSpc>
              <a:spcBef>
                <a:spcPts val="12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The bigger a cluster gets, the more likely it is that new values will hash into the cluster, and make it ever bigger</a:t>
            </a:r>
            <a:endParaRPr/>
          </a:p>
          <a:p>
            <a:pPr marL="457200" marR="0" lvl="0" indent="-228600" algn="l" rtl="0">
              <a:lnSpc>
                <a:spcPct val="90000"/>
              </a:lnSpc>
              <a:spcBef>
                <a:spcPts val="12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Clusters cause efficiency to degrade</a:t>
            </a:r>
            <a:endParaRPr sz="2400">
              <a:latin typeface="Times New Roman"/>
              <a:ea typeface="Times New Roman"/>
              <a:cs typeface="Times New Roman"/>
              <a:sym typeface="Times New Roman"/>
            </a:endParaRPr>
          </a:p>
        </p:txBody>
      </p:sp>
      <p:pic>
        <p:nvPicPr>
          <p:cNvPr id="872" name="Google Shape;872;p64"/>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65"/>
          <p:cNvSpPr txBox="1">
            <a:spLocks noGrp="1"/>
          </p:cNvSpPr>
          <p:nvPr>
            <p:ph type="title"/>
          </p:nvPr>
        </p:nvSpPr>
        <p:spPr>
          <a:xfrm>
            <a:off x="1631504" y="476672"/>
            <a:ext cx="10058400" cy="1450757"/>
          </a:xfrm>
          <a:prstGeom prst="rect">
            <a:avLst/>
          </a:prstGeom>
          <a:noFill/>
          <a:ln>
            <a:noFill/>
          </a:ln>
        </p:spPr>
        <p:txBody>
          <a:bodyPr spcFirstLastPara="1" wrap="square" lIns="91425" tIns="91425" rIns="91425" bIns="91425" anchor="b" anchorCtr="0">
            <a:noAutofit/>
          </a:bodyPr>
          <a:lstStyle/>
          <a:p>
            <a:pPr marL="0" marR="0" lvl="0" indent="0" algn="l" rtl="0">
              <a:lnSpc>
                <a:spcPct val="85000"/>
              </a:lnSpc>
              <a:spcBef>
                <a:spcPts val="0"/>
              </a:spcBef>
              <a:spcAft>
                <a:spcPts val="0"/>
              </a:spcAft>
              <a:buClr>
                <a:srgbClr val="3F3F3F"/>
              </a:buClr>
              <a:buSzPts val="4800"/>
              <a:buFont typeface="Calibri"/>
              <a:buNone/>
            </a:pPr>
            <a:r>
              <a:rPr lang="en-US">
                <a:solidFill>
                  <a:srgbClr val="00B050"/>
                </a:solidFill>
                <a:latin typeface="Times New Roman"/>
                <a:ea typeface="Times New Roman"/>
                <a:cs typeface="Times New Roman"/>
                <a:sym typeface="Times New Roman"/>
              </a:rPr>
              <a:t>Quadratic Probing</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881" name="Google Shape;881;p65"/>
          <p:cNvSpPr txBox="1">
            <a:spLocks noGrp="1"/>
          </p:cNvSpPr>
          <p:nvPr>
            <p:ph type="body" idx="1"/>
          </p:nvPr>
        </p:nvSpPr>
        <p:spPr>
          <a:xfrm>
            <a:off x="812273" y="1940234"/>
            <a:ext cx="10662592" cy="4525963"/>
          </a:xfrm>
          <a:prstGeom prst="rect">
            <a:avLst/>
          </a:prstGeom>
          <a:noFill/>
          <a:ln>
            <a:noFill/>
          </a:ln>
        </p:spPr>
        <p:txBody>
          <a:bodyPr spcFirstLastPara="1" wrap="square" lIns="91425" tIns="91425" rIns="91425" bIns="91425" anchor="t" anchorCtr="0">
            <a:noAutofit/>
          </a:bodyPr>
          <a:lstStyle/>
          <a:p>
            <a:pPr marL="1944688" lvl="0" indent="-565150" algn="just" rtl="0">
              <a:lnSpc>
                <a:spcPct val="70000"/>
              </a:lnSpc>
              <a:spcBef>
                <a:spcPts val="1200"/>
              </a:spcBef>
              <a:spcAft>
                <a:spcPts val="0"/>
              </a:spcAft>
              <a:buClr>
                <a:srgbClr val="A8CDD7"/>
              </a:buClr>
              <a:buSzPts val="1900"/>
              <a:buFont typeface="Noto Sans Symbols"/>
              <a:buChar char="❖"/>
            </a:pPr>
            <a:r>
              <a:rPr lang="en-US" sz="2000" dirty="0">
                <a:latin typeface="Times New Roman"/>
                <a:ea typeface="Times New Roman"/>
                <a:cs typeface="Times New Roman"/>
                <a:sym typeface="Times New Roman"/>
              </a:rPr>
              <a:t>In quadratic probing, we add offset by amount square of collision probe number</a:t>
            </a:r>
            <a:endParaRPr dirty="0"/>
          </a:p>
          <a:p>
            <a:pPr marL="1944688" lvl="0" indent="-444500" algn="just" rtl="0">
              <a:lnSpc>
                <a:spcPct val="70000"/>
              </a:lnSpc>
              <a:spcBef>
                <a:spcPts val="1200"/>
              </a:spcBef>
              <a:spcAft>
                <a:spcPts val="0"/>
              </a:spcAft>
              <a:buClr>
                <a:srgbClr val="A8CDD7"/>
              </a:buClr>
              <a:buSzPts val="1900"/>
              <a:buFont typeface="Noto Sans Symbols"/>
              <a:buNone/>
            </a:pPr>
            <a:endParaRPr sz="2000" dirty="0">
              <a:latin typeface="Times New Roman"/>
              <a:ea typeface="Times New Roman"/>
              <a:cs typeface="Times New Roman"/>
              <a:sym typeface="Times New Roman"/>
            </a:endParaRPr>
          </a:p>
          <a:p>
            <a:pPr marL="1944688" lvl="0" indent="-565150" algn="just" rtl="0">
              <a:lnSpc>
                <a:spcPct val="70000"/>
              </a:lnSpc>
              <a:spcBef>
                <a:spcPts val="1200"/>
              </a:spcBef>
              <a:spcAft>
                <a:spcPts val="0"/>
              </a:spcAft>
              <a:buClr>
                <a:srgbClr val="A8CDD7"/>
              </a:buClr>
              <a:buSzPts val="1900"/>
              <a:buFont typeface="Noto Sans Symbols"/>
              <a:buChar char="❖"/>
            </a:pPr>
            <a:r>
              <a:rPr lang="en-US" sz="2000" dirty="0">
                <a:latin typeface="Times New Roman"/>
                <a:ea typeface="Times New Roman"/>
                <a:cs typeface="Times New Roman"/>
                <a:sym typeface="Times New Roman"/>
              </a:rPr>
              <a:t> In quadratic probing, the empty location is searched using the following formula</a:t>
            </a:r>
            <a:endParaRPr dirty="0"/>
          </a:p>
          <a:p>
            <a:pPr marL="1944688" lvl="0" indent="-444500" algn="just" rtl="0">
              <a:lnSpc>
                <a:spcPct val="70000"/>
              </a:lnSpc>
              <a:spcBef>
                <a:spcPts val="1200"/>
              </a:spcBef>
              <a:spcAft>
                <a:spcPts val="0"/>
              </a:spcAft>
              <a:buClr>
                <a:srgbClr val="A8CDD7"/>
              </a:buClr>
              <a:buSzPts val="1900"/>
              <a:buFont typeface="Noto Sans Symbols"/>
              <a:buNone/>
            </a:pPr>
            <a:endParaRPr sz="2000" dirty="0">
              <a:latin typeface="Times New Roman"/>
              <a:ea typeface="Times New Roman"/>
              <a:cs typeface="Times New Roman"/>
              <a:sym typeface="Times New Roman"/>
            </a:endParaRPr>
          </a:p>
          <a:p>
            <a:pPr marL="1944688" lvl="0" indent="-565150" algn="just" rtl="0">
              <a:lnSpc>
                <a:spcPct val="70000"/>
              </a:lnSpc>
              <a:spcBef>
                <a:spcPts val="1200"/>
              </a:spcBef>
              <a:spcAft>
                <a:spcPts val="0"/>
              </a:spcAft>
              <a:buClr>
                <a:srgbClr val="A8CDD7"/>
              </a:buClr>
              <a:buSzPts val="1900"/>
              <a:buFont typeface="Noto Sans Symbols"/>
              <a:buChar char="❖"/>
            </a:pPr>
            <a:r>
              <a:rPr lang="en-US" sz="2000" dirty="0">
                <a:latin typeface="Times New Roman"/>
                <a:ea typeface="Times New Roman"/>
                <a:cs typeface="Times New Roman"/>
                <a:sym typeface="Times New Roman"/>
              </a:rPr>
              <a:t>(Hash(Key) + i</a:t>
            </a:r>
            <a:r>
              <a:rPr lang="en-US" sz="2000" baseline="30000" dirty="0">
                <a:latin typeface="Times New Roman"/>
                <a:ea typeface="Times New Roman"/>
                <a:cs typeface="Times New Roman"/>
                <a:sym typeface="Times New Roman"/>
              </a:rPr>
              <a:t>2</a:t>
            </a:r>
            <a:r>
              <a:rPr lang="en-US" sz="2000" dirty="0">
                <a:latin typeface="Times New Roman"/>
                <a:ea typeface="Times New Roman"/>
                <a:cs typeface="Times New Roman"/>
                <a:sym typeface="Times New Roman"/>
              </a:rPr>
              <a:t>) MOD Max where </a:t>
            </a:r>
            <a:r>
              <a:rPr lang="en-US" sz="2000" dirty="0" err="1">
                <a:latin typeface="Times New Roman"/>
                <a:ea typeface="Times New Roman"/>
                <a:cs typeface="Times New Roman"/>
                <a:sym typeface="Times New Roman"/>
              </a:rPr>
              <a:t>i</a:t>
            </a:r>
            <a:r>
              <a:rPr lang="en-US" sz="2000" dirty="0">
                <a:latin typeface="Times New Roman"/>
                <a:ea typeface="Times New Roman"/>
                <a:cs typeface="Times New Roman"/>
                <a:sym typeface="Times New Roman"/>
              </a:rPr>
              <a:t> lies between 1 to (Max − 1)/2</a:t>
            </a:r>
            <a:endParaRPr dirty="0"/>
          </a:p>
          <a:p>
            <a:pPr marL="1944688" lvl="0" indent="-444500" algn="just" rtl="0">
              <a:lnSpc>
                <a:spcPct val="70000"/>
              </a:lnSpc>
              <a:spcBef>
                <a:spcPts val="1200"/>
              </a:spcBef>
              <a:spcAft>
                <a:spcPts val="0"/>
              </a:spcAft>
              <a:buClr>
                <a:srgbClr val="A8CDD7"/>
              </a:buClr>
              <a:buSzPts val="1900"/>
              <a:buFont typeface="Noto Sans Symbols"/>
              <a:buNone/>
            </a:pPr>
            <a:endParaRPr sz="2000" dirty="0">
              <a:latin typeface="Times New Roman"/>
              <a:ea typeface="Times New Roman"/>
              <a:cs typeface="Times New Roman"/>
              <a:sym typeface="Times New Roman"/>
            </a:endParaRPr>
          </a:p>
          <a:p>
            <a:pPr marL="1944688" lvl="0" indent="-565150" algn="just" rtl="0">
              <a:lnSpc>
                <a:spcPct val="70000"/>
              </a:lnSpc>
              <a:spcBef>
                <a:spcPts val="1200"/>
              </a:spcBef>
              <a:spcAft>
                <a:spcPts val="0"/>
              </a:spcAft>
              <a:buClr>
                <a:srgbClr val="A8CDD7"/>
              </a:buClr>
              <a:buSzPts val="1900"/>
              <a:buFont typeface="Noto Sans Symbols"/>
              <a:buChar char="❖"/>
            </a:pPr>
            <a:r>
              <a:rPr lang="en-US" sz="2000" dirty="0">
                <a:latin typeface="Times New Roman"/>
                <a:ea typeface="Times New Roman"/>
                <a:cs typeface="Times New Roman"/>
                <a:sym typeface="Times New Roman"/>
              </a:rPr>
              <a:t>Quadratic probing probes the array at location Hash(key)+1,</a:t>
            </a:r>
            <a:endParaRPr dirty="0"/>
          </a:p>
          <a:p>
            <a:pPr marL="1944688" lvl="0" indent="-565150" algn="just" rtl="0">
              <a:lnSpc>
                <a:spcPct val="70000"/>
              </a:lnSpc>
              <a:spcBef>
                <a:spcPts val="1200"/>
              </a:spcBef>
              <a:spcAft>
                <a:spcPts val="0"/>
              </a:spcAft>
              <a:buClr>
                <a:srgbClr val="A8CDD7"/>
              </a:buClr>
              <a:buSzPts val="1900"/>
              <a:buNone/>
            </a:pPr>
            <a:r>
              <a:rPr lang="en-US" sz="2000" dirty="0">
                <a:latin typeface="Times New Roman"/>
                <a:ea typeface="Times New Roman"/>
                <a:cs typeface="Times New Roman"/>
                <a:sym typeface="Times New Roman"/>
              </a:rPr>
              <a:t>         Hash(key)+4, _____,Hash(key)+9 etc.</a:t>
            </a:r>
            <a:endParaRPr dirty="0"/>
          </a:p>
          <a:p>
            <a:pPr marL="1944688" lvl="0" indent="-444500" algn="just" rtl="0">
              <a:lnSpc>
                <a:spcPct val="70000"/>
              </a:lnSpc>
              <a:spcBef>
                <a:spcPts val="1200"/>
              </a:spcBef>
              <a:spcAft>
                <a:spcPts val="0"/>
              </a:spcAft>
              <a:buClr>
                <a:srgbClr val="A8CDD7"/>
              </a:buClr>
              <a:buSzPts val="1900"/>
              <a:buFont typeface="Noto Sans Symbols"/>
              <a:buNone/>
            </a:pPr>
            <a:endParaRPr sz="2000" dirty="0">
              <a:latin typeface="Times New Roman"/>
              <a:ea typeface="Times New Roman"/>
              <a:cs typeface="Times New Roman"/>
              <a:sym typeface="Times New Roman"/>
            </a:endParaRPr>
          </a:p>
          <a:p>
            <a:pPr marL="1944688" lvl="0" indent="-565150" algn="just" rtl="0">
              <a:lnSpc>
                <a:spcPct val="70000"/>
              </a:lnSpc>
              <a:spcBef>
                <a:spcPts val="1200"/>
              </a:spcBef>
              <a:spcAft>
                <a:spcPts val="0"/>
              </a:spcAft>
              <a:buClr>
                <a:srgbClr val="A8CDD7"/>
              </a:buClr>
              <a:buSzPts val="1900"/>
              <a:buFont typeface="Noto Sans Symbols"/>
              <a:buChar char="❖"/>
            </a:pPr>
            <a:r>
              <a:rPr lang="en-US" sz="2000" dirty="0">
                <a:latin typeface="Times New Roman"/>
                <a:ea typeface="Times New Roman"/>
                <a:cs typeface="Times New Roman"/>
                <a:sym typeface="Times New Roman"/>
              </a:rPr>
              <a:t>Quadratic probing works much better than linear probing, but to make full use of hash table, there are constraints on the values of </a:t>
            </a:r>
            <a:r>
              <a:rPr lang="en-US" sz="2000" i="1" dirty="0" err="1">
                <a:latin typeface="Times New Roman"/>
                <a:ea typeface="Times New Roman"/>
                <a:cs typeface="Times New Roman"/>
                <a:sym typeface="Times New Roman"/>
              </a:rPr>
              <a:t>i</a:t>
            </a:r>
            <a:r>
              <a:rPr lang="en-US" sz="2000" i="1" dirty="0">
                <a:latin typeface="Times New Roman"/>
                <a:ea typeface="Times New Roman"/>
                <a:cs typeface="Times New Roman"/>
                <a:sym typeface="Times New Roman"/>
              </a:rPr>
              <a:t> and Max so that the address lies in table boundaries</a:t>
            </a:r>
            <a:endParaRPr sz="2000" dirty="0">
              <a:latin typeface="Times New Roman"/>
              <a:ea typeface="Times New Roman"/>
              <a:cs typeface="Times New Roman"/>
              <a:sym typeface="Times New Roman"/>
            </a:endParaRPr>
          </a:p>
          <a:p>
            <a:pPr marL="457200" marR="0" lvl="0" indent="-228600" algn="l" rtl="0">
              <a:lnSpc>
                <a:spcPct val="70000"/>
              </a:lnSpc>
              <a:spcBef>
                <a:spcPts val="1200"/>
              </a:spcBef>
              <a:spcAft>
                <a:spcPts val="0"/>
              </a:spcAft>
              <a:buClr>
                <a:schemeClr val="accent1"/>
              </a:buClr>
              <a:buSzPts val="2000"/>
              <a:buFont typeface="Calibri"/>
              <a:buNone/>
            </a:pPr>
            <a:endParaRPr sz="800" dirty="0"/>
          </a:p>
        </p:txBody>
      </p:sp>
      <p:pic>
        <p:nvPicPr>
          <p:cNvPr id="882" name="Google Shape;882;p65"/>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66"/>
          <p:cNvSpPr txBox="1">
            <a:spLocks noGrp="1"/>
          </p:cNvSpPr>
          <p:nvPr>
            <p:ph type="title"/>
          </p:nvPr>
        </p:nvSpPr>
        <p:spPr>
          <a:xfrm>
            <a:off x="1631504" y="709721"/>
            <a:ext cx="10058400" cy="1450757"/>
          </a:xfrm>
          <a:prstGeom prst="rect">
            <a:avLst/>
          </a:prstGeom>
          <a:noFill/>
          <a:ln>
            <a:noFill/>
          </a:ln>
        </p:spPr>
        <p:txBody>
          <a:bodyPr spcFirstLastPara="1" wrap="square" lIns="91425" tIns="91425" rIns="91425" bIns="91425" anchor="b" anchorCtr="0">
            <a:noAutofit/>
          </a:bodyPr>
          <a:lstStyle/>
          <a:p>
            <a:pPr marL="0" marR="0" lvl="0" indent="0" algn="l" rtl="0">
              <a:lnSpc>
                <a:spcPct val="85000"/>
              </a:lnSpc>
              <a:spcBef>
                <a:spcPts val="0"/>
              </a:spcBef>
              <a:spcAft>
                <a:spcPts val="0"/>
              </a:spcAft>
              <a:buClr>
                <a:srgbClr val="3F3F3F"/>
              </a:buClr>
              <a:buSzPts val="4800"/>
              <a:buFont typeface="Calibri"/>
              <a:buNone/>
            </a:pP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
            </a:r>
            <a:br>
              <a:rPr lang="en-US">
                <a:solidFill>
                  <a:srgbClr val="00B050"/>
                </a:solidFill>
                <a:latin typeface="Times New Roman"/>
                <a:ea typeface="Times New Roman"/>
                <a:cs typeface="Times New Roman"/>
                <a:sym typeface="Times New Roman"/>
              </a:rPr>
            </a:br>
            <a:r>
              <a:rPr lang="en-US">
                <a:solidFill>
                  <a:srgbClr val="00B050"/>
                </a:solidFill>
                <a:latin typeface="Times New Roman"/>
                <a:ea typeface="Times New Roman"/>
                <a:cs typeface="Times New Roman"/>
                <a:sym typeface="Times New Roman"/>
              </a:rPr>
              <a:t>Open addressing using quadratic probing</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891" name="Google Shape;891;p66"/>
          <p:cNvSpPr txBox="1">
            <a:spLocks noGrp="1"/>
          </p:cNvSpPr>
          <p:nvPr>
            <p:ph type="body" idx="1"/>
          </p:nvPr>
        </p:nvSpPr>
        <p:spPr>
          <a:xfrm>
            <a:off x="762000" y="1767823"/>
            <a:ext cx="10761068" cy="4450432"/>
          </a:xfrm>
          <a:prstGeom prst="rect">
            <a:avLst/>
          </a:prstGeom>
          <a:noFill/>
          <a:ln>
            <a:noFill/>
          </a:ln>
        </p:spPr>
        <p:txBody>
          <a:bodyPr spcFirstLastPara="1" wrap="square" lIns="91425" tIns="91425" rIns="91425" bIns="91425" anchor="t" anchorCtr="0">
            <a:noAutofit/>
          </a:bodyPr>
          <a:lstStyle/>
          <a:p>
            <a:pPr marL="1944688" lvl="0" indent="-565150" algn="just" rtl="0">
              <a:lnSpc>
                <a:spcPct val="70000"/>
              </a:lnSpc>
              <a:spcBef>
                <a:spcPts val="1200"/>
              </a:spcBef>
              <a:spcAft>
                <a:spcPts val="0"/>
              </a:spcAft>
              <a:buClr>
                <a:srgbClr val="A8CDD7"/>
              </a:buClr>
              <a:buSzPts val="1976"/>
              <a:buFont typeface="Noto Sans Symbols"/>
              <a:buChar char="❖"/>
            </a:pPr>
            <a:r>
              <a:rPr lang="en-US" sz="2080">
                <a:latin typeface="Times New Roman"/>
                <a:ea typeface="Times New Roman"/>
                <a:cs typeface="Times New Roman"/>
                <a:sym typeface="Times New Roman"/>
              </a:rPr>
              <a:t>Let us insert these keys using quadratic probing</a:t>
            </a:r>
            <a:endParaRPr/>
          </a:p>
          <a:p>
            <a:pPr marL="1944688" lvl="0" indent="-565150" algn="just" rtl="0">
              <a:lnSpc>
                <a:spcPct val="70000"/>
              </a:lnSpc>
              <a:spcBef>
                <a:spcPts val="1200"/>
              </a:spcBef>
              <a:spcAft>
                <a:spcPts val="0"/>
              </a:spcAft>
              <a:buClr>
                <a:srgbClr val="A8CDD7"/>
              </a:buClr>
              <a:buSzPts val="1976"/>
              <a:buFont typeface="Noto Sans Symbols"/>
              <a:buChar char="❖"/>
            </a:pPr>
            <a:r>
              <a:rPr lang="en-US" sz="2080">
                <a:latin typeface="Times New Roman"/>
                <a:ea typeface="Times New Roman"/>
                <a:cs typeface="Times New Roman"/>
                <a:sym typeface="Times New Roman"/>
              </a:rPr>
              <a:t>For 6173, the hashed address 6173 % 10 gives 3 and it is not empty, hence using quadratic probing we get the address as follows:</a:t>
            </a:r>
            <a:endParaRPr/>
          </a:p>
          <a:p>
            <a:pPr marL="1944688" lvl="0" indent="-565150" algn="just" rtl="0">
              <a:lnSpc>
                <a:spcPct val="70000"/>
              </a:lnSpc>
              <a:spcBef>
                <a:spcPts val="1200"/>
              </a:spcBef>
              <a:spcAft>
                <a:spcPts val="0"/>
              </a:spcAft>
              <a:buClr>
                <a:srgbClr val="A8CDD7"/>
              </a:buClr>
              <a:buSzPts val="1976"/>
              <a:buNone/>
            </a:pPr>
            <a:r>
              <a:rPr lang="en-US" sz="2080">
                <a:latin typeface="Times New Roman"/>
                <a:ea typeface="Times New Roman"/>
                <a:cs typeface="Times New Roman"/>
                <a:sym typeface="Times New Roman"/>
              </a:rPr>
              <a:t>        Apply probing </a:t>
            </a:r>
            <a:r>
              <a:rPr lang="en-US" sz="2080">
                <a:solidFill>
                  <a:srgbClr val="C00000"/>
                </a:solidFill>
                <a:latin typeface="Times New Roman"/>
                <a:ea typeface="Times New Roman"/>
                <a:cs typeface="Times New Roman"/>
                <a:sym typeface="Times New Roman"/>
              </a:rPr>
              <a:t>Hash(6173) = (h(6173 )+ 1</a:t>
            </a:r>
            <a:r>
              <a:rPr lang="en-US" sz="2080" baseline="30000">
                <a:solidFill>
                  <a:srgbClr val="C00000"/>
                </a:solidFill>
                <a:latin typeface="Times New Roman"/>
                <a:ea typeface="Times New Roman"/>
                <a:cs typeface="Times New Roman"/>
                <a:sym typeface="Times New Roman"/>
              </a:rPr>
              <a:t>2</a:t>
            </a:r>
            <a:r>
              <a:rPr lang="en-US" sz="2080">
                <a:solidFill>
                  <a:srgbClr val="C00000"/>
                </a:solidFill>
                <a:latin typeface="Times New Roman"/>
                <a:ea typeface="Times New Roman"/>
                <a:cs typeface="Times New Roman"/>
                <a:sym typeface="Times New Roman"/>
              </a:rPr>
              <a:t>) % 10 = 4 and as it is empty, the key 6173 is stored there</a:t>
            </a:r>
            <a:endParaRPr/>
          </a:p>
          <a:p>
            <a:pPr marL="1944688" lvl="0" indent="-565150" algn="just" rtl="0">
              <a:lnSpc>
                <a:spcPct val="70000"/>
              </a:lnSpc>
              <a:spcBef>
                <a:spcPts val="1200"/>
              </a:spcBef>
              <a:spcAft>
                <a:spcPts val="0"/>
              </a:spcAft>
              <a:buClr>
                <a:srgbClr val="A8CDD7"/>
              </a:buClr>
              <a:buSzPts val="1976"/>
              <a:buFont typeface="Noto Sans Symbols"/>
              <a:buChar char="❖"/>
            </a:pPr>
            <a:r>
              <a:rPr lang="en-US" sz="2080">
                <a:latin typeface="Times New Roman"/>
                <a:ea typeface="Times New Roman"/>
                <a:cs typeface="Times New Roman"/>
                <a:sym typeface="Times New Roman"/>
              </a:rPr>
              <a:t> Now while inserting 4344, the location 4 is not empty and hence quadratic probing generates the address as (4344 + 1</a:t>
            </a:r>
            <a:r>
              <a:rPr lang="en-US" sz="2080" baseline="30000">
                <a:latin typeface="Times New Roman"/>
                <a:ea typeface="Times New Roman"/>
                <a:cs typeface="Times New Roman"/>
                <a:sym typeface="Times New Roman"/>
              </a:rPr>
              <a:t>2</a:t>
            </a:r>
            <a:r>
              <a:rPr lang="en-US" sz="2080">
                <a:latin typeface="Times New Roman"/>
                <a:ea typeface="Times New Roman"/>
                <a:cs typeface="Times New Roman"/>
                <a:sym typeface="Times New Roman"/>
              </a:rPr>
              <a:t>) % 10 = 5 and as is empty 4344 is stored</a:t>
            </a:r>
            <a:endParaRPr/>
          </a:p>
          <a:p>
            <a:pPr marL="1944688" lvl="0" indent="-565150" algn="just" rtl="0">
              <a:lnSpc>
                <a:spcPct val="70000"/>
              </a:lnSpc>
              <a:spcBef>
                <a:spcPts val="1200"/>
              </a:spcBef>
              <a:spcAft>
                <a:spcPts val="0"/>
              </a:spcAft>
              <a:buClr>
                <a:srgbClr val="A8CDD7"/>
              </a:buClr>
              <a:buSzPts val="1976"/>
              <a:buFont typeface="Noto Sans Symbols"/>
              <a:buChar char="❖"/>
            </a:pPr>
            <a:r>
              <a:rPr lang="en-US" sz="2080">
                <a:solidFill>
                  <a:srgbClr val="C00000"/>
                </a:solidFill>
                <a:latin typeface="Times New Roman"/>
                <a:ea typeface="Times New Roman"/>
                <a:cs typeface="Times New Roman"/>
                <a:sym typeface="Times New Roman"/>
              </a:rPr>
              <a:t>For key 9699, the address is (h(9699)+ 1</a:t>
            </a:r>
            <a:r>
              <a:rPr lang="en-US" sz="2080" baseline="30000">
                <a:solidFill>
                  <a:srgbClr val="C00000"/>
                </a:solidFill>
                <a:latin typeface="Times New Roman"/>
                <a:ea typeface="Times New Roman"/>
                <a:cs typeface="Times New Roman"/>
                <a:sym typeface="Times New Roman"/>
              </a:rPr>
              <a:t>2</a:t>
            </a:r>
            <a:r>
              <a:rPr lang="en-US" sz="2080">
                <a:solidFill>
                  <a:srgbClr val="C00000"/>
                </a:solidFill>
                <a:latin typeface="Times New Roman"/>
                <a:ea typeface="Times New Roman"/>
                <a:cs typeface="Times New Roman"/>
                <a:sym typeface="Times New Roman"/>
              </a:rPr>
              <a:t>) % 10 = 0 and is empty so store.</a:t>
            </a:r>
            <a:endParaRPr/>
          </a:p>
          <a:p>
            <a:pPr marL="1944688" lvl="0" indent="-565150" algn="just" rtl="0">
              <a:lnSpc>
                <a:spcPct val="70000"/>
              </a:lnSpc>
              <a:spcBef>
                <a:spcPts val="1200"/>
              </a:spcBef>
              <a:spcAft>
                <a:spcPts val="0"/>
              </a:spcAft>
              <a:buClr>
                <a:srgbClr val="A8CDD7"/>
              </a:buClr>
              <a:buSzPts val="1976"/>
              <a:buFont typeface="Noto Sans Symbols"/>
              <a:buChar char="❖"/>
            </a:pPr>
            <a:r>
              <a:rPr lang="en-US" sz="2080">
                <a:latin typeface="Times New Roman"/>
                <a:ea typeface="Times New Roman"/>
                <a:cs typeface="Times New Roman"/>
                <a:sym typeface="Times New Roman"/>
              </a:rPr>
              <a:t> While inserting 1889, the address (1889 + 1</a:t>
            </a:r>
            <a:r>
              <a:rPr lang="en-US" sz="2080" baseline="30000">
                <a:latin typeface="Times New Roman"/>
                <a:ea typeface="Times New Roman"/>
                <a:cs typeface="Times New Roman"/>
                <a:sym typeface="Times New Roman"/>
              </a:rPr>
              <a:t>2</a:t>
            </a:r>
            <a:r>
              <a:rPr lang="en-US" sz="2080">
                <a:latin typeface="Times New Roman"/>
                <a:ea typeface="Times New Roman"/>
                <a:cs typeface="Times New Roman"/>
                <a:sym typeface="Times New Roman"/>
              </a:rPr>
              <a:t>) % 10 = 0 is not empty so probe again</a:t>
            </a:r>
            <a:endParaRPr/>
          </a:p>
          <a:p>
            <a:pPr marL="1944688" lvl="0" indent="-565150" algn="just" rtl="0">
              <a:lnSpc>
                <a:spcPct val="70000"/>
              </a:lnSpc>
              <a:spcBef>
                <a:spcPts val="1200"/>
              </a:spcBef>
              <a:spcAft>
                <a:spcPts val="0"/>
              </a:spcAft>
              <a:buClr>
                <a:srgbClr val="A8CDD7"/>
              </a:buClr>
              <a:buSzPts val="1976"/>
              <a:buFont typeface="Noto Sans Symbols"/>
              <a:buChar char="❖"/>
            </a:pPr>
            <a:r>
              <a:rPr lang="en-US" sz="2080">
                <a:latin typeface="Times New Roman"/>
                <a:ea typeface="Times New Roman"/>
                <a:cs typeface="Times New Roman"/>
                <a:sym typeface="Times New Roman"/>
              </a:rPr>
              <a:t> The address (h(1889) + 2</a:t>
            </a:r>
            <a:r>
              <a:rPr lang="en-US" sz="2080" baseline="30000">
                <a:latin typeface="Times New Roman"/>
                <a:ea typeface="Times New Roman"/>
                <a:cs typeface="Times New Roman"/>
                <a:sym typeface="Times New Roman"/>
              </a:rPr>
              <a:t>2</a:t>
            </a:r>
            <a:r>
              <a:rPr lang="en-US" sz="2080">
                <a:latin typeface="Times New Roman"/>
                <a:ea typeface="Times New Roman"/>
                <a:cs typeface="Times New Roman"/>
                <a:sym typeface="Times New Roman"/>
              </a:rPr>
              <a:t>) % 10 = 3 is not empty so probe again.</a:t>
            </a:r>
            <a:endParaRPr/>
          </a:p>
          <a:p>
            <a:pPr marL="1944688" lvl="0" indent="-565150" algn="just" rtl="0">
              <a:lnSpc>
                <a:spcPct val="70000"/>
              </a:lnSpc>
              <a:spcBef>
                <a:spcPts val="1200"/>
              </a:spcBef>
              <a:spcAft>
                <a:spcPts val="0"/>
              </a:spcAft>
              <a:buClr>
                <a:srgbClr val="A8CDD7"/>
              </a:buClr>
              <a:buSzPts val="1976"/>
              <a:buFont typeface="Noto Sans Symbols"/>
              <a:buChar char="❖"/>
            </a:pPr>
            <a:r>
              <a:rPr lang="en-US" sz="2080">
                <a:latin typeface="Times New Roman"/>
                <a:ea typeface="Times New Roman"/>
                <a:cs typeface="Times New Roman"/>
                <a:sym typeface="Times New Roman"/>
              </a:rPr>
              <a:t>The address(h(1889) + 3</a:t>
            </a:r>
            <a:r>
              <a:rPr lang="en-US" sz="2080" baseline="30000">
                <a:latin typeface="Times New Roman"/>
                <a:ea typeface="Times New Roman"/>
                <a:cs typeface="Times New Roman"/>
                <a:sym typeface="Times New Roman"/>
              </a:rPr>
              <a:t>2</a:t>
            </a:r>
            <a:r>
              <a:rPr lang="en-US" sz="2080">
                <a:latin typeface="Times New Roman"/>
                <a:ea typeface="Times New Roman"/>
                <a:cs typeface="Times New Roman"/>
                <a:sym typeface="Times New Roman"/>
              </a:rPr>
              <a:t>) % 10 = 8 is empty so store 1889 at location 8</a:t>
            </a:r>
            <a:endParaRPr/>
          </a:p>
          <a:p>
            <a:pPr marL="457200" marR="0" lvl="0" indent="-228600" algn="l" rtl="0">
              <a:lnSpc>
                <a:spcPct val="70000"/>
              </a:lnSpc>
              <a:spcBef>
                <a:spcPts val="1200"/>
              </a:spcBef>
              <a:spcAft>
                <a:spcPts val="0"/>
              </a:spcAft>
              <a:buClr>
                <a:schemeClr val="accent1"/>
              </a:buClr>
              <a:buSzPts val="2000"/>
              <a:buFont typeface="Calibri"/>
              <a:buNone/>
            </a:pPr>
            <a:endParaRPr sz="650" baseline="30000"/>
          </a:p>
        </p:txBody>
      </p:sp>
      <p:pic>
        <p:nvPicPr>
          <p:cNvPr id="892" name="Google Shape;892;p66"/>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animEffect transition="in" filter="fade">
                                      <p:cBhvr>
                                        <p:cTn id="7" dur="500"/>
                                        <p:tgtEl>
                                          <p:spTgt spid="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91">
                                            <p:txEl>
                                              <p:pRg st="1" end="1"/>
                                            </p:txEl>
                                          </p:spTgt>
                                        </p:tgtEl>
                                        <p:attrNameLst>
                                          <p:attrName>style.visibility</p:attrName>
                                        </p:attrNameLst>
                                      </p:cBhvr>
                                      <p:to>
                                        <p:strVal val="visible"/>
                                      </p:to>
                                    </p:set>
                                    <p:animEffect transition="in" filter="fade">
                                      <p:cBhvr>
                                        <p:cTn id="12" dur="500"/>
                                        <p:tgtEl>
                                          <p:spTgt spid="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91">
                                            <p:txEl>
                                              <p:pRg st="2" end="2"/>
                                            </p:txEl>
                                          </p:spTgt>
                                        </p:tgtEl>
                                        <p:attrNameLst>
                                          <p:attrName>style.visibility</p:attrName>
                                        </p:attrNameLst>
                                      </p:cBhvr>
                                      <p:to>
                                        <p:strVal val="visible"/>
                                      </p:to>
                                    </p:set>
                                    <p:animEffect transition="in" filter="fade">
                                      <p:cBhvr>
                                        <p:cTn id="17" dur="500"/>
                                        <p:tgtEl>
                                          <p:spTgt spid="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91">
                                            <p:txEl>
                                              <p:pRg st="3" end="3"/>
                                            </p:txEl>
                                          </p:spTgt>
                                        </p:tgtEl>
                                        <p:attrNameLst>
                                          <p:attrName>style.visibility</p:attrName>
                                        </p:attrNameLst>
                                      </p:cBhvr>
                                      <p:to>
                                        <p:strVal val="visible"/>
                                      </p:to>
                                    </p:set>
                                    <p:animEffect transition="in" filter="fade">
                                      <p:cBhvr>
                                        <p:cTn id="22" dur="500"/>
                                        <p:tgtEl>
                                          <p:spTgt spid="8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91">
                                            <p:txEl>
                                              <p:pRg st="4" end="4"/>
                                            </p:txEl>
                                          </p:spTgt>
                                        </p:tgtEl>
                                        <p:attrNameLst>
                                          <p:attrName>style.visibility</p:attrName>
                                        </p:attrNameLst>
                                      </p:cBhvr>
                                      <p:to>
                                        <p:strVal val="visible"/>
                                      </p:to>
                                    </p:set>
                                    <p:animEffect transition="in" filter="fade">
                                      <p:cBhvr>
                                        <p:cTn id="27" dur="500"/>
                                        <p:tgtEl>
                                          <p:spTgt spid="8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91">
                                            <p:txEl>
                                              <p:pRg st="5" end="5"/>
                                            </p:txEl>
                                          </p:spTgt>
                                        </p:tgtEl>
                                        <p:attrNameLst>
                                          <p:attrName>style.visibility</p:attrName>
                                        </p:attrNameLst>
                                      </p:cBhvr>
                                      <p:to>
                                        <p:strVal val="visible"/>
                                      </p:to>
                                    </p:set>
                                    <p:animEffect transition="in" filter="fade">
                                      <p:cBhvr>
                                        <p:cTn id="32" dur="500"/>
                                        <p:tgtEl>
                                          <p:spTgt spid="8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91">
                                            <p:txEl>
                                              <p:pRg st="6" end="6"/>
                                            </p:txEl>
                                          </p:spTgt>
                                        </p:tgtEl>
                                        <p:attrNameLst>
                                          <p:attrName>style.visibility</p:attrName>
                                        </p:attrNameLst>
                                      </p:cBhvr>
                                      <p:to>
                                        <p:strVal val="visible"/>
                                      </p:to>
                                    </p:set>
                                    <p:animEffect transition="in" filter="fade">
                                      <p:cBhvr>
                                        <p:cTn id="37" dur="500"/>
                                        <p:tgtEl>
                                          <p:spTgt spid="8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91">
                                            <p:txEl>
                                              <p:pRg st="7" end="7"/>
                                            </p:txEl>
                                          </p:spTgt>
                                        </p:tgtEl>
                                        <p:attrNameLst>
                                          <p:attrName>style.visibility</p:attrName>
                                        </p:attrNameLst>
                                      </p:cBhvr>
                                      <p:to>
                                        <p:strVal val="visible"/>
                                      </p:to>
                                    </p:set>
                                    <p:animEffect transition="in" filter="fade">
                                      <p:cBhvr>
                                        <p:cTn id="42" dur="500"/>
                                        <p:tgtEl>
                                          <p:spTgt spid="8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91">
                                            <p:txEl>
                                              <p:pRg st="8" end="8"/>
                                            </p:txEl>
                                          </p:spTgt>
                                        </p:tgtEl>
                                        <p:attrNameLst>
                                          <p:attrName>style.visibility</p:attrName>
                                        </p:attrNameLst>
                                      </p:cBhvr>
                                      <p:to>
                                        <p:strVal val="visible"/>
                                      </p:to>
                                    </p:set>
                                    <p:animEffect transition="in" filter="fade">
                                      <p:cBhvr>
                                        <p:cTn id="47" dur="500"/>
                                        <p:tgtEl>
                                          <p:spTgt spid="8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67"/>
          <p:cNvSpPr txBox="1">
            <a:spLocks noGrp="1"/>
          </p:cNvSpPr>
          <p:nvPr>
            <p:ph type="title"/>
          </p:nvPr>
        </p:nvSpPr>
        <p:spPr>
          <a:xfrm>
            <a:off x="1462062" y="330447"/>
            <a:ext cx="10975384" cy="838141"/>
          </a:xfrm>
          <a:prstGeom prst="rect">
            <a:avLst/>
          </a:prstGeom>
          <a:noFill/>
          <a:ln>
            <a:noFill/>
          </a:ln>
        </p:spPr>
        <p:txBody>
          <a:bodyPr spcFirstLastPara="1" wrap="square" lIns="91425" tIns="91425" rIns="91425" bIns="91425" anchor="b" anchorCtr="0">
            <a:noAutofit/>
          </a:bodyPr>
          <a:lstStyle/>
          <a:p>
            <a:pPr marL="0" marR="0" lvl="0" indent="0" algn="l" rtl="0">
              <a:lnSpc>
                <a:spcPct val="85000"/>
              </a:lnSpc>
              <a:spcBef>
                <a:spcPts val="0"/>
              </a:spcBef>
              <a:spcAft>
                <a:spcPts val="0"/>
              </a:spcAft>
              <a:buClr>
                <a:srgbClr val="3F3F3F"/>
              </a:buClr>
              <a:buSzPts val="4800"/>
              <a:buFont typeface="Calibri"/>
              <a:buNone/>
            </a:pPr>
            <a:r>
              <a:rPr lang="en-US">
                <a:solidFill>
                  <a:srgbClr val="00B050"/>
                </a:solidFill>
                <a:latin typeface="Times New Roman"/>
                <a:ea typeface="Times New Roman"/>
                <a:cs typeface="Times New Roman"/>
                <a:sym typeface="Times New Roman"/>
              </a:rPr>
              <a:t>Open addressing using quadratic probing</a:t>
            </a:r>
            <a:endParaRPr>
              <a:solidFill>
                <a:srgbClr val="00B050"/>
              </a:solidFill>
              <a:latin typeface="Times New Roman"/>
              <a:ea typeface="Times New Roman"/>
              <a:cs typeface="Times New Roman"/>
              <a:sym typeface="Times New Roman"/>
            </a:endParaRPr>
          </a:p>
        </p:txBody>
      </p:sp>
      <p:graphicFrame>
        <p:nvGraphicFramePr>
          <p:cNvPr id="901" name="Google Shape;901;p67"/>
          <p:cNvGraphicFramePr/>
          <p:nvPr/>
        </p:nvGraphicFramePr>
        <p:xfrm>
          <a:off x="2222697" y="1378638"/>
          <a:ext cx="8267150" cy="4968275"/>
        </p:xfrm>
        <a:graphic>
          <a:graphicData uri="http://schemas.openxmlformats.org/drawingml/2006/table">
            <a:tbl>
              <a:tblPr firstRow="1" bandRow="1">
                <a:noFill/>
                <a:tableStyleId>{A454858E-DCAB-4BCF-8197-45F7E5E23E0C}</a:tableStyleId>
              </a:tblPr>
              <a:tblGrid>
                <a:gridCol w="688925"/>
                <a:gridCol w="1148200"/>
                <a:gridCol w="918575"/>
                <a:gridCol w="918575"/>
                <a:gridCol w="918575"/>
                <a:gridCol w="918575"/>
                <a:gridCol w="918575"/>
                <a:gridCol w="918575"/>
                <a:gridCol w="918575"/>
              </a:tblGrid>
              <a:tr h="1146525">
                <a:tc>
                  <a:txBody>
                    <a:bodyPr/>
                    <a:lstStyle/>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Initially</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4371</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1323</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6173</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4199</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4344</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9699</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1889</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r>
              <a:tr h="3821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0</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9699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9699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821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r>
              <a:tr h="3821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2</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821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821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6173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6173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6173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6173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6173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821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5</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4344</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4344</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4344</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821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821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7</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821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8</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1889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821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4199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4199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4199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4199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bl>
          </a:graphicData>
        </a:graphic>
      </p:graphicFrame>
      <p:pic>
        <p:nvPicPr>
          <p:cNvPr id="902" name="Google Shape;902;p67"/>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903" name="Google Shape;903;p67"/>
          <p:cNvSpPr txBox="1">
            <a:spLocks noGrp="1"/>
          </p:cNvSpPr>
          <p:nvPr>
            <p:ph type="body" idx="1"/>
          </p:nvPr>
        </p:nvSpPr>
        <p:spPr>
          <a:xfrm>
            <a:off x="1097280" y="1845734"/>
            <a:ext cx="10058400" cy="4023360"/>
          </a:xfrm>
          <a:prstGeom prst="rect">
            <a:avLst/>
          </a:prstGeom>
          <a:noFill/>
          <a:ln>
            <a:noFill/>
          </a:ln>
        </p:spPr>
        <p:txBody>
          <a:bodyPr spcFirstLastPara="1" wrap="square" lIns="91425" tIns="91425" rIns="91425" bIns="91425" anchor="t" anchorCtr="0">
            <a:noAutofit/>
          </a:bodyPr>
          <a:lstStyle/>
          <a:p>
            <a:pPr marL="457200" marR="0" lvl="0" indent="-228600" algn="l" rtl="0">
              <a:lnSpc>
                <a:spcPct val="90000"/>
              </a:lnSpc>
              <a:spcBef>
                <a:spcPts val="1200"/>
              </a:spcBef>
              <a:spcAft>
                <a:spcPts val="0"/>
              </a:spcAft>
              <a:buClr>
                <a:schemeClr val="accent1"/>
              </a:buClr>
              <a:buSzPts val="2000"/>
              <a:buFont typeface="Calibri"/>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68"/>
          <p:cNvSpPr txBox="1">
            <a:spLocks noGrp="1"/>
          </p:cNvSpPr>
          <p:nvPr>
            <p:ph type="title"/>
          </p:nvPr>
        </p:nvSpPr>
        <p:spPr>
          <a:xfrm>
            <a:off x="1617980" y="376632"/>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Quadratic Probing</a:t>
            </a:r>
            <a:endParaRPr sz="4800" b="0" i="0" u="none" strike="noStrike" cap="none">
              <a:solidFill>
                <a:srgbClr val="3F3F3F"/>
              </a:solidFill>
              <a:latin typeface="Calibri"/>
              <a:ea typeface="Calibri"/>
              <a:cs typeface="Calibri"/>
              <a:sym typeface="Calibri"/>
            </a:endParaRPr>
          </a:p>
        </p:txBody>
      </p:sp>
      <p:sp>
        <p:nvSpPr>
          <p:cNvPr id="914" name="Google Shape;914;p68"/>
          <p:cNvSpPr txBox="1">
            <a:spLocks noGrp="1"/>
          </p:cNvSpPr>
          <p:nvPr>
            <p:ph type="body" idx="1"/>
          </p:nvPr>
        </p:nvSpPr>
        <p:spPr>
          <a:xfrm>
            <a:off x="1143383" y="1844824"/>
            <a:ext cx="10058400" cy="3748194"/>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400"/>
              <a:buFont typeface="Calibri"/>
              <a:buChar char=" "/>
            </a:pPr>
            <a:r>
              <a:rPr lang="en-US" sz="2400" b="0" i="0" u="none" strike="noStrike" cap="none">
                <a:solidFill>
                  <a:srgbClr val="3F3F3F"/>
                </a:solidFill>
                <a:latin typeface="Times New Roman"/>
                <a:ea typeface="Times New Roman"/>
                <a:cs typeface="Times New Roman"/>
                <a:sym typeface="Times New Roman"/>
              </a:rPr>
              <a:t>If cell j is already occupied then location j+1,j+4,j+9 are checked.</a:t>
            </a:r>
            <a:endParaRPr>
              <a:latin typeface="Times New Roman"/>
              <a:ea typeface="Times New Roman"/>
              <a:cs typeface="Times New Roman"/>
              <a:sym typeface="Times New Roman"/>
            </a:endParaRPr>
          </a:p>
          <a:p>
            <a:pPr marL="91440" marR="0" lvl="0" indent="-91440" algn="l" rtl="0">
              <a:lnSpc>
                <a:spcPct val="90000"/>
              </a:lnSpc>
              <a:spcBef>
                <a:spcPts val="1400"/>
              </a:spcBef>
              <a:spcAft>
                <a:spcPts val="0"/>
              </a:spcAft>
              <a:buClr>
                <a:schemeClr val="accent1"/>
              </a:buClr>
              <a:buSzPts val="2400"/>
              <a:buFont typeface="Calibri"/>
              <a:buChar char=" "/>
            </a:pPr>
            <a:r>
              <a:rPr lang="en-US" sz="2400" b="0" i="0" u="none" strike="noStrike" cap="none">
                <a:solidFill>
                  <a:srgbClr val="3F3F3F"/>
                </a:solidFill>
                <a:latin typeface="Times New Roman"/>
                <a:ea typeface="Times New Roman"/>
                <a:cs typeface="Times New Roman"/>
                <a:sym typeface="Times New Roman"/>
              </a:rPr>
              <a:t>This reduces </a:t>
            </a:r>
            <a:r>
              <a:rPr lang="en-US" sz="2400" b="0" i="0" u="none" strike="noStrike" cap="none">
                <a:solidFill>
                  <a:srgbClr val="0070C0"/>
                </a:solidFill>
                <a:latin typeface="Times New Roman"/>
                <a:ea typeface="Times New Roman"/>
                <a:cs typeface="Times New Roman"/>
                <a:sym typeface="Times New Roman"/>
              </a:rPr>
              <a:t>primary clustering </a:t>
            </a:r>
            <a:r>
              <a:rPr lang="en-US" sz="2400" b="0" i="0" u="none" strike="noStrike" cap="none">
                <a:solidFill>
                  <a:srgbClr val="3F3F3F"/>
                </a:solidFill>
                <a:latin typeface="Times New Roman"/>
                <a:ea typeface="Times New Roman"/>
                <a:cs typeface="Times New Roman"/>
                <a:sym typeface="Times New Roman"/>
              </a:rPr>
              <a:t>of data.</a:t>
            </a:r>
            <a:endParaRPr/>
          </a:p>
          <a:p>
            <a:pPr marL="91440" lvl="0" indent="-91440" algn="l" rtl="0">
              <a:lnSpc>
                <a:spcPct val="90000"/>
              </a:lnSpc>
              <a:spcBef>
                <a:spcPts val="1400"/>
              </a:spcBef>
              <a:spcAft>
                <a:spcPts val="0"/>
              </a:spcAft>
              <a:buSzPts val="2400"/>
              <a:buChar char=" "/>
            </a:pPr>
            <a:r>
              <a:rPr lang="en-US">
                <a:latin typeface="Times New Roman"/>
                <a:ea typeface="Times New Roman"/>
                <a:cs typeface="Times New Roman"/>
                <a:sym typeface="Times New Roman"/>
              </a:rPr>
              <a:t>Main Idea: Spread out the search for an empty slot – </a:t>
            </a:r>
            <a:r>
              <a:rPr lang="en-US" b="1">
                <a:latin typeface="Times New Roman"/>
                <a:ea typeface="Times New Roman"/>
                <a:cs typeface="Times New Roman"/>
                <a:sym typeface="Times New Roman"/>
              </a:rPr>
              <a:t>Increment by i</a:t>
            </a:r>
            <a:r>
              <a:rPr lang="en-US" b="1" baseline="30000">
                <a:latin typeface="Times New Roman"/>
                <a:ea typeface="Times New Roman"/>
                <a:cs typeface="Times New Roman"/>
                <a:sym typeface="Times New Roman"/>
              </a:rPr>
              <a:t>2</a:t>
            </a:r>
            <a:r>
              <a:rPr lang="en-US" b="1">
                <a:latin typeface="Times New Roman"/>
                <a:ea typeface="Times New Roman"/>
                <a:cs typeface="Times New Roman"/>
                <a:sym typeface="Times New Roman"/>
              </a:rPr>
              <a:t> instead of i </a:t>
            </a:r>
            <a:endParaRPr/>
          </a:p>
          <a:p>
            <a:pPr marL="91440" lvl="0" indent="-91440" algn="ctr" rtl="0">
              <a:lnSpc>
                <a:spcPct val="90000"/>
              </a:lnSpc>
              <a:spcBef>
                <a:spcPts val="1400"/>
              </a:spcBef>
              <a:spcAft>
                <a:spcPts val="0"/>
              </a:spcAft>
              <a:buSzPts val="2400"/>
              <a:buChar char=" "/>
            </a:pPr>
            <a:r>
              <a:rPr lang="en-US" b="1">
                <a:solidFill>
                  <a:srgbClr val="0070C0"/>
                </a:solidFill>
                <a:latin typeface="Times New Roman"/>
                <a:ea typeface="Times New Roman"/>
                <a:cs typeface="Times New Roman"/>
                <a:sym typeface="Times New Roman"/>
              </a:rPr>
              <a:t>hi(X) = (Hash(X) + i2) % TableSize  </a:t>
            </a:r>
            <a:endParaRPr b="1">
              <a:solidFill>
                <a:srgbClr val="0070C0"/>
              </a:solidFill>
              <a:latin typeface="Times New Roman"/>
              <a:ea typeface="Times New Roman"/>
              <a:cs typeface="Times New Roman"/>
              <a:sym typeface="Times New Roman"/>
            </a:endParaRPr>
          </a:p>
          <a:p>
            <a:pPr marL="0" lvl="0" indent="0" algn="ctr" rtl="0">
              <a:lnSpc>
                <a:spcPct val="90000"/>
              </a:lnSpc>
              <a:spcBef>
                <a:spcPts val="1400"/>
              </a:spcBef>
              <a:spcAft>
                <a:spcPts val="0"/>
              </a:spcAft>
              <a:buSzPts val="2400"/>
              <a:buNone/>
            </a:pPr>
            <a:endParaRPr>
              <a:solidFill>
                <a:srgbClr val="C00000"/>
              </a:solidFill>
              <a:latin typeface="Times New Roman"/>
              <a:ea typeface="Times New Roman"/>
              <a:cs typeface="Times New Roman"/>
              <a:sym typeface="Times New Roman"/>
            </a:endParaRPr>
          </a:p>
          <a:p>
            <a:pPr marL="0" lvl="0" indent="0" algn="ctr" rtl="0">
              <a:lnSpc>
                <a:spcPct val="90000"/>
              </a:lnSpc>
              <a:spcBef>
                <a:spcPts val="1400"/>
              </a:spcBef>
              <a:spcAft>
                <a:spcPts val="0"/>
              </a:spcAft>
              <a:buSzPts val="2400"/>
              <a:buNone/>
            </a:pPr>
            <a:r>
              <a:rPr lang="en-US">
                <a:solidFill>
                  <a:srgbClr val="C00000"/>
                </a:solidFill>
                <a:latin typeface="Times New Roman"/>
                <a:ea typeface="Times New Roman"/>
                <a:cs typeface="Times New Roman"/>
                <a:sym typeface="Times New Roman"/>
              </a:rPr>
              <a:t>h0(X) = Hash(X) % TableSize </a:t>
            </a:r>
            <a:endParaRPr/>
          </a:p>
          <a:p>
            <a:pPr marL="91440" lvl="0" indent="-91440" algn="ctr" rtl="0">
              <a:lnSpc>
                <a:spcPct val="90000"/>
              </a:lnSpc>
              <a:spcBef>
                <a:spcPts val="1400"/>
              </a:spcBef>
              <a:spcAft>
                <a:spcPts val="0"/>
              </a:spcAft>
              <a:buSzPts val="2400"/>
              <a:buChar char=" "/>
            </a:pPr>
            <a:r>
              <a:rPr lang="en-US">
                <a:solidFill>
                  <a:srgbClr val="C00000"/>
                </a:solidFill>
                <a:latin typeface="Times New Roman"/>
                <a:ea typeface="Times New Roman"/>
                <a:cs typeface="Times New Roman"/>
                <a:sym typeface="Times New Roman"/>
              </a:rPr>
              <a:t>h1(X) = Hash(X) + 1 % TableSize</a:t>
            </a:r>
            <a:endParaRPr>
              <a:solidFill>
                <a:srgbClr val="C00000"/>
              </a:solidFill>
              <a:latin typeface="Times New Roman"/>
              <a:ea typeface="Times New Roman"/>
              <a:cs typeface="Times New Roman"/>
              <a:sym typeface="Times New Roman"/>
            </a:endParaRPr>
          </a:p>
          <a:p>
            <a:pPr marL="91440" lvl="0" indent="-91440" algn="ctr" rtl="0">
              <a:lnSpc>
                <a:spcPct val="90000"/>
              </a:lnSpc>
              <a:spcBef>
                <a:spcPts val="1400"/>
              </a:spcBef>
              <a:spcAft>
                <a:spcPts val="0"/>
              </a:spcAft>
              <a:buSzPts val="2400"/>
              <a:buChar char=" "/>
            </a:pPr>
            <a:r>
              <a:rPr lang="en-US">
                <a:solidFill>
                  <a:srgbClr val="C00000"/>
                </a:solidFill>
                <a:latin typeface="Times New Roman"/>
                <a:ea typeface="Times New Roman"/>
                <a:cs typeface="Times New Roman"/>
                <a:sym typeface="Times New Roman"/>
              </a:rPr>
              <a:t>h2(X) = Hash(X) + 4 % TableSize</a:t>
            </a:r>
            <a:endParaRPr>
              <a:solidFill>
                <a:srgbClr val="C00000"/>
              </a:solidFill>
              <a:latin typeface="Times New Roman"/>
              <a:ea typeface="Times New Roman"/>
              <a:cs typeface="Times New Roman"/>
              <a:sym typeface="Times New Roman"/>
            </a:endParaRPr>
          </a:p>
          <a:p>
            <a:pPr marL="91440" lvl="0" indent="-91440" algn="ctr" rtl="0">
              <a:lnSpc>
                <a:spcPct val="90000"/>
              </a:lnSpc>
              <a:spcBef>
                <a:spcPts val="1400"/>
              </a:spcBef>
              <a:spcAft>
                <a:spcPts val="0"/>
              </a:spcAft>
              <a:buSzPts val="2400"/>
              <a:buChar char=" "/>
            </a:pPr>
            <a:r>
              <a:rPr lang="en-US">
                <a:solidFill>
                  <a:srgbClr val="C00000"/>
                </a:solidFill>
                <a:latin typeface="Times New Roman"/>
                <a:ea typeface="Times New Roman"/>
                <a:cs typeface="Times New Roman"/>
                <a:sym typeface="Times New Roman"/>
              </a:rPr>
              <a:t>h3(X) = Hash(X) + 9 % TableSize</a:t>
            </a:r>
            <a:endParaRPr>
              <a:solidFill>
                <a:srgbClr val="C00000"/>
              </a:solidFill>
              <a:latin typeface="Times New Roman"/>
              <a:ea typeface="Times New Roman"/>
              <a:cs typeface="Times New Roman"/>
              <a:sym typeface="Times New Roman"/>
            </a:endParaRPr>
          </a:p>
          <a:p>
            <a:pPr marL="91440" marR="0" lvl="0" indent="0" algn="l" rtl="0">
              <a:lnSpc>
                <a:spcPct val="90000"/>
              </a:lnSpc>
              <a:spcBef>
                <a:spcPts val="1400"/>
              </a:spcBef>
              <a:spcAft>
                <a:spcPts val="0"/>
              </a:spcAft>
              <a:buClr>
                <a:schemeClr val="accent1"/>
              </a:buClr>
              <a:buSzPts val="2400"/>
              <a:buFont typeface="Calibri"/>
              <a:buNone/>
            </a:pPr>
            <a:endParaRPr/>
          </a:p>
          <a:p>
            <a:pPr marL="0" marR="0" lvl="0" indent="0" algn="l" rtl="0">
              <a:lnSpc>
                <a:spcPct val="90000"/>
              </a:lnSpc>
              <a:spcBef>
                <a:spcPts val="1400"/>
              </a:spcBef>
              <a:spcAft>
                <a:spcPts val="0"/>
              </a:spcAft>
              <a:buClr>
                <a:schemeClr val="accent1"/>
              </a:buClr>
              <a:buSzPts val="2400"/>
              <a:buFont typeface="Calibri"/>
              <a:buNone/>
            </a:pPr>
            <a:endParaRPr sz="2400" b="0" i="0" u="none" strike="noStrike" cap="none">
              <a:solidFill>
                <a:srgbClr val="3F3F3F"/>
              </a:solidFill>
              <a:latin typeface="Calibri"/>
              <a:ea typeface="Calibri"/>
              <a:cs typeface="Calibri"/>
              <a:sym typeface="Calibri"/>
            </a:endParaRPr>
          </a:p>
        </p:txBody>
      </p:sp>
      <p:pic>
        <p:nvPicPr>
          <p:cNvPr id="918" name="Google Shape;918;p68"/>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120"/>
          <p:cNvSpPr txBox="1">
            <a:spLocks noGrp="1"/>
          </p:cNvSpPr>
          <p:nvPr>
            <p:ph type="body" idx="1"/>
          </p:nvPr>
        </p:nvSpPr>
        <p:spPr>
          <a:xfrm>
            <a:off x="933506" y="139764"/>
            <a:ext cx="10058400" cy="4023360"/>
          </a:xfrm>
          <a:prstGeom prst="rect">
            <a:avLst/>
          </a:prstGeom>
          <a:noFill/>
          <a:ln>
            <a:noFill/>
          </a:ln>
        </p:spPr>
        <p:txBody>
          <a:bodyPr spcFirstLastPara="1" wrap="square" lIns="91425" tIns="91425" rIns="91425" bIns="91425" anchor="t" anchorCtr="0">
            <a:no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n-US"/>
              <a:t>Let the sequence of </a:t>
            </a:r>
            <a:r>
              <a:rPr lang="en-US" b="1"/>
              <a:t>keys</a:t>
            </a:r>
            <a:r>
              <a:rPr lang="en-US"/>
              <a:t> = 9 ,19 ,29 ,39 ,49 ,59,71 These keys are to be inserted into the hash table.</a:t>
            </a:r>
            <a:endParaRPr/>
          </a:p>
          <a:p>
            <a:pPr marL="457200" marR="0" lvl="0" indent="-355600" algn="l" rtl="0">
              <a:lnSpc>
                <a:spcPct val="90000"/>
              </a:lnSpc>
              <a:spcBef>
                <a:spcPts val="1200"/>
              </a:spcBef>
              <a:spcAft>
                <a:spcPts val="0"/>
              </a:spcAft>
              <a:buClr>
                <a:schemeClr val="accent1"/>
              </a:buClr>
              <a:buSzPts val="2000"/>
              <a:buFont typeface="Calibri"/>
              <a:buChar char=" "/>
            </a:pPr>
            <a:r>
              <a:rPr lang="en-US"/>
              <a:t>The hash function for indexing,=</a:t>
            </a:r>
            <a:r>
              <a:rPr lang="en-US" i="1"/>
              <a:t>Kmod</a:t>
            </a:r>
            <a:r>
              <a:rPr lang="en-US"/>
              <a:t>10, where k = key value.</a:t>
            </a:r>
            <a:endParaRPr/>
          </a:p>
          <a:p>
            <a:pPr marL="457200" marR="0" lvl="0" indent="-228600" algn="l" rtl="0">
              <a:lnSpc>
                <a:spcPct val="90000"/>
              </a:lnSpc>
              <a:spcBef>
                <a:spcPts val="1200"/>
              </a:spcBef>
              <a:spcAft>
                <a:spcPts val="0"/>
              </a:spcAft>
              <a:buClr>
                <a:schemeClr val="accent1"/>
              </a:buClr>
              <a:buSzPts val="2000"/>
              <a:buFont typeface="Calibri"/>
              <a:buNone/>
            </a:pPr>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graphicFrame>
        <p:nvGraphicFramePr>
          <p:cNvPr id="927" name="Google Shape;927;p120"/>
          <p:cNvGraphicFramePr/>
          <p:nvPr/>
        </p:nvGraphicFramePr>
        <p:xfrm>
          <a:off x="1403969" y="1909182"/>
          <a:ext cx="8128000" cy="4079350"/>
        </p:xfrm>
        <a:graphic>
          <a:graphicData uri="http://schemas.openxmlformats.org/drawingml/2006/table">
            <a:tbl>
              <a:tblPr firstRow="1" bandRow="1">
                <a:noFill/>
                <a:tableStyleId>{DE920EF4-DAE1-4EFA-965D-4AA1566777CA}</a:tableStyleId>
              </a:tblPr>
              <a:tblGrid>
                <a:gridCol w="4064000"/>
                <a:gridCol w="4064000"/>
              </a:tblGrid>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index</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keys</a:t>
                      </a:r>
                      <a:endParaRPr sz="1400" u="none" strike="noStrike" cap="none"/>
                    </a:p>
                  </a:txBody>
                  <a:tcPr marL="91450" marR="91450" marT="45725" marB="45725" anchor="ctr"/>
                </a:tc>
              </a:tr>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0</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19</a:t>
                      </a:r>
                      <a:endParaRPr sz="1400" u="none" strike="noStrike" cap="none"/>
                    </a:p>
                  </a:txBody>
                  <a:tcPr marL="91450" marR="91450" marT="45725" marB="45725" anchor="ctr"/>
                </a:tc>
              </a:tr>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1</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71</a:t>
                      </a:r>
                      <a:endParaRPr sz="1400" u="none" strike="noStrike" cap="none"/>
                    </a:p>
                  </a:txBody>
                  <a:tcPr marL="91450" marR="91450" marT="45725" marB="45725" anchor="ctr"/>
                </a:tc>
              </a:tr>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2</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tc>
              </a:tr>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3</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29</a:t>
                      </a:r>
                      <a:endParaRPr sz="1400" u="none" strike="noStrike" cap="none"/>
                    </a:p>
                  </a:txBody>
                  <a:tcPr marL="91450" marR="91450" marT="45725" marB="45725" anchor="ctr"/>
                </a:tc>
              </a:tr>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4</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tc>
              </a:tr>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5</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49</a:t>
                      </a:r>
                      <a:endParaRPr sz="1400" u="none" strike="noStrike" cap="none"/>
                    </a:p>
                  </a:txBody>
                  <a:tcPr marL="91450" marR="91450" marT="45725" marB="45725" anchor="ctr"/>
                </a:tc>
              </a:tr>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6</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tc>
              </a:tr>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tc>
              </a:tr>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39</a:t>
                      </a:r>
                      <a:endParaRPr sz="1400" u="none" strike="noStrike" cap="none"/>
                    </a:p>
                  </a:txBody>
                  <a:tcPr marL="91450" marR="91450" marT="45725" marB="45725" anchor="ctr"/>
                </a:tc>
              </a:tr>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9</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9</a:t>
                      </a:r>
                      <a:endParaRPr sz="1400" u="none" strike="noStrike" cap="none"/>
                    </a:p>
                  </a:txBody>
                  <a:tcPr marL="91450" marR="91450" marT="45725" marB="45725" anchor="ctr"/>
                </a:tc>
              </a:tr>
            </a:tbl>
          </a:graphicData>
        </a:graphic>
      </p:graphicFrame>
      <p:sp>
        <p:nvSpPr>
          <p:cNvPr id="928" name="Google Shape;928;p120"/>
          <p:cNvSpPr txBox="1"/>
          <p:nvPr/>
        </p:nvSpPr>
        <p:spPr>
          <a:xfrm>
            <a:off x="10115550" y="3147325"/>
            <a:ext cx="2106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rgbClr val="3F3F3F"/>
                </a:solidFill>
                <a:latin typeface="Calibri"/>
                <a:ea typeface="Calibri"/>
                <a:cs typeface="Calibri"/>
                <a:sym typeface="Calibri"/>
              </a:rPr>
              <a:t>59</a:t>
            </a:r>
            <a:endParaRPr sz="2000">
              <a:solidFill>
                <a:srgbClr val="3F3F3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69"/>
          <p:cNvSpPr txBox="1">
            <a:spLocks noGrp="1"/>
          </p:cNvSpPr>
          <p:nvPr>
            <p:ph type="title"/>
          </p:nvPr>
        </p:nvSpPr>
        <p:spPr>
          <a:xfrm>
            <a:off x="1617980" y="376632"/>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Quadratic Probing Operation</a:t>
            </a:r>
            <a:endParaRPr sz="4800" b="0" i="0" u="none" strike="noStrike" cap="none">
              <a:solidFill>
                <a:srgbClr val="3F3F3F"/>
              </a:solidFill>
              <a:latin typeface="Calibri"/>
              <a:ea typeface="Calibri"/>
              <a:cs typeface="Calibri"/>
              <a:sym typeface="Calibri"/>
            </a:endParaRPr>
          </a:p>
        </p:txBody>
      </p:sp>
      <p:sp>
        <p:nvSpPr>
          <p:cNvPr id="936" name="Google Shape;936;p69"/>
          <p:cNvSpPr txBox="1">
            <a:spLocks noGrp="1"/>
          </p:cNvSpPr>
          <p:nvPr>
            <p:ph type="body" idx="1"/>
          </p:nvPr>
        </p:nvSpPr>
        <p:spPr>
          <a:xfrm>
            <a:off x="1055440" y="1700808"/>
            <a:ext cx="5574784" cy="3748194"/>
          </a:xfrm>
          <a:prstGeom prst="rect">
            <a:avLst/>
          </a:prstGeom>
          <a:noFill/>
          <a:ln>
            <a:noFill/>
          </a:ln>
        </p:spPr>
        <p:txBody>
          <a:bodyPr spcFirstLastPara="1" wrap="square" lIns="0" tIns="45700" rIns="0" bIns="45700" anchor="t" anchorCtr="0">
            <a:noAutofit/>
          </a:bodyPr>
          <a:lstStyle/>
          <a:p>
            <a:pPr marL="91440" marR="0" lvl="0" indent="-91440" algn="l" rtl="0">
              <a:lnSpc>
                <a:spcPct val="80000"/>
              </a:lnSpc>
              <a:spcBef>
                <a:spcPts val="0"/>
              </a:spcBef>
              <a:spcAft>
                <a:spcPts val="0"/>
              </a:spcAft>
              <a:buClr>
                <a:schemeClr val="accent1"/>
              </a:buClr>
              <a:buSzPts val="2400"/>
              <a:buFont typeface="Calibri"/>
              <a:buNone/>
            </a:pPr>
            <a:r>
              <a:rPr lang="en-US" sz="2400" b="0" i="0" u="none" strike="noStrike" cap="none">
                <a:solidFill>
                  <a:srgbClr val="3F3F3F"/>
                </a:solidFill>
                <a:latin typeface="Calibri"/>
                <a:ea typeface="Calibri"/>
                <a:cs typeface="Calibri"/>
                <a:sym typeface="Calibri"/>
              </a:rPr>
              <a:t>Algorithm Insert(int hashtable[],int key)</a:t>
            </a:r>
            <a:endParaRPr/>
          </a:p>
          <a:p>
            <a:pPr marL="91440" marR="0" lvl="0" indent="-91440" algn="l" rtl="0">
              <a:lnSpc>
                <a:spcPct val="80000"/>
              </a:lnSpc>
              <a:spcBef>
                <a:spcPts val="1400"/>
              </a:spcBef>
              <a:spcAft>
                <a:spcPts val="0"/>
              </a:spcAft>
              <a:buClr>
                <a:schemeClr val="accent1"/>
              </a:buClr>
              <a:buSzPts val="2400"/>
              <a:buFont typeface="Calibri"/>
              <a:buNone/>
            </a:pPr>
            <a:r>
              <a:rPr lang="en-US" sz="2400" b="0" i="0" u="none" strike="noStrike" cap="none">
                <a:solidFill>
                  <a:srgbClr val="3F3F3F"/>
                </a:solidFill>
                <a:latin typeface="Calibri"/>
                <a:ea typeface="Calibri"/>
                <a:cs typeface="Calibri"/>
                <a:sym typeface="Calibri"/>
              </a:rPr>
              <a:t>{</a:t>
            </a:r>
            <a:endParaRPr/>
          </a:p>
          <a:p>
            <a:pPr marL="91440" marR="0" lvl="0" indent="-91440" algn="l" rtl="0">
              <a:lnSpc>
                <a:spcPct val="80000"/>
              </a:lnSpc>
              <a:spcBef>
                <a:spcPts val="1400"/>
              </a:spcBef>
              <a:spcAft>
                <a:spcPts val="0"/>
              </a:spcAft>
              <a:buClr>
                <a:schemeClr val="accent1"/>
              </a:buClr>
              <a:buSzPts val="2400"/>
              <a:buFont typeface="Calibri"/>
              <a:buNone/>
            </a:pPr>
            <a:r>
              <a:rPr lang="en-US" sz="2400" b="0" i="0" u="none" strike="noStrike" cap="none">
                <a:solidFill>
                  <a:srgbClr val="3F3F3F"/>
                </a:solidFill>
                <a:latin typeface="Calibri"/>
                <a:ea typeface="Calibri"/>
                <a:cs typeface="Calibri"/>
                <a:sym typeface="Calibri"/>
              </a:rPr>
              <a:t>		start=key % MAX;</a:t>
            </a:r>
            <a:endParaRPr/>
          </a:p>
          <a:p>
            <a:pPr marL="91440" marR="0" lvl="0" indent="-91440" algn="l" rtl="0">
              <a:lnSpc>
                <a:spcPct val="80000"/>
              </a:lnSpc>
              <a:spcBef>
                <a:spcPts val="1400"/>
              </a:spcBef>
              <a:spcAft>
                <a:spcPts val="0"/>
              </a:spcAft>
              <a:buClr>
                <a:schemeClr val="accent1"/>
              </a:buClr>
              <a:buSzPts val="2400"/>
              <a:buFont typeface="Calibri"/>
              <a:buNone/>
            </a:pPr>
            <a:r>
              <a:rPr lang="en-US" sz="2400"/>
              <a:t>		j=start</a:t>
            </a:r>
            <a:endParaRPr/>
          </a:p>
          <a:p>
            <a:pPr marL="91440" marR="0" lvl="0" indent="-91440" algn="l" rtl="0">
              <a:lnSpc>
                <a:spcPct val="80000"/>
              </a:lnSpc>
              <a:spcBef>
                <a:spcPts val="1400"/>
              </a:spcBef>
              <a:spcAft>
                <a:spcPts val="0"/>
              </a:spcAft>
              <a:buClr>
                <a:schemeClr val="accent1"/>
              </a:buClr>
              <a:buSzPts val="2400"/>
              <a:buFont typeface="Calibri"/>
              <a:buNone/>
            </a:pPr>
            <a:r>
              <a:rPr lang="en-US" sz="2400" b="0" i="0" u="none" strike="noStrike" cap="none">
                <a:solidFill>
                  <a:srgbClr val="3F3F3F"/>
                </a:solidFill>
                <a:latin typeface="Calibri"/>
                <a:ea typeface="Calibri"/>
                <a:cs typeface="Calibri"/>
                <a:sym typeface="Calibri"/>
              </a:rPr>
              <a:t>		for(i=0;i&lt;(MAX-1)/2,i++)</a:t>
            </a:r>
            <a:endParaRPr/>
          </a:p>
          <a:p>
            <a:pPr marL="91440" marR="0" lvl="0" indent="-91440" algn="l" rtl="0">
              <a:lnSpc>
                <a:spcPct val="80000"/>
              </a:lnSpc>
              <a:spcBef>
                <a:spcPts val="1400"/>
              </a:spcBef>
              <a:spcAft>
                <a:spcPts val="0"/>
              </a:spcAft>
              <a:buClr>
                <a:schemeClr val="accent1"/>
              </a:buClr>
              <a:buSzPts val="2400"/>
              <a:buFont typeface="Calibri"/>
              <a:buNone/>
            </a:pPr>
            <a:r>
              <a:rPr lang="en-US" sz="2400" b="0" i="0" u="none" strike="noStrike" cap="none">
                <a:solidFill>
                  <a:srgbClr val="3F3F3F"/>
                </a:solidFill>
                <a:latin typeface="Calibri"/>
                <a:ea typeface="Calibri"/>
                <a:cs typeface="Calibri"/>
                <a:sym typeface="Calibri"/>
              </a:rPr>
              <a:t>		{</a:t>
            </a:r>
            <a:endParaRPr/>
          </a:p>
          <a:p>
            <a:pPr marL="91440" marR="0" lvl="0" indent="-91440" algn="l" rtl="0">
              <a:lnSpc>
                <a:spcPct val="80000"/>
              </a:lnSpc>
              <a:spcBef>
                <a:spcPts val="1400"/>
              </a:spcBef>
              <a:spcAft>
                <a:spcPts val="0"/>
              </a:spcAft>
              <a:buClr>
                <a:schemeClr val="accent1"/>
              </a:buClr>
              <a:buSzPts val="2400"/>
              <a:buFont typeface="Calibri"/>
              <a:buNone/>
            </a:pPr>
            <a:r>
              <a:rPr lang="en-US" sz="2400" b="0" i="0" u="none" strike="noStrike" cap="none">
                <a:solidFill>
                  <a:srgbClr val="3F3F3F"/>
                </a:solidFill>
                <a:latin typeface="Calibri"/>
                <a:ea typeface="Calibri"/>
                <a:cs typeface="Calibri"/>
                <a:sym typeface="Calibri"/>
              </a:rPr>
              <a:t>			If(hashtable[j]==-1)add key</a:t>
            </a:r>
            <a:endParaRPr/>
          </a:p>
          <a:p>
            <a:pPr marL="91440" marR="0" lvl="0" indent="-91440" algn="l" rtl="0">
              <a:lnSpc>
                <a:spcPct val="80000"/>
              </a:lnSpc>
              <a:spcBef>
                <a:spcPts val="1400"/>
              </a:spcBef>
              <a:spcAft>
                <a:spcPts val="0"/>
              </a:spcAft>
              <a:buClr>
                <a:schemeClr val="accent1"/>
              </a:buClr>
              <a:buSzPts val="2400"/>
              <a:buFont typeface="Calibri"/>
              <a:buNone/>
            </a:pPr>
            <a:r>
              <a:rPr lang="en-US" sz="2400" b="0" i="0" u="none" strike="noStrike" cap="none">
                <a:solidFill>
                  <a:srgbClr val="3F3F3F"/>
                </a:solidFill>
                <a:latin typeface="Calibri"/>
                <a:ea typeface="Calibri"/>
                <a:cs typeface="Calibri"/>
                <a:sym typeface="Calibri"/>
              </a:rPr>
              <a:t>			j=(start+i*i)%MAX;</a:t>
            </a:r>
            <a:endParaRPr/>
          </a:p>
          <a:p>
            <a:pPr marL="91440" marR="0" lvl="0" indent="-91440" algn="l" rtl="0">
              <a:lnSpc>
                <a:spcPct val="80000"/>
              </a:lnSpc>
              <a:spcBef>
                <a:spcPts val="1400"/>
              </a:spcBef>
              <a:spcAft>
                <a:spcPts val="0"/>
              </a:spcAft>
              <a:buClr>
                <a:schemeClr val="accent1"/>
              </a:buClr>
              <a:buSzPts val="2400"/>
              <a:buFont typeface="Calibri"/>
              <a:buNone/>
            </a:pPr>
            <a:r>
              <a:rPr lang="en-US" sz="2400" b="0" i="0" u="none" strike="noStrike" cap="none">
                <a:solidFill>
                  <a:srgbClr val="3F3F3F"/>
                </a:solidFill>
                <a:latin typeface="Calibri"/>
                <a:ea typeface="Calibri"/>
                <a:cs typeface="Calibri"/>
                <a:sym typeface="Calibri"/>
              </a:rPr>
              <a:t>		}</a:t>
            </a:r>
            <a:endParaRPr/>
          </a:p>
          <a:p>
            <a:pPr marL="91440" marR="0" lvl="0" indent="-91440" algn="l" rtl="0">
              <a:lnSpc>
                <a:spcPct val="80000"/>
              </a:lnSpc>
              <a:spcBef>
                <a:spcPts val="1400"/>
              </a:spcBef>
              <a:spcAft>
                <a:spcPts val="0"/>
              </a:spcAft>
              <a:buClr>
                <a:schemeClr val="accent1"/>
              </a:buClr>
              <a:buSzPts val="2400"/>
              <a:buFont typeface="Calibri"/>
              <a:buNone/>
            </a:pPr>
            <a:r>
              <a:rPr lang="en-US" sz="2400"/>
              <a:t>	</a:t>
            </a:r>
            <a:r>
              <a:rPr lang="en-US" sz="2400" b="0" i="0" u="none" strike="noStrike" cap="none">
                <a:solidFill>
                  <a:srgbClr val="3F3F3F"/>
                </a:solidFill>
                <a:latin typeface="Calibri"/>
                <a:ea typeface="Calibri"/>
                <a:cs typeface="Calibri"/>
                <a:sym typeface="Calibri"/>
              </a:rPr>
              <a:t>}</a:t>
            </a:r>
            <a:endParaRPr/>
          </a:p>
          <a:p>
            <a:pPr marL="0" marR="0" lvl="0" indent="0" algn="l" rtl="0">
              <a:lnSpc>
                <a:spcPct val="80000"/>
              </a:lnSpc>
              <a:spcBef>
                <a:spcPts val="1400"/>
              </a:spcBef>
              <a:spcAft>
                <a:spcPts val="0"/>
              </a:spcAft>
              <a:buClr>
                <a:schemeClr val="accent1"/>
              </a:buClr>
              <a:buSzPts val="2400"/>
              <a:buFont typeface="Calibri"/>
              <a:buNone/>
            </a:pPr>
            <a:endParaRPr sz="2400" b="0" i="0" u="none" strike="noStrike" cap="none">
              <a:solidFill>
                <a:srgbClr val="3F3F3F"/>
              </a:solidFill>
              <a:latin typeface="Calibri"/>
              <a:ea typeface="Calibri"/>
              <a:cs typeface="Calibri"/>
              <a:sym typeface="Calibri"/>
            </a:endParaRPr>
          </a:p>
        </p:txBody>
      </p:sp>
      <p:pic>
        <p:nvPicPr>
          <p:cNvPr id="940" name="Google Shape;940;p69"/>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70"/>
          <p:cNvSpPr txBox="1">
            <a:spLocks noGrp="1"/>
          </p:cNvSpPr>
          <p:nvPr>
            <p:ph type="title"/>
          </p:nvPr>
        </p:nvSpPr>
        <p:spPr>
          <a:xfrm>
            <a:off x="1669982" y="0"/>
            <a:ext cx="10058400" cy="131359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Double Hashing</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946" name="Google Shape;946;p70"/>
          <p:cNvSpPr txBox="1">
            <a:spLocks noGrp="1"/>
          </p:cNvSpPr>
          <p:nvPr>
            <p:ph type="body" idx="1"/>
          </p:nvPr>
        </p:nvSpPr>
        <p:spPr>
          <a:xfrm>
            <a:off x="0" y="720202"/>
            <a:ext cx="11533312" cy="4525963"/>
          </a:xfrm>
          <a:prstGeom prst="rect">
            <a:avLst/>
          </a:prstGeom>
          <a:noFill/>
          <a:ln>
            <a:noFill/>
          </a:ln>
        </p:spPr>
        <p:txBody>
          <a:bodyPr spcFirstLastPara="1" wrap="square" lIns="91425" tIns="91425" rIns="91425" bIns="91425" anchor="t" anchorCtr="0">
            <a:noAutofit/>
          </a:bodyPr>
          <a:lstStyle/>
          <a:p>
            <a:pPr marL="1944688" lvl="0" indent="-565150" algn="just" rtl="0">
              <a:lnSpc>
                <a:spcPct val="80000"/>
              </a:lnSpc>
              <a:spcBef>
                <a:spcPts val="1200"/>
              </a:spcBef>
              <a:spcAft>
                <a:spcPts val="0"/>
              </a:spcAft>
              <a:buClr>
                <a:srgbClr val="A8CDD7"/>
              </a:buClr>
              <a:buSzPts val="2285"/>
              <a:buFont typeface="Noto Sans Symbols"/>
              <a:buChar char="❖"/>
            </a:pPr>
            <a:r>
              <a:rPr lang="en-US" sz="2405" dirty="0">
                <a:latin typeface="Times New Roman"/>
                <a:ea typeface="Times New Roman"/>
                <a:cs typeface="Times New Roman"/>
                <a:sym typeface="Times New Roman"/>
              </a:rPr>
              <a:t>Double hashing uses two hash functions, one for accessing the home address of a Key and the other for resolving the conflict. The sequence for probing is generated in the following sequence:</a:t>
            </a:r>
            <a:endParaRPr dirty="0"/>
          </a:p>
          <a:p>
            <a:pPr marL="1944688" lvl="0" indent="-565150" algn="just" rtl="0">
              <a:lnSpc>
                <a:spcPct val="80000"/>
              </a:lnSpc>
              <a:spcBef>
                <a:spcPts val="1200"/>
              </a:spcBef>
              <a:spcAft>
                <a:spcPts val="0"/>
              </a:spcAft>
              <a:buClr>
                <a:srgbClr val="A8CDD7"/>
              </a:buClr>
              <a:buSzPts val="2285"/>
              <a:buFont typeface="Noto Sans Symbols"/>
              <a:buChar char="❖"/>
            </a:pPr>
            <a:r>
              <a:rPr lang="en-US" sz="2405" dirty="0" smtClean="0">
                <a:latin typeface="Times New Roman"/>
                <a:ea typeface="Times New Roman"/>
                <a:cs typeface="Times New Roman"/>
                <a:sym typeface="Times New Roman"/>
              </a:rPr>
              <a:t>The </a:t>
            </a:r>
            <a:r>
              <a:rPr lang="en-US" sz="2405" dirty="0">
                <a:latin typeface="Times New Roman"/>
                <a:ea typeface="Times New Roman"/>
                <a:cs typeface="Times New Roman"/>
                <a:sym typeface="Times New Roman"/>
              </a:rPr>
              <a:t>formula to be used for double hashing  is</a:t>
            </a:r>
            <a:endParaRPr dirty="0"/>
          </a:p>
          <a:p>
            <a:pPr marL="1944688" lvl="0" indent="-565150" algn="just" rtl="0">
              <a:lnSpc>
                <a:spcPct val="80000"/>
              </a:lnSpc>
              <a:spcBef>
                <a:spcPts val="1200"/>
              </a:spcBef>
              <a:spcAft>
                <a:spcPts val="0"/>
              </a:spcAft>
              <a:buClr>
                <a:srgbClr val="A8CDD7"/>
              </a:buClr>
              <a:buSzPts val="2285"/>
              <a:buNone/>
            </a:pPr>
            <a:r>
              <a:rPr lang="en-US" sz="2405" dirty="0">
                <a:latin typeface="Times New Roman"/>
                <a:ea typeface="Times New Roman"/>
                <a:cs typeface="Times New Roman"/>
                <a:sym typeface="Times New Roman"/>
              </a:rPr>
              <a:t>       H1(key)= key % </a:t>
            </a:r>
            <a:r>
              <a:rPr lang="en-US" sz="2405" dirty="0" err="1">
                <a:latin typeface="Times New Roman"/>
                <a:ea typeface="Times New Roman"/>
                <a:cs typeface="Times New Roman"/>
                <a:sym typeface="Times New Roman"/>
              </a:rPr>
              <a:t>tablesize</a:t>
            </a:r>
            <a:endParaRPr sz="2405" dirty="0">
              <a:latin typeface="Times New Roman"/>
              <a:ea typeface="Times New Roman"/>
              <a:cs typeface="Times New Roman"/>
              <a:sym typeface="Times New Roman"/>
            </a:endParaRPr>
          </a:p>
          <a:p>
            <a:pPr marL="1944688" lvl="0" indent="-565150" algn="just" rtl="0">
              <a:lnSpc>
                <a:spcPct val="80000"/>
              </a:lnSpc>
              <a:spcBef>
                <a:spcPts val="1200"/>
              </a:spcBef>
              <a:spcAft>
                <a:spcPts val="0"/>
              </a:spcAft>
              <a:buClr>
                <a:srgbClr val="A8CDD7"/>
              </a:buClr>
              <a:buSzPts val="2285"/>
              <a:buNone/>
            </a:pPr>
            <a:r>
              <a:rPr lang="en-US" sz="2405" dirty="0">
                <a:latin typeface="Times New Roman"/>
                <a:ea typeface="Times New Roman"/>
                <a:cs typeface="Times New Roman"/>
                <a:sym typeface="Times New Roman"/>
              </a:rPr>
              <a:t>       H2(key)= R-( key % R)</a:t>
            </a:r>
            <a:endParaRPr dirty="0"/>
          </a:p>
          <a:p>
            <a:pPr marL="1944688" lvl="0" indent="-565150" algn="just" rtl="0">
              <a:lnSpc>
                <a:spcPct val="80000"/>
              </a:lnSpc>
              <a:spcBef>
                <a:spcPts val="1200"/>
              </a:spcBef>
              <a:spcAft>
                <a:spcPts val="0"/>
              </a:spcAft>
              <a:buClr>
                <a:srgbClr val="A8CDD7"/>
              </a:buClr>
              <a:buSzPts val="2285"/>
              <a:buNone/>
            </a:pPr>
            <a:r>
              <a:rPr lang="en-US" sz="2405" dirty="0">
                <a:latin typeface="Times New Roman"/>
                <a:ea typeface="Times New Roman"/>
                <a:cs typeface="Times New Roman"/>
                <a:sym typeface="Times New Roman"/>
              </a:rPr>
              <a:t>       where R is the prime no. smaller than the size of the table.  </a:t>
            </a:r>
            <a:endParaRPr lang="en-US" sz="2405" dirty="0" smtClean="0">
              <a:latin typeface="Times New Roman"/>
              <a:ea typeface="Times New Roman"/>
              <a:cs typeface="Times New Roman"/>
              <a:sym typeface="Times New Roman"/>
            </a:endParaRPr>
          </a:p>
          <a:p>
            <a:pPr marL="1944688" lvl="0" indent="-565150" algn="just" rtl="0">
              <a:lnSpc>
                <a:spcPct val="80000"/>
              </a:lnSpc>
              <a:spcBef>
                <a:spcPts val="1200"/>
              </a:spcBef>
              <a:spcAft>
                <a:spcPts val="0"/>
              </a:spcAft>
              <a:buClr>
                <a:srgbClr val="A8CDD7"/>
              </a:buClr>
              <a:buSzPts val="2285"/>
              <a:buNone/>
            </a:pPr>
            <a:r>
              <a:rPr lang="en-US" sz="2405" dirty="0" smtClean="0">
                <a:latin typeface="Times New Roman"/>
                <a:ea typeface="Times New Roman"/>
                <a:cs typeface="Times New Roman"/>
                <a:sym typeface="Times New Roman"/>
              </a:rPr>
              <a:t>        </a:t>
            </a:r>
            <a:r>
              <a:rPr lang="en-US" sz="2405" dirty="0">
                <a:latin typeface="Times New Roman"/>
                <a:ea typeface="Times New Roman"/>
                <a:cs typeface="Times New Roman"/>
                <a:sym typeface="Times New Roman"/>
              </a:rPr>
              <a:t>The formula is : H1(key)+ </a:t>
            </a:r>
            <a:r>
              <a:rPr lang="en-US" sz="2405" dirty="0" err="1">
                <a:latin typeface="Times New Roman"/>
                <a:ea typeface="Times New Roman"/>
                <a:cs typeface="Times New Roman"/>
                <a:sym typeface="Times New Roman"/>
              </a:rPr>
              <a:t>i</a:t>
            </a:r>
            <a:r>
              <a:rPr lang="en-US" sz="2405" dirty="0">
                <a:latin typeface="Times New Roman"/>
                <a:ea typeface="Times New Roman"/>
                <a:cs typeface="Times New Roman"/>
                <a:sym typeface="Times New Roman"/>
              </a:rPr>
              <a:t>*H2(key</a:t>
            </a:r>
            <a:r>
              <a:rPr lang="en-US" sz="2405" dirty="0" smtClean="0">
                <a:latin typeface="Times New Roman"/>
                <a:ea typeface="Times New Roman"/>
                <a:cs typeface="Times New Roman"/>
                <a:sym typeface="Times New Roman"/>
              </a:rPr>
              <a:t>)            </a:t>
            </a:r>
            <a:r>
              <a:rPr lang="en-US" sz="2405" dirty="0" err="1">
                <a:latin typeface="Times New Roman"/>
                <a:ea typeface="Times New Roman"/>
                <a:cs typeface="Times New Roman"/>
                <a:sym typeface="Times New Roman"/>
              </a:rPr>
              <a:t>i</a:t>
            </a:r>
            <a:r>
              <a:rPr lang="en-US" sz="2405" dirty="0">
                <a:latin typeface="Times New Roman"/>
                <a:ea typeface="Times New Roman"/>
                <a:cs typeface="Times New Roman"/>
                <a:sym typeface="Times New Roman"/>
              </a:rPr>
              <a:t>=0,1,2….</a:t>
            </a:r>
            <a:endParaRPr dirty="0"/>
          </a:p>
          <a:p>
            <a:pPr marL="1944688" lvl="0" indent="-565150" algn="just" rtl="0">
              <a:lnSpc>
                <a:spcPct val="80000"/>
              </a:lnSpc>
              <a:spcBef>
                <a:spcPts val="1200"/>
              </a:spcBef>
              <a:spcAft>
                <a:spcPts val="0"/>
              </a:spcAft>
              <a:buClr>
                <a:srgbClr val="A8CDD7"/>
              </a:buClr>
              <a:buSzPts val="2285"/>
              <a:buFont typeface="Noto Sans Symbols"/>
              <a:buChar char="❖"/>
            </a:pPr>
            <a:r>
              <a:rPr lang="en-US" sz="2405" dirty="0">
                <a:latin typeface="Times New Roman"/>
                <a:ea typeface="Times New Roman"/>
                <a:cs typeface="Times New Roman"/>
                <a:sym typeface="Times New Roman"/>
              </a:rPr>
              <a:t>The resultant address is divided by modulo Max</a:t>
            </a:r>
            <a:endParaRPr dirty="0"/>
          </a:p>
          <a:p>
            <a:pPr marL="457200" marR="0" lvl="0" indent="-228600" algn="l" rtl="0">
              <a:lnSpc>
                <a:spcPct val="80000"/>
              </a:lnSpc>
              <a:spcBef>
                <a:spcPts val="1200"/>
              </a:spcBef>
              <a:spcAft>
                <a:spcPts val="0"/>
              </a:spcAft>
              <a:buClr>
                <a:schemeClr val="accent1"/>
              </a:buClr>
              <a:buSzPts val="2000"/>
              <a:buFont typeface="Calibri"/>
              <a:buNone/>
            </a:pPr>
            <a:endParaRPr sz="1850" dirty="0"/>
          </a:p>
        </p:txBody>
      </p:sp>
      <p:pic>
        <p:nvPicPr>
          <p:cNvPr id="947" name="Google Shape;947;p70"/>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2" name="Rectangle 1"/>
          <p:cNvSpPr>
            <a:spLocks noChangeArrowheads="1"/>
          </p:cNvSpPr>
          <p:nvPr/>
        </p:nvSpPr>
        <p:spPr bwMode="auto">
          <a:xfrm>
            <a:off x="-60236" y="4710489"/>
            <a:ext cx="11160601" cy="1430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1944688" indent="-565150" algn="just" defTabSz="914400" eaLnBrk="0" fontAlgn="base" latinLnBrk="0" hangingPunct="0">
              <a:lnSpc>
                <a:spcPct val="80000"/>
              </a:lnSpc>
              <a:spcBef>
                <a:spcPts val="1200"/>
              </a:spcBef>
              <a:spcAft>
                <a:spcPts val="0"/>
              </a:spcAft>
              <a:buClr>
                <a:srgbClr val="A8CDD7"/>
              </a:buClr>
              <a:buSzPts val="2285"/>
              <a:buFont typeface="Noto Sans Symbols"/>
              <a:buChar char="❖"/>
              <a:tabLst/>
            </a:pPr>
            <a:r>
              <a:rPr lang="en-US" altLang="en-US" sz="2405" dirty="0" smtClean="0">
                <a:solidFill>
                  <a:srgbClr val="3F3F3F"/>
                </a:solidFill>
                <a:latin typeface="Times New Roman"/>
                <a:ea typeface="Times New Roman"/>
                <a:cs typeface="Times New Roman"/>
                <a:sym typeface="Calibri"/>
              </a:rPr>
              <a:t>  </a:t>
            </a:r>
            <a:r>
              <a:rPr lang="en-US" altLang="en-US" sz="2405" dirty="0">
                <a:solidFill>
                  <a:srgbClr val="3F3F3F"/>
                </a:solidFill>
                <a:latin typeface="Times New Roman"/>
                <a:ea typeface="Times New Roman"/>
                <a:cs typeface="Times New Roman"/>
                <a:sym typeface="Calibri"/>
              </a:rPr>
              <a:t>Every key in K that shares a common factor with the number of buckets </a:t>
            </a:r>
            <a:br>
              <a:rPr lang="en-US" altLang="en-US" sz="2405" dirty="0">
                <a:solidFill>
                  <a:srgbClr val="3F3F3F"/>
                </a:solidFill>
                <a:latin typeface="Times New Roman"/>
                <a:ea typeface="Times New Roman"/>
                <a:cs typeface="Times New Roman"/>
                <a:sym typeface="Calibri"/>
              </a:rPr>
            </a:br>
            <a:r>
              <a:rPr lang="en-US" altLang="en-US" sz="2405" dirty="0">
                <a:solidFill>
                  <a:srgbClr val="3F3F3F"/>
                </a:solidFill>
                <a:latin typeface="Times New Roman"/>
                <a:ea typeface="Times New Roman"/>
                <a:cs typeface="Times New Roman"/>
                <a:sym typeface="Calibri"/>
              </a:rPr>
              <a:t>R     will be hashed to a bucket that is a multiple of this factor.</a:t>
            </a:r>
          </a:p>
          <a:p>
            <a:pPr marL="1944688" indent="-565150" algn="just">
              <a:lnSpc>
                <a:spcPct val="80000"/>
              </a:lnSpc>
              <a:spcBef>
                <a:spcPts val="1200"/>
              </a:spcBef>
              <a:spcAft>
                <a:spcPts val="0"/>
              </a:spcAft>
              <a:buClr>
                <a:srgbClr val="A8CDD7"/>
              </a:buClr>
              <a:buSzPts val="2285"/>
              <a:buFont typeface="Noto Sans Symbols"/>
              <a:buChar char="❖"/>
            </a:pPr>
            <a:r>
              <a:rPr lang="en-US" altLang="en-US" sz="2405" dirty="0" smtClean="0">
                <a:solidFill>
                  <a:srgbClr val="3F3F3F"/>
                </a:solidFill>
                <a:latin typeface="Times New Roman"/>
                <a:ea typeface="Times New Roman"/>
                <a:cs typeface="Times New Roman"/>
                <a:sym typeface="Calibri"/>
              </a:rPr>
              <a:t>    </a:t>
            </a:r>
            <a:r>
              <a:rPr lang="en-US" altLang="en-US" sz="2405" dirty="0">
                <a:solidFill>
                  <a:srgbClr val="3F3F3F"/>
                </a:solidFill>
                <a:latin typeface="Times New Roman"/>
                <a:ea typeface="Times New Roman"/>
                <a:cs typeface="Times New Roman"/>
              </a:rPr>
              <a:t>By choosing R to be a number that has very few factors: a prime number</a:t>
            </a:r>
            <a:endParaRPr lang="en-US" altLang="en-US" sz="2405" dirty="0">
              <a:solidFill>
                <a:srgbClr val="3F3F3F"/>
              </a:solidFill>
              <a:latin typeface="Times New Roman"/>
              <a:ea typeface="Times New Roman"/>
              <a:cs typeface="Times New Roman"/>
              <a:sym typeface="Calibri"/>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71"/>
          <p:cNvSpPr txBox="1">
            <a:spLocks noGrp="1"/>
          </p:cNvSpPr>
          <p:nvPr>
            <p:ph type="title"/>
          </p:nvPr>
        </p:nvSpPr>
        <p:spPr>
          <a:xfrm>
            <a:off x="1559496" y="311456"/>
            <a:ext cx="10632504" cy="184736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Open addressing using double hash function</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956" name="Google Shape;956;p71"/>
          <p:cNvSpPr txBox="1">
            <a:spLocks noGrp="1"/>
          </p:cNvSpPr>
          <p:nvPr>
            <p:ph type="body" idx="1"/>
          </p:nvPr>
        </p:nvSpPr>
        <p:spPr>
          <a:xfrm>
            <a:off x="195070" y="1772816"/>
            <a:ext cx="11996930" cy="5466184"/>
          </a:xfrm>
          <a:prstGeom prst="rect">
            <a:avLst/>
          </a:prstGeom>
          <a:noFill/>
          <a:ln>
            <a:noFill/>
          </a:ln>
        </p:spPr>
        <p:txBody>
          <a:bodyPr spcFirstLastPara="1" wrap="square" lIns="91425" tIns="91425" rIns="91425" bIns="91425" anchor="t" anchorCtr="0">
            <a:noAutofit/>
          </a:bodyPr>
          <a:lstStyle/>
          <a:p>
            <a:pPr marL="1944688" lvl="0" indent="-565150" algn="just" rtl="0">
              <a:lnSpc>
                <a:spcPct val="8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While inserting 6173, the address is Hash1(6173) = 6173 % 10 = 3 and 3 is not empty</a:t>
            </a:r>
            <a:endParaRPr/>
          </a:p>
          <a:p>
            <a:pPr marL="1944688" lvl="0" indent="-565150" algn="just" rtl="0">
              <a:lnSpc>
                <a:spcPct val="8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 Let us use double hashing. Hence the address is as follows:</a:t>
            </a:r>
            <a:endParaRPr/>
          </a:p>
          <a:p>
            <a:pPr marL="1944688" lvl="0" indent="-565150" algn="just" rtl="0">
              <a:lnSpc>
                <a:spcPct val="8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		Hash(6173) = [Hash1(6173) + Hash2(6173)] % 10= 3 + (R − 6173 % R) ( let R be 7)= 3+ (7 − 6) = 4 	Since 4 is empty, we store 6173 at location 4</a:t>
            </a:r>
            <a:endParaRPr/>
          </a:p>
          <a:p>
            <a:pPr marL="1944688" lvl="0" indent="-565150" algn="just" rtl="0">
              <a:lnSpc>
                <a:spcPct val="8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Now let us store 4344. The address 4344 % 10 = 4 and as location 4 is not empty, we use double hashing and we get Hash(4344) = 7</a:t>
            </a:r>
            <a:endParaRPr/>
          </a:p>
          <a:p>
            <a:pPr marL="1944688" lvl="0" indent="-565150" algn="just" rtl="0">
              <a:lnSpc>
                <a:spcPct val="8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Now for 9699 double hashing generates address 2 and as it is empty, we store it there.</a:t>
            </a:r>
            <a:endParaRPr/>
          </a:p>
          <a:p>
            <a:pPr marL="1944688" lvl="0" indent="-565150" algn="just" rtl="0">
              <a:lnSpc>
                <a:spcPct val="8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For key 1889, double hashing generates address 0 and as it is empty, we store 1889 at location 0</a:t>
            </a:r>
            <a:endParaRPr/>
          </a:p>
          <a:p>
            <a:pPr marL="457200" marR="0" lvl="0" indent="-228600" algn="l" rtl="0">
              <a:lnSpc>
                <a:spcPct val="90000"/>
              </a:lnSpc>
              <a:spcBef>
                <a:spcPts val="1200"/>
              </a:spcBef>
              <a:spcAft>
                <a:spcPts val="0"/>
              </a:spcAft>
              <a:buClr>
                <a:schemeClr val="accent1"/>
              </a:buClr>
              <a:buSzPts val="2000"/>
              <a:buFont typeface="Calibri"/>
              <a:buNone/>
            </a:pPr>
            <a:endParaRPr sz="2400">
              <a:latin typeface="Times New Roman"/>
              <a:ea typeface="Times New Roman"/>
              <a:cs typeface="Times New Roman"/>
              <a:sym typeface="Times New Roman"/>
            </a:endParaRPr>
          </a:p>
        </p:txBody>
      </p:sp>
      <p:pic>
        <p:nvPicPr>
          <p:cNvPr id="957" name="Google Shape;957;p71"/>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6">
                                            <p:txEl>
                                              <p:pRg st="0" end="0"/>
                                            </p:txEl>
                                          </p:spTgt>
                                        </p:tgtEl>
                                        <p:attrNameLst>
                                          <p:attrName>style.visibility</p:attrName>
                                        </p:attrNameLst>
                                      </p:cBhvr>
                                      <p:to>
                                        <p:strVal val="visible"/>
                                      </p:to>
                                    </p:set>
                                    <p:animEffect transition="in" filter="fade">
                                      <p:cBhvr>
                                        <p:cTn id="7" dur="500"/>
                                        <p:tgtEl>
                                          <p:spTgt spid="9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6">
                                            <p:txEl>
                                              <p:pRg st="1" end="1"/>
                                            </p:txEl>
                                          </p:spTgt>
                                        </p:tgtEl>
                                        <p:attrNameLst>
                                          <p:attrName>style.visibility</p:attrName>
                                        </p:attrNameLst>
                                      </p:cBhvr>
                                      <p:to>
                                        <p:strVal val="visible"/>
                                      </p:to>
                                    </p:set>
                                    <p:animEffect transition="in" filter="fade">
                                      <p:cBhvr>
                                        <p:cTn id="12" dur="500"/>
                                        <p:tgtEl>
                                          <p:spTgt spid="9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56">
                                            <p:txEl>
                                              <p:pRg st="2" end="2"/>
                                            </p:txEl>
                                          </p:spTgt>
                                        </p:tgtEl>
                                        <p:attrNameLst>
                                          <p:attrName>style.visibility</p:attrName>
                                        </p:attrNameLst>
                                      </p:cBhvr>
                                      <p:to>
                                        <p:strVal val="visible"/>
                                      </p:to>
                                    </p:set>
                                    <p:animEffect transition="in" filter="fade">
                                      <p:cBhvr>
                                        <p:cTn id="17" dur="500"/>
                                        <p:tgtEl>
                                          <p:spTgt spid="9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56">
                                            <p:txEl>
                                              <p:pRg st="3" end="3"/>
                                            </p:txEl>
                                          </p:spTgt>
                                        </p:tgtEl>
                                        <p:attrNameLst>
                                          <p:attrName>style.visibility</p:attrName>
                                        </p:attrNameLst>
                                      </p:cBhvr>
                                      <p:to>
                                        <p:strVal val="visible"/>
                                      </p:to>
                                    </p:set>
                                    <p:animEffect transition="in" filter="fade">
                                      <p:cBhvr>
                                        <p:cTn id="22" dur="500"/>
                                        <p:tgtEl>
                                          <p:spTgt spid="9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56">
                                            <p:txEl>
                                              <p:pRg st="4" end="4"/>
                                            </p:txEl>
                                          </p:spTgt>
                                        </p:tgtEl>
                                        <p:attrNameLst>
                                          <p:attrName>style.visibility</p:attrName>
                                        </p:attrNameLst>
                                      </p:cBhvr>
                                      <p:to>
                                        <p:strVal val="visible"/>
                                      </p:to>
                                    </p:set>
                                    <p:animEffect transition="in" filter="fade">
                                      <p:cBhvr>
                                        <p:cTn id="27" dur="500"/>
                                        <p:tgtEl>
                                          <p:spTgt spid="95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56">
                                            <p:txEl>
                                              <p:pRg st="5" end="5"/>
                                            </p:txEl>
                                          </p:spTgt>
                                        </p:tgtEl>
                                        <p:attrNameLst>
                                          <p:attrName>style.visibility</p:attrName>
                                        </p:attrNameLst>
                                      </p:cBhvr>
                                      <p:to>
                                        <p:strVal val="visible"/>
                                      </p:to>
                                    </p:set>
                                    <p:animEffect transition="in" filter="fade">
                                      <p:cBhvr>
                                        <p:cTn id="32" dur="500"/>
                                        <p:tgtEl>
                                          <p:spTgt spid="95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56">
                                            <p:txEl>
                                              <p:pRg st="6" end="6"/>
                                            </p:txEl>
                                          </p:spTgt>
                                        </p:tgtEl>
                                        <p:attrNameLst>
                                          <p:attrName>style.visibility</p:attrName>
                                        </p:attrNameLst>
                                      </p:cBhvr>
                                      <p:to>
                                        <p:strVal val="visible"/>
                                      </p:to>
                                    </p:set>
                                    <p:animEffect transition="in" filter="fade">
                                      <p:cBhvr>
                                        <p:cTn id="37" dur="500"/>
                                        <p:tgtEl>
                                          <p:spTgt spid="95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72"/>
          <p:cNvSpPr txBox="1">
            <a:spLocks noGrp="1"/>
          </p:cNvSpPr>
          <p:nvPr>
            <p:ph type="title"/>
          </p:nvPr>
        </p:nvSpPr>
        <p:spPr>
          <a:xfrm>
            <a:off x="1631504" y="-15657"/>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Open addressing using double hash</a:t>
            </a:r>
            <a:endParaRPr>
              <a:solidFill>
                <a:srgbClr val="00B050"/>
              </a:solidFill>
              <a:latin typeface="Times New Roman"/>
              <a:ea typeface="Times New Roman"/>
              <a:cs typeface="Times New Roman"/>
              <a:sym typeface="Times New Roman"/>
            </a:endParaRPr>
          </a:p>
        </p:txBody>
      </p:sp>
      <p:graphicFrame>
        <p:nvGraphicFramePr>
          <p:cNvPr id="966" name="Google Shape;966;p72"/>
          <p:cNvGraphicFramePr/>
          <p:nvPr/>
        </p:nvGraphicFramePr>
        <p:xfrm>
          <a:off x="1464668" y="1981201"/>
          <a:ext cx="9632475" cy="4754990"/>
        </p:xfrm>
        <a:graphic>
          <a:graphicData uri="http://schemas.openxmlformats.org/drawingml/2006/table">
            <a:tbl>
              <a:tblPr firstRow="1" bandRow="1">
                <a:noFill/>
                <a:tableStyleId>{A454858E-DCAB-4BCF-8197-45F7E5E23E0C}</a:tableStyleId>
              </a:tblPr>
              <a:tblGrid>
                <a:gridCol w="1070275"/>
                <a:gridCol w="1070275"/>
                <a:gridCol w="1070275"/>
                <a:gridCol w="1070275"/>
                <a:gridCol w="1070275"/>
                <a:gridCol w="1070275"/>
                <a:gridCol w="1070275"/>
                <a:gridCol w="1070275"/>
                <a:gridCol w="1070275"/>
              </a:tblGrid>
              <a:tr h="936200">
                <a:tc>
                  <a:txBody>
                    <a:bodyPr/>
                    <a:lstStyle/>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Initially</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4371</a:t>
                      </a: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1323</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6173</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4199</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4344</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9699</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200"/>
                        <a:buFont typeface="Arial"/>
                        <a:buNone/>
                      </a:pPr>
                      <a:r>
                        <a:rPr lang="en-US" sz="2200" u="none" strike="noStrike" cap="none">
                          <a:solidFill>
                            <a:schemeClr val="dk1"/>
                          </a:solidFill>
                          <a:latin typeface="Times New Roman"/>
                          <a:ea typeface="Times New Roman"/>
                          <a:cs typeface="Times New Roman"/>
                          <a:sym typeface="Times New Roman"/>
                        </a:rPr>
                        <a:t>Insert 1889</a:t>
                      </a:r>
                      <a:endParaRPr sz="1400" u="none" strike="noStrike" cap="none"/>
                    </a:p>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chemeClr val="dk1"/>
                        </a:solidFill>
                        <a:latin typeface="Times New Roman"/>
                        <a:ea typeface="Times New Roman"/>
                        <a:cs typeface="Times New Roman"/>
                        <a:sym typeface="Times New Roman"/>
                      </a:endParaRPr>
                    </a:p>
                  </a:txBody>
                  <a:tcPr marL="91450" marR="91450" marT="45725" marB="45725"/>
                </a:tc>
              </a:tr>
              <a:tr h="3120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0</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1889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120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4371</a:t>
                      </a:r>
                      <a:endParaRPr sz="1400" u="none" strike="noStrike" cap="none"/>
                    </a:p>
                  </a:txBody>
                  <a:tcPr marL="91450" marR="91450" marT="45725" marB="45725"/>
                </a:tc>
              </a:tr>
              <a:tr h="3120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2</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9699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9699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120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1323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120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6173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6173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6173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6173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6173</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120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5</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120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6</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120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7</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4344</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4344</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4344</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120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8</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r h="31207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4199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4199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4199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latin typeface="Times New Roman"/>
                          <a:ea typeface="Times New Roman"/>
                          <a:cs typeface="Times New Roman"/>
                          <a:sym typeface="Times New Roman"/>
                        </a:rPr>
                        <a:t>4199</a:t>
                      </a:r>
                      <a:endParaRPr sz="1800" b="1" u="none" strike="noStrike" cap="none">
                        <a:solidFill>
                          <a:schemeClr val="dk1"/>
                        </a:solidFill>
                        <a:latin typeface="Times New Roman"/>
                        <a:ea typeface="Times New Roman"/>
                        <a:cs typeface="Times New Roman"/>
                        <a:sym typeface="Times New Roman"/>
                      </a:endParaRPr>
                    </a:p>
                  </a:txBody>
                  <a:tcPr marL="91450" marR="91450" marT="45725" marB="45725"/>
                </a:tc>
              </a:tr>
            </a:tbl>
          </a:graphicData>
        </a:graphic>
      </p:graphicFrame>
      <p:pic>
        <p:nvPicPr>
          <p:cNvPr id="967" name="Google Shape;967;p72"/>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7" name="Google Shape;977;p121"/>
          <p:cNvSpPr txBox="1">
            <a:spLocks noGrp="1"/>
          </p:cNvSpPr>
          <p:nvPr>
            <p:ph type="title"/>
          </p:nvPr>
        </p:nvSpPr>
        <p:spPr>
          <a:xfrm>
            <a:off x="2286000" y="0"/>
            <a:ext cx="7772400" cy="1143000"/>
          </a:xfrm>
          <a:prstGeom prst="rect">
            <a:avLst/>
          </a:prstGeom>
          <a:noFill/>
          <a:ln>
            <a:noFill/>
          </a:ln>
        </p:spPr>
        <p:txBody>
          <a:bodyPr spcFirstLastPara="1" wrap="square" lIns="91425" tIns="91425" rIns="91425" bIns="91425" anchor="b" anchorCtr="0">
            <a:noAutofit/>
          </a:bodyPr>
          <a:lstStyle/>
          <a:p>
            <a:pPr marL="0" marR="0" lvl="0" indent="0" algn="l" rtl="0">
              <a:lnSpc>
                <a:spcPct val="85000"/>
              </a:lnSpc>
              <a:spcBef>
                <a:spcPts val="0"/>
              </a:spcBef>
              <a:spcAft>
                <a:spcPts val="0"/>
              </a:spcAft>
              <a:buClr>
                <a:srgbClr val="3F3F3F"/>
              </a:buClr>
              <a:buSzPts val="4800"/>
              <a:buFont typeface="Calibri"/>
              <a:buNone/>
            </a:pPr>
            <a:r>
              <a:rPr lang="en-US"/>
              <a:t>Double Hashing Example</a:t>
            </a:r>
            <a:endParaRPr/>
          </a:p>
        </p:txBody>
      </p:sp>
      <p:sp>
        <p:nvSpPr>
          <p:cNvPr id="978" name="Google Shape;978;p121"/>
          <p:cNvSpPr txBox="1"/>
          <p:nvPr/>
        </p:nvSpPr>
        <p:spPr>
          <a:xfrm>
            <a:off x="1584326" y="6137276"/>
            <a:ext cx="780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probes:</a:t>
            </a:r>
            <a:endParaRPr sz="1400" b="0" i="0" u="none" strike="noStrike" cap="none">
              <a:solidFill>
                <a:srgbClr val="000000"/>
              </a:solidFill>
              <a:latin typeface="Arial"/>
              <a:ea typeface="Arial"/>
              <a:cs typeface="Arial"/>
              <a:sym typeface="Arial"/>
            </a:endParaRPr>
          </a:p>
        </p:txBody>
      </p:sp>
      <p:sp>
        <p:nvSpPr>
          <p:cNvPr id="979" name="Google Shape;979;p121"/>
          <p:cNvSpPr/>
          <p:nvPr/>
        </p:nvSpPr>
        <p:spPr>
          <a:xfrm>
            <a:off x="3143250" y="2238375"/>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14</a:t>
            </a:r>
            <a:endParaRPr sz="1400" b="0" i="0" u="none" strike="noStrike" cap="none">
              <a:solidFill>
                <a:srgbClr val="000000"/>
              </a:solidFill>
              <a:latin typeface="Arial"/>
              <a:ea typeface="Arial"/>
              <a:cs typeface="Arial"/>
              <a:sym typeface="Arial"/>
            </a:endParaRPr>
          </a:p>
        </p:txBody>
      </p:sp>
      <p:sp>
        <p:nvSpPr>
          <p:cNvPr id="980" name="Google Shape;980;p121"/>
          <p:cNvSpPr/>
          <p:nvPr/>
        </p:nvSpPr>
        <p:spPr>
          <a:xfrm>
            <a:off x="3143250" y="2759076"/>
            <a:ext cx="520800" cy="5175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1" name="Google Shape;981;p121"/>
          <p:cNvSpPr/>
          <p:nvPr/>
        </p:nvSpPr>
        <p:spPr>
          <a:xfrm>
            <a:off x="3143250" y="3276600"/>
            <a:ext cx="520800" cy="522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2" name="Google Shape;982;p121"/>
          <p:cNvSpPr/>
          <p:nvPr/>
        </p:nvSpPr>
        <p:spPr>
          <a:xfrm>
            <a:off x="3143250" y="4324350"/>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3" name="Google Shape;983;p121"/>
          <p:cNvSpPr/>
          <p:nvPr/>
        </p:nvSpPr>
        <p:spPr>
          <a:xfrm>
            <a:off x="3143250" y="4845051"/>
            <a:ext cx="520800" cy="519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121"/>
          <p:cNvSpPr/>
          <p:nvPr/>
        </p:nvSpPr>
        <p:spPr>
          <a:xfrm>
            <a:off x="3143250" y="5364164"/>
            <a:ext cx="520800" cy="522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Arial"/>
              <a:ea typeface="Arial"/>
              <a:cs typeface="Arial"/>
              <a:sym typeface="Arial"/>
            </a:endParaRPr>
          </a:p>
        </p:txBody>
      </p:sp>
      <p:sp>
        <p:nvSpPr>
          <p:cNvPr id="985" name="Google Shape;985;p121"/>
          <p:cNvSpPr/>
          <p:nvPr/>
        </p:nvSpPr>
        <p:spPr>
          <a:xfrm>
            <a:off x="3143250" y="3803650"/>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121"/>
          <p:cNvSpPr txBox="1"/>
          <p:nvPr/>
        </p:nvSpPr>
        <p:spPr>
          <a:xfrm>
            <a:off x="2906713" y="3752850"/>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987" name="Google Shape;987;p121"/>
          <p:cNvSpPr txBox="1"/>
          <p:nvPr/>
        </p:nvSpPr>
        <p:spPr>
          <a:xfrm>
            <a:off x="2906713" y="322738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988" name="Google Shape;988;p121"/>
          <p:cNvSpPr txBox="1"/>
          <p:nvPr/>
        </p:nvSpPr>
        <p:spPr>
          <a:xfrm>
            <a:off x="2906713" y="2711450"/>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989" name="Google Shape;989;p121"/>
          <p:cNvSpPr txBox="1"/>
          <p:nvPr/>
        </p:nvSpPr>
        <p:spPr>
          <a:xfrm>
            <a:off x="2906713" y="2193925"/>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990" name="Google Shape;990;p121"/>
          <p:cNvSpPr txBox="1"/>
          <p:nvPr/>
        </p:nvSpPr>
        <p:spPr>
          <a:xfrm>
            <a:off x="2900363" y="530383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991" name="Google Shape;991;p121"/>
          <p:cNvSpPr txBox="1"/>
          <p:nvPr/>
        </p:nvSpPr>
        <p:spPr>
          <a:xfrm>
            <a:off x="2900363" y="4786313"/>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992" name="Google Shape;992;p121"/>
          <p:cNvSpPr txBox="1"/>
          <p:nvPr/>
        </p:nvSpPr>
        <p:spPr>
          <a:xfrm>
            <a:off x="2900363" y="426878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993" name="Google Shape;993;p121"/>
          <p:cNvSpPr txBox="1"/>
          <p:nvPr/>
        </p:nvSpPr>
        <p:spPr>
          <a:xfrm>
            <a:off x="2652714" y="990601"/>
            <a:ext cx="12732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insert(</a:t>
            </a:r>
            <a:r>
              <a:rPr lang="en-US" sz="1400" b="0" i="0" u="none" strike="noStrike" cap="none">
                <a:solidFill>
                  <a:srgbClr val="FF0000"/>
                </a:solidFill>
                <a:latin typeface="Arial"/>
                <a:ea typeface="Arial"/>
                <a:cs typeface="Arial"/>
                <a:sym typeface="Arial"/>
              </a:rPr>
              <a:t>14</a:t>
            </a:r>
            <a:r>
              <a:rPr lang="en-US"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14%7 = 0</a:t>
            </a:r>
            <a:endParaRPr sz="1400" b="0" i="0" u="none" strike="noStrike" cap="none">
              <a:solidFill>
                <a:srgbClr val="000000"/>
              </a:solidFill>
              <a:latin typeface="Arial"/>
              <a:ea typeface="Arial"/>
              <a:cs typeface="Arial"/>
              <a:sym typeface="Arial"/>
            </a:endParaRPr>
          </a:p>
        </p:txBody>
      </p:sp>
      <p:sp>
        <p:nvSpPr>
          <p:cNvPr id="994" name="Google Shape;994;p121"/>
          <p:cNvSpPr txBox="1"/>
          <p:nvPr/>
        </p:nvSpPr>
        <p:spPr>
          <a:xfrm>
            <a:off x="3248025" y="6000751"/>
            <a:ext cx="284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995" name="Google Shape;995;p121"/>
          <p:cNvSpPr/>
          <p:nvPr/>
        </p:nvSpPr>
        <p:spPr>
          <a:xfrm>
            <a:off x="4556125" y="2238375"/>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14</a:t>
            </a:r>
            <a:endParaRPr sz="1400" b="0" i="0" u="none" strike="noStrike" cap="none">
              <a:solidFill>
                <a:srgbClr val="000000"/>
              </a:solidFill>
              <a:latin typeface="Arial"/>
              <a:ea typeface="Arial"/>
              <a:cs typeface="Arial"/>
              <a:sym typeface="Arial"/>
            </a:endParaRPr>
          </a:p>
        </p:txBody>
      </p:sp>
      <p:sp>
        <p:nvSpPr>
          <p:cNvPr id="996" name="Google Shape;996;p121"/>
          <p:cNvSpPr/>
          <p:nvPr/>
        </p:nvSpPr>
        <p:spPr>
          <a:xfrm>
            <a:off x="4556125" y="2759076"/>
            <a:ext cx="520800" cy="5175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8</a:t>
            </a:r>
            <a:endParaRPr sz="1400" b="0" i="0" u="none" strike="noStrike" cap="none">
              <a:solidFill>
                <a:srgbClr val="000000"/>
              </a:solidFill>
              <a:latin typeface="Arial"/>
              <a:ea typeface="Arial"/>
              <a:cs typeface="Arial"/>
              <a:sym typeface="Arial"/>
            </a:endParaRPr>
          </a:p>
        </p:txBody>
      </p:sp>
      <p:sp>
        <p:nvSpPr>
          <p:cNvPr id="997" name="Google Shape;997;p121"/>
          <p:cNvSpPr/>
          <p:nvPr/>
        </p:nvSpPr>
        <p:spPr>
          <a:xfrm>
            <a:off x="4556125" y="4324350"/>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p121"/>
          <p:cNvSpPr/>
          <p:nvPr/>
        </p:nvSpPr>
        <p:spPr>
          <a:xfrm>
            <a:off x="4556125" y="4845051"/>
            <a:ext cx="520800" cy="519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Arial"/>
              <a:ea typeface="Arial"/>
              <a:cs typeface="Arial"/>
              <a:sym typeface="Arial"/>
            </a:endParaRPr>
          </a:p>
        </p:txBody>
      </p:sp>
      <p:sp>
        <p:nvSpPr>
          <p:cNvPr id="999" name="Google Shape;999;p121"/>
          <p:cNvSpPr/>
          <p:nvPr/>
        </p:nvSpPr>
        <p:spPr>
          <a:xfrm>
            <a:off x="4556125" y="5364164"/>
            <a:ext cx="520800" cy="522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0" name="Google Shape;1000;p121"/>
          <p:cNvSpPr/>
          <p:nvPr/>
        </p:nvSpPr>
        <p:spPr>
          <a:xfrm>
            <a:off x="4556125" y="3803650"/>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1" name="Google Shape;1001;p121"/>
          <p:cNvSpPr txBox="1"/>
          <p:nvPr/>
        </p:nvSpPr>
        <p:spPr>
          <a:xfrm>
            <a:off x="4318000" y="3752850"/>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002" name="Google Shape;1002;p121"/>
          <p:cNvSpPr txBox="1"/>
          <p:nvPr/>
        </p:nvSpPr>
        <p:spPr>
          <a:xfrm>
            <a:off x="4318000" y="322738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003" name="Google Shape;1003;p121"/>
          <p:cNvSpPr txBox="1"/>
          <p:nvPr/>
        </p:nvSpPr>
        <p:spPr>
          <a:xfrm>
            <a:off x="4318000" y="2711450"/>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004" name="Google Shape;1004;p121"/>
          <p:cNvSpPr txBox="1"/>
          <p:nvPr/>
        </p:nvSpPr>
        <p:spPr>
          <a:xfrm>
            <a:off x="4318000" y="2193925"/>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1005" name="Google Shape;1005;p121"/>
          <p:cNvSpPr txBox="1"/>
          <p:nvPr/>
        </p:nvSpPr>
        <p:spPr>
          <a:xfrm>
            <a:off x="4311650" y="530383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1006" name="Google Shape;1006;p121"/>
          <p:cNvSpPr txBox="1"/>
          <p:nvPr/>
        </p:nvSpPr>
        <p:spPr>
          <a:xfrm>
            <a:off x="4311650" y="4786313"/>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1007" name="Google Shape;1007;p121"/>
          <p:cNvSpPr txBox="1"/>
          <p:nvPr/>
        </p:nvSpPr>
        <p:spPr>
          <a:xfrm>
            <a:off x="4311650" y="426878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008" name="Google Shape;1008;p121"/>
          <p:cNvSpPr txBox="1"/>
          <p:nvPr/>
        </p:nvSpPr>
        <p:spPr>
          <a:xfrm>
            <a:off x="4144963" y="990601"/>
            <a:ext cx="11304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insert(</a:t>
            </a:r>
            <a:r>
              <a:rPr lang="en-US" sz="1400" b="0" i="0" u="none" strike="noStrike" cap="none">
                <a:solidFill>
                  <a:srgbClr val="FF0000"/>
                </a:solidFill>
                <a:latin typeface="Arial"/>
                <a:ea typeface="Arial"/>
                <a:cs typeface="Arial"/>
                <a:sym typeface="Arial"/>
              </a:rPr>
              <a:t>8</a:t>
            </a:r>
            <a:r>
              <a:rPr lang="en-US"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8%7 = 1</a:t>
            </a:r>
            <a:endParaRPr sz="1400" b="0" i="0" u="none" strike="noStrike" cap="none">
              <a:solidFill>
                <a:srgbClr val="000000"/>
              </a:solidFill>
              <a:latin typeface="Arial"/>
              <a:ea typeface="Arial"/>
              <a:cs typeface="Arial"/>
              <a:sym typeface="Arial"/>
            </a:endParaRPr>
          </a:p>
        </p:txBody>
      </p:sp>
      <p:sp>
        <p:nvSpPr>
          <p:cNvPr id="1009" name="Google Shape;1009;p121"/>
          <p:cNvSpPr txBox="1"/>
          <p:nvPr/>
        </p:nvSpPr>
        <p:spPr>
          <a:xfrm>
            <a:off x="4659313" y="6000751"/>
            <a:ext cx="284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010" name="Google Shape;1010;p121"/>
          <p:cNvSpPr/>
          <p:nvPr/>
        </p:nvSpPr>
        <p:spPr>
          <a:xfrm>
            <a:off x="5973764" y="2238375"/>
            <a:ext cx="5223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14</a:t>
            </a:r>
            <a:endParaRPr sz="1400" b="0" i="0" u="none" strike="noStrike" cap="none">
              <a:solidFill>
                <a:srgbClr val="000000"/>
              </a:solidFill>
              <a:latin typeface="Arial"/>
              <a:ea typeface="Arial"/>
              <a:cs typeface="Arial"/>
              <a:sym typeface="Arial"/>
            </a:endParaRPr>
          </a:p>
        </p:txBody>
      </p:sp>
      <p:sp>
        <p:nvSpPr>
          <p:cNvPr id="1011" name="Google Shape;1011;p121"/>
          <p:cNvSpPr/>
          <p:nvPr/>
        </p:nvSpPr>
        <p:spPr>
          <a:xfrm>
            <a:off x="5973764" y="2759076"/>
            <a:ext cx="522300" cy="5175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8</a:t>
            </a:r>
            <a:endParaRPr sz="1400" b="0" i="0" u="none" strike="noStrike" cap="none">
              <a:solidFill>
                <a:srgbClr val="000000"/>
              </a:solidFill>
              <a:latin typeface="Arial"/>
              <a:ea typeface="Arial"/>
              <a:cs typeface="Arial"/>
              <a:sym typeface="Arial"/>
            </a:endParaRPr>
          </a:p>
        </p:txBody>
      </p:sp>
      <p:sp>
        <p:nvSpPr>
          <p:cNvPr id="1012" name="Google Shape;1012;p121"/>
          <p:cNvSpPr/>
          <p:nvPr/>
        </p:nvSpPr>
        <p:spPr>
          <a:xfrm>
            <a:off x="5973764" y="3276600"/>
            <a:ext cx="522300" cy="522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3" name="Google Shape;1013;p121"/>
          <p:cNvSpPr/>
          <p:nvPr/>
        </p:nvSpPr>
        <p:spPr>
          <a:xfrm>
            <a:off x="5973764" y="4324350"/>
            <a:ext cx="5223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21</a:t>
            </a:r>
            <a:endParaRPr sz="1400" b="0" i="0" u="none" strike="noStrike" cap="none">
              <a:solidFill>
                <a:srgbClr val="000000"/>
              </a:solidFill>
              <a:latin typeface="Arial"/>
              <a:ea typeface="Arial"/>
              <a:cs typeface="Arial"/>
              <a:sym typeface="Arial"/>
            </a:endParaRPr>
          </a:p>
        </p:txBody>
      </p:sp>
      <p:sp>
        <p:nvSpPr>
          <p:cNvPr id="1014" name="Google Shape;1014;p121"/>
          <p:cNvSpPr/>
          <p:nvPr/>
        </p:nvSpPr>
        <p:spPr>
          <a:xfrm>
            <a:off x="5973764" y="5364164"/>
            <a:ext cx="522300" cy="522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5" name="Google Shape;1015;p121"/>
          <p:cNvSpPr/>
          <p:nvPr/>
        </p:nvSpPr>
        <p:spPr>
          <a:xfrm>
            <a:off x="5973764" y="3803650"/>
            <a:ext cx="5223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6" name="Google Shape;1016;p121"/>
          <p:cNvSpPr txBox="1"/>
          <p:nvPr/>
        </p:nvSpPr>
        <p:spPr>
          <a:xfrm>
            <a:off x="5737225" y="3752850"/>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017" name="Google Shape;1017;p121"/>
          <p:cNvSpPr txBox="1"/>
          <p:nvPr/>
        </p:nvSpPr>
        <p:spPr>
          <a:xfrm>
            <a:off x="5737225" y="322738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018" name="Google Shape;1018;p121"/>
          <p:cNvSpPr txBox="1"/>
          <p:nvPr/>
        </p:nvSpPr>
        <p:spPr>
          <a:xfrm>
            <a:off x="5737225" y="2711450"/>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019" name="Google Shape;1019;p121"/>
          <p:cNvSpPr txBox="1"/>
          <p:nvPr/>
        </p:nvSpPr>
        <p:spPr>
          <a:xfrm>
            <a:off x="5737225" y="2193925"/>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1020" name="Google Shape;1020;p121"/>
          <p:cNvSpPr txBox="1"/>
          <p:nvPr/>
        </p:nvSpPr>
        <p:spPr>
          <a:xfrm>
            <a:off x="5730875" y="530383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1021" name="Google Shape;1021;p121"/>
          <p:cNvSpPr txBox="1"/>
          <p:nvPr/>
        </p:nvSpPr>
        <p:spPr>
          <a:xfrm>
            <a:off x="5730875" y="4786313"/>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1022" name="Google Shape;1022;p121"/>
          <p:cNvSpPr txBox="1"/>
          <p:nvPr/>
        </p:nvSpPr>
        <p:spPr>
          <a:xfrm>
            <a:off x="5730875" y="426878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023" name="Google Shape;1023;p121"/>
          <p:cNvSpPr txBox="1"/>
          <p:nvPr/>
        </p:nvSpPr>
        <p:spPr>
          <a:xfrm>
            <a:off x="5457825" y="990600"/>
            <a:ext cx="15297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insert(</a:t>
            </a:r>
            <a:r>
              <a:rPr lang="en-US" sz="1400" b="0" i="0" u="none" strike="noStrike" cap="none">
                <a:solidFill>
                  <a:srgbClr val="FF0000"/>
                </a:solidFill>
                <a:latin typeface="Arial"/>
                <a:ea typeface="Arial"/>
                <a:cs typeface="Arial"/>
                <a:sym typeface="Arial"/>
              </a:rPr>
              <a:t>21</a:t>
            </a:r>
            <a:r>
              <a:rPr lang="en-US"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21%7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5-(21%5)=4</a:t>
            </a:r>
            <a:endParaRPr sz="1400" b="0" i="0" u="none" strike="noStrike" cap="none">
              <a:solidFill>
                <a:srgbClr val="000000"/>
              </a:solidFill>
              <a:latin typeface="Arial"/>
              <a:ea typeface="Arial"/>
              <a:cs typeface="Arial"/>
              <a:sym typeface="Arial"/>
            </a:endParaRPr>
          </a:p>
        </p:txBody>
      </p:sp>
      <p:sp>
        <p:nvSpPr>
          <p:cNvPr id="1024" name="Google Shape;1024;p121"/>
          <p:cNvSpPr txBox="1"/>
          <p:nvPr/>
        </p:nvSpPr>
        <p:spPr>
          <a:xfrm>
            <a:off x="6078538" y="6000751"/>
            <a:ext cx="284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025" name="Google Shape;1025;p121"/>
          <p:cNvSpPr/>
          <p:nvPr/>
        </p:nvSpPr>
        <p:spPr>
          <a:xfrm>
            <a:off x="7391400" y="2759076"/>
            <a:ext cx="520800" cy="5175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8</a:t>
            </a:r>
            <a:endParaRPr sz="1400" b="0" i="0" u="none" strike="noStrike" cap="none">
              <a:solidFill>
                <a:srgbClr val="000000"/>
              </a:solidFill>
              <a:latin typeface="Arial"/>
              <a:ea typeface="Arial"/>
              <a:cs typeface="Arial"/>
              <a:sym typeface="Arial"/>
            </a:endParaRPr>
          </a:p>
        </p:txBody>
      </p:sp>
      <p:sp>
        <p:nvSpPr>
          <p:cNvPr id="1026" name="Google Shape;1026;p121"/>
          <p:cNvSpPr/>
          <p:nvPr/>
        </p:nvSpPr>
        <p:spPr>
          <a:xfrm>
            <a:off x="7391400" y="3276600"/>
            <a:ext cx="520800" cy="522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027" name="Google Shape;1027;p121"/>
          <p:cNvSpPr/>
          <p:nvPr/>
        </p:nvSpPr>
        <p:spPr>
          <a:xfrm>
            <a:off x="7391400" y="4324350"/>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21</a:t>
            </a:r>
            <a:endParaRPr sz="1400" b="0" i="0" u="none" strike="noStrike" cap="none">
              <a:solidFill>
                <a:srgbClr val="000000"/>
              </a:solidFill>
              <a:latin typeface="Arial"/>
              <a:ea typeface="Arial"/>
              <a:cs typeface="Arial"/>
              <a:sym typeface="Arial"/>
            </a:endParaRPr>
          </a:p>
        </p:txBody>
      </p:sp>
      <p:sp>
        <p:nvSpPr>
          <p:cNvPr id="1028" name="Google Shape;1028;p121"/>
          <p:cNvSpPr/>
          <p:nvPr/>
        </p:nvSpPr>
        <p:spPr>
          <a:xfrm>
            <a:off x="7391400" y="4845051"/>
            <a:ext cx="520800" cy="519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9" name="Google Shape;1029;p121"/>
          <p:cNvSpPr/>
          <p:nvPr/>
        </p:nvSpPr>
        <p:spPr>
          <a:xfrm>
            <a:off x="7391400" y="5364164"/>
            <a:ext cx="520800" cy="522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0" name="Google Shape;1030;p121"/>
          <p:cNvSpPr/>
          <p:nvPr/>
        </p:nvSpPr>
        <p:spPr>
          <a:xfrm>
            <a:off x="7391400" y="3803650"/>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1" name="Google Shape;1031;p121"/>
          <p:cNvSpPr txBox="1"/>
          <p:nvPr/>
        </p:nvSpPr>
        <p:spPr>
          <a:xfrm>
            <a:off x="7153275" y="3752850"/>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032" name="Google Shape;1032;p121"/>
          <p:cNvSpPr txBox="1"/>
          <p:nvPr/>
        </p:nvSpPr>
        <p:spPr>
          <a:xfrm>
            <a:off x="7153275" y="322738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033" name="Google Shape;1033;p121"/>
          <p:cNvSpPr txBox="1"/>
          <p:nvPr/>
        </p:nvSpPr>
        <p:spPr>
          <a:xfrm>
            <a:off x="7153275" y="2711450"/>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034" name="Google Shape;1034;p121"/>
          <p:cNvSpPr txBox="1"/>
          <p:nvPr/>
        </p:nvSpPr>
        <p:spPr>
          <a:xfrm>
            <a:off x="7153275" y="2193925"/>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1035" name="Google Shape;1035;p121"/>
          <p:cNvSpPr txBox="1"/>
          <p:nvPr/>
        </p:nvSpPr>
        <p:spPr>
          <a:xfrm>
            <a:off x="7148513" y="530383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1036" name="Google Shape;1036;p121"/>
          <p:cNvSpPr txBox="1"/>
          <p:nvPr/>
        </p:nvSpPr>
        <p:spPr>
          <a:xfrm>
            <a:off x="7148513" y="4786313"/>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1037" name="Google Shape;1037;p121"/>
          <p:cNvSpPr txBox="1"/>
          <p:nvPr/>
        </p:nvSpPr>
        <p:spPr>
          <a:xfrm>
            <a:off x="7148513" y="426878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038" name="Google Shape;1038;p121"/>
          <p:cNvSpPr txBox="1"/>
          <p:nvPr/>
        </p:nvSpPr>
        <p:spPr>
          <a:xfrm>
            <a:off x="6980238" y="990601"/>
            <a:ext cx="11304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insert(</a:t>
            </a:r>
            <a:r>
              <a:rPr lang="en-US" sz="1400" b="0" i="0" u="none" strike="noStrike" cap="none">
                <a:solidFill>
                  <a:srgbClr val="FF0000"/>
                </a:solidFill>
                <a:latin typeface="Arial"/>
                <a:ea typeface="Arial"/>
                <a:cs typeface="Arial"/>
                <a:sym typeface="Arial"/>
              </a:rPr>
              <a:t>2</a:t>
            </a:r>
            <a:r>
              <a:rPr lang="en-US"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2%7 = 2</a:t>
            </a:r>
            <a:endParaRPr sz="1400" b="0" i="0" u="none" strike="noStrike" cap="none">
              <a:solidFill>
                <a:srgbClr val="000000"/>
              </a:solidFill>
              <a:latin typeface="Arial"/>
              <a:ea typeface="Arial"/>
              <a:cs typeface="Arial"/>
              <a:sym typeface="Arial"/>
            </a:endParaRPr>
          </a:p>
        </p:txBody>
      </p:sp>
      <p:sp>
        <p:nvSpPr>
          <p:cNvPr id="1039" name="Google Shape;1039;p121"/>
          <p:cNvSpPr txBox="1"/>
          <p:nvPr/>
        </p:nvSpPr>
        <p:spPr>
          <a:xfrm>
            <a:off x="7496175" y="6000751"/>
            <a:ext cx="284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040" name="Google Shape;1040;p121"/>
          <p:cNvSpPr/>
          <p:nvPr/>
        </p:nvSpPr>
        <p:spPr>
          <a:xfrm>
            <a:off x="4556125" y="3276600"/>
            <a:ext cx="520800" cy="522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Arial"/>
              <a:ea typeface="Arial"/>
              <a:cs typeface="Arial"/>
              <a:sym typeface="Arial"/>
            </a:endParaRPr>
          </a:p>
        </p:txBody>
      </p:sp>
      <p:sp>
        <p:nvSpPr>
          <p:cNvPr id="1041" name="Google Shape;1041;p121"/>
          <p:cNvSpPr/>
          <p:nvPr/>
        </p:nvSpPr>
        <p:spPr>
          <a:xfrm>
            <a:off x="5973764" y="4845051"/>
            <a:ext cx="522300" cy="519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2" name="Google Shape;1042;p121"/>
          <p:cNvSpPr/>
          <p:nvPr/>
        </p:nvSpPr>
        <p:spPr>
          <a:xfrm>
            <a:off x="7391400" y="2238375"/>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14</a:t>
            </a:r>
            <a:endParaRPr sz="1400" b="0" i="0" u="none" strike="noStrike" cap="none">
              <a:solidFill>
                <a:srgbClr val="000000"/>
              </a:solidFill>
              <a:latin typeface="Arial"/>
              <a:ea typeface="Arial"/>
              <a:cs typeface="Arial"/>
              <a:sym typeface="Arial"/>
            </a:endParaRPr>
          </a:p>
        </p:txBody>
      </p:sp>
      <p:sp>
        <p:nvSpPr>
          <p:cNvPr id="1043" name="Google Shape;1043;p121"/>
          <p:cNvSpPr/>
          <p:nvPr/>
        </p:nvSpPr>
        <p:spPr>
          <a:xfrm>
            <a:off x="8896350" y="2778126"/>
            <a:ext cx="520800" cy="5175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8</a:t>
            </a:r>
            <a:endParaRPr sz="1400" b="0" i="0" u="none" strike="noStrike" cap="none">
              <a:solidFill>
                <a:srgbClr val="000000"/>
              </a:solidFill>
              <a:latin typeface="Arial"/>
              <a:ea typeface="Arial"/>
              <a:cs typeface="Arial"/>
              <a:sym typeface="Arial"/>
            </a:endParaRPr>
          </a:p>
        </p:txBody>
      </p:sp>
      <p:sp>
        <p:nvSpPr>
          <p:cNvPr id="1044" name="Google Shape;1044;p121"/>
          <p:cNvSpPr/>
          <p:nvPr/>
        </p:nvSpPr>
        <p:spPr>
          <a:xfrm>
            <a:off x="8896350" y="3295650"/>
            <a:ext cx="520800" cy="522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045" name="Google Shape;1045;p121"/>
          <p:cNvSpPr/>
          <p:nvPr/>
        </p:nvSpPr>
        <p:spPr>
          <a:xfrm>
            <a:off x="8896350" y="4343400"/>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21</a:t>
            </a:r>
            <a:endParaRPr sz="1400" b="0" i="0" u="none" strike="noStrike" cap="none">
              <a:solidFill>
                <a:srgbClr val="000000"/>
              </a:solidFill>
              <a:latin typeface="Arial"/>
              <a:ea typeface="Arial"/>
              <a:cs typeface="Arial"/>
              <a:sym typeface="Arial"/>
            </a:endParaRPr>
          </a:p>
        </p:txBody>
      </p:sp>
      <p:sp>
        <p:nvSpPr>
          <p:cNvPr id="1046" name="Google Shape;1046;p121"/>
          <p:cNvSpPr/>
          <p:nvPr/>
        </p:nvSpPr>
        <p:spPr>
          <a:xfrm>
            <a:off x="8896350" y="4864101"/>
            <a:ext cx="520800" cy="519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7" name="Google Shape;1047;p121"/>
          <p:cNvSpPr/>
          <p:nvPr/>
        </p:nvSpPr>
        <p:spPr>
          <a:xfrm>
            <a:off x="8896350" y="5383214"/>
            <a:ext cx="520800" cy="522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8" name="Google Shape;1048;p121"/>
          <p:cNvSpPr/>
          <p:nvPr/>
        </p:nvSpPr>
        <p:spPr>
          <a:xfrm>
            <a:off x="8896350" y="3822700"/>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7</a:t>
            </a:r>
            <a:endParaRPr sz="1400" b="0" i="0" u="none" strike="noStrike" cap="none">
              <a:solidFill>
                <a:srgbClr val="000000"/>
              </a:solidFill>
              <a:latin typeface="Arial"/>
              <a:ea typeface="Arial"/>
              <a:cs typeface="Arial"/>
              <a:sym typeface="Arial"/>
            </a:endParaRPr>
          </a:p>
        </p:txBody>
      </p:sp>
      <p:sp>
        <p:nvSpPr>
          <p:cNvPr id="1049" name="Google Shape;1049;p121"/>
          <p:cNvSpPr txBox="1"/>
          <p:nvPr/>
        </p:nvSpPr>
        <p:spPr>
          <a:xfrm>
            <a:off x="8658225" y="3771900"/>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050" name="Google Shape;1050;p121"/>
          <p:cNvSpPr txBox="1"/>
          <p:nvPr/>
        </p:nvSpPr>
        <p:spPr>
          <a:xfrm>
            <a:off x="8658225" y="324643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051" name="Google Shape;1051;p121"/>
          <p:cNvSpPr txBox="1"/>
          <p:nvPr/>
        </p:nvSpPr>
        <p:spPr>
          <a:xfrm>
            <a:off x="8658225" y="2730500"/>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052" name="Google Shape;1052;p121"/>
          <p:cNvSpPr txBox="1"/>
          <p:nvPr/>
        </p:nvSpPr>
        <p:spPr>
          <a:xfrm>
            <a:off x="8658225" y="2212975"/>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1053" name="Google Shape;1053;p121"/>
          <p:cNvSpPr txBox="1"/>
          <p:nvPr/>
        </p:nvSpPr>
        <p:spPr>
          <a:xfrm>
            <a:off x="8653463" y="532288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1054" name="Google Shape;1054;p121"/>
          <p:cNvSpPr txBox="1"/>
          <p:nvPr/>
        </p:nvSpPr>
        <p:spPr>
          <a:xfrm>
            <a:off x="8653463" y="4805363"/>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1055" name="Google Shape;1055;p121"/>
          <p:cNvSpPr txBox="1"/>
          <p:nvPr/>
        </p:nvSpPr>
        <p:spPr>
          <a:xfrm>
            <a:off x="8653463" y="4287838"/>
            <a:ext cx="31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056" name="Google Shape;1056;p121"/>
          <p:cNvSpPr txBox="1"/>
          <p:nvPr/>
        </p:nvSpPr>
        <p:spPr>
          <a:xfrm>
            <a:off x="8379138" y="1346213"/>
            <a:ext cx="15297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7%7 =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5-(7%5)=3</a:t>
            </a:r>
            <a:endParaRPr sz="1400" b="0" i="0" u="none" strike="noStrike" cap="none">
              <a:solidFill>
                <a:srgbClr val="000000"/>
              </a:solidFill>
              <a:latin typeface="Arial"/>
              <a:ea typeface="Arial"/>
              <a:cs typeface="Arial"/>
              <a:sym typeface="Arial"/>
            </a:endParaRPr>
          </a:p>
        </p:txBody>
      </p:sp>
      <p:sp>
        <p:nvSpPr>
          <p:cNvPr id="1057" name="Google Shape;1057;p121"/>
          <p:cNvSpPr/>
          <p:nvPr/>
        </p:nvSpPr>
        <p:spPr>
          <a:xfrm>
            <a:off x="8896350" y="2257425"/>
            <a:ext cx="520800" cy="520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14</a:t>
            </a:r>
            <a:endParaRPr sz="1400" b="0" i="0" u="none" strike="noStrike" cap="none">
              <a:solidFill>
                <a:srgbClr val="000000"/>
              </a:solidFill>
              <a:latin typeface="Arial"/>
              <a:ea typeface="Arial"/>
              <a:cs typeface="Arial"/>
              <a:sym typeface="Arial"/>
            </a:endParaRPr>
          </a:p>
        </p:txBody>
      </p:sp>
      <p:sp>
        <p:nvSpPr>
          <p:cNvPr id="1058" name="Google Shape;1058;p121"/>
          <p:cNvSpPr txBox="1"/>
          <p:nvPr/>
        </p:nvSpPr>
        <p:spPr>
          <a:xfrm>
            <a:off x="8839200" y="6019801"/>
            <a:ext cx="6096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059" name="Google Shape;1059;p121"/>
          <p:cNvSpPr txBox="1"/>
          <p:nvPr/>
        </p:nvSpPr>
        <p:spPr>
          <a:xfrm>
            <a:off x="8658225" y="990600"/>
            <a:ext cx="1529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insert(</a:t>
            </a:r>
            <a:r>
              <a:rPr lang="en-US" sz="1400" b="0" i="0" u="none" strike="noStrike" cap="none">
                <a:solidFill>
                  <a:srgbClr val="FF0000"/>
                </a:solidFill>
                <a:latin typeface="Arial"/>
                <a:ea typeface="Arial"/>
                <a:cs typeface="Arial"/>
                <a:sym typeface="Arial"/>
              </a:rPr>
              <a:t>7</a:t>
            </a:r>
            <a:r>
              <a:rPr lang="en-US" sz="14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123"/>
          <p:cNvSpPr txBox="1">
            <a:spLocks noGrp="1"/>
          </p:cNvSpPr>
          <p:nvPr>
            <p:ph type="title"/>
          </p:nvPr>
        </p:nvSpPr>
        <p:spPr>
          <a:xfrm>
            <a:off x="1097280" y="625928"/>
            <a:ext cx="10058400" cy="1450800"/>
          </a:xfrm>
          <a:prstGeom prst="rect">
            <a:avLst/>
          </a:prstGeom>
          <a:noFill/>
          <a:ln>
            <a:noFill/>
          </a:ln>
        </p:spPr>
        <p:txBody>
          <a:bodyPr spcFirstLastPara="1" wrap="square" lIns="91425" tIns="91425" rIns="91425" bIns="91425" anchor="b" anchorCtr="0">
            <a:noAutofit/>
          </a:bodyPr>
          <a:lstStyle/>
          <a:p>
            <a:pPr marL="0" marR="0" lvl="0" indent="0" algn="l" rtl="0">
              <a:lnSpc>
                <a:spcPct val="85000"/>
              </a:lnSpc>
              <a:spcBef>
                <a:spcPts val="0"/>
              </a:spcBef>
              <a:spcAft>
                <a:spcPts val="0"/>
              </a:spcAft>
              <a:buClr>
                <a:srgbClr val="3F3F3F"/>
              </a:buClr>
              <a:buSzPts val="4800"/>
              <a:buFont typeface="Calibri"/>
              <a:buNone/>
            </a:pPr>
            <a:r>
              <a:rPr lang="en-US" sz="4400"/>
              <a:t>89,18,49,58,69,23</a:t>
            </a:r>
            <a:endParaRPr sz="4400"/>
          </a:p>
          <a:p>
            <a:pPr marL="0" marR="0" lvl="0" indent="0" algn="l" rtl="0">
              <a:lnSpc>
                <a:spcPct val="85000"/>
              </a:lnSpc>
              <a:spcBef>
                <a:spcPts val="0"/>
              </a:spcBef>
              <a:spcAft>
                <a:spcPts val="0"/>
              </a:spcAft>
              <a:buClr>
                <a:srgbClr val="3F3F3F"/>
              </a:buClr>
              <a:buSzPts val="4800"/>
              <a:buFont typeface="Calibri"/>
              <a:buNone/>
            </a:pPr>
            <a:r>
              <a:rPr lang="en-US" sz="4400"/>
              <a:t>Prime number R = 7</a:t>
            </a:r>
            <a:endParaRPr sz="4400"/>
          </a:p>
          <a:p>
            <a:pPr marL="0" marR="0" lvl="0" indent="0" algn="l" rtl="0">
              <a:lnSpc>
                <a:spcPct val="85000"/>
              </a:lnSpc>
              <a:spcBef>
                <a:spcPts val="0"/>
              </a:spcBef>
              <a:spcAft>
                <a:spcPts val="0"/>
              </a:spcAft>
              <a:buClr>
                <a:srgbClr val="3F3F3F"/>
              </a:buClr>
              <a:buSzPts val="4800"/>
              <a:buFont typeface="Calibri"/>
              <a:buNone/>
            </a:pPr>
            <a:r>
              <a:rPr lang="en-US" sz="4400"/>
              <a:t>Table size M = 10</a:t>
            </a:r>
            <a:endParaRPr sz="4400"/>
          </a:p>
        </p:txBody>
      </p:sp>
      <p:sp>
        <p:nvSpPr>
          <p:cNvPr id="1065" name="Google Shape;1065;p123"/>
          <p:cNvSpPr txBox="1">
            <a:spLocks noGrp="1"/>
          </p:cNvSpPr>
          <p:nvPr>
            <p:ph type="body" idx="1"/>
          </p:nvPr>
        </p:nvSpPr>
        <p:spPr>
          <a:xfrm>
            <a:off x="1097280" y="1935009"/>
            <a:ext cx="10058400" cy="40233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90000"/>
              </a:lnSpc>
              <a:spcBef>
                <a:spcPts val="1200"/>
              </a:spcBef>
              <a:spcAft>
                <a:spcPts val="0"/>
              </a:spcAft>
              <a:buClr>
                <a:schemeClr val="accent1"/>
              </a:buClr>
              <a:buSzPts val="2000"/>
              <a:buFont typeface="Calibri"/>
              <a:buNone/>
            </a:pPr>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graphicFrame>
        <p:nvGraphicFramePr>
          <p:cNvPr id="1069" name="Google Shape;1069;p123"/>
          <p:cNvGraphicFramePr/>
          <p:nvPr/>
        </p:nvGraphicFramePr>
        <p:xfrm>
          <a:off x="1828800" y="2328050"/>
          <a:ext cx="3302750" cy="3048100"/>
        </p:xfrm>
        <a:graphic>
          <a:graphicData uri="http://schemas.openxmlformats.org/drawingml/2006/table">
            <a:tbl>
              <a:tblPr firstRow="1" bandRow="1">
                <a:noFill/>
                <a:tableStyleId>{DE920EF4-DAE1-4EFA-965D-4AA1566777CA}</a:tableStyleId>
              </a:tblPr>
              <a:tblGrid>
                <a:gridCol w="1150950"/>
                <a:gridCol w="2151800"/>
              </a:tblGrid>
              <a:tr h="169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69</a:t>
                      </a:r>
                      <a:endParaRPr sz="1400" u="none" strike="noStrike" cap="none"/>
                    </a:p>
                  </a:txBody>
                  <a:tcPr marL="91450" marR="91450" marT="45725" marB="45725"/>
                </a:tc>
              </a:tr>
              <a:tr h="169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r>
              <a:tr h="169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r>
              <a:tr h="169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tc>
              </a:tr>
              <a:tr h="169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r>
              <a:tr h="169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r>
              <a:tr h="169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49</a:t>
                      </a:r>
                      <a:endParaRPr sz="1400" u="none" strike="noStrike" cap="none"/>
                    </a:p>
                  </a:txBody>
                  <a:tcPr marL="91450" marR="91450" marT="45725" marB="45725"/>
                </a:tc>
              </a:tr>
              <a:tr h="169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r>
              <a:tr h="169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18</a:t>
                      </a:r>
                      <a:endParaRPr sz="1400" u="none" strike="noStrike" cap="none"/>
                    </a:p>
                  </a:txBody>
                  <a:tcPr marL="91450" marR="91450" marT="45725" marB="45725"/>
                </a:tc>
              </a:tr>
              <a:tr h="169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9</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89</a:t>
                      </a:r>
                      <a:endParaRPr sz="1400" u="none" strike="noStrike" cap="none"/>
                    </a:p>
                  </a:txBody>
                  <a:tcPr marL="91450" marR="91450" marT="45725" marB="45725"/>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p73"/>
          <p:cNvSpPr txBox="1">
            <a:spLocks noGrp="1"/>
          </p:cNvSpPr>
          <p:nvPr>
            <p:ph type="title"/>
          </p:nvPr>
        </p:nvSpPr>
        <p:spPr>
          <a:xfrm>
            <a:off x="1847528" y="480019"/>
            <a:ext cx="8229600" cy="99060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Rehashing</a:t>
            </a:r>
            <a:endParaRPr>
              <a:solidFill>
                <a:srgbClr val="00B050"/>
              </a:solidFill>
              <a:latin typeface="Times New Roman"/>
              <a:ea typeface="Times New Roman"/>
              <a:cs typeface="Times New Roman"/>
              <a:sym typeface="Times New Roman"/>
            </a:endParaRPr>
          </a:p>
        </p:txBody>
      </p:sp>
      <p:sp>
        <p:nvSpPr>
          <p:cNvPr id="1075" name="Google Shape;1075;p73"/>
          <p:cNvSpPr txBox="1">
            <a:spLocks noGrp="1"/>
          </p:cNvSpPr>
          <p:nvPr>
            <p:ph type="body" idx="1"/>
          </p:nvPr>
        </p:nvSpPr>
        <p:spPr>
          <a:xfrm>
            <a:off x="1464668" y="1916833"/>
            <a:ext cx="10091464" cy="3744416"/>
          </a:xfrm>
          <a:prstGeom prst="rect">
            <a:avLst/>
          </a:prstGeom>
          <a:noFill/>
          <a:ln>
            <a:noFill/>
          </a:ln>
        </p:spPr>
        <p:txBody>
          <a:bodyPr spcFirstLastPara="1" wrap="square" lIns="91425" tIns="91425" rIns="91425" bIns="91425" anchor="t" anchorCtr="0">
            <a:noAutofit/>
          </a:bodyPr>
          <a:lstStyle/>
          <a:p>
            <a:pPr marL="457200" lvl="0" indent="-355600" algn="l" rtl="0">
              <a:lnSpc>
                <a:spcPct val="70000"/>
              </a:lnSpc>
              <a:spcBef>
                <a:spcPts val="1200"/>
              </a:spcBef>
              <a:spcAft>
                <a:spcPts val="0"/>
              </a:spcAft>
              <a:buSzPts val="2000"/>
              <a:buFont typeface="Noto Sans Symbols"/>
              <a:buChar char="❖"/>
            </a:pPr>
            <a:r>
              <a:rPr lang="en-US" sz="1960">
                <a:latin typeface="Times New Roman"/>
                <a:ea typeface="Times New Roman"/>
                <a:cs typeface="Times New Roman"/>
                <a:sym typeface="Times New Roman"/>
              </a:rPr>
              <a:t>If table gets full, insertion using open addressing with quadratic probing might fail or it might take too much time.</a:t>
            </a:r>
            <a:endParaRPr/>
          </a:p>
          <a:p>
            <a:pPr marL="457200" lvl="0" indent="-228600" algn="l" rtl="0">
              <a:lnSpc>
                <a:spcPct val="70000"/>
              </a:lnSpc>
              <a:spcBef>
                <a:spcPts val="1200"/>
              </a:spcBef>
              <a:spcAft>
                <a:spcPts val="0"/>
              </a:spcAft>
              <a:buSzPts val="2000"/>
              <a:buFont typeface="Noto Sans Symbols"/>
              <a:buNone/>
            </a:pPr>
            <a:endParaRPr sz="1960">
              <a:latin typeface="Times New Roman"/>
              <a:ea typeface="Times New Roman"/>
              <a:cs typeface="Times New Roman"/>
              <a:sym typeface="Times New Roman"/>
            </a:endParaRPr>
          </a:p>
          <a:p>
            <a:pPr marL="457200" lvl="0" indent="-355600" algn="l" rtl="0">
              <a:lnSpc>
                <a:spcPct val="70000"/>
              </a:lnSpc>
              <a:spcBef>
                <a:spcPts val="1200"/>
              </a:spcBef>
              <a:spcAft>
                <a:spcPts val="0"/>
              </a:spcAft>
              <a:buSzPts val="2000"/>
              <a:buFont typeface="Noto Sans Symbols"/>
              <a:buChar char="❖"/>
            </a:pPr>
            <a:r>
              <a:rPr lang="en-US" sz="1960">
                <a:latin typeface="Times New Roman"/>
                <a:ea typeface="Times New Roman"/>
                <a:cs typeface="Times New Roman"/>
                <a:sym typeface="Times New Roman"/>
              </a:rPr>
              <a:t>Rehashing tells us what to do when the hash table gets full.</a:t>
            </a:r>
            <a:endParaRPr/>
          </a:p>
          <a:p>
            <a:pPr marL="457200" lvl="0" indent="-228600" algn="l" rtl="0">
              <a:lnSpc>
                <a:spcPct val="70000"/>
              </a:lnSpc>
              <a:spcBef>
                <a:spcPts val="1200"/>
              </a:spcBef>
              <a:spcAft>
                <a:spcPts val="0"/>
              </a:spcAft>
              <a:buSzPts val="2000"/>
              <a:buFont typeface="Noto Sans Symbols"/>
              <a:buNone/>
            </a:pPr>
            <a:endParaRPr sz="1960">
              <a:latin typeface="Times New Roman"/>
              <a:ea typeface="Times New Roman"/>
              <a:cs typeface="Times New Roman"/>
              <a:sym typeface="Times New Roman"/>
            </a:endParaRPr>
          </a:p>
          <a:p>
            <a:pPr marL="457200" lvl="0" indent="-355600" algn="l" rtl="0">
              <a:lnSpc>
                <a:spcPct val="70000"/>
              </a:lnSpc>
              <a:spcBef>
                <a:spcPts val="1200"/>
              </a:spcBef>
              <a:spcAft>
                <a:spcPts val="0"/>
              </a:spcAft>
              <a:buSzPts val="2000"/>
              <a:buFont typeface="Noto Sans Symbols"/>
              <a:buChar char="❖"/>
            </a:pPr>
            <a:r>
              <a:rPr lang="en-US" sz="1960">
                <a:latin typeface="Times New Roman"/>
                <a:ea typeface="Times New Roman"/>
                <a:cs typeface="Times New Roman"/>
                <a:sym typeface="Times New Roman"/>
              </a:rPr>
              <a:t>Instead of waiting for the hash table to get completely full,it is more efficient to rehash when the table is about 70% or 80 % full.</a:t>
            </a:r>
            <a:endParaRPr/>
          </a:p>
          <a:p>
            <a:pPr marL="457200" lvl="0" indent="-228600" algn="l" rtl="0">
              <a:lnSpc>
                <a:spcPct val="70000"/>
              </a:lnSpc>
              <a:spcBef>
                <a:spcPts val="1200"/>
              </a:spcBef>
              <a:spcAft>
                <a:spcPts val="0"/>
              </a:spcAft>
              <a:buSzPts val="2000"/>
              <a:buFont typeface="Noto Sans Symbols"/>
              <a:buNone/>
            </a:pPr>
            <a:endParaRPr sz="1960">
              <a:latin typeface="Times New Roman"/>
              <a:ea typeface="Times New Roman"/>
              <a:cs typeface="Times New Roman"/>
              <a:sym typeface="Times New Roman"/>
            </a:endParaRPr>
          </a:p>
          <a:p>
            <a:pPr marL="457200" lvl="0" indent="-355600" algn="l" rtl="0">
              <a:lnSpc>
                <a:spcPct val="70000"/>
              </a:lnSpc>
              <a:spcBef>
                <a:spcPts val="1200"/>
              </a:spcBef>
              <a:spcAft>
                <a:spcPts val="0"/>
              </a:spcAft>
              <a:buSzPts val="2000"/>
              <a:buFont typeface="Noto Sans Symbols"/>
              <a:buChar char="❖"/>
            </a:pPr>
            <a:r>
              <a:rPr lang="en-US" sz="1960">
                <a:latin typeface="Times New Roman"/>
                <a:ea typeface="Times New Roman"/>
                <a:cs typeface="Times New Roman"/>
                <a:sym typeface="Times New Roman"/>
              </a:rPr>
              <a:t>To find the solution for this is to build another table that is about twice as big and scan down the entire original hash table, compute the new hash value for each record, and Insert them in a new table.</a:t>
            </a:r>
            <a:endParaRPr sz="1960">
              <a:latin typeface="Times New Roman"/>
              <a:ea typeface="Times New Roman"/>
              <a:cs typeface="Times New Roman"/>
              <a:sym typeface="Times New Roman"/>
            </a:endParaRPr>
          </a:p>
          <a:p>
            <a:pPr marL="457200" lvl="0" indent="-353060" algn="l" rtl="0">
              <a:lnSpc>
                <a:spcPct val="70000"/>
              </a:lnSpc>
              <a:spcBef>
                <a:spcPts val="1200"/>
              </a:spcBef>
              <a:spcAft>
                <a:spcPts val="0"/>
              </a:spcAft>
              <a:buSzPts val="1960"/>
              <a:buFont typeface="Times New Roman"/>
              <a:buChar char="❖"/>
            </a:pPr>
            <a:r>
              <a:rPr lang="en-US" sz="1960">
                <a:latin typeface="Times New Roman"/>
                <a:ea typeface="Times New Roman"/>
                <a:cs typeface="Times New Roman"/>
                <a:sym typeface="Times New Roman"/>
              </a:rPr>
              <a:t>In rehashing we can also choose series of hash functions while increasing the size of TABLE. </a:t>
            </a:r>
            <a:endParaRPr sz="1960">
              <a:latin typeface="Times New Roman"/>
              <a:ea typeface="Times New Roman"/>
              <a:cs typeface="Times New Roman"/>
              <a:sym typeface="Times New Roman"/>
            </a:endParaRPr>
          </a:p>
          <a:p>
            <a:pPr marL="228600" marR="0" lvl="0" indent="0" algn="l" rtl="0">
              <a:lnSpc>
                <a:spcPct val="70000"/>
              </a:lnSpc>
              <a:spcBef>
                <a:spcPts val="1200"/>
              </a:spcBef>
              <a:spcAft>
                <a:spcPts val="0"/>
              </a:spcAft>
              <a:buClr>
                <a:schemeClr val="accent1"/>
              </a:buClr>
              <a:buSzPts val="2000"/>
              <a:buFont typeface="Calibri"/>
              <a:buNone/>
            </a:pPr>
            <a:endParaRPr sz="1679"/>
          </a:p>
        </p:txBody>
      </p:sp>
      <p:pic>
        <p:nvPicPr>
          <p:cNvPr id="1076" name="Google Shape;1076;p73"/>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p74"/>
          <p:cNvSpPr txBox="1">
            <a:spLocks noGrp="1"/>
          </p:cNvSpPr>
          <p:nvPr>
            <p:ph type="title"/>
          </p:nvPr>
        </p:nvSpPr>
        <p:spPr>
          <a:xfrm>
            <a:off x="1752600" y="411758"/>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Rehashing (contd…)</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1085" name="Google Shape;1085;p74"/>
          <p:cNvSpPr txBox="1">
            <a:spLocks noGrp="1"/>
          </p:cNvSpPr>
          <p:nvPr>
            <p:ph type="body" idx="1"/>
          </p:nvPr>
        </p:nvSpPr>
        <p:spPr>
          <a:xfrm>
            <a:off x="1097280" y="1845734"/>
            <a:ext cx="10058400" cy="4023360"/>
          </a:xfrm>
          <a:prstGeom prst="rect">
            <a:avLst/>
          </a:prstGeom>
          <a:noFill/>
          <a:ln>
            <a:noFill/>
          </a:ln>
        </p:spPr>
        <p:txBody>
          <a:bodyPr spcFirstLastPara="1" wrap="square" lIns="91425" tIns="91425" rIns="91425" bIns="91425" anchor="t" anchorCtr="0">
            <a:noAutofit/>
          </a:bodyPr>
          <a:lstStyle/>
          <a:p>
            <a:pPr marL="457200" marR="0" lvl="0" indent="-355600" algn="l" rtl="0">
              <a:lnSpc>
                <a:spcPct val="90000"/>
              </a:lnSpc>
              <a:spcBef>
                <a:spcPts val="1200"/>
              </a:spcBef>
              <a:spcAft>
                <a:spcPts val="0"/>
              </a:spcAft>
              <a:buClr>
                <a:schemeClr val="accent1"/>
              </a:buClr>
              <a:buSzPts val="2000"/>
              <a:buFont typeface="Calibri"/>
              <a:buChar char=" "/>
            </a:pPr>
            <a:r>
              <a:rPr lang="en-US" sz="2400">
                <a:latin typeface="Times New Roman"/>
                <a:ea typeface="Times New Roman"/>
                <a:cs typeface="Times New Roman"/>
                <a:sym typeface="Times New Roman"/>
              </a:rPr>
              <a:t>For example, if table is of size 7 and hash function is key % 7 then,</a:t>
            </a:r>
            <a:endParaRPr/>
          </a:p>
          <a:p>
            <a:pPr marL="457200" marR="0" lvl="0" indent="-228600" algn="l" rtl="0">
              <a:lnSpc>
                <a:spcPct val="90000"/>
              </a:lnSpc>
              <a:spcBef>
                <a:spcPts val="1200"/>
              </a:spcBef>
              <a:spcAft>
                <a:spcPts val="0"/>
              </a:spcAft>
              <a:buClr>
                <a:schemeClr val="accent1"/>
              </a:buClr>
              <a:buSzPts val="2000"/>
              <a:buFont typeface="Calibri"/>
              <a:buNone/>
            </a:pPr>
            <a:endParaRPr>
              <a:latin typeface="Times New Roman"/>
              <a:ea typeface="Times New Roman"/>
              <a:cs typeface="Times New Roman"/>
              <a:sym typeface="Times New Roman"/>
            </a:endParaRPr>
          </a:p>
        </p:txBody>
      </p:sp>
      <p:sp>
        <p:nvSpPr>
          <p:cNvPr id="1086" name="Google Shape;1086;p74"/>
          <p:cNvSpPr txBox="1"/>
          <p:nvPr/>
        </p:nvSpPr>
        <p:spPr>
          <a:xfrm>
            <a:off x="3276600" y="2743200"/>
            <a:ext cx="4953000" cy="3810000"/>
          </a:xfrm>
          <a:prstGeom prst="rect">
            <a:avLst/>
          </a:prstGeom>
          <a:noFill/>
          <a:ln>
            <a:noFill/>
          </a:ln>
        </p:spPr>
        <p:txBody>
          <a:bodyPr spcFirstLastPara="1" wrap="square" lIns="0" tIns="45700" rIns="18275" bIns="45700" anchor="t" anchorCtr="0">
            <a:noAutofit/>
          </a:bodyPr>
          <a:lstStyle/>
          <a:p>
            <a:pPr marL="1944688" marR="0" lvl="0" indent="-565150" algn="just" rtl="0">
              <a:lnSpc>
                <a:spcPct val="90000"/>
              </a:lnSpc>
              <a:spcBef>
                <a:spcPts val="0"/>
              </a:spcBef>
              <a:spcAft>
                <a:spcPts val="0"/>
              </a:spcAft>
              <a:buClr>
                <a:srgbClr val="000000"/>
              </a:buClr>
              <a:buSzPts val="2000"/>
              <a:buFont typeface="Arial"/>
              <a:buNone/>
            </a:pPr>
            <a:r>
              <a:rPr lang="en-US" sz="2000" b="1" i="0" u="none" strike="noStrike" cap="none">
                <a:solidFill>
                  <a:srgbClr val="000000"/>
                </a:solidFill>
                <a:latin typeface="Constantia"/>
                <a:ea typeface="Constantia"/>
                <a:cs typeface="Constantia"/>
                <a:sym typeface="Constantia"/>
              </a:rPr>
              <a:t>Insert 	7,15,13,74,73</a:t>
            </a:r>
            <a:endParaRPr sz="1400" b="0" i="0" u="none" strike="noStrike" cap="none">
              <a:solidFill>
                <a:srgbClr val="000000"/>
              </a:solidFill>
              <a:latin typeface="Arial"/>
              <a:ea typeface="Arial"/>
              <a:cs typeface="Arial"/>
              <a:sym typeface="Arial"/>
            </a:endParaRPr>
          </a:p>
          <a:p>
            <a:pPr marL="1944688" marR="0" lvl="0" indent="-565150" algn="just" rtl="0">
              <a:lnSpc>
                <a:spcPct val="90000"/>
              </a:lnSpc>
              <a:spcBef>
                <a:spcPts val="400"/>
              </a:spcBef>
              <a:spcAft>
                <a:spcPts val="0"/>
              </a:spcAft>
              <a:buClr>
                <a:srgbClr val="000000"/>
              </a:buClr>
              <a:buSzPts val="2000"/>
              <a:buFont typeface="Arial"/>
              <a:buNone/>
            </a:pPr>
            <a:endParaRPr sz="2000" b="1" i="0" u="none" strike="noStrike" cap="none">
              <a:solidFill>
                <a:srgbClr val="000000"/>
              </a:solidFill>
              <a:latin typeface="Constantia"/>
              <a:ea typeface="Constantia"/>
              <a:cs typeface="Constantia"/>
              <a:sym typeface="Constantia"/>
            </a:endParaRPr>
          </a:p>
          <a:p>
            <a:pPr marL="1944688" marR="0" lvl="0" indent="-565150" algn="just" rtl="0">
              <a:lnSpc>
                <a:spcPct val="90000"/>
              </a:lnSpc>
              <a:spcBef>
                <a:spcPts val="400"/>
              </a:spcBef>
              <a:spcAft>
                <a:spcPts val="0"/>
              </a:spcAft>
              <a:buClr>
                <a:srgbClr val="000000"/>
              </a:buClr>
              <a:buSzPts val="2000"/>
              <a:buFont typeface="Arial"/>
              <a:buNone/>
            </a:pPr>
            <a:r>
              <a:rPr lang="en-US" sz="2000" b="1" i="0" u="none" strike="noStrike" cap="none">
                <a:solidFill>
                  <a:srgbClr val="000000"/>
                </a:solidFill>
                <a:latin typeface="Constantia"/>
                <a:ea typeface="Constantia"/>
                <a:cs typeface="Constantia"/>
                <a:sym typeface="Constantia"/>
              </a:rPr>
              <a:t>0		7</a:t>
            </a:r>
            <a:endParaRPr sz="1400" b="0" i="0" u="none" strike="noStrike" cap="none">
              <a:solidFill>
                <a:srgbClr val="000000"/>
              </a:solidFill>
              <a:latin typeface="Arial"/>
              <a:ea typeface="Arial"/>
              <a:cs typeface="Arial"/>
              <a:sym typeface="Arial"/>
            </a:endParaRPr>
          </a:p>
          <a:p>
            <a:pPr marL="1944688" marR="0" lvl="0" indent="-565150" algn="just" rtl="0">
              <a:lnSpc>
                <a:spcPct val="90000"/>
              </a:lnSpc>
              <a:spcBef>
                <a:spcPts val="400"/>
              </a:spcBef>
              <a:spcAft>
                <a:spcPts val="0"/>
              </a:spcAft>
              <a:buClr>
                <a:srgbClr val="000000"/>
              </a:buClr>
              <a:buSzPts val="2000"/>
              <a:buFont typeface="Arial"/>
              <a:buNone/>
            </a:pPr>
            <a:r>
              <a:rPr lang="en-US" sz="2000" b="1" i="0" u="none" strike="noStrike" cap="none">
                <a:solidFill>
                  <a:srgbClr val="000000"/>
                </a:solidFill>
                <a:latin typeface="Constantia"/>
                <a:ea typeface="Constantia"/>
                <a:cs typeface="Constantia"/>
                <a:sym typeface="Constantia"/>
              </a:rPr>
              <a:t>1		15</a:t>
            </a:r>
            <a:endParaRPr sz="1400" b="0" i="0" u="none" strike="noStrike" cap="none">
              <a:solidFill>
                <a:srgbClr val="000000"/>
              </a:solidFill>
              <a:latin typeface="Arial"/>
              <a:ea typeface="Arial"/>
              <a:cs typeface="Arial"/>
              <a:sym typeface="Arial"/>
            </a:endParaRPr>
          </a:p>
          <a:p>
            <a:pPr marL="1944688" marR="0" lvl="0" indent="-565150" algn="just" rtl="0">
              <a:lnSpc>
                <a:spcPct val="90000"/>
              </a:lnSpc>
              <a:spcBef>
                <a:spcPts val="400"/>
              </a:spcBef>
              <a:spcAft>
                <a:spcPts val="0"/>
              </a:spcAft>
              <a:buClr>
                <a:srgbClr val="000000"/>
              </a:buClr>
              <a:buSzPts val="2000"/>
              <a:buFont typeface="Arial"/>
              <a:buNone/>
            </a:pPr>
            <a:r>
              <a:rPr lang="en-US" sz="2000" b="1" i="0" u="none" strike="noStrike" cap="none">
                <a:solidFill>
                  <a:srgbClr val="000000"/>
                </a:solidFill>
                <a:latin typeface="Constantia"/>
                <a:ea typeface="Constantia"/>
                <a:cs typeface="Constantia"/>
                <a:sym typeface="Constantia"/>
              </a:rPr>
              <a:t>2		</a:t>
            </a:r>
            <a:endParaRPr sz="1400" b="0" i="0" u="none" strike="noStrike" cap="none">
              <a:solidFill>
                <a:srgbClr val="000000"/>
              </a:solidFill>
              <a:latin typeface="Arial"/>
              <a:ea typeface="Arial"/>
              <a:cs typeface="Arial"/>
              <a:sym typeface="Arial"/>
            </a:endParaRPr>
          </a:p>
          <a:p>
            <a:pPr marL="1944688" marR="0" lvl="0" indent="-565150" algn="just" rtl="0">
              <a:lnSpc>
                <a:spcPct val="90000"/>
              </a:lnSpc>
              <a:spcBef>
                <a:spcPts val="400"/>
              </a:spcBef>
              <a:spcAft>
                <a:spcPts val="0"/>
              </a:spcAft>
              <a:buClr>
                <a:srgbClr val="000000"/>
              </a:buClr>
              <a:buSzPts val="2000"/>
              <a:buFont typeface="Arial"/>
              <a:buNone/>
            </a:pPr>
            <a:r>
              <a:rPr lang="en-US" sz="2000" b="1" i="0" u="none" strike="noStrike" cap="none">
                <a:solidFill>
                  <a:srgbClr val="000000"/>
                </a:solidFill>
                <a:latin typeface="Constantia"/>
                <a:ea typeface="Constantia"/>
                <a:cs typeface="Constantia"/>
                <a:sym typeface="Constantia"/>
              </a:rPr>
              <a:t>3		73</a:t>
            </a:r>
            <a:endParaRPr sz="2000" b="1" i="0" u="none" strike="noStrike" cap="none">
              <a:solidFill>
                <a:srgbClr val="000000"/>
              </a:solidFill>
              <a:latin typeface="Constantia"/>
              <a:ea typeface="Constantia"/>
              <a:cs typeface="Constantia"/>
              <a:sym typeface="Constantia"/>
            </a:endParaRPr>
          </a:p>
          <a:p>
            <a:pPr marL="1944688" marR="0" lvl="0" indent="-565150" algn="just" rtl="0">
              <a:lnSpc>
                <a:spcPct val="90000"/>
              </a:lnSpc>
              <a:spcBef>
                <a:spcPts val="400"/>
              </a:spcBef>
              <a:spcAft>
                <a:spcPts val="0"/>
              </a:spcAft>
              <a:buClr>
                <a:srgbClr val="000000"/>
              </a:buClr>
              <a:buSzPts val="2000"/>
              <a:buFont typeface="Arial"/>
              <a:buNone/>
            </a:pPr>
            <a:r>
              <a:rPr lang="en-US" sz="2000" b="1" i="0" u="none" strike="noStrike" cap="none">
                <a:solidFill>
                  <a:srgbClr val="000000"/>
                </a:solidFill>
                <a:latin typeface="Constantia"/>
                <a:ea typeface="Constantia"/>
                <a:cs typeface="Constantia"/>
                <a:sym typeface="Constantia"/>
              </a:rPr>
              <a:t>4		74</a:t>
            </a:r>
            <a:endParaRPr sz="2000" b="1" i="0" u="none" strike="noStrike" cap="none">
              <a:solidFill>
                <a:srgbClr val="000000"/>
              </a:solidFill>
              <a:latin typeface="Constantia"/>
              <a:ea typeface="Constantia"/>
              <a:cs typeface="Constantia"/>
              <a:sym typeface="Constantia"/>
            </a:endParaRPr>
          </a:p>
          <a:p>
            <a:pPr marL="1944688" marR="0" lvl="0" indent="-565150" algn="just" rtl="0">
              <a:lnSpc>
                <a:spcPct val="90000"/>
              </a:lnSpc>
              <a:spcBef>
                <a:spcPts val="400"/>
              </a:spcBef>
              <a:spcAft>
                <a:spcPts val="0"/>
              </a:spcAft>
              <a:buClr>
                <a:srgbClr val="000000"/>
              </a:buClr>
              <a:buSzPts val="2000"/>
              <a:buFont typeface="Arial"/>
              <a:buNone/>
            </a:pPr>
            <a:r>
              <a:rPr lang="en-US" sz="2000" b="1" i="0" u="none" strike="noStrike" cap="none">
                <a:solidFill>
                  <a:srgbClr val="000000"/>
                </a:solidFill>
                <a:latin typeface="Constantia"/>
                <a:ea typeface="Constantia"/>
                <a:cs typeface="Constantia"/>
                <a:sym typeface="Constantia"/>
              </a:rPr>
              <a:t>5		</a:t>
            </a:r>
            <a:endParaRPr sz="1400" b="0" i="0" u="none" strike="noStrike" cap="none">
              <a:solidFill>
                <a:srgbClr val="000000"/>
              </a:solidFill>
              <a:latin typeface="Arial"/>
              <a:ea typeface="Arial"/>
              <a:cs typeface="Arial"/>
              <a:sym typeface="Arial"/>
            </a:endParaRPr>
          </a:p>
          <a:p>
            <a:pPr marL="1944688" marR="0" lvl="0" indent="-565150" algn="just" rtl="0">
              <a:lnSpc>
                <a:spcPct val="90000"/>
              </a:lnSpc>
              <a:spcBef>
                <a:spcPts val="480"/>
              </a:spcBef>
              <a:spcAft>
                <a:spcPts val="0"/>
              </a:spcAft>
              <a:buClr>
                <a:srgbClr val="000000"/>
              </a:buClr>
              <a:buSzPts val="2000"/>
              <a:buFont typeface="Arial"/>
              <a:buNone/>
            </a:pPr>
            <a:r>
              <a:rPr lang="en-US" sz="2000" b="1" i="0" u="none" strike="noStrike" cap="none">
                <a:solidFill>
                  <a:srgbClr val="000000"/>
                </a:solidFill>
                <a:latin typeface="Constantia"/>
                <a:ea typeface="Constantia"/>
                <a:cs typeface="Constantia"/>
                <a:sym typeface="Constantia"/>
              </a:rPr>
              <a:t>6		</a:t>
            </a:r>
            <a:r>
              <a:rPr lang="en-US" sz="2400" b="1" i="0" u="none" strike="noStrike" cap="none">
                <a:solidFill>
                  <a:srgbClr val="000000"/>
                </a:solidFill>
                <a:latin typeface="Constantia"/>
                <a:ea typeface="Constantia"/>
                <a:cs typeface="Constantia"/>
                <a:sym typeface="Constantia"/>
              </a:rPr>
              <a:t> 13</a:t>
            </a:r>
            <a:endParaRPr sz="2400" b="0" i="0" u="none" strike="noStrike" cap="none">
              <a:solidFill>
                <a:srgbClr val="000000"/>
              </a:solidFill>
              <a:latin typeface="Constantia"/>
              <a:ea typeface="Constantia"/>
              <a:cs typeface="Constantia"/>
              <a:sym typeface="Constantia"/>
            </a:endParaRPr>
          </a:p>
        </p:txBody>
      </p:sp>
      <p:cxnSp>
        <p:nvCxnSpPr>
          <p:cNvPr id="1087" name="Google Shape;1087;p74"/>
          <p:cNvCxnSpPr/>
          <p:nvPr/>
        </p:nvCxnSpPr>
        <p:spPr>
          <a:xfrm rot="5400000">
            <a:off x="2973388" y="4724400"/>
            <a:ext cx="2741612" cy="1588"/>
          </a:xfrm>
          <a:prstGeom prst="straightConnector1">
            <a:avLst/>
          </a:prstGeom>
          <a:noFill/>
          <a:ln w="9525" cap="flat" cmpd="sng">
            <a:solidFill>
              <a:srgbClr val="C00000"/>
            </a:solidFill>
            <a:prstDash val="solid"/>
            <a:round/>
            <a:headEnd type="none" w="sm" len="sm"/>
            <a:tailEnd type="none" w="sm" len="sm"/>
          </a:ln>
        </p:spPr>
      </p:cxnSp>
      <p:cxnSp>
        <p:nvCxnSpPr>
          <p:cNvPr id="1088" name="Google Shape;1088;p74"/>
          <p:cNvCxnSpPr/>
          <p:nvPr/>
        </p:nvCxnSpPr>
        <p:spPr>
          <a:xfrm rot="5400000">
            <a:off x="4001294" y="4685506"/>
            <a:ext cx="2667000" cy="1588"/>
          </a:xfrm>
          <a:prstGeom prst="straightConnector1">
            <a:avLst/>
          </a:prstGeom>
          <a:noFill/>
          <a:ln w="9525" cap="flat" cmpd="sng">
            <a:solidFill>
              <a:srgbClr val="C00000"/>
            </a:solidFill>
            <a:prstDash val="solid"/>
            <a:round/>
            <a:headEnd type="none" w="sm" len="sm"/>
            <a:tailEnd type="none" w="sm" len="sm"/>
          </a:ln>
        </p:spPr>
      </p:cxnSp>
      <p:cxnSp>
        <p:nvCxnSpPr>
          <p:cNvPr id="1089" name="Google Shape;1089;p74"/>
          <p:cNvCxnSpPr/>
          <p:nvPr/>
        </p:nvCxnSpPr>
        <p:spPr>
          <a:xfrm rot="10800000" flipH="1">
            <a:off x="4343400" y="3352800"/>
            <a:ext cx="2438400" cy="1588"/>
          </a:xfrm>
          <a:prstGeom prst="straightConnector1">
            <a:avLst/>
          </a:prstGeom>
          <a:noFill/>
          <a:ln w="9525" cap="flat" cmpd="sng">
            <a:solidFill>
              <a:srgbClr val="C00000"/>
            </a:solidFill>
            <a:prstDash val="solid"/>
            <a:round/>
            <a:headEnd type="none" w="sm" len="sm"/>
            <a:tailEnd type="none" w="sm" len="sm"/>
          </a:ln>
        </p:spPr>
      </p:cxnSp>
      <p:cxnSp>
        <p:nvCxnSpPr>
          <p:cNvPr id="1090" name="Google Shape;1090;p74"/>
          <p:cNvCxnSpPr/>
          <p:nvPr/>
        </p:nvCxnSpPr>
        <p:spPr>
          <a:xfrm rot="10800000" flipH="1">
            <a:off x="4343400" y="6096000"/>
            <a:ext cx="2438400" cy="1588"/>
          </a:xfrm>
          <a:prstGeom prst="straightConnector1">
            <a:avLst/>
          </a:prstGeom>
          <a:noFill/>
          <a:ln w="9525" cap="flat" cmpd="sng">
            <a:solidFill>
              <a:srgbClr val="C00000"/>
            </a:solidFill>
            <a:prstDash val="solid"/>
            <a:round/>
            <a:headEnd type="none" w="sm" len="sm"/>
            <a:tailEnd type="none" w="sm" len="sm"/>
          </a:ln>
        </p:spPr>
      </p:cxnSp>
      <p:cxnSp>
        <p:nvCxnSpPr>
          <p:cNvPr id="1091" name="Google Shape;1091;p74"/>
          <p:cNvCxnSpPr/>
          <p:nvPr/>
        </p:nvCxnSpPr>
        <p:spPr>
          <a:xfrm rot="5400000">
            <a:off x="5449094" y="4761706"/>
            <a:ext cx="2667000" cy="1588"/>
          </a:xfrm>
          <a:prstGeom prst="straightConnector1">
            <a:avLst/>
          </a:prstGeom>
          <a:noFill/>
          <a:ln w="9525" cap="flat" cmpd="sng">
            <a:solidFill>
              <a:srgbClr val="C00000"/>
            </a:solidFill>
            <a:prstDash val="solid"/>
            <a:round/>
            <a:headEnd type="none" w="sm" len="sm"/>
            <a:tailEnd type="none" w="sm" len="sm"/>
          </a:ln>
        </p:spPr>
      </p:cxnSp>
      <p:pic>
        <p:nvPicPr>
          <p:cNvPr id="1092" name="Google Shape;1092;p74"/>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p75"/>
          <p:cNvSpPr txBox="1">
            <a:spLocks noGrp="1"/>
          </p:cNvSpPr>
          <p:nvPr>
            <p:ph type="title"/>
          </p:nvPr>
        </p:nvSpPr>
        <p:spPr>
          <a:xfrm>
            <a:off x="6292540" y="1835035"/>
            <a:ext cx="10058400" cy="1450757"/>
          </a:xfrm>
          <a:prstGeom prst="rect">
            <a:avLst/>
          </a:prstGeom>
          <a:noFill/>
          <a:ln>
            <a:noFill/>
          </a:ln>
        </p:spPr>
        <p:txBody>
          <a:bodyPr spcFirstLastPara="1" wrap="square" lIns="91425" tIns="91425" rIns="91425" bIns="91425" anchor="b" anchorCtr="0">
            <a:noAutofit/>
          </a:bodyPr>
          <a:lstStyle/>
          <a:p>
            <a:pPr marL="465138" lvl="0" indent="-465138" algn="l" rtl="0">
              <a:lnSpc>
                <a:spcPct val="85000"/>
              </a:lnSpc>
              <a:spcBef>
                <a:spcPts val="0"/>
              </a:spcBef>
              <a:spcAft>
                <a:spcPts val="0"/>
              </a:spcAft>
              <a:buSzPts val="4800"/>
              <a:buNone/>
            </a:pPr>
            <a:r>
              <a:rPr lang="en-US">
                <a:latin typeface="Constantia"/>
                <a:ea typeface="Constantia"/>
                <a:cs typeface="Constantia"/>
                <a:sym typeface="Constantia"/>
              </a:rPr>
              <a:t/>
            </a:r>
            <a:br>
              <a:rPr lang="en-US">
                <a:latin typeface="Constantia"/>
                <a:ea typeface="Constantia"/>
                <a:cs typeface="Constantia"/>
                <a:sym typeface="Constantia"/>
              </a:rPr>
            </a:br>
            <a:endParaRPr/>
          </a:p>
        </p:txBody>
      </p:sp>
      <p:sp>
        <p:nvSpPr>
          <p:cNvPr id="1101" name="Google Shape;1101;p75"/>
          <p:cNvSpPr txBox="1">
            <a:spLocks noGrp="1"/>
          </p:cNvSpPr>
          <p:nvPr>
            <p:ph type="body" idx="1"/>
          </p:nvPr>
        </p:nvSpPr>
        <p:spPr>
          <a:xfrm>
            <a:off x="6486126" y="2060848"/>
            <a:ext cx="5705873" cy="4204713"/>
          </a:xfrm>
          <a:prstGeom prst="rect">
            <a:avLst/>
          </a:prstGeom>
          <a:noFill/>
          <a:ln>
            <a:noFill/>
          </a:ln>
        </p:spPr>
        <p:txBody>
          <a:bodyPr spcFirstLastPara="1" wrap="square" lIns="91425" tIns="91425" rIns="91425" bIns="91425" anchor="t" anchorCtr="0">
            <a:noAutofit/>
          </a:bodyPr>
          <a:lstStyle/>
          <a:p>
            <a:pPr marL="101600" lvl="0" indent="0" algn="l" rtl="0">
              <a:lnSpc>
                <a:spcPct val="90000"/>
              </a:lnSpc>
              <a:spcBef>
                <a:spcPts val="1200"/>
              </a:spcBef>
              <a:spcAft>
                <a:spcPts val="0"/>
              </a:spcAft>
              <a:buSzPts val="2000"/>
              <a:buNone/>
            </a:pPr>
            <a:r>
              <a:rPr lang="en-US" sz="2400">
                <a:latin typeface="Times New Roman"/>
                <a:ea typeface="Times New Roman"/>
                <a:cs typeface="Times New Roman"/>
                <a:sym typeface="Times New Roman"/>
              </a:rPr>
              <a:t>As the table is more than 70 % full, new table is created and the values are inserted in the new table</a:t>
            </a:r>
            <a:endParaRPr/>
          </a:p>
          <a:p>
            <a:pPr marL="101600" lvl="0" indent="0" algn="l" rtl="0">
              <a:lnSpc>
                <a:spcPct val="90000"/>
              </a:lnSpc>
              <a:spcBef>
                <a:spcPts val="1200"/>
              </a:spcBef>
              <a:spcAft>
                <a:spcPts val="0"/>
              </a:spcAft>
              <a:buSzPts val="2000"/>
              <a:buNone/>
            </a:pPr>
            <a:endParaRPr sz="2400">
              <a:latin typeface="Times New Roman"/>
              <a:ea typeface="Times New Roman"/>
              <a:cs typeface="Times New Roman"/>
              <a:sym typeface="Times New Roman"/>
            </a:endParaRPr>
          </a:p>
          <a:p>
            <a:pPr marL="101600" lvl="0" indent="0" algn="l" rtl="0">
              <a:lnSpc>
                <a:spcPct val="90000"/>
              </a:lnSpc>
              <a:spcBef>
                <a:spcPts val="1200"/>
              </a:spcBef>
              <a:spcAft>
                <a:spcPts val="0"/>
              </a:spcAft>
              <a:buSzPts val="2000"/>
              <a:buNone/>
            </a:pPr>
            <a:r>
              <a:rPr lang="en-US" sz="2400">
                <a:latin typeface="Times New Roman"/>
                <a:ea typeface="Times New Roman"/>
                <a:cs typeface="Times New Roman"/>
                <a:sym typeface="Times New Roman"/>
              </a:rPr>
              <a:t>The size of the new table is 17, that is next prime of double of 7 that is 14</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Rehashing is very expensive, as its running time is O(N).</a:t>
            </a:r>
            <a:endParaRPr sz="2400">
              <a:latin typeface="Times New Roman"/>
              <a:ea typeface="Times New Roman"/>
              <a:cs typeface="Times New Roman"/>
              <a:sym typeface="Times New Roman"/>
            </a:endParaRPr>
          </a:p>
        </p:txBody>
      </p:sp>
      <p:grpSp>
        <p:nvGrpSpPr>
          <p:cNvPr id="1102" name="Google Shape;1102;p75"/>
          <p:cNvGrpSpPr/>
          <p:nvPr/>
        </p:nvGrpSpPr>
        <p:grpSpPr>
          <a:xfrm>
            <a:off x="591188" y="2663824"/>
            <a:ext cx="2287590" cy="3354390"/>
            <a:chOff x="990600" y="2819400"/>
            <a:chExt cx="2286793" cy="3353594"/>
          </a:xfrm>
        </p:grpSpPr>
        <p:cxnSp>
          <p:nvCxnSpPr>
            <p:cNvPr id="1103" name="Google Shape;1103;p75"/>
            <p:cNvCxnSpPr/>
            <p:nvPr/>
          </p:nvCxnSpPr>
          <p:spPr>
            <a:xfrm rot="5400000">
              <a:off x="-684609" y="4494609"/>
              <a:ext cx="3352006" cy="1587"/>
            </a:xfrm>
            <a:prstGeom prst="straightConnector1">
              <a:avLst/>
            </a:prstGeom>
            <a:noFill/>
            <a:ln w="9525" cap="flat" cmpd="sng">
              <a:solidFill>
                <a:srgbClr val="C00000"/>
              </a:solidFill>
              <a:prstDash val="solid"/>
              <a:round/>
              <a:headEnd type="none" w="sm" len="sm"/>
              <a:tailEnd type="none" w="sm" len="sm"/>
            </a:ln>
          </p:spPr>
        </p:cxnSp>
        <p:cxnSp>
          <p:nvCxnSpPr>
            <p:cNvPr id="1104" name="Google Shape;1104;p75"/>
            <p:cNvCxnSpPr/>
            <p:nvPr/>
          </p:nvCxnSpPr>
          <p:spPr>
            <a:xfrm rot="5400000">
              <a:off x="534167" y="4494609"/>
              <a:ext cx="3352006" cy="1587"/>
            </a:xfrm>
            <a:prstGeom prst="straightConnector1">
              <a:avLst/>
            </a:prstGeom>
            <a:noFill/>
            <a:ln w="9525" cap="flat" cmpd="sng">
              <a:solidFill>
                <a:srgbClr val="C00000"/>
              </a:solidFill>
              <a:prstDash val="solid"/>
              <a:round/>
              <a:headEnd type="none" w="sm" len="sm"/>
              <a:tailEnd type="none" w="sm" len="sm"/>
            </a:ln>
          </p:spPr>
        </p:cxnSp>
        <p:cxnSp>
          <p:nvCxnSpPr>
            <p:cNvPr id="1105" name="Google Shape;1105;p75"/>
            <p:cNvCxnSpPr/>
            <p:nvPr/>
          </p:nvCxnSpPr>
          <p:spPr>
            <a:xfrm rot="5400000">
              <a:off x="1600597" y="4496197"/>
              <a:ext cx="3352006" cy="1587"/>
            </a:xfrm>
            <a:prstGeom prst="straightConnector1">
              <a:avLst/>
            </a:prstGeom>
            <a:noFill/>
            <a:ln w="9525" cap="flat" cmpd="sng">
              <a:solidFill>
                <a:srgbClr val="C00000"/>
              </a:solidFill>
              <a:prstDash val="solid"/>
              <a:round/>
              <a:headEnd type="none" w="sm" len="sm"/>
              <a:tailEnd type="none" w="sm" len="sm"/>
            </a:ln>
          </p:spPr>
        </p:cxnSp>
        <p:cxnSp>
          <p:nvCxnSpPr>
            <p:cNvPr id="1106" name="Google Shape;1106;p75"/>
            <p:cNvCxnSpPr/>
            <p:nvPr/>
          </p:nvCxnSpPr>
          <p:spPr>
            <a:xfrm rot="10800000" flipH="1">
              <a:off x="1066774" y="2819400"/>
              <a:ext cx="2209033" cy="1588"/>
            </a:xfrm>
            <a:prstGeom prst="straightConnector1">
              <a:avLst/>
            </a:prstGeom>
            <a:noFill/>
            <a:ln w="9525" cap="flat" cmpd="sng">
              <a:solidFill>
                <a:srgbClr val="C00000"/>
              </a:solidFill>
              <a:prstDash val="solid"/>
              <a:round/>
              <a:headEnd type="none" w="sm" len="sm"/>
              <a:tailEnd type="none" w="sm" len="sm"/>
            </a:ln>
          </p:spPr>
        </p:cxnSp>
        <p:cxnSp>
          <p:nvCxnSpPr>
            <p:cNvPr id="1107" name="Google Shape;1107;p75"/>
            <p:cNvCxnSpPr/>
            <p:nvPr/>
          </p:nvCxnSpPr>
          <p:spPr>
            <a:xfrm rot="10800000" flipH="1">
              <a:off x="990600" y="6171406"/>
              <a:ext cx="2285207" cy="1588"/>
            </a:xfrm>
            <a:prstGeom prst="straightConnector1">
              <a:avLst/>
            </a:prstGeom>
            <a:noFill/>
            <a:ln w="9525" cap="flat" cmpd="sng">
              <a:solidFill>
                <a:srgbClr val="C00000"/>
              </a:solidFill>
              <a:prstDash val="solid"/>
              <a:round/>
              <a:headEnd type="none" w="sm" len="sm"/>
              <a:tailEnd type="none" w="sm" len="sm"/>
            </a:ln>
          </p:spPr>
        </p:cxnSp>
      </p:grpSp>
      <p:grpSp>
        <p:nvGrpSpPr>
          <p:cNvPr id="1108" name="Google Shape;1108;p75"/>
          <p:cNvGrpSpPr/>
          <p:nvPr/>
        </p:nvGrpSpPr>
        <p:grpSpPr>
          <a:xfrm>
            <a:off x="3579757" y="2663824"/>
            <a:ext cx="2287590" cy="3354390"/>
            <a:chOff x="990600" y="2819400"/>
            <a:chExt cx="2286793" cy="3353594"/>
          </a:xfrm>
        </p:grpSpPr>
        <p:cxnSp>
          <p:nvCxnSpPr>
            <p:cNvPr id="1109" name="Google Shape;1109;p75"/>
            <p:cNvCxnSpPr/>
            <p:nvPr/>
          </p:nvCxnSpPr>
          <p:spPr>
            <a:xfrm rot="5400000">
              <a:off x="-684609" y="4494609"/>
              <a:ext cx="3352006" cy="1587"/>
            </a:xfrm>
            <a:prstGeom prst="straightConnector1">
              <a:avLst/>
            </a:prstGeom>
            <a:noFill/>
            <a:ln w="9525" cap="flat" cmpd="sng">
              <a:solidFill>
                <a:srgbClr val="C00000"/>
              </a:solidFill>
              <a:prstDash val="solid"/>
              <a:round/>
              <a:headEnd type="none" w="sm" len="sm"/>
              <a:tailEnd type="none" w="sm" len="sm"/>
            </a:ln>
          </p:spPr>
        </p:cxnSp>
        <p:cxnSp>
          <p:nvCxnSpPr>
            <p:cNvPr id="1110" name="Google Shape;1110;p75"/>
            <p:cNvCxnSpPr/>
            <p:nvPr/>
          </p:nvCxnSpPr>
          <p:spPr>
            <a:xfrm rot="5400000">
              <a:off x="534167" y="4494609"/>
              <a:ext cx="3352006" cy="1587"/>
            </a:xfrm>
            <a:prstGeom prst="straightConnector1">
              <a:avLst/>
            </a:prstGeom>
            <a:noFill/>
            <a:ln w="9525" cap="flat" cmpd="sng">
              <a:solidFill>
                <a:srgbClr val="C00000"/>
              </a:solidFill>
              <a:prstDash val="solid"/>
              <a:round/>
              <a:headEnd type="none" w="sm" len="sm"/>
              <a:tailEnd type="none" w="sm" len="sm"/>
            </a:ln>
          </p:spPr>
        </p:cxnSp>
        <p:cxnSp>
          <p:nvCxnSpPr>
            <p:cNvPr id="1111" name="Google Shape;1111;p75"/>
            <p:cNvCxnSpPr/>
            <p:nvPr/>
          </p:nvCxnSpPr>
          <p:spPr>
            <a:xfrm rot="5400000">
              <a:off x="1600597" y="4496197"/>
              <a:ext cx="3352006" cy="1587"/>
            </a:xfrm>
            <a:prstGeom prst="straightConnector1">
              <a:avLst/>
            </a:prstGeom>
            <a:noFill/>
            <a:ln w="9525" cap="flat" cmpd="sng">
              <a:solidFill>
                <a:srgbClr val="C00000"/>
              </a:solidFill>
              <a:prstDash val="solid"/>
              <a:round/>
              <a:headEnd type="none" w="sm" len="sm"/>
              <a:tailEnd type="none" w="sm" len="sm"/>
            </a:ln>
          </p:spPr>
        </p:cxnSp>
        <p:cxnSp>
          <p:nvCxnSpPr>
            <p:cNvPr id="1112" name="Google Shape;1112;p75"/>
            <p:cNvCxnSpPr/>
            <p:nvPr/>
          </p:nvCxnSpPr>
          <p:spPr>
            <a:xfrm rot="10800000" flipH="1">
              <a:off x="1066774" y="2819400"/>
              <a:ext cx="2209033" cy="1588"/>
            </a:xfrm>
            <a:prstGeom prst="straightConnector1">
              <a:avLst/>
            </a:prstGeom>
            <a:noFill/>
            <a:ln w="9525" cap="flat" cmpd="sng">
              <a:solidFill>
                <a:srgbClr val="C00000"/>
              </a:solidFill>
              <a:prstDash val="solid"/>
              <a:round/>
              <a:headEnd type="none" w="sm" len="sm"/>
              <a:tailEnd type="none" w="sm" len="sm"/>
            </a:ln>
          </p:spPr>
        </p:cxnSp>
        <p:cxnSp>
          <p:nvCxnSpPr>
            <p:cNvPr id="1113" name="Google Shape;1113;p75"/>
            <p:cNvCxnSpPr/>
            <p:nvPr/>
          </p:nvCxnSpPr>
          <p:spPr>
            <a:xfrm rot="10800000" flipH="1">
              <a:off x="990600" y="6171406"/>
              <a:ext cx="2285207" cy="1588"/>
            </a:xfrm>
            <a:prstGeom prst="straightConnector1">
              <a:avLst/>
            </a:prstGeom>
            <a:noFill/>
            <a:ln w="9525" cap="flat" cmpd="sng">
              <a:solidFill>
                <a:srgbClr val="C00000"/>
              </a:solidFill>
              <a:prstDash val="solid"/>
              <a:round/>
              <a:headEnd type="none" w="sm" len="sm"/>
              <a:tailEnd type="none" w="sm" len="sm"/>
            </a:ln>
          </p:spPr>
        </p:cxnSp>
      </p:grpSp>
      <p:sp>
        <p:nvSpPr>
          <p:cNvPr id="1114" name="Google Shape;1114;p75"/>
          <p:cNvSpPr/>
          <p:nvPr/>
        </p:nvSpPr>
        <p:spPr>
          <a:xfrm>
            <a:off x="888000" y="2817019"/>
            <a:ext cx="2286000" cy="30464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5 	73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6 	74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7	 7</a:t>
            </a:r>
            <a:endParaRPr sz="1400" b="0" i="0" u="none" strike="noStrike" cap="none">
              <a:solidFill>
                <a:srgbClr val="000000"/>
              </a:solidFill>
              <a:latin typeface="Arial"/>
              <a:ea typeface="Arial"/>
              <a:cs typeface="Arial"/>
              <a:sym typeface="Arial"/>
            </a:endParaRPr>
          </a:p>
        </p:txBody>
      </p:sp>
      <p:sp>
        <p:nvSpPr>
          <p:cNvPr id="1115" name="Google Shape;1115;p75"/>
          <p:cNvSpPr/>
          <p:nvPr/>
        </p:nvSpPr>
        <p:spPr>
          <a:xfrm>
            <a:off x="3996454" y="2662238"/>
            <a:ext cx="3352800" cy="3416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8</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9</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10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11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12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13 	13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14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15	 15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nstantia"/>
                <a:ea typeface="Constantia"/>
                <a:cs typeface="Constantia"/>
                <a:sym typeface="Constantia"/>
              </a:rPr>
              <a:t>16</a:t>
            </a:r>
            <a:endParaRPr sz="1400" b="0" i="0" u="none" strike="noStrike" cap="none">
              <a:solidFill>
                <a:srgbClr val="000000"/>
              </a:solidFill>
              <a:latin typeface="Arial"/>
              <a:ea typeface="Arial"/>
              <a:cs typeface="Arial"/>
              <a:sym typeface="Arial"/>
            </a:endParaRPr>
          </a:p>
        </p:txBody>
      </p:sp>
      <p:pic>
        <p:nvPicPr>
          <p:cNvPr id="1116" name="Google Shape;1116;p75"/>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1117" name="Google Shape;1117;p75"/>
          <p:cNvSpPr txBox="1"/>
          <p:nvPr/>
        </p:nvSpPr>
        <p:spPr>
          <a:xfrm>
            <a:off x="1752600" y="411758"/>
            <a:ext cx="10058400" cy="1450757"/>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Rehashing (contd…)</a:t>
            </a:r>
            <a:br>
              <a:rPr lang="en-US" sz="4800" b="0" i="0" u="none" strike="noStrike" cap="none">
                <a:solidFill>
                  <a:srgbClr val="00B050"/>
                </a:solidFill>
                <a:latin typeface="Times New Roman"/>
                <a:ea typeface="Times New Roman"/>
                <a:cs typeface="Times New Roman"/>
                <a:sym typeface="Times New Roman"/>
              </a:rPr>
            </a:br>
            <a:endParaRPr sz="4800" b="0" i="0" u="none" strike="noStrike" cap="none">
              <a:solidFill>
                <a:srgbClr val="00B05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1">
                                            <p:txEl>
                                              <p:pRg st="0" end="0"/>
                                            </p:txEl>
                                          </p:spTgt>
                                        </p:tgtEl>
                                        <p:attrNameLst>
                                          <p:attrName>style.visibility</p:attrName>
                                        </p:attrNameLst>
                                      </p:cBhvr>
                                      <p:to>
                                        <p:strVal val="visible"/>
                                      </p:to>
                                    </p:set>
                                    <p:animEffect transition="in" filter="fade">
                                      <p:cBhvr>
                                        <p:cTn id="7" dur="500"/>
                                        <p:tgtEl>
                                          <p:spTgt spid="11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1">
                                            <p:txEl>
                                              <p:pRg st="1" end="1"/>
                                            </p:txEl>
                                          </p:spTgt>
                                        </p:tgtEl>
                                        <p:attrNameLst>
                                          <p:attrName>style.visibility</p:attrName>
                                        </p:attrNameLst>
                                      </p:cBhvr>
                                      <p:to>
                                        <p:strVal val="visible"/>
                                      </p:to>
                                    </p:set>
                                    <p:animEffect transition="in" filter="fade">
                                      <p:cBhvr>
                                        <p:cTn id="12" dur="500"/>
                                        <p:tgtEl>
                                          <p:spTgt spid="110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01">
                                            <p:txEl>
                                              <p:pRg st="2" end="2"/>
                                            </p:txEl>
                                          </p:spTgt>
                                        </p:tgtEl>
                                        <p:attrNameLst>
                                          <p:attrName>style.visibility</p:attrName>
                                        </p:attrNameLst>
                                      </p:cBhvr>
                                      <p:to>
                                        <p:strVal val="visible"/>
                                      </p:to>
                                    </p:set>
                                    <p:animEffect transition="in" filter="fade">
                                      <p:cBhvr>
                                        <p:cTn id="17" dur="500"/>
                                        <p:tgtEl>
                                          <p:spTgt spid="110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76"/>
          <p:cNvSpPr txBox="1">
            <a:spLocks noGrp="1"/>
          </p:cNvSpPr>
          <p:nvPr>
            <p:ph type="title"/>
          </p:nvPr>
        </p:nvSpPr>
        <p:spPr>
          <a:xfrm>
            <a:off x="1775520" y="286604"/>
            <a:ext cx="10058400" cy="1486212"/>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Chaining</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1126" name="Google Shape;1126;p76"/>
          <p:cNvSpPr txBox="1">
            <a:spLocks noGrp="1"/>
          </p:cNvSpPr>
          <p:nvPr>
            <p:ph type="body" idx="1"/>
          </p:nvPr>
        </p:nvSpPr>
        <p:spPr>
          <a:xfrm>
            <a:off x="762000" y="1600201"/>
            <a:ext cx="11310664" cy="4525963"/>
          </a:xfrm>
          <a:prstGeom prst="rect">
            <a:avLst/>
          </a:prstGeom>
          <a:noFill/>
          <a:ln>
            <a:noFill/>
          </a:ln>
        </p:spPr>
        <p:txBody>
          <a:bodyPr spcFirstLastPara="1" wrap="square" lIns="91425" tIns="91425" rIns="91425" bIns="91425" anchor="t" anchorCtr="0">
            <a:noAutofit/>
          </a:bodyPr>
          <a:lstStyle/>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This technique used to handle synonym is chaining that chains together all the records that hash to the same address. Instead of relocating synonyms, a linked list of synonyms is created whose head is home address of synonyms</a:t>
            </a:r>
            <a:endParaRPr/>
          </a:p>
          <a:p>
            <a:pPr marL="1944688" lvl="0" indent="-420370" algn="just" rtl="0">
              <a:lnSpc>
                <a:spcPct val="9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However, we need to handle pointers to form a chain of synonyms</a:t>
            </a:r>
            <a:endParaRPr/>
          </a:p>
          <a:p>
            <a:pPr marL="1944688" lvl="0" indent="-565150" algn="just" rtl="0">
              <a:lnSpc>
                <a:spcPct val="90000"/>
              </a:lnSpc>
              <a:spcBef>
                <a:spcPts val="1200"/>
              </a:spcBef>
              <a:spcAft>
                <a:spcPts val="0"/>
              </a:spcAft>
              <a:buClr>
                <a:srgbClr val="A8CDD7"/>
              </a:buClr>
              <a:buSzPts val="2280"/>
              <a:buNone/>
            </a:pPr>
            <a:endParaRPr sz="2400">
              <a:latin typeface="Times New Roman"/>
              <a:ea typeface="Times New Roman"/>
              <a:cs typeface="Times New Roman"/>
              <a:sym typeface="Times New Roman"/>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The extra memory is needed for storing pointers</a:t>
            </a:r>
            <a:endParaRPr sz="2400">
              <a:latin typeface="Times New Roman"/>
              <a:ea typeface="Times New Roman"/>
              <a:cs typeface="Times New Roman"/>
              <a:sym typeface="Times New Roman"/>
            </a:endParaRPr>
          </a:p>
        </p:txBody>
      </p:sp>
      <p:pic>
        <p:nvPicPr>
          <p:cNvPr id="1127" name="Google Shape;1127;p76"/>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p77"/>
          <p:cNvSpPr txBox="1">
            <a:spLocks noGrp="1"/>
          </p:cNvSpPr>
          <p:nvPr>
            <p:ph type="title"/>
          </p:nvPr>
        </p:nvSpPr>
        <p:spPr>
          <a:xfrm>
            <a:off x="1464668" y="303432"/>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Chaining</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pic>
        <p:nvPicPr>
          <p:cNvPr id="1136" name="Google Shape;1136;p77" descr="Picture4.png"/>
          <p:cNvPicPr preferRelativeResize="0">
            <a:picLocks noGrp="1"/>
          </p:cNvPicPr>
          <p:nvPr>
            <p:ph type="body" idx="1"/>
          </p:nvPr>
        </p:nvPicPr>
        <p:blipFill rotWithShape="1">
          <a:blip r:embed="rId3">
            <a:alphaModFix/>
          </a:blip>
          <a:srcRect/>
          <a:stretch/>
        </p:blipFill>
        <p:spPr>
          <a:xfrm>
            <a:off x="3352801" y="1905001"/>
            <a:ext cx="1444633" cy="3498815"/>
          </a:xfrm>
          <a:prstGeom prst="rect">
            <a:avLst/>
          </a:prstGeom>
          <a:noFill/>
          <a:ln>
            <a:noFill/>
          </a:ln>
        </p:spPr>
      </p:pic>
      <p:pic>
        <p:nvPicPr>
          <p:cNvPr id="1137" name="Google Shape;1137;p77" descr="Picture5.png"/>
          <p:cNvPicPr preferRelativeResize="0"/>
          <p:nvPr/>
        </p:nvPicPr>
        <p:blipFill rotWithShape="1">
          <a:blip r:embed="rId4">
            <a:alphaModFix/>
          </a:blip>
          <a:srcRect/>
          <a:stretch/>
        </p:blipFill>
        <p:spPr>
          <a:xfrm>
            <a:off x="5215056" y="2829686"/>
            <a:ext cx="1743312" cy="572977"/>
          </a:xfrm>
          <a:prstGeom prst="rect">
            <a:avLst/>
          </a:prstGeom>
          <a:noFill/>
          <a:ln>
            <a:noFill/>
          </a:ln>
        </p:spPr>
      </p:pic>
      <p:pic>
        <p:nvPicPr>
          <p:cNvPr id="1138" name="Google Shape;1138;p77" descr="Picture6.png"/>
          <p:cNvPicPr preferRelativeResize="0"/>
          <p:nvPr/>
        </p:nvPicPr>
        <p:blipFill rotWithShape="1">
          <a:blip r:embed="rId5">
            <a:alphaModFix/>
          </a:blip>
          <a:srcRect/>
          <a:stretch/>
        </p:blipFill>
        <p:spPr>
          <a:xfrm>
            <a:off x="7199448" y="2829686"/>
            <a:ext cx="1749407" cy="572977"/>
          </a:xfrm>
          <a:prstGeom prst="rect">
            <a:avLst/>
          </a:prstGeom>
          <a:noFill/>
          <a:ln>
            <a:noFill/>
          </a:ln>
        </p:spPr>
      </p:pic>
      <p:cxnSp>
        <p:nvCxnSpPr>
          <p:cNvPr id="1139" name="Google Shape;1139;p77"/>
          <p:cNvCxnSpPr/>
          <p:nvPr/>
        </p:nvCxnSpPr>
        <p:spPr>
          <a:xfrm>
            <a:off x="4723646" y="3109119"/>
            <a:ext cx="533400" cy="1588"/>
          </a:xfrm>
          <a:prstGeom prst="straightConnector1">
            <a:avLst/>
          </a:prstGeom>
          <a:noFill/>
          <a:ln w="9525" cap="flat" cmpd="sng">
            <a:solidFill>
              <a:srgbClr val="C00000"/>
            </a:solidFill>
            <a:prstDash val="solid"/>
            <a:round/>
            <a:headEnd type="none" w="sm" len="sm"/>
            <a:tailEnd type="stealth" w="med" len="med"/>
          </a:ln>
        </p:spPr>
      </p:cxnSp>
      <p:cxnSp>
        <p:nvCxnSpPr>
          <p:cNvPr id="1140" name="Google Shape;1140;p77"/>
          <p:cNvCxnSpPr/>
          <p:nvPr/>
        </p:nvCxnSpPr>
        <p:spPr>
          <a:xfrm>
            <a:off x="6662856" y="3076627"/>
            <a:ext cx="533400" cy="1588"/>
          </a:xfrm>
          <a:prstGeom prst="straightConnector1">
            <a:avLst/>
          </a:prstGeom>
          <a:noFill/>
          <a:ln w="9525" cap="flat" cmpd="sng">
            <a:solidFill>
              <a:srgbClr val="C00000"/>
            </a:solidFill>
            <a:prstDash val="solid"/>
            <a:round/>
            <a:headEnd type="none" w="sm" len="sm"/>
            <a:tailEnd type="stealth" w="med" len="med"/>
          </a:ln>
        </p:spPr>
      </p:cxnSp>
      <p:cxnSp>
        <p:nvCxnSpPr>
          <p:cNvPr id="1141" name="Google Shape;1141;p77"/>
          <p:cNvCxnSpPr/>
          <p:nvPr/>
        </p:nvCxnSpPr>
        <p:spPr>
          <a:xfrm>
            <a:off x="8644056" y="3076627"/>
            <a:ext cx="533400" cy="1588"/>
          </a:xfrm>
          <a:prstGeom prst="straightConnector1">
            <a:avLst/>
          </a:prstGeom>
          <a:noFill/>
          <a:ln w="9525" cap="flat" cmpd="sng">
            <a:solidFill>
              <a:srgbClr val="C00000"/>
            </a:solidFill>
            <a:prstDash val="solid"/>
            <a:round/>
            <a:headEnd type="none" w="sm" len="sm"/>
            <a:tailEnd type="none" w="sm" len="sm"/>
          </a:ln>
        </p:spPr>
      </p:cxnSp>
      <p:cxnSp>
        <p:nvCxnSpPr>
          <p:cNvPr id="1142" name="Google Shape;1142;p77"/>
          <p:cNvCxnSpPr/>
          <p:nvPr/>
        </p:nvCxnSpPr>
        <p:spPr>
          <a:xfrm rot="5400000">
            <a:off x="9064743" y="3189341"/>
            <a:ext cx="228600" cy="3175"/>
          </a:xfrm>
          <a:prstGeom prst="straightConnector1">
            <a:avLst/>
          </a:prstGeom>
          <a:noFill/>
          <a:ln w="9525" cap="flat" cmpd="sng">
            <a:solidFill>
              <a:srgbClr val="C00000"/>
            </a:solidFill>
            <a:prstDash val="solid"/>
            <a:round/>
            <a:headEnd type="none" w="sm" len="sm"/>
            <a:tailEnd type="none" w="sm" len="sm"/>
          </a:ln>
        </p:spPr>
      </p:cxnSp>
      <p:cxnSp>
        <p:nvCxnSpPr>
          <p:cNvPr id="1143" name="Google Shape;1143;p77"/>
          <p:cNvCxnSpPr/>
          <p:nvPr/>
        </p:nvCxnSpPr>
        <p:spPr>
          <a:xfrm>
            <a:off x="8948856" y="3305227"/>
            <a:ext cx="457200" cy="1588"/>
          </a:xfrm>
          <a:prstGeom prst="straightConnector1">
            <a:avLst/>
          </a:prstGeom>
          <a:noFill/>
          <a:ln w="9525" cap="flat" cmpd="sng">
            <a:solidFill>
              <a:srgbClr val="C00000"/>
            </a:solidFill>
            <a:prstDash val="solid"/>
            <a:round/>
            <a:headEnd type="none" w="sm" len="sm"/>
            <a:tailEnd type="none" w="sm" len="sm"/>
          </a:ln>
        </p:spPr>
      </p:cxnSp>
      <p:cxnSp>
        <p:nvCxnSpPr>
          <p:cNvPr id="1144" name="Google Shape;1144;p77"/>
          <p:cNvCxnSpPr/>
          <p:nvPr/>
        </p:nvCxnSpPr>
        <p:spPr>
          <a:xfrm>
            <a:off x="9025056" y="3381427"/>
            <a:ext cx="381000" cy="1588"/>
          </a:xfrm>
          <a:prstGeom prst="straightConnector1">
            <a:avLst/>
          </a:prstGeom>
          <a:noFill/>
          <a:ln w="9525" cap="flat" cmpd="sng">
            <a:solidFill>
              <a:srgbClr val="C00000"/>
            </a:solidFill>
            <a:prstDash val="solid"/>
            <a:round/>
            <a:headEnd type="none" w="sm" len="sm"/>
            <a:tailEnd type="none" w="sm" len="sm"/>
          </a:ln>
        </p:spPr>
      </p:cxnSp>
      <p:cxnSp>
        <p:nvCxnSpPr>
          <p:cNvPr id="1145" name="Google Shape;1145;p77"/>
          <p:cNvCxnSpPr/>
          <p:nvPr/>
        </p:nvCxnSpPr>
        <p:spPr>
          <a:xfrm>
            <a:off x="9101256" y="3457627"/>
            <a:ext cx="228600" cy="1588"/>
          </a:xfrm>
          <a:prstGeom prst="straightConnector1">
            <a:avLst/>
          </a:prstGeom>
          <a:noFill/>
          <a:ln w="9525" cap="flat" cmpd="sng">
            <a:solidFill>
              <a:srgbClr val="C00000"/>
            </a:solidFill>
            <a:prstDash val="solid"/>
            <a:round/>
            <a:headEnd type="none" w="sm" len="sm"/>
            <a:tailEnd type="none" w="sm" len="sm"/>
          </a:ln>
        </p:spPr>
      </p:cxnSp>
      <p:sp>
        <p:nvSpPr>
          <p:cNvPr id="1146" name="Google Shape;1146;p77"/>
          <p:cNvSpPr txBox="1"/>
          <p:nvPr/>
        </p:nvSpPr>
        <p:spPr>
          <a:xfrm>
            <a:off x="3048000" y="1981201"/>
            <a:ext cx="325438" cy="4302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1147" name="Google Shape;1147;p77"/>
          <p:cNvSpPr/>
          <p:nvPr/>
        </p:nvSpPr>
        <p:spPr>
          <a:xfrm>
            <a:off x="3048000" y="2438401"/>
            <a:ext cx="325438" cy="4302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1148" name="Google Shape;1148;p77"/>
          <p:cNvSpPr/>
          <p:nvPr/>
        </p:nvSpPr>
        <p:spPr>
          <a:xfrm>
            <a:off x="3048000" y="2895601"/>
            <a:ext cx="325438" cy="4302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dk1"/>
                </a:solidFill>
                <a:latin typeface="Times New Roman"/>
                <a:ea typeface="Times New Roman"/>
                <a:cs typeface="Times New Roman"/>
                <a:sym typeface="Times New Roman"/>
              </a:rPr>
              <a:t>2</a:t>
            </a:r>
            <a:endParaRPr sz="1400" b="0" i="0" u="none" strike="noStrike" cap="none">
              <a:solidFill>
                <a:srgbClr val="000000"/>
              </a:solidFill>
              <a:latin typeface="Arial"/>
              <a:ea typeface="Arial"/>
              <a:cs typeface="Arial"/>
              <a:sym typeface="Arial"/>
            </a:endParaRPr>
          </a:p>
        </p:txBody>
      </p:sp>
      <p:sp>
        <p:nvSpPr>
          <p:cNvPr id="1149" name="Google Shape;1149;p77"/>
          <p:cNvSpPr/>
          <p:nvPr/>
        </p:nvSpPr>
        <p:spPr>
          <a:xfrm>
            <a:off x="2438401" y="4953001"/>
            <a:ext cx="968375" cy="4302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dk1"/>
                </a:solidFill>
                <a:latin typeface="Times New Roman"/>
                <a:ea typeface="Times New Roman"/>
                <a:cs typeface="Times New Roman"/>
                <a:sym typeface="Times New Roman"/>
              </a:rPr>
              <a:t>max-1</a:t>
            </a:r>
            <a:endParaRPr sz="1400" b="0" i="0" u="none" strike="noStrike" cap="none">
              <a:solidFill>
                <a:srgbClr val="000000"/>
              </a:solidFill>
              <a:latin typeface="Arial"/>
              <a:ea typeface="Arial"/>
              <a:cs typeface="Arial"/>
              <a:sym typeface="Arial"/>
            </a:endParaRPr>
          </a:p>
        </p:txBody>
      </p:sp>
      <p:pic>
        <p:nvPicPr>
          <p:cNvPr id="1150" name="Google Shape;1150;p77"/>
          <p:cNvPicPr preferRelativeResize="0"/>
          <p:nvPr/>
        </p:nvPicPr>
        <p:blipFill rotWithShape="1">
          <a:blip r:embed="rId6">
            <a:alphaModFix/>
          </a:blip>
          <a:srcRect/>
          <a:stretch/>
        </p:blipFill>
        <p:spPr>
          <a:xfrm>
            <a:off x="195070" y="286604"/>
            <a:ext cx="1269598" cy="114849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78"/>
          <p:cNvSpPr txBox="1">
            <a:spLocks noGrp="1"/>
          </p:cNvSpPr>
          <p:nvPr>
            <p:ph type="title"/>
          </p:nvPr>
        </p:nvSpPr>
        <p:spPr>
          <a:xfrm>
            <a:off x="1499766" y="303385"/>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Comparison : Rehashing and chaining</a:t>
            </a:r>
            <a:br>
              <a:rPr lang="en-US">
                <a:solidFill>
                  <a:srgbClr val="00B050"/>
                </a:solidFill>
                <a:latin typeface="Times New Roman"/>
                <a:ea typeface="Times New Roman"/>
                <a:cs typeface="Times New Roman"/>
                <a:sym typeface="Times New Roman"/>
              </a:rPr>
            </a:br>
            <a:endParaRPr>
              <a:solidFill>
                <a:srgbClr val="00B050"/>
              </a:solidFill>
              <a:latin typeface="Times New Roman"/>
              <a:ea typeface="Times New Roman"/>
              <a:cs typeface="Times New Roman"/>
              <a:sym typeface="Times New Roman"/>
            </a:endParaRPr>
          </a:p>
        </p:txBody>
      </p:sp>
      <p:sp>
        <p:nvSpPr>
          <p:cNvPr id="1159" name="Google Shape;1159;p78"/>
          <p:cNvSpPr txBox="1">
            <a:spLocks noGrp="1"/>
          </p:cNvSpPr>
          <p:nvPr>
            <p:ph type="body" idx="1"/>
          </p:nvPr>
        </p:nvSpPr>
        <p:spPr>
          <a:xfrm>
            <a:off x="609600" y="1600200"/>
            <a:ext cx="10814992" cy="5029200"/>
          </a:xfrm>
          <a:prstGeom prst="rect">
            <a:avLst/>
          </a:prstGeom>
          <a:noFill/>
          <a:ln>
            <a:noFill/>
          </a:ln>
        </p:spPr>
        <p:txBody>
          <a:bodyPr spcFirstLastPara="1" wrap="square" lIns="91425" tIns="91425" rIns="91425" bIns="91425" anchor="t" anchorCtr="0">
            <a:noAutofit/>
          </a:bodyPr>
          <a:lstStyle/>
          <a:p>
            <a:pPr marL="1944688" lvl="0" indent="-565150" algn="ctr" rtl="0">
              <a:lnSpc>
                <a:spcPct val="90000"/>
              </a:lnSpc>
              <a:spcBef>
                <a:spcPts val="1200"/>
              </a:spcBef>
              <a:spcAft>
                <a:spcPts val="0"/>
              </a:spcAft>
              <a:buClr>
                <a:srgbClr val="A8CDD7"/>
              </a:buClr>
              <a:buSzPts val="2280"/>
              <a:buNone/>
            </a:pPr>
            <a:r>
              <a:rPr lang="en-US" sz="2400" b="1">
                <a:latin typeface="Times New Roman"/>
                <a:ea typeface="Times New Roman"/>
                <a:cs typeface="Times New Roman"/>
                <a:sym typeface="Times New Roman"/>
              </a:rPr>
              <a:t>Chaining</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Unlimited number of synonyms can be handled in chaining</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Additional cost to be paid is overhead of multiple linked lists</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Sequential search through chain takes more time</a:t>
            </a:r>
            <a:endParaRPr/>
          </a:p>
          <a:p>
            <a:pPr marL="1944688" lvl="0" indent="-420370" algn="just" rtl="0">
              <a:lnSpc>
                <a:spcPct val="90000"/>
              </a:lnSpc>
              <a:spcBef>
                <a:spcPts val="1200"/>
              </a:spcBef>
              <a:spcAft>
                <a:spcPts val="0"/>
              </a:spcAft>
              <a:buClr>
                <a:srgbClr val="A8CDD7"/>
              </a:buClr>
              <a:buSzPts val="2280"/>
              <a:buFont typeface="Noto Sans Symbols"/>
              <a:buNone/>
            </a:pPr>
            <a:endParaRPr sz="2400">
              <a:latin typeface="Times New Roman"/>
              <a:ea typeface="Times New Roman"/>
              <a:cs typeface="Times New Roman"/>
              <a:sym typeface="Times New Roman"/>
            </a:endParaRPr>
          </a:p>
          <a:p>
            <a:pPr marL="1944688" lvl="0" indent="-565150" algn="ctr" rtl="0">
              <a:lnSpc>
                <a:spcPct val="90000"/>
              </a:lnSpc>
              <a:spcBef>
                <a:spcPts val="1200"/>
              </a:spcBef>
              <a:spcAft>
                <a:spcPts val="0"/>
              </a:spcAft>
              <a:buClr>
                <a:srgbClr val="A8CDD7"/>
              </a:buClr>
              <a:buSzPts val="2280"/>
              <a:buNone/>
            </a:pPr>
            <a:r>
              <a:rPr lang="en-US" sz="2400" b="1">
                <a:latin typeface="Times New Roman"/>
                <a:ea typeface="Times New Roman"/>
                <a:cs typeface="Times New Roman"/>
                <a:sym typeface="Times New Roman"/>
              </a:rPr>
              <a:t>Rehashing</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Limited but still a good number of synonyms are taken care of</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The table size is doubled but no additional field of link is to be maintained</a:t>
            </a:r>
            <a:endParaRPr/>
          </a:p>
          <a:p>
            <a:pPr marL="1944688" lvl="0" indent="-565150" algn="just" rtl="0">
              <a:lnSpc>
                <a:spcPct val="90000"/>
              </a:lnSpc>
              <a:spcBef>
                <a:spcPts val="1200"/>
              </a:spcBef>
              <a:spcAft>
                <a:spcPts val="0"/>
              </a:spcAft>
              <a:buClr>
                <a:srgbClr val="A8CDD7"/>
              </a:buClr>
              <a:buSzPts val="2280"/>
              <a:buFont typeface="Noto Sans Symbols"/>
              <a:buChar char="❖"/>
            </a:pPr>
            <a:r>
              <a:rPr lang="en-US" sz="2400">
                <a:latin typeface="Times New Roman"/>
                <a:ea typeface="Times New Roman"/>
                <a:cs typeface="Times New Roman"/>
                <a:sym typeface="Times New Roman"/>
              </a:rPr>
              <a:t>Searching is faster when compared to chaining</a:t>
            </a:r>
            <a:endParaRPr/>
          </a:p>
          <a:p>
            <a:pPr marL="457200" marR="0" lvl="0" indent="-228600" algn="l" rtl="0">
              <a:lnSpc>
                <a:spcPct val="90000"/>
              </a:lnSpc>
              <a:spcBef>
                <a:spcPts val="1200"/>
              </a:spcBef>
              <a:spcAft>
                <a:spcPts val="0"/>
              </a:spcAft>
              <a:buClr>
                <a:schemeClr val="accent1"/>
              </a:buClr>
              <a:buSzPts val="2000"/>
              <a:buFont typeface="Calibri"/>
              <a:buNone/>
            </a:pPr>
            <a:endParaRPr/>
          </a:p>
        </p:txBody>
      </p:sp>
      <p:pic>
        <p:nvPicPr>
          <p:cNvPr id="1160" name="Google Shape;1160;p78"/>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9" name="Google Shape;1169;p82"/>
          <p:cNvSpPr txBox="1"/>
          <p:nvPr/>
        </p:nvSpPr>
        <p:spPr>
          <a:xfrm>
            <a:off x="1981200" y="274638"/>
            <a:ext cx="82296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Hash Table Overflow</a:t>
            </a:r>
            <a:endParaRPr sz="4800" b="0" i="0" u="none" strike="noStrike" cap="none">
              <a:solidFill>
                <a:srgbClr val="00B050"/>
              </a:solidFill>
              <a:latin typeface="Times New Roman"/>
              <a:ea typeface="Times New Roman"/>
              <a:cs typeface="Times New Roman"/>
              <a:sym typeface="Times New Roman"/>
            </a:endParaRPr>
          </a:p>
        </p:txBody>
      </p:sp>
      <p:sp>
        <p:nvSpPr>
          <p:cNvPr id="1170" name="Google Shape;1170;p82"/>
          <p:cNvSpPr txBox="1"/>
          <p:nvPr/>
        </p:nvSpPr>
        <p:spPr>
          <a:xfrm>
            <a:off x="533400" y="1752601"/>
            <a:ext cx="11395248" cy="2540495"/>
          </a:xfrm>
          <a:prstGeom prst="rect">
            <a:avLst/>
          </a:prstGeom>
          <a:noFill/>
          <a:ln>
            <a:noFill/>
          </a:ln>
        </p:spPr>
        <p:txBody>
          <a:bodyPr spcFirstLastPara="1" wrap="square" lIns="0" tIns="45700" rIns="18275" bIns="45700" anchor="t" anchorCtr="0">
            <a:noAutofit/>
          </a:bodyPr>
          <a:lstStyle/>
          <a:p>
            <a:pPr marL="1944688" marR="45720" lvl="0" indent="-565150" algn="just" rtl="0">
              <a:lnSpc>
                <a:spcPct val="90000"/>
              </a:lnSpc>
              <a:spcBef>
                <a:spcPts val="0"/>
              </a:spcBef>
              <a:spcAft>
                <a:spcPts val="0"/>
              </a:spcAft>
              <a:buClr>
                <a:srgbClr val="A8CDD7"/>
              </a:buClr>
              <a:buSzPts val="2280"/>
              <a:buFont typeface="Noto Sans Symbols"/>
              <a:buChar char="❖"/>
            </a:pPr>
            <a:r>
              <a:rPr lang="en-US" sz="2400" b="0" i="0" u="none" strike="noStrike" cap="none">
                <a:solidFill>
                  <a:srgbClr val="000000"/>
                </a:solidFill>
                <a:latin typeface="Times New Roman"/>
                <a:ea typeface="Times New Roman"/>
                <a:cs typeface="Times New Roman"/>
                <a:sym typeface="Times New Roman"/>
              </a:rPr>
              <a:t>An overflow is said to occur when a new identifier is mapped or hashed into a full bucket</a:t>
            </a:r>
            <a:endParaRPr sz="1400" b="0" i="0" u="none" strike="noStrike" cap="none">
              <a:solidFill>
                <a:srgbClr val="000000"/>
              </a:solidFill>
              <a:latin typeface="Arial"/>
              <a:ea typeface="Arial"/>
              <a:cs typeface="Arial"/>
              <a:sym typeface="Arial"/>
            </a:endParaRPr>
          </a:p>
          <a:p>
            <a:pPr marL="1944688" marR="45720" lvl="0" indent="-420370" algn="just" rtl="0">
              <a:lnSpc>
                <a:spcPct val="90000"/>
              </a:lnSpc>
              <a:spcBef>
                <a:spcPts val="480"/>
              </a:spcBef>
              <a:spcAft>
                <a:spcPts val="0"/>
              </a:spcAft>
              <a:buClr>
                <a:srgbClr val="A8CDD7"/>
              </a:buClr>
              <a:buSzPts val="228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90000"/>
              </a:lnSpc>
              <a:spcBef>
                <a:spcPts val="480"/>
              </a:spcBef>
              <a:spcAft>
                <a:spcPts val="0"/>
              </a:spcAft>
              <a:buClr>
                <a:srgbClr val="A8CDD7"/>
              </a:buClr>
              <a:buSzPts val="2280"/>
              <a:buFont typeface="Noto Sans Symbols"/>
              <a:buChar char="❖"/>
            </a:pPr>
            <a:r>
              <a:rPr lang="en-US" sz="2400" b="0" i="0" u="none" strike="noStrike" cap="none">
                <a:solidFill>
                  <a:srgbClr val="000000"/>
                </a:solidFill>
                <a:latin typeface="Times New Roman"/>
                <a:ea typeface="Times New Roman"/>
                <a:cs typeface="Times New Roman"/>
                <a:sym typeface="Times New Roman"/>
              </a:rPr>
              <a:t>When the bucket size is one, collision and overflow occur simultaneously</a:t>
            </a:r>
            <a:endParaRPr sz="1400" b="0" i="0" u="none" strike="noStrike" cap="none">
              <a:solidFill>
                <a:srgbClr val="000000"/>
              </a:solidFill>
              <a:latin typeface="Arial"/>
              <a:ea typeface="Arial"/>
              <a:cs typeface="Arial"/>
              <a:sym typeface="Arial"/>
            </a:endParaRPr>
          </a:p>
          <a:p>
            <a:pPr marL="1944688" marR="45720" lvl="0" indent="-432435" algn="just"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just"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just"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08305" algn="l" rtl="0">
              <a:lnSpc>
                <a:spcPct val="100000"/>
              </a:lnSpc>
              <a:spcBef>
                <a:spcPts val="520"/>
              </a:spcBef>
              <a:spcAft>
                <a:spcPts val="0"/>
              </a:spcAft>
              <a:buClr>
                <a:schemeClr val="accent3"/>
              </a:buClr>
              <a:buSzPts val="2470"/>
              <a:buFont typeface="Noto Sans Symbols"/>
              <a:buNone/>
            </a:pPr>
            <a:endParaRPr sz="2600" b="0" i="0" u="none" strike="noStrike" cap="none">
              <a:solidFill>
                <a:srgbClr val="D2FED4"/>
              </a:solidFill>
              <a:latin typeface="Arial"/>
              <a:ea typeface="Arial"/>
              <a:cs typeface="Arial"/>
              <a:sym typeface="Arial"/>
            </a:endParaRPr>
          </a:p>
        </p:txBody>
      </p:sp>
      <p:pic>
        <p:nvPicPr>
          <p:cNvPr id="1171" name="Google Shape;1171;p82"/>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9" name="Google Shape;1179;p83"/>
          <p:cNvSpPr txBox="1"/>
          <p:nvPr/>
        </p:nvSpPr>
        <p:spPr>
          <a:xfrm>
            <a:off x="1631504" y="274638"/>
            <a:ext cx="10225136" cy="11430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Open Addressing for Overflow Handling</a:t>
            </a:r>
            <a:endParaRPr sz="4800" b="0" i="0" u="none" strike="noStrike" cap="none">
              <a:solidFill>
                <a:srgbClr val="00B050"/>
              </a:solidFill>
              <a:latin typeface="Times New Roman"/>
              <a:ea typeface="Times New Roman"/>
              <a:cs typeface="Times New Roman"/>
              <a:sym typeface="Times New Roman"/>
            </a:endParaRPr>
          </a:p>
        </p:txBody>
      </p:sp>
      <p:sp>
        <p:nvSpPr>
          <p:cNvPr id="1180" name="Google Shape;1180;p83"/>
          <p:cNvSpPr txBox="1"/>
          <p:nvPr/>
        </p:nvSpPr>
        <p:spPr>
          <a:xfrm>
            <a:off x="533400" y="1752601"/>
            <a:ext cx="11035208" cy="4602163"/>
          </a:xfrm>
          <a:prstGeom prst="rect">
            <a:avLst/>
          </a:prstGeom>
          <a:noFill/>
          <a:ln>
            <a:noFill/>
          </a:ln>
        </p:spPr>
        <p:txBody>
          <a:bodyPr spcFirstLastPara="1" wrap="square" lIns="0" tIns="45700" rIns="18275" bIns="45700" anchor="t" anchorCtr="0">
            <a:noAutofit/>
          </a:bodyPr>
          <a:lstStyle/>
          <a:p>
            <a:pPr marL="1944688" marR="45720" lvl="0" indent="-565150" algn="just" rtl="0">
              <a:lnSpc>
                <a:spcPct val="90000"/>
              </a:lnSpc>
              <a:spcBef>
                <a:spcPts val="0"/>
              </a:spcBef>
              <a:spcAft>
                <a:spcPts val="0"/>
              </a:spcAft>
              <a:buClr>
                <a:srgbClr val="A8CDD7"/>
              </a:buClr>
              <a:buSzPts val="2280"/>
              <a:buFont typeface="Noto Sans Symbols"/>
              <a:buChar char="❖"/>
            </a:pPr>
            <a:r>
              <a:rPr lang="en-US" sz="2400" b="0" i="0" u="none" strike="noStrike" cap="none">
                <a:solidFill>
                  <a:srgbClr val="000000"/>
                </a:solidFill>
                <a:latin typeface="Times New Roman"/>
                <a:ea typeface="Times New Roman"/>
                <a:cs typeface="Times New Roman"/>
                <a:sym typeface="Times New Roman"/>
              </a:rPr>
              <a:t>When a new identifier is hashed into a full bucket, we need to find another bucket for this identifier</a:t>
            </a:r>
            <a:endParaRPr sz="1400" b="0" i="0" u="none" strike="noStrike" cap="none">
              <a:solidFill>
                <a:srgbClr val="000000"/>
              </a:solidFill>
              <a:latin typeface="Arial"/>
              <a:ea typeface="Arial"/>
              <a:cs typeface="Arial"/>
              <a:sym typeface="Arial"/>
            </a:endParaRPr>
          </a:p>
          <a:p>
            <a:pPr marL="1944688" marR="45720" lvl="0" indent="-420370" algn="just" rtl="0">
              <a:lnSpc>
                <a:spcPct val="90000"/>
              </a:lnSpc>
              <a:spcBef>
                <a:spcPts val="480"/>
              </a:spcBef>
              <a:spcAft>
                <a:spcPts val="0"/>
              </a:spcAft>
              <a:buClr>
                <a:srgbClr val="A8CDD7"/>
              </a:buClr>
              <a:buSzPts val="228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90000"/>
              </a:lnSpc>
              <a:spcBef>
                <a:spcPts val="480"/>
              </a:spcBef>
              <a:spcAft>
                <a:spcPts val="0"/>
              </a:spcAft>
              <a:buClr>
                <a:srgbClr val="A8CDD7"/>
              </a:buClr>
              <a:buSzPts val="2280"/>
              <a:buFont typeface="Noto Sans Symbols"/>
              <a:buChar char="❖"/>
            </a:pPr>
            <a:r>
              <a:rPr lang="en-US" sz="2400" b="0" i="0" u="none" strike="noStrike" cap="none">
                <a:solidFill>
                  <a:srgbClr val="000000"/>
                </a:solidFill>
                <a:latin typeface="Times New Roman"/>
                <a:ea typeface="Times New Roman"/>
                <a:cs typeface="Times New Roman"/>
                <a:sym typeface="Times New Roman"/>
              </a:rPr>
              <a:t>The simplest solution is to find the closest unfilled bucket.</a:t>
            </a:r>
            <a:endParaRPr sz="1400" b="0" i="0" u="none" strike="noStrike" cap="none">
              <a:solidFill>
                <a:srgbClr val="000000"/>
              </a:solidFill>
              <a:latin typeface="Arial"/>
              <a:ea typeface="Arial"/>
              <a:cs typeface="Arial"/>
              <a:sym typeface="Arial"/>
            </a:endParaRPr>
          </a:p>
          <a:p>
            <a:pPr marL="1944688" marR="45720" lvl="0" indent="-420370" algn="just" rtl="0">
              <a:lnSpc>
                <a:spcPct val="90000"/>
              </a:lnSpc>
              <a:spcBef>
                <a:spcPts val="480"/>
              </a:spcBef>
              <a:spcAft>
                <a:spcPts val="0"/>
              </a:spcAft>
              <a:buClr>
                <a:srgbClr val="A8CDD7"/>
              </a:buClr>
              <a:buSzPts val="228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90000"/>
              </a:lnSpc>
              <a:spcBef>
                <a:spcPts val="480"/>
              </a:spcBef>
              <a:spcAft>
                <a:spcPts val="0"/>
              </a:spcAft>
              <a:buClr>
                <a:srgbClr val="A8CDD7"/>
              </a:buClr>
              <a:buSzPts val="2280"/>
              <a:buFont typeface="Noto Sans Symbols"/>
              <a:buChar char="❖"/>
            </a:pPr>
            <a:r>
              <a:rPr lang="en-US" sz="2400" b="0" i="0" u="none" strike="noStrike" cap="none">
                <a:solidFill>
                  <a:srgbClr val="000000"/>
                </a:solidFill>
                <a:latin typeface="Times New Roman"/>
                <a:ea typeface="Times New Roman"/>
                <a:cs typeface="Times New Roman"/>
                <a:sym typeface="Times New Roman"/>
              </a:rPr>
              <a:t>This is called as linear probing or linear open addressing</a:t>
            </a:r>
            <a:endParaRPr sz="1400" b="0" i="0" u="none" strike="noStrike" cap="none">
              <a:solidFill>
                <a:srgbClr val="000000"/>
              </a:solidFill>
              <a:latin typeface="Arial"/>
              <a:ea typeface="Arial"/>
              <a:cs typeface="Arial"/>
              <a:sym typeface="Arial"/>
            </a:endParaRPr>
          </a:p>
          <a:p>
            <a:pPr marL="1944688" marR="45720" lvl="0" indent="-420370" algn="just" rtl="0">
              <a:lnSpc>
                <a:spcPct val="90000"/>
              </a:lnSpc>
              <a:spcBef>
                <a:spcPts val="480"/>
              </a:spcBef>
              <a:spcAft>
                <a:spcPts val="0"/>
              </a:spcAft>
              <a:buClr>
                <a:srgbClr val="A8CDD7"/>
              </a:buClr>
              <a:buSzPts val="2280"/>
              <a:buFont typeface="Noto Sans Symbols"/>
              <a:buNone/>
            </a:pPr>
            <a:endParaRPr sz="2400" b="0" i="0" u="none" strike="noStrike" cap="none">
              <a:solidFill>
                <a:srgbClr val="000000"/>
              </a:solidFill>
              <a:latin typeface="Constantia"/>
              <a:ea typeface="Constantia"/>
              <a:cs typeface="Constantia"/>
              <a:sym typeface="Constantia"/>
            </a:endParaRPr>
          </a:p>
          <a:p>
            <a:pPr marL="1944688" marR="45720" lvl="0" indent="-432435" algn="just"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just"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Noto Sans Symbols"/>
              <a:buNone/>
            </a:pPr>
            <a:endParaRPr sz="2200" b="1" i="0" u="none" strike="noStrike" cap="none">
              <a:solidFill>
                <a:srgbClr val="D2FED4"/>
              </a:solidFill>
              <a:latin typeface="Arial"/>
              <a:ea typeface="Arial"/>
              <a:cs typeface="Arial"/>
              <a:sym typeface="Arial"/>
            </a:endParaRPr>
          </a:p>
          <a:p>
            <a:pPr marL="1944688" marR="45720" lvl="0" indent="-408305" algn="l" rtl="0">
              <a:lnSpc>
                <a:spcPct val="100000"/>
              </a:lnSpc>
              <a:spcBef>
                <a:spcPts val="520"/>
              </a:spcBef>
              <a:spcAft>
                <a:spcPts val="0"/>
              </a:spcAft>
              <a:buClr>
                <a:schemeClr val="accent3"/>
              </a:buClr>
              <a:buSzPts val="2470"/>
              <a:buFont typeface="Noto Sans Symbols"/>
              <a:buNone/>
            </a:pPr>
            <a:endParaRPr sz="2600" b="0" i="0" u="none" strike="noStrike" cap="none">
              <a:solidFill>
                <a:srgbClr val="D2FED4"/>
              </a:solidFill>
              <a:latin typeface="Arial"/>
              <a:ea typeface="Arial"/>
              <a:cs typeface="Arial"/>
              <a:sym typeface="Arial"/>
            </a:endParaRPr>
          </a:p>
        </p:txBody>
      </p:sp>
      <p:pic>
        <p:nvPicPr>
          <p:cNvPr id="1181" name="Google Shape;1181;p83"/>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9" name="Google Shape;1189;p84"/>
          <p:cNvSpPr txBox="1"/>
          <p:nvPr/>
        </p:nvSpPr>
        <p:spPr>
          <a:xfrm>
            <a:off x="1670858" y="121871"/>
            <a:ext cx="9393694" cy="1477962"/>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Overflow Handling by Chaining</a:t>
            </a:r>
            <a:endParaRPr sz="4800" b="0" i="0" u="none" strike="noStrike" cap="none">
              <a:solidFill>
                <a:srgbClr val="00B050"/>
              </a:solidFill>
              <a:latin typeface="Times New Roman"/>
              <a:ea typeface="Times New Roman"/>
              <a:cs typeface="Times New Roman"/>
              <a:sym typeface="Times New Roman"/>
            </a:endParaRPr>
          </a:p>
        </p:txBody>
      </p:sp>
      <p:sp>
        <p:nvSpPr>
          <p:cNvPr id="1190" name="Google Shape;1190;p84"/>
          <p:cNvSpPr txBox="1"/>
          <p:nvPr/>
        </p:nvSpPr>
        <p:spPr>
          <a:xfrm>
            <a:off x="533400" y="2057401"/>
            <a:ext cx="11395248" cy="4297363"/>
          </a:xfrm>
          <a:prstGeom prst="rect">
            <a:avLst/>
          </a:prstGeom>
          <a:noFill/>
          <a:ln>
            <a:noFill/>
          </a:ln>
        </p:spPr>
        <p:txBody>
          <a:bodyPr spcFirstLastPara="1" wrap="square" lIns="0" tIns="45700" rIns="18275" bIns="45700" anchor="t" anchorCtr="0">
            <a:noAutofit/>
          </a:bodyPr>
          <a:lstStyle/>
          <a:p>
            <a:pPr marL="1944688" marR="45720" lvl="0" indent="-565150" algn="just" rtl="0">
              <a:lnSpc>
                <a:spcPct val="80000"/>
              </a:lnSpc>
              <a:spcBef>
                <a:spcPts val="0"/>
              </a:spcBef>
              <a:spcAft>
                <a:spcPts val="0"/>
              </a:spcAft>
              <a:buClr>
                <a:srgbClr val="A8CDD7"/>
              </a:buClr>
              <a:buSzPts val="2285"/>
              <a:buFont typeface="Noto Sans Symbols"/>
              <a:buChar char="❖"/>
            </a:pPr>
            <a:r>
              <a:rPr lang="en-US" sz="2405" b="0" i="0" u="none" strike="noStrike" cap="none">
                <a:solidFill>
                  <a:srgbClr val="000000"/>
                </a:solidFill>
                <a:latin typeface="Times New Roman"/>
                <a:ea typeface="Times New Roman"/>
                <a:cs typeface="Times New Roman"/>
                <a:sym typeface="Times New Roman"/>
              </a:rPr>
              <a:t>Since the sizes of these lists are not known in advance, the best way to maintain them is as linked chains</a:t>
            </a:r>
            <a:endParaRPr sz="1400" b="0" i="0" u="none" strike="noStrike" cap="none">
              <a:solidFill>
                <a:srgbClr val="000000"/>
              </a:solidFill>
              <a:latin typeface="Arial"/>
              <a:ea typeface="Arial"/>
              <a:cs typeface="Arial"/>
              <a:sym typeface="Arial"/>
            </a:endParaRPr>
          </a:p>
          <a:p>
            <a:pPr marL="1944688" marR="45720" lvl="0" indent="-420068" algn="just" rtl="0">
              <a:lnSpc>
                <a:spcPct val="80000"/>
              </a:lnSpc>
              <a:spcBef>
                <a:spcPts val="481"/>
              </a:spcBef>
              <a:spcAft>
                <a:spcPts val="0"/>
              </a:spcAft>
              <a:buClr>
                <a:srgbClr val="A8CDD7"/>
              </a:buClr>
              <a:buSzPts val="2285"/>
              <a:buFont typeface="Noto Sans Symbols"/>
              <a:buNone/>
            </a:pPr>
            <a:endParaRPr sz="2405"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80000"/>
              </a:lnSpc>
              <a:spcBef>
                <a:spcPts val="481"/>
              </a:spcBef>
              <a:spcAft>
                <a:spcPts val="0"/>
              </a:spcAft>
              <a:buClr>
                <a:srgbClr val="A8CDD7"/>
              </a:buClr>
              <a:buSzPts val="2285"/>
              <a:buFont typeface="Noto Sans Symbols"/>
              <a:buChar char="❖"/>
            </a:pPr>
            <a:r>
              <a:rPr lang="en-US" sz="2405" b="0" i="0" u="none" strike="noStrike" cap="none">
                <a:solidFill>
                  <a:srgbClr val="000000"/>
                </a:solidFill>
                <a:latin typeface="Times New Roman"/>
                <a:ea typeface="Times New Roman"/>
                <a:cs typeface="Times New Roman"/>
                <a:sym typeface="Times New Roman"/>
              </a:rPr>
              <a:t>In each slot, additional space is required for a link</a:t>
            </a:r>
            <a:endParaRPr sz="1400" b="0" i="0" u="none" strike="noStrike" cap="none">
              <a:solidFill>
                <a:srgbClr val="000000"/>
              </a:solidFill>
              <a:latin typeface="Arial"/>
              <a:ea typeface="Arial"/>
              <a:cs typeface="Arial"/>
              <a:sym typeface="Arial"/>
            </a:endParaRPr>
          </a:p>
          <a:p>
            <a:pPr marL="1944688" marR="45720" lvl="0" indent="-420068" algn="just" rtl="0">
              <a:lnSpc>
                <a:spcPct val="80000"/>
              </a:lnSpc>
              <a:spcBef>
                <a:spcPts val="481"/>
              </a:spcBef>
              <a:spcAft>
                <a:spcPts val="0"/>
              </a:spcAft>
              <a:buClr>
                <a:srgbClr val="A8CDD7"/>
              </a:buClr>
              <a:buSzPts val="2285"/>
              <a:buFont typeface="Noto Sans Symbols"/>
              <a:buNone/>
            </a:pPr>
            <a:endParaRPr sz="2405"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80000"/>
              </a:lnSpc>
              <a:spcBef>
                <a:spcPts val="481"/>
              </a:spcBef>
              <a:spcAft>
                <a:spcPts val="0"/>
              </a:spcAft>
              <a:buClr>
                <a:srgbClr val="A8CDD7"/>
              </a:buClr>
              <a:buSzPts val="2285"/>
              <a:buFont typeface="Noto Sans Symbols"/>
              <a:buChar char="❖"/>
            </a:pPr>
            <a:r>
              <a:rPr lang="en-US" sz="2405" b="0" i="0" u="none" strike="noStrike" cap="none">
                <a:solidFill>
                  <a:srgbClr val="000000"/>
                </a:solidFill>
                <a:latin typeface="Times New Roman"/>
                <a:ea typeface="Times New Roman"/>
                <a:cs typeface="Times New Roman"/>
                <a:sym typeface="Times New Roman"/>
              </a:rPr>
              <a:t>Each chain has a head node.</a:t>
            </a:r>
            <a:endParaRPr sz="1400" b="0" i="0" u="none" strike="noStrike" cap="none">
              <a:solidFill>
                <a:srgbClr val="000000"/>
              </a:solidFill>
              <a:latin typeface="Arial"/>
              <a:ea typeface="Arial"/>
              <a:cs typeface="Arial"/>
              <a:sym typeface="Arial"/>
            </a:endParaRPr>
          </a:p>
          <a:p>
            <a:pPr marL="1944688" marR="45720" lvl="0" indent="-420068" algn="just" rtl="0">
              <a:lnSpc>
                <a:spcPct val="80000"/>
              </a:lnSpc>
              <a:spcBef>
                <a:spcPts val="481"/>
              </a:spcBef>
              <a:spcAft>
                <a:spcPts val="0"/>
              </a:spcAft>
              <a:buClr>
                <a:srgbClr val="A8CDD7"/>
              </a:buClr>
              <a:buSzPts val="2285"/>
              <a:buFont typeface="Noto Sans Symbols"/>
              <a:buNone/>
            </a:pPr>
            <a:endParaRPr sz="2405"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80000"/>
              </a:lnSpc>
              <a:spcBef>
                <a:spcPts val="481"/>
              </a:spcBef>
              <a:spcAft>
                <a:spcPts val="0"/>
              </a:spcAft>
              <a:buClr>
                <a:srgbClr val="A8CDD7"/>
              </a:buClr>
              <a:buSzPts val="2285"/>
              <a:buFont typeface="Noto Sans Symbols"/>
              <a:buChar char="❖"/>
            </a:pPr>
            <a:r>
              <a:rPr lang="en-US" sz="2405" b="0" i="0" u="none" strike="noStrike" cap="none">
                <a:solidFill>
                  <a:srgbClr val="000000"/>
                </a:solidFill>
                <a:latin typeface="Times New Roman"/>
                <a:ea typeface="Times New Roman"/>
                <a:cs typeface="Times New Roman"/>
                <a:sym typeface="Times New Roman"/>
              </a:rPr>
              <a:t>The head node, however, usually is much smaller than the other nodes, since it has to retain only a link</a:t>
            </a:r>
            <a:endParaRPr sz="1400" b="0" i="0" u="none" strike="noStrike" cap="none">
              <a:solidFill>
                <a:srgbClr val="000000"/>
              </a:solidFill>
              <a:latin typeface="Arial"/>
              <a:ea typeface="Arial"/>
              <a:cs typeface="Arial"/>
              <a:sym typeface="Arial"/>
            </a:endParaRPr>
          </a:p>
          <a:p>
            <a:pPr marL="1944688" marR="45720" lvl="0" indent="-420068" algn="just" rtl="0">
              <a:lnSpc>
                <a:spcPct val="80000"/>
              </a:lnSpc>
              <a:spcBef>
                <a:spcPts val="481"/>
              </a:spcBef>
              <a:spcAft>
                <a:spcPts val="0"/>
              </a:spcAft>
              <a:buClr>
                <a:srgbClr val="A8CDD7"/>
              </a:buClr>
              <a:buSzPts val="2285"/>
              <a:buFont typeface="Noto Sans Symbols"/>
              <a:buNone/>
            </a:pPr>
            <a:endParaRPr sz="2405"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80000"/>
              </a:lnSpc>
              <a:spcBef>
                <a:spcPts val="481"/>
              </a:spcBef>
              <a:spcAft>
                <a:spcPts val="0"/>
              </a:spcAft>
              <a:buClr>
                <a:srgbClr val="A8CDD7"/>
              </a:buClr>
              <a:buSzPts val="2285"/>
              <a:buFont typeface="Noto Sans Symbols"/>
              <a:buChar char="❖"/>
            </a:pPr>
            <a:r>
              <a:rPr lang="en-US" sz="2405" b="0" i="0" u="none" strike="noStrike" cap="none">
                <a:solidFill>
                  <a:srgbClr val="000000"/>
                </a:solidFill>
                <a:latin typeface="Times New Roman"/>
                <a:ea typeface="Times New Roman"/>
                <a:cs typeface="Times New Roman"/>
                <a:sym typeface="Times New Roman"/>
              </a:rPr>
              <a:t>As the list is accessed at random, the head nodes should be sequential</a:t>
            </a:r>
            <a:endParaRPr sz="1400" b="0" i="0" u="none" strike="noStrike" cap="none">
              <a:solidFill>
                <a:srgbClr val="000000"/>
              </a:solidFill>
              <a:latin typeface="Arial"/>
              <a:ea typeface="Arial"/>
              <a:cs typeface="Arial"/>
              <a:sym typeface="Arial"/>
            </a:endParaRPr>
          </a:p>
          <a:p>
            <a:pPr marL="1944688" marR="45720" lvl="0" indent="-442388" algn="just"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42388" algn="just"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42388" algn="l"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42388" algn="l"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42388" algn="l"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42388" algn="l"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42388" algn="l"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42388" algn="l"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42388" algn="l"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42388" algn="l"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42388" algn="l" rtl="0">
              <a:lnSpc>
                <a:spcPct val="80000"/>
              </a:lnSpc>
              <a:spcBef>
                <a:spcPts val="407"/>
              </a:spcBef>
              <a:spcAft>
                <a:spcPts val="0"/>
              </a:spcAft>
              <a:buClr>
                <a:schemeClr val="accent3"/>
              </a:buClr>
              <a:buSzPts val="1933"/>
              <a:buFont typeface="Noto Sans Symbols"/>
              <a:buNone/>
            </a:pPr>
            <a:endParaRPr sz="2035" b="1" i="0" u="none" strike="noStrike" cap="none">
              <a:solidFill>
                <a:srgbClr val="D2FED4"/>
              </a:solidFill>
              <a:latin typeface="Arial"/>
              <a:ea typeface="Arial"/>
              <a:cs typeface="Arial"/>
              <a:sym typeface="Arial"/>
            </a:endParaRPr>
          </a:p>
          <a:p>
            <a:pPr marL="1944688" marR="45720" lvl="0" indent="-420068" algn="l" rtl="0">
              <a:lnSpc>
                <a:spcPct val="80000"/>
              </a:lnSpc>
              <a:spcBef>
                <a:spcPts val="481"/>
              </a:spcBef>
              <a:spcAft>
                <a:spcPts val="0"/>
              </a:spcAft>
              <a:buClr>
                <a:schemeClr val="accent3"/>
              </a:buClr>
              <a:buSzPts val="2285"/>
              <a:buFont typeface="Noto Sans Symbols"/>
              <a:buNone/>
            </a:pPr>
            <a:endParaRPr sz="2405" b="0" i="0" u="none" strike="noStrike" cap="none">
              <a:solidFill>
                <a:srgbClr val="D2FED4"/>
              </a:solidFill>
              <a:latin typeface="Arial"/>
              <a:ea typeface="Arial"/>
              <a:cs typeface="Arial"/>
              <a:sym typeface="Arial"/>
            </a:endParaRPr>
          </a:p>
        </p:txBody>
      </p:sp>
      <p:pic>
        <p:nvPicPr>
          <p:cNvPr id="1191" name="Google Shape;1191;p84"/>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85"/>
          <p:cNvSpPr txBox="1"/>
          <p:nvPr/>
        </p:nvSpPr>
        <p:spPr>
          <a:xfrm>
            <a:off x="1981200" y="274638"/>
            <a:ext cx="8229600" cy="1477962"/>
          </a:xfrm>
          <a:prstGeom prst="rect">
            <a:avLst/>
          </a:prstGeom>
          <a:noFill/>
          <a:ln w="9525" cap="flat" cmpd="sng">
            <a:solidFill>
              <a:srgbClr val="D2FED4"/>
            </a:solidFill>
            <a:prstDash val="solid"/>
            <a:round/>
            <a:headEnd type="none" w="sm" len="sm"/>
            <a:tailEnd type="none" w="sm" len="sm"/>
          </a:ln>
        </p:spPr>
        <p:txBody>
          <a:bodyPr spcFirstLastPara="1" wrap="square" lIns="0" tIns="0" rIns="18275" bIns="0" anchor="b" anchorCtr="0">
            <a:noAutofit/>
          </a:bodyPr>
          <a:lstStyle/>
          <a:p>
            <a:pPr marL="0" marR="0" lvl="0" indent="0" algn="ctr" rtl="0">
              <a:lnSpc>
                <a:spcPct val="100000"/>
              </a:lnSpc>
              <a:spcBef>
                <a:spcPts val="0"/>
              </a:spcBef>
              <a:spcAft>
                <a:spcPts val="0"/>
              </a:spcAft>
              <a:buClr>
                <a:srgbClr val="000000"/>
              </a:buClr>
              <a:buSzPts val="5000"/>
              <a:buFont typeface="Arial"/>
              <a:buNone/>
            </a:pPr>
            <a:endParaRPr sz="5000" b="1" i="0" u="none" strike="noStrike" cap="none">
              <a:solidFill>
                <a:srgbClr val="021127"/>
              </a:solidFill>
              <a:latin typeface="Arial"/>
              <a:ea typeface="Arial"/>
              <a:cs typeface="Arial"/>
              <a:sym typeface="Arial"/>
            </a:endParaRPr>
          </a:p>
        </p:txBody>
      </p:sp>
      <p:sp>
        <p:nvSpPr>
          <p:cNvPr id="1199" name="Google Shape;1199;p85"/>
          <p:cNvSpPr txBox="1"/>
          <p:nvPr/>
        </p:nvSpPr>
        <p:spPr>
          <a:xfrm>
            <a:off x="533400" y="2057401"/>
            <a:ext cx="9677400" cy="4297363"/>
          </a:xfrm>
          <a:prstGeom prst="rect">
            <a:avLst/>
          </a:prstGeom>
          <a:noFill/>
          <a:ln w="9525" cap="flat" cmpd="sng">
            <a:solidFill>
              <a:srgbClr val="D2FED4"/>
            </a:solidFill>
            <a:prstDash val="solid"/>
            <a:round/>
            <a:headEnd type="none" w="sm" len="sm"/>
            <a:tailEnd type="none" w="sm" len="sm"/>
          </a:ln>
        </p:spPr>
        <p:txBody>
          <a:bodyPr spcFirstLastPara="1" wrap="square" lIns="0" tIns="45700" rIns="18275" bIns="45700" anchor="t" anchorCtr="0">
            <a:noAutofit/>
          </a:bodyPr>
          <a:lstStyle/>
          <a:p>
            <a:pPr marL="1944688" marR="45720" lvl="0" indent="-565150" algn="just" rtl="0">
              <a:lnSpc>
                <a:spcPct val="100000"/>
              </a:lnSpc>
              <a:spcBef>
                <a:spcPts val="0"/>
              </a:spcBef>
              <a:spcAft>
                <a:spcPts val="0"/>
              </a:spcAft>
              <a:buClr>
                <a:srgbClr val="000000"/>
              </a:buClr>
              <a:buSzPts val="2200"/>
              <a:buFont typeface="Arial"/>
              <a:buNone/>
            </a:pPr>
            <a:endParaRPr sz="2200" b="1" i="0" u="none" strike="noStrike" cap="none">
              <a:solidFill>
                <a:srgbClr val="021127"/>
              </a:solidFill>
              <a:latin typeface="Arial"/>
              <a:ea typeface="Arial"/>
              <a:cs typeface="Arial"/>
              <a:sym typeface="Arial"/>
            </a:endParaRPr>
          </a:p>
          <a:p>
            <a:pPr marL="1944688" marR="45720" lvl="0" indent="-565150" algn="just" rtl="0">
              <a:lnSpc>
                <a:spcPct val="100000"/>
              </a:lnSpc>
              <a:spcBef>
                <a:spcPts val="440"/>
              </a:spcBef>
              <a:spcAft>
                <a:spcPts val="0"/>
              </a:spcAft>
              <a:buClr>
                <a:srgbClr val="000000"/>
              </a:buClr>
              <a:buSzPts val="2200"/>
              <a:buFont typeface="Arial"/>
              <a:buNone/>
            </a:pPr>
            <a:endParaRPr sz="2200" b="1" i="0" u="none" strike="noStrike" cap="none">
              <a:solidFill>
                <a:srgbClr val="021127"/>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Arial"/>
              <a:buNone/>
            </a:pPr>
            <a:endParaRPr sz="2200" b="1" i="0" u="none" strike="noStrike" cap="none">
              <a:solidFill>
                <a:srgbClr val="021127"/>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Arial"/>
              <a:buNone/>
            </a:pPr>
            <a:endParaRPr sz="2200" b="1" i="0" u="none" strike="noStrike" cap="none">
              <a:solidFill>
                <a:srgbClr val="021127"/>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Arial"/>
              <a:buNone/>
            </a:pPr>
            <a:endParaRPr sz="2200" b="1" i="0" u="none" strike="noStrike" cap="none">
              <a:solidFill>
                <a:srgbClr val="021127"/>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Arial"/>
              <a:buNone/>
            </a:pPr>
            <a:endParaRPr sz="2200" b="1" i="0" u="none" strike="noStrike" cap="none">
              <a:solidFill>
                <a:srgbClr val="021127"/>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Arial"/>
              <a:buNone/>
            </a:pPr>
            <a:endParaRPr sz="2200" b="1" i="0" u="none" strike="noStrike" cap="none">
              <a:solidFill>
                <a:srgbClr val="021127"/>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Arial"/>
              <a:buNone/>
            </a:pPr>
            <a:endParaRPr sz="2200" b="1" i="0" u="none" strike="noStrike" cap="none">
              <a:solidFill>
                <a:srgbClr val="021127"/>
              </a:solidFill>
              <a:latin typeface="Arial"/>
              <a:ea typeface="Arial"/>
              <a:cs typeface="Arial"/>
              <a:sym typeface="Arial"/>
            </a:endParaRPr>
          </a:p>
          <a:p>
            <a:pPr marL="1944688" marR="45720" lvl="0" indent="-565150" algn="l" rtl="0">
              <a:lnSpc>
                <a:spcPct val="100000"/>
              </a:lnSpc>
              <a:spcBef>
                <a:spcPts val="440"/>
              </a:spcBef>
              <a:spcAft>
                <a:spcPts val="0"/>
              </a:spcAft>
              <a:buClr>
                <a:srgbClr val="000000"/>
              </a:buClr>
              <a:buSzPts val="2200"/>
              <a:buFont typeface="Arial"/>
              <a:buNone/>
            </a:pPr>
            <a:endParaRPr sz="2200" b="1" i="0" u="none" strike="noStrike" cap="none">
              <a:solidFill>
                <a:srgbClr val="021127"/>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Arial"/>
              <a:buNone/>
            </a:pPr>
            <a:endParaRPr sz="2200" b="1" i="0" u="none" strike="noStrike" cap="none">
              <a:solidFill>
                <a:srgbClr val="021127"/>
              </a:solidFill>
              <a:latin typeface="Arial"/>
              <a:ea typeface="Arial"/>
              <a:cs typeface="Arial"/>
              <a:sym typeface="Arial"/>
            </a:endParaRPr>
          </a:p>
          <a:p>
            <a:pPr marL="1944688" marR="45720" lvl="0" indent="-432435" algn="l" rtl="0">
              <a:lnSpc>
                <a:spcPct val="100000"/>
              </a:lnSpc>
              <a:spcBef>
                <a:spcPts val="440"/>
              </a:spcBef>
              <a:spcAft>
                <a:spcPts val="0"/>
              </a:spcAft>
              <a:buClr>
                <a:schemeClr val="accent3"/>
              </a:buClr>
              <a:buSzPts val="2090"/>
              <a:buFont typeface="Arial"/>
              <a:buNone/>
            </a:pPr>
            <a:endParaRPr sz="2200" b="1" i="0" u="none" strike="noStrike" cap="none">
              <a:solidFill>
                <a:srgbClr val="021127"/>
              </a:solidFill>
              <a:latin typeface="Arial"/>
              <a:ea typeface="Arial"/>
              <a:cs typeface="Arial"/>
              <a:sym typeface="Arial"/>
            </a:endParaRPr>
          </a:p>
          <a:p>
            <a:pPr marL="1944688" marR="45720" lvl="0" indent="-408305" algn="l" rtl="0">
              <a:lnSpc>
                <a:spcPct val="100000"/>
              </a:lnSpc>
              <a:spcBef>
                <a:spcPts val="520"/>
              </a:spcBef>
              <a:spcAft>
                <a:spcPts val="0"/>
              </a:spcAft>
              <a:buClr>
                <a:schemeClr val="accent3"/>
              </a:buClr>
              <a:buSzPts val="2470"/>
              <a:buFont typeface="Arial"/>
              <a:buNone/>
            </a:pPr>
            <a:endParaRPr sz="2600" b="0" i="0" u="none" strike="noStrike" cap="none">
              <a:solidFill>
                <a:srgbClr val="021127"/>
              </a:solidFill>
              <a:latin typeface="Arial"/>
              <a:ea typeface="Arial"/>
              <a:cs typeface="Arial"/>
              <a:sym typeface="Arial"/>
            </a:endParaRPr>
          </a:p>
        </p:txBody>
      </p:sp>
      <p:graphicFrame>
        <p:nvGraphicFramePr>
          <p:cNvPr id="1200" name="Google Shape;1200;p85"/>
          <p:cNvGraphicFramePr/>
          <p:nvPr/>
        </p:nvGraphicFramePr>
        <p:xfrm>
          <a:off x="2209800" y="762000"/>
          <a:ext cx="7848750" cy="426730"/>
        </p:xfrm>
        <a:graphic>
          <a:graphicData uri="http://schemas.openxmlformats.org/drawingml/2006/table">
            <a:tbl>
              <a:tblPr firstRow="1" bandRow="1">
                <a:noFill/>
                <a:tableStyleId>{A454858E-DCAB-4BCF-8197-45F7E5E23E0C}</a:tableStyleId>
              </a:tblPr>
              <a:tblGrid>
                <a:gridCol w="560625"/>
                <a:gridCol w="560625"/>
                <a:gridCol w="560625"/>
                <a:gridCol w="560625"/>
                <a:gridCol w="560625"/>
                <a:gridCol w="560625"/>
                <a:gridCol w="560625"/>
                <a:gridCol w="560625"/>
                <a:gridCol w="560625"/>
                <a:gridCol w="560625"/>
                <a:gridCol w="560625"/>
                <a:gridCol w="560625"/>
                <a:gridCol w="560625"/>
                <a:gridCol w="560625"/>
              </a:tblGrid>
              <a:tr h="279400">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rPr>
                        <a:t>A</a:t>
                      </a:r>
                      <a:endParaRPr sz="2200" u="none" strike="noStrike" cap="none">
                        <a:solidFill>
                          <a:schemeClr val="dk1"/>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rPr>
                        <a:t>A2</a:t>
                      </a:r>
                      <a:endParaRPr sz="2200" u="none" strike="noStrike" cap="none">
                        <a:solidFill>
                          <a:schemeClr val="dk1"/>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rPr>
                        <a:t>A1</a:t>
                      </a:r>
                      <a:endParaRPr sz="2200" u="none" strike="noStrike" cap="none">
                        <a:solidFill>
                          <a:schemeClr val="dk1"/>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rPr>
                        <a:t>D</a:t>
                      </a:r>
                      <a:endParaRPr sz="2200" u="none" strike="noStrike" cap="none">
                        <a:solidFill>
                          <a:schemeClr val="dk1"/>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chemeClr val="dk1"/>
                          </a:solidFill>
                        </a:rPr>
                        <a:t>A3</a:t>
                      </a:r>
                      <a:endParaRPr sz="2200" u="none" strike="noStrike" cap="none">
                        <a:solidFill>
                          <a:schemeClr val="dk1"/>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C00000"/>
                          </a:solidFill>
                        </a:rPr>
                        <a:t>A4</a:t>
                      </a:r>
                      <a:endParaRPr sz="2200" u="none" strike="noStrike" cap="none">
                        <a:solidFill>
                          <a:srgbClr val="C00000"/>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C00000"/>
                          </a:solidFill>
                        </a:rPr>
                        <a:t>G</a:t>
                      </a:r>
                      <a:r>
                        <a:rPr lang="en-US" sz="1200" u="none" strike="noStrike" cap="none">
                          <a:solidFill>
                            <a:srgbClr val="C00000"/>
                          </a:solidFill>
                        </a:rPr>
                        <a:t>A</a:t>
                      </a:r>
                      <a:endParaRPr sz="1200" u="none" strike="noStrike" cap="none">
                        <a:solidFill>
                          <a:srgbClr val="C00000"/>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C00000"/>
                          </a:solidFill>
                        </a:rPr>
                        <a:t>G</a:t>
                      </a:r>
                      <a:endParaRPr sz="2200" u="none" strike="noStrike" cap="none">
                        <a:solidFill>
                          <a:srgbClr val="C00000"/>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C00000"/>
                          </a:solidFill>
                        </a:rPr>
                        <a:t>Z</a:t>
                      </a:r>
                      <a:r>
                        <a:rPr lang="en-US" sz="1200" u="none" strike="noStrike" cap="none">
                          <a:solidFill>
                            <a:srgbClr val="C00000"/>
                          </a:solidFill>
                        </a:rPr>
                        <a:t>A</a:t>
                      </a:r>
                      <a:endParaRPr sz="1200" u="none" strike="noStrike" cap="none">
                        <a:solidFill>
                          <a:srgbClr val="C00000"/>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C00000"/>
                          </a:solidFill>
                        </a:rPr>
                        <a:t>E</a:t>
                      </a:r>
                      <a:endParaRPr sz="2200" u="none" strike="noStrike" cap="none">
                        <a:solidFill>
                          <a:srgbClr val="C00000"/>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endParaRPr sz="2200" u="none" strike="noStrike" cap="none">
                        <a:solidFill>
                          <a:srgbClr val="C00000"/>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C00000"/>
                          </a:solidFill>
                        </a:rPr>
                        <a:t>L</a:t>
                      </a:r>
                      <a:endParaRPr sz="2200" u="none" strike="noStrike" cap="none">
                        <a:solidFill>
                          <a:srgbClr val="C00000"/>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C00000"/>
                          </a:solidFill>
                        </a:rPr>
                        <a:t>….</a:t>
                      </a:r>
                      <a:endParaRPr sz="2200" u="none" strike="noStrike" cap="none">
                        <a:solidFill>
                          <a:srgbClr val="C00000"/>
                        </a:solidFill>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u="none" strike="noStrike" cap="none">
                          <a:solidFill>
                            <a:srgbClr val="C00000"/>
                          </a:solidFill>
                        </a:rPr>
                        <a:t>Z</a:t>
                      </a:r>
                      <a:endParaRPr sz="2200" u="none" strike="noStrike" cap="none">
                        <a:solidFill>
                          <a:srgbClr val="C00000"/>
                        </a:solidFill>
                      </a:endParaRPr>
                    </a:p>
                  </a:txBody>
                  <a:tcPr marL="91450" marR="91450" marT="45725" marB="45725"/>
                </a:tc>
              </a:tr>
            </a:tbl>
          </a:graphicData>
        </a:graphic>
      </p:graphicFrame>
      <p:sp>
        <p:nvSpPr>
          <p:cNvPr id="1201" name="Google Shape;1201;p85"/>
          <p:cNvSpPr txBox="1"/>
          <p:nvPr/>
        </p:nvSpPr>
        <p:spPr>
          <a:xfrm>
            <a:off x="2209800" y="457201"/>
            <a:ext cx="6096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0</a:t>
            </a:r>
            <a:endParaRPr sz="1400" b="1" i="0" u="none" strike="noStrike" cap="none">
              <a:solidFill>
                <a:srgbClr val="021127"/>
              </a:solidFill>
              <a:latin typeface="Times New Roman"/>
              <a:ea typeface="Times New Roman"/>
              <a:cs typeface="Times New Roman"/>
              <a:sym typeface="Times New Roman"/>
            </a:endParaRPr>
          </a:p>
        </p:txBody>
      </p:sp>
      <p:sp>
        <p:nvSpPr>
          <p:cNvPr id="1202" name="Google Shape;1202;p85"/>
          <p:cNvSpPr/>
          <p:nvPr/>
        </p:nvSpPr>
        <p:spPr>
          <a:xfrm>
            <a:off x="2743200" y="457201"/>
            <a:ext cx="6096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1</a:t>
            </a:r>
            <a:endParaRPr sz="1400" b="1" i="0" u="none" strike="noStrike" cap="none">
              <a:solidFill>
                <a:srgbClr val="021127"/>
              </a:solidFill>
              <a:latin typeface="Times New Roman"/>
              <a:ea typeface="Times New Roman"/>
              <a:cs typeface="Times New Roman"/>
              <a:sym typeface="Times New Roman"/>
            </a:endParaRPr>
          </a:p>
        </p:txBody>
      </p:sp>
      <p:sp>
        <p:nvSpPr>
          <p:cNvPr id="1203" name="Google Shape;1203;p85"/>
          <p:cNvSpPr/>
          <p:nvPr/>
        </p:nvSpPr>
        <p:spPr>
          <a:xfrm>
            <a:off x="3352800" y="457201"/>
            <a:ext cx="5334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2</a:t>
            </a:r>
            <a:endParaRPr sz="1400" b="1" i="0" u="none" strike="noStrike" cap="none">
              <a:solidFill>
                <a:srgbClr val="021127"/>
              </a:solidFill>
              <a:latin typeface="Times New Roman"/>
              <a:ea typeface="Times New Roman"/>
              <a:cs typeface="Times New Roman"/>
              <a:sym typeface="Times New Roman"/>
            </a:endParaRPr>
          </a:p>
        </p:txBody>
      </p:sp>
      <p:sp>
        <p:nvSpPr>
          <p:cNvPr id="1204" name="Google Shape;1204;p85"/>
          <p:cNvSpPr/>
          <p:nvPr/>
        </p:nvSpPr>
        <p:spPr>
          <a:xfrm>
            <a:off x="3962400" y="457201"/>
            <a:ext cx="5334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3</a:t>
            </a:r>
            <a:endParaRPr sz="1400" b="1" i="0" u="none" strike="noStrike" cap="none">
              <a:solidFill>
                <a:srgbClr val="021127"/>
              </a:solidFill>
              <a:latin typeface="Times New Roman"/>
              <a:ea typeface="Times New Roman"/>
              <a:cs typeface="Times New Roman"/>
              <a:sym typeface="Times New Roman"/>
            </a:endParaRPr>
          </a:p>
        </p:txBody>
      </p:sp>
      <p:sp>
        <p:nvSpPr>
          <p:cNvPr id="1205" name="Google Shape;1205;p85"/>
          <p:cNvSpPr/>
          <p:nvPr/>
        </p:nvSpPr>
        <p:spPr>
          <a:xfrm>
            <a:off x="4495800" y="457201"/>
            <a:ext cx="5334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4</a:t>
            </a:r>
            <a:endParaRPr sz="1400" b="1" i="0" u="none" strike="noStrike" cap="none">
              <a:solidFill>
                <a:srgbClr val="021127"/>
              </a:solidFill>
              <a:latin typeface="Times New Roman"/>
              <a:ea typeface="Times New Roman"/>
              <a:cs typeface="Times New Roman"/>
              <a:sym typeface="Times New Roman"/>
            </a:endParaRPr>
          </a:p>
        </p:txBody>
      </p:sp>
      <p:sp>
        <p:nvSpPr>
          <p:cNvPr id="1206" name="Google Shape;1206;p85"/>
          <p:cNvSpPr/>
          <p:nvPr/>
        </p:nvSpPr>
        <p:spPr>
          <a:xfrm>
            <a:off x="5029200" y="457201"/>
            <a:ext cx="5334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5</a:t>
            </a:r>
            <a:endParaRPr sz="1400" b="1" i="0" u="none" strike="noStrike" cap="none">
              <a:solidFill>
                <a:srgbClr val="021127"/>
              </a:solidFill>
              <a:latin typeface="Times New Roman"/>
              <a:ea typeface="Times New Roman"/>
              <a:cs typeface="Times New Roman"/>
              <a:sym typeface="Times New Roman"/>
            </a:endParaRPr>
          </a:p>
        </p:txBody>
      </p:sp>
      <p:sp>
        <p:nvSpPr>
          <p:cNvPr id="1207" name="Google Shape;1207;p85"/>
          <p:cNvSpPr/>
          <p:nvPr/>
        </p:nvSpPr>
        <p:spPr>
          <a:xfrm>
            <a:off x="5562600" y="457201"/>
            <a:ext cx="6096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6</a:t>
            </a:r>
            <a:endParaRPr sz="1400" b="1" i="0" u="none" strike="noStrike" cap="none">
              <a:solidFill>
                <a:srgbClr val="021127"/>
              </a:solidFill>
              <a:latin typeface="Times New Roman"/>
              <a:ea typeface="Times New Roman"/>
              <a:cs typeface="Times New Roman"/>
              <a:sym typeface="Times New Roman"/>
            </a:endParaRPr>
          </a:p>
        </p:txBody>
      </p:sp>
      <p:sp>
        <p:nvSpPr>
          <p:cNvPr id="1208" name="Google Shape;1208;p85"/>
          <p:cNvSpPr/>
          <p:nvPr/>
        </p:nvSpPr>
        <p:spPr>
          <a:xfrm>
            <a:off x="6172200" y="457201"/>
            <a:ext cx="5334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7</a:t>
            </a:r>
            <a:endParaRPr sz="1400" b="1" i="0" u="none" strike="noStrike" cap="none">
              <a:solidFill>
                <a:srgbClr val="021127"/>
              </a:solidFill>
              <a:latin typeface="Times New Roman"/>
              <a:ea typeface="Times New Roman"/>
              <a:cs typeface="Times New Roman"/>
              <a:sym typeface="Times New Roman"/>
            </a:endParaRPr>
          </a:p>
        </p:txBody>
      </p:sp>
      <p:sp>
        <p:nvSpPr>
          <p:cNvPr id="1209" name="Google Shape;1209;p85"/>
          <p:cNvSpPr/>
          <p:nvPr/>
        </p:nvSpPr>
        <p:spPr>
          <a:xfrm>
            <a:off x="6705600" y="457201"/>
            <a:ext cx="5334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8</a:t>
            </a:r>
            <a:endParaRPr sz="1400" b="1" i="0" u="none" strike="noStrike" cap="none">
              <a:solidFill>
                <a:srgbClr val="021127"/>
              </a:solidFill>
              <a:latin typeface="Times New Roman"/>
              <a:ea typeface="Times New Roman"/>
              <a:cs typeface="Times New Roman"/>
              <a:sym typeface="Times New Roman"/>
            </a:endParaRPr>
          </a:p>
        </p:txBody>
      </p:sp>
      <p:sp>
        <p:nvSpPr>
          <p:cNvPr id="1210" name="Google Shape;1210;p85"/>
          <p:cNvSpPr/>
          <p:nvPr/>
        </p:nvSpPr>
        <p:spPr>
          <a:xfrm>
            <a:off x="7239000" y="457201"/>
            <a:ext cx="5334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9</a:t>
            </a:r>
            <a:endParaRPr sz="1400" b="1" i="0" u="none" strike="noStrike" cap="none">
              <a:solidFill>
                <a:srgbClr val="021127"/>
              </a:solidFill>
              <a:latin typeface="Times New Roman"/>
              <a:ea typeface="Times New Roman"/>
              <a:cs typeface="Times New Roman"/>
              <a:sym typeface="Times New Roman"/>
            </a:endParaRPr>
          </a:p>
        </p:txBody>
      </p:sp>
      <p:sp>
        <p:nvSpPr>
          <p:cNvPr id="1211" name="Google Shape;1211;p85"/>
          <p:cNvSpPr/>
          <p:nvPr/>
        </p:nvSpPr>
        <p:spPr>
          <a:xfrm>
            <a:off x="7848600" y="457201"/>
            <a:ext cx="5334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10</a:t>
            </a:r>
            <a:endParaRPr sz="1400" b="1" i="0" u="none" strike="noStrike" cap="none">
              <a:solidFill>
                <a:srgbClr val="021127"/>
              </a:solidFill>
              <a:latin typeface="Times New Roman"/>
              <a:ea typeface="Times New Roman"/>
              <a:cs typeface="Times New Roman"/>
              <a:sym typeface="Times New Roman"/>
            </a:endParaRPr>
          </a:p>
        </p:txBody>
      </p:sp>
      <p:sp>
        <p:nvSpPr>
          <p:cNvPr id="1212" name="Google Shape;1212;p85"/>
          <p:cNvSpPr/>
          <p:nvPr/>
        </p:nvSpPr>
        <p:spPr>
          <a:xfrm>
            <a:off x="8382000" y="457201"/>
            <a:ext cx="5334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11</a:t>
            </a:r>
            <a:endParaRPr sz="1400" b="1" i="0" u="none" strike="noStrike" cap="none">
              <a:solidFill>
                <a:srgbClr val="021127"/>
              </a:solidFill>
              <a:latin typeface="Times New Roman"/>
              <a:ea typeface="Times New Roman"/>
              <a:cs typeface="Times New Roman"/>
              <a:sym typeface="Times New Roman"/>
            </a:endParaRPr>
          </a:p>
        </p:txBody>
      </p:sp>
      <p:sp>
        <p:nvSpPr>
          <p:cNvPr id="1213" name="Google Shape;1213;p85"/>
          <p:cNvSpPr/>
          <p:nvPr/>
        </p:nvSpPr>
        <p:spPr>
          <a:xfrm>
            <a:off x="9525000" y="457201"/>
            <a:ext cx="533400"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25</a:t>
            </a:r>
            <a:endParaRPr sz="1400" b="1" i="0" u="none" strike="noStrike" cap="none">
              <a:solidFill>
                <a:srgbClr val="021127"/>
              </a:solidFill>
              <a:latin typeface="Times New Roman"/>
              <a:ea typeface="Times New Roman"/>
              <a:cs typeface="Times New Roman"/>
              <a:sym typeface="Times New Roman"/>
            </a:endParaRPr>
          </a:p>
        </p:txBody>
      </p:sp>
      <p:sp>
        <p:nvSpPr>
          <p:cNvPr id="1214" name="Google Shape;1214;p85"/>
          <p:cNvSpPr txBox="1"/>
          <p:nvPr/>
        </p:nvSpPr>
        <p:spPr>
          <a:xfrm>
            <a:off x="1524000" y="1219201"/>
            <a:ext cx="9144000" cy="43088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rgbClr val="021127"/>
                </a:solidFill>
                <a:latin typeface="Arial"/>
                <a:ea typeface="Arial"/>
                <a:cs typeface="Arial"/>
                <a:sym typeface="Arial"/>
              </a:rPr>
              <a:t>Chaining</a:t>
            </a:r>
            <a:endParaRPr sz="2200" b="1" i="0" u="none" strike="noStrike" cap="none">
              <a:solidFill>
                <a:srgbClr val="021127"/>
              </a:solidFill>
              <a:latin typeface="Arial"/>
              <a:ea typeface="Arial"/>
              <a:cs typeface="Arial"/>
              <a:sym typeface="Arial"/>
            </a:endParaRPr>
          </a:p>
        </p:txBody>
      </p:sp>
      <p:graphicFrame>
        <p:nvGraphicFramePr>
          <p:cNvPr id="1215" name="Google Shape;1215;p85"/>
          <p:cNvGraphicFramePr/>
          <p:nvPr/>
        </p:nvGraphicFramePr>
        <p:xfrm>
          <a:off x="3886200" y="1524000"/>
          <a:ext cx="914400" cy="4560985"/>
        </p:xfrm>
        <a:graphic>
          <a:graphicData uri="http://schemas.openxmlformats.org/drawingml/2006/table">
            <a:tbl>
              <a:tblPr firstRow="1" bandRow="1">
                <a:noFill/>
                <a:tableStyleId>{A454858E-DCAB-4BCF-8197-45F7E5E23E0C}</a:tableStyleId>
              </a:tblPr>
              <a:tblGrid>
                <a:gridCol w="914400"/>
              </a:tblGrid>
              <a:tr h="315675">
                <a:tc>
                  <a:txBody>
                    <a:bodyPr/>
                    <a:lstStyle/>
                    <a:p>
                      <a:pPr marL="0" marR="0" lvl="0" indent="0" algn="ctr" rtl="0">
                        <a:lnSpc>
                          <a:spcPct val="100000"/>
                        </a:lnSpc>
                        <a:spcBef>
                          <a:spcPts val="0"/>
                        </a:spcBef>
                        <a:spcAft>
                          <a:spcPts val="0"/>
                        </a:spcAft>
                        <a:buClr>
                          <a:srgbClr val="000000"/>
                        </a:buClr>
                        <a:buSzPts val="1400"/>
                        <a:buFont typeface="Arial"/>
                        <a:buNone/>
                      </a:pP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solidFill>
                            <a:srgbClr val="C00000"/>
                          </a:solidFill>
                          <a:latin typeface="Times New Roman"/>
                          <a:ea typeface="Times New Roman"/>
                          <a:cs typeface="Times New Roman"/>
                          <a:sym typeface="Times New Roman"/>
                        </a:rPr>
                        <a:t>0</a:t>
                      </a: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solidFill>
                            <a:srgbClr val="C00000"/>
                          </a:solidFill>
                          <a:latin typeface="Times New Roman"/>
                          <a:ea typeface="Times New Roman"/>
                          <a:cs typeface="Times New Roman"/>
                          <a:sym typeface="Times New Roman"/>
                        </a:rPr>
                        <a:t>0</a:t>
                      </a: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solidFill>
                            <a:srgbClr val="C00000"/>
                          </a:solidFill>
                          <a:latin typeface="Times New Roman"/>
                          <a:ea typeface="Times New Roman"/>
                          <a:cs typeface="Times New Roman"/>
                          <a:sym typeface="Times New Roman"/>
                        </a:rPr>
                        <a:t>0</a:t>
                      </a: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solidFill>
                            <a:srgbClr val="C00000"/>
                          </a:solidFill>
                          <a:latin typeface="Times New Roman"/>
                          <a:ea typeface="Times New Roman"/>
                          <a:cs typeface="Times New Roman"/>
                          <a:sym typeface="Times New Roman"/>
                        </a:rPr>
                        <a:t>0</a:t>
                      </a: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solidFill>
                            <a:srgbClr val="C00000"/>
                          </a:solidFill>
                          <a:latin typeface="Times New Roman"/>
                          <a:ea typeface="Times New Roman"/>
                          <a:cs typeface="Times New Roman"/>
                          <a:sym typeface="Times New Roman"/>
                        </a:rPr>
                        <a:t>0</a:t>
                      </a: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solidFill>
                            <a:srgbClr val="C00000"/>
                          </a:solidFill>
                          <a:latin typeface="Times New Roman"/>
                          <a:ea typeface="Times New Roman"/>
                          <a:cs typeface="Times New Roman"/>
                          <a:sym typeface="Times New Roman"/>
                        </a:rPr>
                        <a:t>0</a:t>
                      </a: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solidFill>
                            <a:srgbClr val="C00000"/>
                          </a:solidFill>
                          <a:latin typeface="Times New Roman"/>
                          <a:ea typeface="Times New Roman"/>
                          <a:cs typeface="Times New Roman"/>
                          <a:sym typeface="Times New Roman"/>
                        </a:rPr>
                        <a:t>0</a:t>
                      </a: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C00000"/>
                          </a:solidFill>
                          <a:latin typeface="Times New Roman"/>
                          <a:ea typeface="Times New Roman"/>
                          <a:cs typeface="Times New Roman"/>
                          <a:sym typeface="Times New Roman"/>
                        </a:rPr>
                        <a:t>.</a:t>
                      </a:r>
                      <a:endParaRPr sz="1400" u="none" strike="noStrike" cap="none"/>
                    </a:p>
                    <a:p>
                      <a:pPr marL="0" marR="0" lvl="0" indent="0" algn="ctr" rtl="0">
                        <a:lnSpc>
                          <a:spcPct val="100000"/>
                        </a:lnSpc>
                        <a:spcBef>
                          <a:spcPts val="0"/>
                        </a:spcBef>
                        <a:spcAft>
                          <a:spcPts val="0"/>
                        </a:spcAft>
                        <a:buClr>
                          <a:srgbClr val="000000"/>
                        </a:buClr>
                        <a:buSzPts val="1200"/>
                        <a:buFont typeface="Arial"/>
                        <a:buNone/>
                      </a:pPr>
                      <a:r>
                        <a:rPr lang="en-US" sz="1200" b="1" u="none" strike="noStrike" cap="none">
                          <a:solidFill>
                            <a:srgbClr val="C00000"/>
                          </a:solidFill>
                          <a:latin typeface="Times New Roman"/>
                          <a:ea typeface="Times New Roman"/>
                          <a:cs typeface="Times New Roman"/>
                          <a:sym typeface="Times New Roman"/>
                        </a:rPr>
                        <a:t>.</a:t>
                      </a:r>
                      <a:endParaRPr sz="1200" b="1" u="none" strike="noStrike" cap="none">
                        <a:solidFill>
                          <a:srgbClr val="C00000"/>
                        </a:solidFill>
                        <a:latin typeface="Times New Roman"/>
                        <a:ea typeface="Times New Roman"/>
                        <a:cs typeface="Times New Roman"/>
                        <a:sym typeface="Times New Roman"/>
                      </a:endParaRPr>
                    </a:p>
                  </a:txBody>
                  <a:tcPr marL="91450" marR="91450" marT="45725" marB="45725"/>
                </a:tc>
              </a:tr>
              <a:tr h="315675">
                <a:tc>
                  <a:txBody>
                    <a:bodyPr/>
                    <a:lstStyle/>
                    <a:p>
                      <a:pPr marL="0" marR="0" lvl="0" indent="0" algn="ctr" rtl="0">
                        <a:lnSpc>
                          <a:spcPct val="100000"/>
                        </a:lnSpc>
                        <a:spcBef>
                          <a:spcPts val="0"/>
                        </a:spcBef>
                        <a:spcAft>
                          <a:spcPts val="0"/>
                        </a:spcAft>
                        <a:buClr>
                          <a:srgbClr val="000000"/>
                        </a:buClr>
                        <a:buSzPts val="1400"/>
                        <a:buFont typeface="Arial"/>
                        <a:buNone/>
                      </a:pPr>
                      <a:endParaRPr sz="1400" b="1" u="none" strike="noStrike" cap="none">
                        <a:solidFill>
                          <a:srgbClr val="C00000"/>
                        </a:solidFill>
                        <a:latin typeface="Times New Roman"/>
                        <a:ea typeface="Times New Roman"/>
                        <a:cs typeface="Times New Roman"/>
                        <a:sym typeface="Times New Roman"/>
                      </a:endParaRPr>
                    </a:p>
                  </a:txBody>
                  <a:tcPr marL="91450" marR="91450" marT="45725" marB="45725"/>
                </a:tc>
              </a:tr>
            </a:tbl>
          </a:graphicData>
        </a:graphic>
      </p:graphicFrame>
      <p:sp>
        <p:nvSpPr>
          <p:cNvPr id="1216" name="Google Shape;1216;p85"/>
          <p:cNvSpPr/>
          <p:nvPr/>
        </p:nvSpPr>
        <p:spPr>
          <a:xfrm>
            <a:off x="3594224" y="1524001"/>
            <a:ext cx="274434"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0</a:t>
            </a:r>
            <a:endParaRPr sz="1400" b="1" i="0" u="none" strike="noStrike" cap="none">
              <a:solidFill>
                <a:srgbClr val="021127"/>
              </a:solidFill>
              <a:latin typeface="Times New Roman"/>
              <a:ea typeface="Times New Roman"/>
              <a:cs typeface="Times New Roman"/>
              <a:sym typeface="Times New Roman"/>
            </a:endParaRPr>
          </a:p>
        </p:txBody>
      </p:sp>
      <p:sp>
        <p:nvSpPr>
          <p:cNvPr id="1217" name="Google Shape;1217;p85"/>
          <p:cNvSpPr/>
          <p:nvPr/>
        </p:nvSpPr>
        <p:spPr>
          <a:xfrm>
            <a:off x="3594224" y="1905001"/>
            <a:ext cx="274434"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1</a:t>
            </a:r>
            <a:endParaRPr sz="1400" b="1" i="0" u="none" strike="noStrike" cap="none">
              <a:solidFill>
                <a:srgbClr val="021127"/>
              </a:solidFill>
              <a:latin typeface="Times New Roman"/>
              <a:ea typeface="Times New Roman"/>
              <a:cs typeface="Times New Roman"/>
              <a:sym typeface="Times New Roman"/>
            </a:endParaRPr>
          </a:p>
        </p:txBody>
      </p:sp>
      <p:sp>
        <p:nvSpPr>
          <p:cNvPr id="1218" name="Google Shape;1218;p85"/>
          <p:cNvSpPr/>
          <p:nvPr/>
        </p:nvSpPr>
        <p:spPr>
          <a:xfrm>
            <a:off x="3594224" y="2286001"/>
            <a:ext cx="274434"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2</a:t>
            </a:r>
            <a:endParaRPr sz="1400" b="1" i="0" u="none" strike="noStrike" cap="none">
              <a:solidFill>
                <a:srgbClr val="021127"/>
              </a:solidFill>
              <a:latin typeface="Times New Roman"/>
              <a:ea typeface="Times New Roman"/>
              <a:cs typeface="Times New Roman"/>
              <a:sym typeface="Times New Roman"/>
            </a:endParaRPr>
          </a:p>
        </p:txBody>
      </p:sp>
      <p:sp>
        <p:nvSpPr>
          <p:cNvPr id="1219" name="Google Shape;1219;p85"/>
          <p:cNvSpPr/>
          <p:nvPr/>
        </p:nvSpPr>
        <p:spPr>
          <a:xfrm>
            <a:off x="3594224" y="2590801"/>
            <a:ext cx="274434"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3</a:t>
            </a:r>
            <a:endParaRPr sz="1400" b="1" i="0" u="none" strike="noStrike" cap="none">
              <a:solidFill>
                <a:srgbClr val="021127"/>
              </a:solidFill>
              <a:latin typeface="Times New Roman"/>
              <a:ea typeface="Times New Roman"/>
              <a:cs typeface="Times New Roman"/>
              <a:sym typeface="Times New Roman"/>
            </a:endParaRPr>
          </a:p>
        </p:txBody>
      </p:sp>
      <p:sp>
        <p:nvSpPr>
          <p:cNvPr id="1220" name="Google Shape;1220;p85"/>
          <p:cNvSpPr/>
          <p:nvPr/>
        </p:nvSpPr>
        <p:spPr>
          <a:xfrm>
            <a:off x="3594224" y="2971801"/>
            <a:ext cx="274434"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4</a:t>
            </a:r>
            <a:endParaRPr sz="1400" b="1" i="0" u="none" strike="noStrike" cap="none">
              <a:solidFill>
                <a:srgbClr val="021127"/>
              </a:solidFill>
              <a:latin typeface="Times New Roman"/>
              <a:ea typeface="Times New Roman"/>
              <a:cs typeface="Times New Roman"/>
              <a:sym typeface="Times New Roman"/>
            </a:endParaRPr>
          </a:p>
        </p:txBody>
      </p:sp>
      <p:sp>
        <p:nvSpPr>
          <p:cNvPr id="1221" name="Google Shape;1221;p85"/>
          <p:cNvSpPr/>
          <p:nvPr/>
        </p:nvSpPr>
        <p:spPr>
          <a:xfrm>
            <a:off x="3594224" y="3352801"/>
            <a:ext cx="274434"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5</a:t>
            </a:r>
            <a:endParaRPr sz="1400" b="1" i="0" u="none" strike="noStrike" cap="none">
              <a:solidFill>
                <a:srgbClr val="021127"/>
              </a:solidFill>
              <a:latin typeface="Times New Roman"/>
              <a:ea typeface="Times New Roman"/>
              <a:cs typeface="Times New Roman"/>
              <a:sym typeface="Times New Roman"/>
            </a:endParaRPr>
          </a:p>
        </p:txBody>
      </p:sp>
      <p:sp>
        <p:nvSpPr>
          <p:cNvPr id="1222" name="Google Shape;1222;p85"/>
          <p:cNvSpPr/>
          <p:nvPr/>
        </p:nvSpPr>
        <p:spPr>
          <a:xfrm>
            <a:off x="3594224" y="3733801"/>
            <a:ext cx="274434"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6</a:t>
            </a:r>
            <a:endParaRPr sz="1400" b="1" i="0" u="none" strike="noStrike" cap="none">
              <a:solidFill>
                <a:srgbClr val="021127"/>
              </a:solidFill>
              <a:latin typeface="Times New Roman"/>
              <a:ea typeface="Times New Roman"/>
              <a:cs typeface="Times New Roman"/>
              <a:sym typeface="Times New Roman"/>
            </a:endParaRPr>
          </a:p>
        </p:txBody>
      </p:sp>
      <p:sp>
        <p:nvSpPr>
          <p:cNvPr id="1223" name="Google Shape;1223;p85"/>
          <p:cNvSpPr/>
          <p:nvPr/>
        </p:nvSpPr>
        <p:spPr>
          <a:xfrm>
            <a:off x="3594224" y="4114801"/>
            <a:ext cx="274434"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7</a:t>
            </a:r>
            <a:endParaRPr sz="1400" b="1" i="0" u="none" strike="noStrike" cap="none">
              <a:solidFill>
                <a:srgbClr val="021127"/>
              </a:solidFill>
              <a:latin typeface="Times New Roman"/>
              <a:ea typeface="Times New Roman"/>
              <a:cs typeface="Times New Roman"/>
              <a:sym typeface="Times New Roman"/>
            </a:endParaRPr>
          </a:p>
        </p:txBody>
      </p:sp>
      <p:sp>
        <p:nvSpPr>
          <p:cNvPr id="1224" name="Google Shape;1224;p85"/>
          <p:cNvSpPr/>
          <p:nvPr/>
        </p:nvSpPr>
        <p:spPr>
          <a:xfrm>
            <a:off x="3594224" y="4419601"/>
            <a:ext cx="274434"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8</a:t>
            </a:r>
            <a:endParaRPr sz="1400" b="1" i="0" u="none" strike="noStrike" cap="none">
              <a:solidFill>
                <a:srgbClr val="021127"/>
              </a:solidFill>
              <a:latin typeface="Times New Roman"/>
              <a:ea typeface="Times New Roman"/>
              <a:cs typeface="Times New Roman"/>
              <a:sym typeface="Times New Roman"/>
            </a:endParaRPr>
          </a:p>
        </p:txBody>
      </p:sp>
      <p:sp>
        <p:nvSpPr>
          <p:cNvPr id="1225" name="Google Shape;1225;p85"/>
          <p:cNvSpPr/>
          <p:nvPr/>
        </p:nvSpPr>
        <p:spPr>
          <a:xfrm>
            <a:off x="3594224" y="4800601"/>
            <a:ext cx="274434"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9</a:t>
            </a:r>
            <a:endParaRPr sz="1400" b="1" i="0" u="none" strike="noStrike" cap="none">
              <a:solidFill>
                <a:srgbClr val="021127"/>
              </a:solidFill>
              <a:latin typeface="Times New Roman"/>
              <a:ea typeface="Times New Roman"/>
              <a:cs typeface="Times New Roman"/>
              <a:sym typeface="Times New Roman"/>
            </a:endParaRPr>
          </a:p>
        </p:txBody>
      </p:sp>
      <p:sp>
        <p:nvSpPr>
          <p:cNvPr id="1226" name="Google Shape;1226;p85"/>
          <p:cNvSpPr/>
          <p:nvPr/>
        </p:nvSpPr>
        <p:spPr>
          <a:xfrm>
            <a:off x="3530848" y="5181601"/>
            <a:ext cx="364202"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10</a:t>
            </a:r>
            <a:endParaRPr sz="1400" b="1" i="0" u="none" strike="noStrike" cap="none">
              <a:solidFill>
                <a:srgbClr val="021127"/>
              </a:solidFill>
              <a:latin typeface="Times New Roman"/>
              <a:ea typeface="Times New Roman"/>
              <a:cs typeface="Times New Roman"/>
              <a:sym typeface="Times New Roman"/>
            </a:endParaRPr>
          </a:p>
        </p:txBody>
      </p:sp>
      <p:sp>
        <p:nvSpPr>
          <p:cNvPr id="1227" name="Google Shape;1227;p85"/>
          <p:cNvSpPr/>
          <p:nvPr/>
        </p:nvSpPr>
        <p:spPr>
          <a:xfrm>
            <a:off x="3524468" y="5562601"/>
            <a:ext cx="364202"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11</a:t>
            </a:r>
            <a:endParaRPr sz="1400" b="1" i="0" u="none" strike="noStrike" cap="none">
              <a:solidFill>
                <a:srgbClr val="021127"/>
              </a:solidFill>
              <a:latin typeface="Times New Roman"/>
              <a:ea typeface="Times New Roman"/>
              <a:cs typeface="Times New Roman"/>
              <a:sym typeface="Times New Roman"/>
            </a:endParaRPr>
          </a:p>
        </p:txBody>
      </p:sp>
      <p:sp>
        <p:nvSpPr>
          <p:cNvPr id="1228" name="Google Shape;1228;p85"/>
          <p:cNvSpPr/>
          <p:nvPr/>
        </p:nvSpPr>
        <p:spPr>
          <a:xfrm>
            <a:off x="3454648" y="6248401"/>
            <a:ext cx="364202" cy="307777"/>
          </a:xfrm>
          <a:prstGeom prst="rect">
            <a:avLst/>
          </a:prstGeom>
          <a:noFill/>
          <a:ln w="9525" cap="flat" cmpd="sng">
            <a:solidFill>
              <a:srgbClr val="D2FED4"/>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21127"/>
                </a:solidFill>
                <a:latin typeface="Times New Roman"/>
                <a:ea typeface="Times New Roman"/>
                <a:cs typeface="Times New Roman"/>
                <a:sym typeface="Times New Roman"/>
              </a:rPr>
              <a:t>25</a:t>
            </a:r>
            <a:endParaRPr sz="1400" b="1" i="0" u="none" strike="noStrike" cap="none">
              <a:solidFill>
                <a:srgbClr val="021127"/>
              </a:solidFill>
              <a:latin typeface="Times New Roman"/>
              <a:ea typeface="Times New Roman"/>
              <a:cs typeface="Times New Roman"/>
              <a:sym typeface="Times New Roman"/>
            </a:endParaRPr>
          </a:p>
        </p:txBody>
      </p:sp>
      <p:graphicFrame>
        <p:nvGraphicFramePr>
          <p:cNvPr id="1229" name="Google Shape;1229;p85"/>
          <p:cNvGraphicFramePr/>
          <p:nvPr/>
        </p:nvGraphicFramePr>
        <p:xfrm>
          <a:off x="5181600" y="1524000"/>
          <a:ext cx="838200" cy="370850"/>
        </p:xfrm>
        <a:graphic>
          <a:graphicData uri="http://schemas.openxmlformats.org/drawingml/2006/table">
            <a:tbl>
              <a:tblPr firstRow="1" bandRow="1">
                <a:noFill/>
                <a:tableStyleId>{A454858E-DCAB-4BCF-8197-45F7E5E23E0C}</a:tableStyleId>
              </a:tblPr>
              <a:tblGrid>
                <a:gridCol w="419100"/>
                <a:gridCol w="419100"/>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A</a:t>
                      </a:r>
                      <a:r>
                        <a:rPr lang="en-US" sz="1000" u="none" strike="noStrike" cap="none">
                          <a:solidFill>
                            <a:srgbClr val="C00000"/>
                          </a:solidFill>
                          <a:latin typeface="Times New Roman"/>
                          <a:ea typeface="Times New Roman"/>
                          <a:cs typeface="Times New Roman"/>
                          <a:sym typeface="Times New Roman"/>
                        </a:rPr>
                        <a:t>4</a:t>
                      </a:r>
                      <a:endParaRPr sz="1000" u="none" strike="noStrike" cap="none">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0</a:t>
                      </a:r>
                      <a:endParaRPr sz="1400" u="none" strike="noStrike" cap="none">
                        <a:solidFill>
                          <a:srgbClr val="C00000"/>
                        </a:solidFill>
                        <a:latin typeface="Times New Roman"/>
                        <a:ea typeface="Times New Roman"/>
                        <a:cs typeface="Times New Roman"/>
                        <a:sym typeface="Times New Roman"/>
                      </a:endParaRPr>
                    </a:p>
                  </a:txBody>
                  <a:tcPr marL="91450" marR="91450" marT="45725" marB="45725"/>
                </a:tc>
              </a:tr>
            </a:tbl>
          </a:graphicData>
        </a:graphic>
      </p:graphicFrame>
      <p:graphicFrame>
        <p:nvGraphicFramePr>
          <p:cNvPr id="1230" name="Google Shape;1230;p85"/>
          <p:cNvGraphicFramePr/>
          <p:nvPr/>
        </p:nvGraphicFramePr>
        <p:xfrm>
          <a:off x="6248400" y="1524000"/>
          <a:ext cx="838200" cy="370850"/>
        </p:xfrm>
        <a:graphic>
          <a:graphicData uri="http://schemas.openxmlformats.org/drawingml/2006/table">
            <a:tbl>
              <a:tblPr firstRow="1" bandRow="1">
                <a:noFill/>
                <a:tableStyleId>{A454858E-DCAB-4BCF-8197-45F7E5E23E0C}</a:tableStyleId>
              </a:tblPr>
              <a:tblGrid>
                <a:gridCol w="419100"/>
                <a:gridCol w="419100"/>
              </a:tblGrid>
              <a:tr h="370850">
                <a:tc>
                  <a:txBody>
                    <a:bodyPr/>
                    <a:lstStyle/>
                    <a:p>
                      <a:pPr marL="0" marR="0" lvl="0" indent="0" algn="l" rtl="0">
                        <a:lnSpc>
                          <a:spcPct val="100000"/>
                        </a:lnSpc>
                        <a:spcBef>
                          <a:spcPts val="0"/>
                        </a:spcBef>
                        <a:spcAft>
                          <a:spcPts val="0"/>
                        </a:spcAft>
                        <a:buClr>
                          <a:srgbClr val="C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A</a:t>
                      </a:r>
                      <a:r>
                        <a:rPr lang="en-US" sz="1000" u="none" strike="noStrike" cap="none">
                          <a:solidFill>
                            <a:srgbClr val="C00000"/>
                          </a:solidFill>
                          <a:latin typeface="Times New Roman"/>
                          <a:ea typeface="Times New Roman"/>
                          <a:cs typeface="Times New Roman"/>
                          <a:sym typeface="Times New Roman"/>
                        </a:rPr>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r>
            </a:tbl>
          </a:graphicData>
        </a:graphic>
      </p:graphicFrame>
      <p:graphicFrame>
        <p:nvGraphicFramePr>
          <p:cNvPr id="1231" name="Google Shape;1231;p85"/>
          <p:cNvGraphicFramePr/>
          <p:nvPr/>
        </p:nvGraphicFramePr>
        <p:xfrm>
          <a:off x="9448800" y="1524000"/>
          <a:ext cx="914400" cy="370850"/>
        </p:xfrm>
        <a:graphic>
          <a:graphicData uri="http://schemas.openxmlformats.org/drawingml/2006/table">
            <a:tbl>
              <a:tblPr firstRow="1" bandRow="1">
                <a:noFill/>
                <a:tableStyleId>{A454858E-DCAB-4BCF-8197-45F7E5E23E0C}</a:tableStyleId>
              </a:tblPr>
              <a:tblGrid>
                <a:gridCol w="457200"/>
                <a:gridCol w="457200"/>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121429"/>
                          </a:solidFill>
                        </a:rPr>
                        <a:t>A</a:t>
                      </a:r>
                      <a:endParaRPr sz="1400" u="none" strike="noStrike" cap="none">
                        <a:solidFill>
                          <a:srgbClr val="121429"/>
                        </a:solidFill>
                      </a:endParaRPr>
                    </a:p>
                  </a:txBody>
                  <a:tcPr marL="91450" marR="91450" marT="45725" marB="45725"/>
                </a:tc>
                <a:tc>
                  <a:txBody>
                    <a:bodyPr/>
                    <a:lstStyle/>
                    <a:p>
                      <a:pPr marL="0" marR="0" lvl="0" indent="0" algn="l" rtl="0">
                        <a:lnSpc>
                          <a:spcPct val="100000"/>
                        </a:lnSpc>
                        <a:spcBef>
                          <a:spcPts val="0"/>
                        </a:spcBef>
                        <a:spcAft>
                          <a:spcPts val="0"/>
                        </a:spcAft>
                        <a:buClr>
                          <a:srgbClr val="C00000"/>
                        </a:buClr>
                        <a:buSzPts val="1400"/>
                        <a:buFont typeface="Arial"/>
                        <a:buNone/>
                      </a:pPr>
                      <a:r>
                        <a:rPr lang="en-US" sz="1400" u="none" strike="noStrike" cap="none">
                          <a:solidFill>
                            <a:srgbClr val="121429"/>
                          </a:solidFill>
                          <a:latin typeface="Times New Roman"/>
                          <a:ea typeface="Times New Roman"/>
                          <a:cs typeface="Times New Roman"/>
                          <a:sym typeface="Times New Roman"/>
                        </a:rPr>
                        <a:t>0</a:t>
                      </a:r>
                      <a:endParaRPr sz="1400" u="none" strike="noStrike" cap="none">
                        <a:solidFill>
                          <a:srgbClr val="121429"/>
                        </a:solidFill>
                      </a:endParaRPr>
                    </a:p>
                  </a:txBody>
                  <a:tcPr marL="91450" marR="91450" marT="45725" marB="45725"/>
                </a:tc>
              </a:tr>
            </a:tbl>
          </a:graphicData>
        </a:graphic>
      </p:graphicFrame>
      <p:graphicFrame>
        <p:nvGraphicFramePr>
          <p:cNvPr id="1232" name="Google Shape;1232;p85"/>
          <p:cNvGraphicFramePr/>
          <p:nvPr/>
        </p:nvGraphicFramePr>
        <p:xfrm>
          <a:off x="8382000" y="1524000"/>
          <a:ext cx="838200" cy="304810"/>
        </p:xfrm>
        <a:graphic>
          <a:graphicData uri="http://schemas.openxmlformats.org/drawingml/2006/table">
            <a:tbl>
              <a:tblPr firstRow="1" bandRow="1">
                <a:noFill/>
                <a:tableStyleId>{A454858E-DCAB-4BCF-8197-45F7E5E23E0C}</a:tableStyleId>
              </a:tblPr>
              <a:tblGrid>
                <a:gridCol w="419100"/>
                <a:gridCol w="419100"/>
              </a:tblGrid>
              <a:tr h="177800">
                <a:tc>
                  <a:txBody>
                    <a:bodyPr/>
                    <a:lstStyle/>
                    <a:p>
                      <a:pPr marL="0" marR="0" lvl="0" indent="0" algn="l" rtl="0">
                        <a:lnSpc>
                          <a:spcPct val="100000"/>
                        </a:lnSpc>
                        <a:spcBef>
                          <a:spcPts val="0"/>
                        </a:spcBef>
                        <a:spcAft>
                          <a:spcPts val="0"/>
                        </a:spcAft>
                        <a:buClr>
                          <a:srgbClr val="C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A</a:t>
                      </a:r>
                      <a:r>
                        <a:rPr lang="en-US" sz="1000" u="none" strike="noStrike" cap="none">
                          <a:solidFill>
                            <a:srgbClr val="C00000"/>
                          </a:solidFill>
                          <a:latin typeface="Times New Roman"/>
                          <a:ea typeface="Times New Roman"/>
                          <a:cs typeface="Times New Roman"/>
                          <a:sym typeface="Times New Roman"/>
                        </a:rPr>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r>
            </a:tbl>
          </a:graphicData>
        </a:graphic>
      </p:graphicFrame>
      <p:graphicFrame>
        <p:nvGraphicFramePr>
          <p:cNvPr id="1233" name="Google Shape;1233;p85"/>
          <p:cNvGraphicFramePr/>
          <p:nvPr/>
        </p:nvGraphicFramePr>
        <p:xfrm>
          <a:off x="7315200" y="1524000"/>
          <a:ext cx="838200" cy="370850"/>
        </p:xfrm>
        <a:graphic>
          <a:graphicData uri="http://schemas.openxmlformats.org/drawingml/2006/table">
            <a:tbl>
              <a:tblPr firstRow="1" bandRow="1">
                <a:noFill/>
                <a:tableStyleId>{A454858E-DCAB-4BCF-8197-45F7E5E23E0C}</a:tableStyleId>
              </a:tblPr>
              <a:tblGrid>
                <a:gridCol w="419100"/>
                <a:gridCol w="419100"/>
              </a:tblGrid>
              <a:tr h="370850">
                <a:tc>
                  <a:txBody>
                    <a:bodyPr/>
                    <a:lstStyle/>
                    <a:p>
                      <a:pPr marL="0" marR="0" lvl="0" indent="0" algn="l" rtl="0">
                        <a:lnSpc>
                          <a:spcPct val="100000"/>
                        </a:lnSpc>
                        <a:spcBef>
                          <a:spcPts val="0"/>
                        </a:spcBef>
                        <a:spcAft>
                          <a:spcPts val="0"/>
                        </a:spcAft>
                        <a:buClr>
                          <a:srgbClr val="C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A</a:t>
                      </a:r>
                      <a:r>
                        <a:rPr lang="en-US" sz="1000" u="none" strike="noStrike" cap="none">
                          <a:solidFill>
                            <a:srgbClr val="C00000"/>
                          </a:solidFill>
                          <a:latin typeface="Times New Roman"/>
                          <a:ea typeface="Times New Roman"/>
                          <a:cs typeface="Times New Roman"/>
                          <a:sym typeface="Times New Roman"/>
                        </a:rPr>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r>
            </a:tbl>
          </a:graphicData>
        </a:graphic>
      </p:graphicFrame>
      <p:cxnSp>
        <p:nvCxnSpPr>
          <p:cNvPr id="1234" name="Google Shape;1234;p85"/>
          <p:cNvCxnSpPr/>
          <p:nvPr/>
        </p:nvCxnSpPr>
        <p:spPr>
          <a:xfrm>
            <a:off x="4724400" y="1676400"/>
            <a:ext cx="457200" cy="1588"/>
          </a:xfrm>
          <a:prstGeom prst="straightConnector1">
            <a:avLst/>
          </a:prstGeom>
          <a:noFill/>
          <a:ln w="9525" cap="flat" cmpd="sng">
            <a:solidFill>
              <a:srgbClr val="D2FED4"/>
            </a:solidFill>
            <a:prstDash val="solid"/>
            <a:round/>
            <a:headEnd type="none" w="sm" len="sm"/>
            <a:tailEnd type="stealth" w="med" len="med"/>
          </a:ln>
        </p:spPr>
      </p:cxnSp>
      <p:cxnSp>
        <p:nvCxnSpPr>
          <p:cNvPr id="1235" name="Google Shape;1235;p85"/>
          <p:cNvCxnSpPr/>
          <p:nvPr/>
        </p:nvCxnSpPr>
        <p:spPr>
          <a:xfrm>
            <a:off x="5943600" y="1676400"/>
            <a:ext cx="304800" cy="1588"/>
          </a:xfrm>
          <a:prstGeom prst="straightConnector1">
            <a:avLst/>
          </a:prstGeom>
          <a:noFill/>
          <a:ln w="9525" cap="flat" cmpd="sng">
            <a:solidFill>
              <a:srgbClr val="D2FED4"/>
            </a:solidFill>
            <a:prstDash val="solid"/>
            <a:round/>
            <a:headEnd type="none" w="sm" len="sm"/>
            <a:tailEnd type="stealth" w="med" len="med"/>
          </a:ln>
        </p:spPr>
      </p:cxnSp>
      <p:cxnSp>
        <p:nvCxnSpPr>
          <p:cNvPr id="1236" name="Google Shape;1236;p85"/>
          <p:cNvCxnSpPr/>
          <p:nvPr/>
        </p:nvCxnSpPr>
        <p:spPr>
          <a:xfrm>
            <a:off x="9144000" y="1676400"/>
            <a:ext cx="304800" cy="1588"/>
          </a:xfrm>
          <a:prstGeom prst="straightConnector1">
            <a:avLst/>
          </a:prstGeom>
          <a:noFill/>
          <a:ln w="9525" cap="flat" cmpd="sng">
            <a:solidFill>
              <a:srgbClr val="D2FED4"/>
            </a:solidFill>
            <a:prstDash val="solid"/>
            <a:round/>
            <a:headEnd type="none" w="sm" len="sm"/>
            <a:tailEnd type="stealth" w="med" len="med"/>
          </a:ln>
        </p:spPr>
      </p:cxnSp>
      <p:cxnSp>
        <p:nvCxnSpPr>
          <p:cNvPr id="1237" name="Google Shape;1237;p85"/>
          <p:cNvCxnSpPr/>
          <p:nvPr/>
        </p:nvCxnSpPr>
        <p:spPr>
          <a:xfrm>
            <a:off x="8077200" y="1676400"/>
            <a:ext cx="304800" cy="1588"/>
          </a:xfrm>
          <a:prstGeom prst="straightConnector1">
            <a:avLst/>
          </a:prstGeom>
          <a:noFill/>
          <a:ln w="9525" cap="flat" cmpd="sng">
            <a:solidFill>
              <a:srgbClr val="D2FED4"/>
            </a:solidFill>
            <a:prstDash val="solid"/>
            <a:round/>
            <a:headEnd type="none" w="sm" len="sm"/>
            <a:tailEnd type="stealth" w="med" len="med"/>
          </a:ln>
        </p:spPr>
      </p:cxnSp>
      <p:cxnSp>
        <p:nvCxnSpPr>
          <p:cNvPr id="1238" name="Google Shape;1238;p85"/>
          <p:cNvCxnSpPr/>
          <p:nvPr/>
        </p:nvCxnSpPr>
        <p:spPr>
          <a:xfrm>
            <a:off x="7010400" y="1676400"/>
            <a:ext cx="304800" cy="1588"/>
          </a:xfrm>
          <a:prstGeom prst="straightConnector1">
            <a:avLst/>
          </a:prstGeom>
          <a:noFill/>
          <a:ln w="9525" cap="flat" cmpd="sng">
            <a:solidFill>
              <a:srgbClr val="D2FED4"/>
            </a:solidFill>
            <a:prstDash val="solid"/>
            <a:round/>
            <a:headEnd type="none" w="sm" len="sm"/>
            <a:tailEnd type="stealth" w="med" len="med"/>
          </a:ln>
        </p:spPr>
      </p:cxnSp>
      <p:graphicFrame>
        <p:nvGraphicFramePr>
          <p:cNvPr id="1239" name="Google Shape;1239;p85"/>
          <p:cNvGraphicFramePr/>
          <p:nvPr/>
        </p:nvGraphicFramePr>
        <p:xfrm>
          <a:off x="5181600" y="2667000"/>
          <a:ext cx="838200" cy="370850"/>
        </p:xfrm>
        <a:graphic>
          <a:graphicData uri="http://schemas.openxmlformats.org/drawingml/2006/table">
            <a:tbl>
              <a:tblPr firstRow="1" bandRow="1">
                <a:noFill/>
                <a:tableStyleId>{A454858E-DCAB-4BCF-8197-45F7E5E23E0C}</a:tableStyleId>
              </a:tblPr>
              <a:tblGrid>
                <a:gridCol w="419100"/>
                <a:gridCol w="419100"/>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C00000"/>
                          </a:solidFill>
                          <a:latin typeface="Times New Roman"/>
                          <a:ea typeface="Times New Roman"/>
                          <a:cs typeface="Times New Roman"/>
                          <a:sym typeface="Times New Roman"/>
                        </a:rPr>
                        <a:t>D</a:t>
                      </a:r>
                      <a:endParaRPr sz="1800" u="none" strike="noStrike" cap="none">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0</a:t>
                      </a:r>
                      <a:endParaRPr sz="1400" u="none" strike="noStrike" cap="none">
                        <a:solidFill>
                          <a:srgbClr val="C00000"/>
                        </a:solidFill>
                        <a:latin typeface="Times New Roman"/>
                        <a:ea typeface="Times New Roman"/>
                        <a:cs typeface="Times New Roman"/>
                        <a:sym typeface="Times New Roman"/>
                      </a:endParaRPr>
                    </a:p>
                  </a:txBody>
                  <a:tcPr marL="91450" marR="91450" marT="45725" marB="45725"/>
                </a:tc>
              </a:tr>
            </a:tbl>
          </a:graphicData>
        </a:graphic>
      </p:graphicFrame>
      <p:cxnSp>
        <p:nvCxnSpPr>
          <p:cNvPr id="1240" name="Google Shape;1240;p85"/>
          <p:cNvCxnSpPr/>
          <p:nvPr/>
        </p:nvCxnSpPr>
        <p:spPr>
          <a:xfrm>
            <a:off x="4724400" y="2819400"/>
            <a:ext cx="457200" cy="1588"/>
          </a:xfrm>
          <a:prstGeom prst="straightConnector1">
            <a:avLst/>
          </a:prstGeom>
          <a:noFill/>
          <a:ln w="9525" cap="flat" cmpd="sng">
            <a:solidFill>
              <a:srgbClr val="D2FED4"/>
            </a:solidFill>
            <a:prstDash val="solid"/>
            <a:round/>
            <a:headEnd type="none" w="sm" len="sm"/>
            <a:tailEnd type="stealth" w="med" len="med"/>
          </a:ln>
        </p:spPr>
      </p:cxnSp>
      <p:graphicFrame>
        <p:nvGraphicFramePr>
          <p:cNvPr id="1241" name="Google Shape;1241;p85"/>
          <p:cNvGraphicFramePr/>
          <p:nvPr/>
        </p:nvGraphicFramePr>
        <p:xfrm>
          <a:off x="5181600" y="3124200"/>
          <a:ext cx="838200" cy="370850"/>
        </p:xfrm>
        <a:graphic>
          <a:graphicData uri="http://schemas.openxmlformats.org/drawingml/2006/table">
            <a:tbl>
              <a:tblPr firstRow="1" bandRow="1">
                <a:noFill/>
                <a:tableStyleId>{A454858E-DCAB-4BCF-8197-45F7E5E23E0C}</a:tableStyleId>
              </a:tblPr>
              <a:tblGrid>
                <a:gridCol w="419100"/>
                <a:gridCol w="419100"/>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C00000"/>
                          </a:solidFill>
                          <a:latin typeface="Times New Roman"/>
                          <a:ea typeface="Times New Roman"/>
                          <a:cs typeface="Times New Roman"/>
                          <a:sym typeface="Times New Roman"/>
                        </a:rPr>
                        <a:t>E</a:t>
                      </a:r>
                      <a:endParaRPr sz="1800" u="none" strike="noStrike" cap="none">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0</a:t>
                      </a:r>
                      <a:endParaRPr sz="1400" u="none" strike="noStrike" cap="none">
                        <a:solidFill>
                          <a:srgbClr val="C00000"/>
                        </a:solidFill>
                        <a:latin typeface="Times New Roman"/>
                        <a:ea typeface="Times New Roman"/>
                        <a:cs typeface="Times New Roman"/>
                        <a:sym typeface="Times New Roman"/>
                      </a:endParaRPr>
                    </a:p>
                  </a:txBody>
                  <a:tcPr marL="91450" marR="91450" marT="45725" marB="45725"/>
                </a:tc>
              </a:tr>
            </a:tbl>
          </a:graphicData>
        </a:graphic>
      </p:graphicFrame>
      <p:cxnSp>
        <p:nvCxnSpPr>
          <p:cNvPr id="1242" name="Google Shape;1242;p85"/>
          <p:cNvCxnSpPr/>
          <p:nvPr/>
        </p:nvCxnSpPr>
        <p:spPr>
          <a:xfrm>
            <a:off x="4724400" y="3276600"/>
            <a:ext cx="457200" cy="1588"/>
          </a:xfrm>
          <a:prstGeom prst="straightConnector1">
            <a:avLst/>
          </a:prstGeom>
          <a:noFill/>
          <a:ln w="9525" cap="flat" cmpd="sng">
            <a:solidFill>
              <a:srgbClr val="D2FED4"/>
            </a:solidFill>
            <a:prstDash val="solid"/>
            <a:round/>
            <a:headEnd type="none" w="sm" len="sm"/>
            <a:tailEnd type="stealth" w="med" len="med"/>
          </a:ln>
        </p:spPr>
      </p:cxnSp>
      <p:graphicFrame>
        <p:nvGraphicFramePr>
          <p:cNvPr id="1243" name="Google Shape;1243;p85"/>
          <p:cNvGraphicFramePr/>
          <p:nvPr/>
        </p:nvGraphicFramePr>
        <p:xfrm>
          <a:off x="5181600" y="3733800"/>
          <a:ext cx="838200" cy="370850"/>
        </p:xfrm>
        <a:graphic>
          <a:graphicData uri="http://schemas.openxmlformats.org/drawingml/2006/table">
            <a:tbl>
              <a:tblPr firstRow="1" bandRow="1">
                <a:noFill/>
                <a:tableStyleId>{A454858E-DCAB-4BCF-8197-45F7E5E23E0C}</a:tableStyleId>
              </a:tblPr>
              <a:tblGrid>
                <a:gridCol w="419100"/>
                <a:gridCol w="419100"/>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G</a:t>
                      </a:r>
                      <a:endParaRPr sz="1000" u="none" strike="noStrike" cap="none">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rgbClr val="C00000"/>
                        </a:solidFill>
                        <a:latin typeface="Times New Roman"/>
                        <a:ea typeface="Times New Roman"/>
                        <a:cs typeface="Times New Roman"/>
                        <a:sym typeface="Times New Roman"/>
                      </a:endParaRPr>
                    </a:p>
                  </a:txBody>
                  <a:tcPr marL="91450" marR="91450" marT="45725" marB="45725"/>
                </a:tc>
              </a:tr>
            </a:tbl>
          </a:graphicData>
        </a:graphic>
      </p:graphicFrame>
      <p:cxnSp>
        <p:nvCxnSpPr>
          <p:cNvPr id="1244" name="Google Shape;1244;p85"/>
          <p:cNvCxnSpPr/>
          <p:nvPr/>
        </p:nvCxnSpPr>
        <p:spPr>
          <a:xfrm>
            <a:off x="4724400" y="3886200"/>
            <a:ext cx="457200" cy="1588"/>
          </a:xfrm>
          <a:prstGeom prst="straightConnector1">
            <a:avLst/>
          </a:prstGeom>
          <a:noFill/>
          <a:ln w="9525" cap="flat" cmpd="sng">
            <a:solidFill>
              <a:srgbClr val="D2FED4"/>
            </a:solidFill>
            <a:prstDash val="solid"/>
            <a:round/>
            <a:headEnd type="none" w="sm" len="sm"/>
            <a:tailEnd type="stealth" w="med" len="med"/>
          </a:ln>
        </p:spPr>
      </p:cxnSp>
      <p:graphicFrame>
        <p:nvGraphicFramePr>
          <p:cNvPr id="1245" name="Google Shape;1245;p85"/>
          <p:cNvGraphicFramePr/>
          <p:nvPr/>
        </p:nvGraphicFramePr>
        <p:xfrm>
          <a:off x="6324600" y="3733800"/>
          <a:ext cx="914400" cy="370850"/>
        </p:xfrm>
        <a:graphic>
          <a:graphicData uri="http://schemas.openxmlformats.org/drawingml/2006/table">
            <a:tbl>
              <a:tblPr firstRow="1" bandRow="1">
                <a:noFill/>
                <a:tableStyleId>{A454858E-DCAB-4BCF-8197-45F7E5E23E0C}</a:tableStyleId>
              </a:tblPr>
              <a:tblGrid>
                <a:gridCol w="533400"/>
                <a:gridCol w="381000"/>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C00000"/>
                          </a:solidFill>
                          <a:latin typeface="Times New Roman"/>
                          <a:ea typeface="Times New Roman"/>
                          <a:cs typeface="Times New Roman"/>
                          <a:sym typeface="Times New Roman"/>
                        </a:rPr>
                        <a:t>GA</a:t>
                      </a:r>
                      <a:endParaRPr sz="1800" u="none" strike="noStrike" cap="none">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0</a:t>
                      </a:r>
                      <a:endParaRPr sz="1400" u="none" strike="noStrike" cap="none">
                        <a:solidFill>
                          <a:srgbClr val="C00000"/>
                        </a:solidFill>
                        <a:latin typeface="Times New Roman"/>
                        <a:ea typeface="Times New Roman"/>
                        <a:cs typeface="Times New Roman"/>
                        <a:sym typeface="Times New Roman"/>
                      </a:endParaRPr>
                    </a:p>
                  </a:txBody>
                  <a:tcPr marL="91450" marR="91450" marT="45725" marB="45725"/>
                </a:tc>
              </a:tr>
            </a:tbl>
          </a:graphicData>
        </a:graphic>
      </p:graphicFrame>
      <p:cxnSp>
        <p:nvCxnSpPr>
          <p:cNvPr id="1246" name="Google Shape;1246;p85"/>
          <p:cNvCxnSpPr/>
          <p:nvPr/>
        </p:nvCxnSpPr>
        <p:spPr>
          <a:xfrm>
            <a:off x="5867400" y="3886200"/>
            <a:ext cx="457200" cy="1588"/>
          </a:xfrm>
          <a:prstGeom prst="straightConnector1">
            <a:avLst/>
          </a:prstGeom>
          <a:noFill/>
          <a:ln w="9525" cap="flat" cmpd="sng">
            <a:solidFill>
              <a:srgbClr val="D2FED4"/>
            </a:solidFill>
            <a:prstDash val="solid"/>
            <a:round/>
            <a:headEnd type="none" w="sm" len="sm"/>
            <a:tailEnd type="stealth" w="med" len="med"/>
          </a:ln>
        </p:spPr>
      </p:cxnSp>
      <p:graphicFrame>
        <p:nvGraphicFramePr>
          <p:cNvPr id="1247" name="Google Shape;1247;p85"/>
          <p:cNvGraphicFramePr/>
          <p:nvPr/>
        </p:nvGraphicFramePr>
        <p:xfrm>
          <a:off x="5181600" y="5562600"/>
          <a:ext cx="838200" cy="370850"/>
        </p:xfrm>
        <a:graphic>
          <a:graphicData uri="http://schemas.openxmlformats.org/drawingml/2006/table">
            <a:tbl>
              <a:tblPr firstRow="1" bandRow="1">
                <a:noFill/>
                <a:tableStyleId>{A454858E-DCAB-4BCF-8197-45F7E5E23E0C}</a:tableStyleId>
              </a:tblPr>
              <a:tblGrid>
                <a:gridCol w="419100"/>
                <a:gridCol w="419100"/>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L</a:t>
                      </a:r>
                      <a:endParaRPr sz="1000" u="none" strike="noStrike" cap="none">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0</a:t>
                      </a:r>
                      <a:endParaRPr sz="1400" u="none" strike="noStrike" cap="none">
                        <a:solidFill>
                          <a:srgbClr val="C00000"/>
                        </a:solidFill>
                        <a:latin typeface="Times New Roman"/>
                        <a:ea typeface="Times New Roman"/>
                        <a:cs typeface="Times New Roman"/>
                        <a:sym typeface="Times New Roman"/>
                      </a:endParaRPr>
                    </a:p>
                  </a:txBody>
                  <a:tcPr marL="91450" marR="91450" marT="45725" marB="45725"/>
                </a:tc>
              </a:tr>
            </a:tbl>
          </a:graphicData>
        </a:graphic>
      </p:graphicFrame>
      <p:cxnSp>
        <p:nvCxnSpPr>
          <p:cNvPr id="1248" name="Google Shape;1248;p85"/>
          <p:cNvCxnSpPr/>
          <p:nvPr/>
        </p:nvCxnSpPr>
        <p:spPr>
          <a:xfrm>
            <a:off x="4724400" y="5715000"/>
            <a:ext cx="457200" cy="1588"/>
          </a:xfrm>
          <a:prstGeom prst="straightConnector1">
            <a:avLst/>
          </a:prstGeom>
          <a:noFill/>
          <a:ln w="9525" cap="flat" cmpd="sng">
            <a:solidFill>
              <a:srgbClr val="D2FED4"/>
            </a:solidFill>
            <a:prstDash val="solid"/>
            <a:round/>
            <a:headEnd type="none" w="sm" len="sm"/>
            <a:tailEnd type="stealth" w="med" len="med"/>
          </a:ln>
        </p:spPr>
      </p:cxnSp>
      <p:graphicFrame>
        <p:nvGraphicFramePr>
          <p:cNvPr id="1249" name="Google Shape;1249;p85"/>
          <p:cNvGraphicFramePr/>
          <p:nvPr/>
        </p:nvGraphicFramePr>
        <p:xfrm>
          <a:off x="5181600" y="6324600"/>
          <a:ext cx="838200" cy="370850"/>
        </p:xfrm>
        <a:graphic>
          <a:graphicData uri="http://schemas.openxmlformats.org/drawingml/2006/table">
            <a:tbl>
              <a:tblPr firstRow="1" bandRow="1">
                <a:noFill/>
                <a:tableStyleId>{A454858E-DCAB-4BCF-8197-45F7E5E23E0C}</a:tableStyleId>
              </a:tblPr>
              <a:tblGrid>
                <a:gridCol w="533400"/>
                <a:gridCol w="304800"/>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ZA</a:t>
                      </a:r>
                      <a:endParaRPr sz="1000" u="none" strike="noStrike" cap="none">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rgbClr val="C00000"/>
                        </a:solidFill>
                        <a:latin typeface="Times New Roman"/>
                        <a:ea typeface="Times New Roman"/>
                        <a:cs typeface="Times New Roman"/>
                        <a:sym typeface="Times New Roman"/>
                      </a:endParaRPr>
                    </a:p>
                  </a:txBody>
                  <a:tcPr marL="91450" marR="91450" marT="45725" marB="45725"/>
                </a:tc>
              </a:tr>
            </a:tbl>
          </a:graphicData>
        </a:graphic>
      </p:graphicFrame>
      <p:cxnSp>
        <p:nvCxnSpPr>
          <p:cNvPr id="1250" name="Google Shape;1250;p85"/>
          <p:cNvCxnSpPr/>
          <p:nvPr/>
        </p:nvCxnSpPr>
        <p:spPr>
          <a:xfrm>
            <a:off x="4724400" y="6477000"/>
            <a:ext cx="457200" cy="1588"/>
          </a:xfrm>
          <a:prstGeom prst="straightConnector1">
            <a:avLst/>
          </a:prstGeom>
          <a:noFill/>
          <a:ln w="9525" cap="flat" cmpd="sng">
            <a:solidFill>
              <a:srgbClr val="D2FED4"/>
            </a:solidFill>
            <a:prstDash val="solid"/>
            <a:round/>
            <a:headEnd type="none" w="sm" len="sm"/>
            <a:tailEnd type="stealth" w="med" len="med"/>
          </a:ln>
        </p:spPr>
      </p:cxnSp>
      <p:graphicFrame>
        <p:nvGraphicFramePr>
          <p:cNvPr id="1251" name="Google Shape;1251;p85"/>
          <p:cNvGraphicFramePr/>
          <p:nvPr/>
        </p:nvGraphicFramePr>
        <p:xfrm>
          <a:off x="6324600" y="6324600"/>
          <a:ext cx="914400" cy="370850"/>
        </p:xfrm>
        <a:graphic>
          <a:graphicData uri="http://schemas.openxmlformats.org/drawingml/2006/table">
            <a:tbl>
              <a:tblPr firstRow="1" bandRow="1">
                <a:noFill/>
                <a:tableStyleId>{A454858E-DCAB-4BCF-8197-45F7E5E23E0C}</a:tableStyleId>
              </a:tblPr>
              <a:tblGrid>
                <a:gridCol w="533400"/>
                <a:gridCol w="381000"/>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C00000"/>
                          </a:solidFill>
                          <a:latin typeface="Times New Roman"/>
                          <a:ea typeface="Times New Roman"/>
                          <a:cs typeface="Times New Roman"/>
                          <a:sym typeface="Times New Roman"/>
                        </a:rPr>
                        <a:t>Z</a:t>
                      </a:r>
                      <a:endParaRPr sz="1800" u="none" strike="noStrike" cap="none">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C00000"/>
                          </a:solidFill>
                          <a:latin typeface="Times New Roman"/>
                          <a:ea typeface="Times New Roman"/>
                          <a:cs typeface="Times New Roman"/>
                          <a:sym typeface="Times New Roman"/>
                        </a:rPr>
                        <a:t>0</a:t>
                      </a:r>
                      <a:endParaRPr sz="1400" u="none" strike="noStrike" cap="none">
                        <a:solidFill>
                          <a:srgbClr val="C00000"/>
                        </a:solidFill>
                        <a:latin typeface="Times New Roman"/>
                        <a:ea typeface="Times New Roman"/>
                        <a:cs typeface="Times New Roman"/>
                        <a:sym typeface="Times New Roman"/>
                      </a:endParaRPr>
                    </a:p>
                  </a:txBody>
                  <a:tcPr marL="91450" marR="91450" marT="45725" marB="45725"/>
                </a:tc>
              </a:tr>
            </a:tbl>
          </a:graphicData>
        </a:graphic>
      </p:graphicFrame>
      <p:cxnSp>
        <p:nvCxnSpPr>
          <p:cNvPr id="1252" name="Google Shape;1252;p85"/>
          <p:cNvCxnSpPr/>
          <p:nvPr/>
        </p:nvCxnSpPr>
        <p:spPr>
          <a:xfrm>
            <a:off x="5867400" y="6477000"/>
            <a:ext cx="457200" cy="1588"/>
          </a:xfrm>
          <a:prstGeom prst="straightConnector1">
            <a:avLst/>
          </a:prstGeom>
          <a:noFill/>
          <a:ln w="9525" cap="flat" cmpd="sng">
            <a:solidFill>
              <a:srgbClr val="D2FED4"/>
            </a:solidFill>
            <a:prstDash val="solid"/>
            <a:round/>
            <a:headEnd type="none" w="sm" len="sm"/>
            <a:tailEnd type="stealth" w="med" len="med"/>
          </a:ln>
        </p:spPr>
      </p:cxnSp>
      <p:pic>
        <p:nvPicPr>
          <p:cNvPr id="1253" name="Google Shape;1253;p85"/>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2" name="Date Placeholder 1"/>
          <p:cNvSpPr>
            <a:spLocks noGrp="1"/>
          </p:cNvSpPr>
          <p:nvPr>
            <p:ph type="dt" idx="10"/>
          </p:nvPr>
        </p:nvSpPr>
        <p:spPr/>
        <p:txBody>
          <a:bodyPr/>
          <a:lstStyle/>
          <a:p>
            <a:fld id="{2AF004E0-1827-4C0D-92A7-3C7D361A003B}"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75</a:t>
            </a:fld>
            <a:endParaRPr 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Shape 1259"/>
        <p:cNvGrpSpPr/>
        <p:nvPr/>
      </p:nvGrpSpPr>
      <p:grpSpPr>
        <a:xfrm>
          <a:off x="0" y="0"/>
          <a:ext cx="0" cy="0"/>
          <a:chOff x="0" y="0"/>
          <a:chExt cx="0" cy="0"/>
        </a:xfrm>
      </p:grpSpPr>
      <p:sp>
        <p:nvSpPr>
          <p:cNvPr id="1260" name="Google Shape;1260;p86"/>
          <p:cNvSpPr txBox="1">
            <a:spLocks noGrp="1"/>
          </p:cNvSpPr>
          <p:nvPr>
            <p:ph type="title"/>
          </p:nvPr>
        </p:nvSpPr>
        <p:spPr>
          <a:xfrm>
            <a:off x="1481281" y="408490"/>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320"/>
              <a:buFont typeface="Times New Roman"/>
              <a:buNone/>
            </a:pPr>
            <a:r>
              <a:rPr lang="en-US" sz="4320" b="0" i="0" u="none" strike="noStrike" cap="none">
                <a:solidFill>
                  <a:srgbClr val="00B050"/>
                </a:solidFill>
                <a:latin typeface="Times New Roman"/>
                <a:ea typeface="Times New Roman"/>
                <a:cs typeface="Times New Roman"/>
                <a:sym typeface="Times New Roman"/>
              </a:rPr>
              <a:t>Separate Chaining-Used with Open Hashing</a:t>
            </a:r>
            <a:endParaRPr sz="4320" b="0" i="0" u="none" strike="noStrike" cap="none">
              <a:solidFill>
                <a:srgbClr val="00B050"/>
              </a:solidFill>
              <a:latin typeface="Times New Roman"/>
              <a:ea typeface="Times New Roman"/>
              <a:cs typeface="Times New Roman"/>
              <a:sym typeface="Times New Roman"/>
            </a:endParaRPr>
          </a:p>
        </p:txBody>
      </p:sp>
      <p:sp>
        <p:nvSpPr>
          <p:cNvPr id="1261" name="Google Shape;1261;p86"/>
          <p:cNvSpPr txBox="1">
            <a:spLocks noGrp="1"/>
          </p:cNvSpPr>
          <p:nvPr>
            <p:ph type="body" idx="1"/>
          </p:nvPr>
        </p:nvSpPr>
        <p:spPr>
          <a:xfrm>
            <a:off x="1068387" y="1849482"/>
            <a:ext cx="10058400" cy="1586589"/>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400"/>
              <a:buFont typeface="Calibri"/>
              <a:buChar char=" "/>
            </a:pPr>
            <a:r>
              <a:rPr lang="en-US" sz="2400" b="0" i="0" u="none" strike="noStrike" cap="none">
                <a:solidFill>
                  <a:srgbClr val="3F3F3F"/>
                </a:solidFill>
                <a:latin typeface="Times New Roman"/>
                <a:ea typeface="Times New Roman"/>
                <a:cs typeface="Times New Roman"/>
                <a:sym typeface="Times New Roman"/>
              </a:rPr>
              <a:t>Open Hashing allows records to be stored in unlimited space.</a:t>
            </a:r>
            <a:endParaRPr/>
          </a:p>
          <a:p>
            <a:pPr marL="91440" marR="0" lvl="0" indent="-91440" algn="l" rtl="0">
              <a:lnSpc>
                <a:spcPct val="90000"/>
              </a:lnSpc>
              <a:spcBef>
                <a:spcPts val="1400"/>
              </a:spcBef>
              <a:spcAft>
                <a:spcPts val="0"/>
              </a:spcAft>
              <a:buClr>
                <a:schemeClr val="accent1"/>
              </a:buClr>
              <a:buSzPts val="2400"/>
              <a:buFont typeface="Calibri"/>
              <a:buChar char=" "/>
            </a:pPr>
            <a:r>
              <a:rPr lang="en-US" sz="2400" b="0" i="0" u="none" strike="noStrike" cap="none">
                <a:solidFill>
                  <a:srgbClr val="3F3F3F"/>
                </a:solidFill>
                <a:latin typeface="Times New Roman"/>
                <a:ea typeface="Times New Roman"/>
                <a:cs typeface="Times New Roman"/>
                <a:sym typeface="Times New Roman"/>
              </a:rPr>
              <a:t>It places no limitation on size of the tables.</a:t>
            </a:r>
            <a:endParaRPr/>
          </a:p>
          <a:p>
            <a:pPr marL="91440" marR="0" lvl="0" indent="-91440" algn="l" rtl="0">
              <a:lnSpc>
                <a:spcPct val="90000"/>
              </a:lnSpc>
              <a:spcBef>
                <a:spcPts val="1400"/>
              </a:spcBef>
              <a:spcAft>
                <a:spcPts val="0"/>
              </a:spcAft>
              <a:buClr>
                <a:schemeClr val="accent1"/>
              </a:buClr>
              <a:buSzPts val="2400"/>
              <a:buFont typeface="Calibri"/>
              <a:buChar char=" "/>
            </a:pPr>
            <a:r>
              <a:rPr lang="en-US" sz="2400" b="0" i="0" u="none" strike="noStrike" cap="none">
                <a:solidFill>
                  <a:srgbClr val="3F3F3F"/>
                </a:solidFill>
                <a:latin typeface="Times New Roman"/>
                <a:ea typeface="Times New Roman"/>
                <a:cs typeface="Times New Roman"/>
                <a:sym typeface="Times New Roman"/>
              </a:rPr>
              <a:t>Additional Memory space is required for storing links.</a:t>
            </a:r>
            <a:endParaRPr/>
          </a:p>
          <a:p>
            <a:pPr marL="91440" marR="0" lvl="0" indent="86360" algn="l" rtl="0">
              <a:lnSpc>
                <a:spcPct val="90000"/>
              </a:lnSpc>
              <a:spcBef>
                <a:spcPts val="14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a:p>
            <a:pPr marL="91440" marR="0" lvl="0" indent="86360" algn="l" rtl="0">
              <a:lnSpc>
                <a:spcPct val="90000"/>
              </a:lnSpc>
              <a:spcBef>
                <a:spcPts val="1400"/>
              </a:spcBef>
              <a:spcAft>
                <a:spcPts val="0"/>
              </a:spcAft>
              <a:buClr>
                <a:schemeClr val="accent1"/>
              </a:buClr>
              <a:buSzPts val="2800"/>
              <a:buFont typeface="Calibri"/>
              <a:buNone/>
            </a:pPr>
            <a:endParaRPr sz="2800" b="0" i="0" u="none" strike="noStrike" cap="none">
              <a:solidFill>
                <a:srgbClr val="3F3F3F"/>
              </a:solidFill>
              <a:latin typeface="Calibri"/>
              <a:ea typeface="Calibri"/>
              <a:cs typeface="Calibri"/>
              <a:sym typeface="Calibri"/>
            </a:endParaRPr>
          </a:p>
        </p:txBody>
      </p:sp>
      <p:pic>
        <p:nvPicPr>
          <p:cNvPr id="1265" name="Google Shape;1265;p86"/>
          <p:cNvPicPr preferRelativeResize="0"/>
          <p:nvPr/>
        </p:nvPicPr>
        <p:blipFill rotWithShape="1">
          <a:blip r:embed="rId3">
            <a:alphaModFix/>
          </a:blip>
          <a:srcRect/>
          <a:stretch/>
        </p:blipFill>
        <p:spPr>
          <a:xfrm>
            <a:off x="195070" y="286604"/>
            <a:ext cx="1269598" cy="1148496"/>
          </a:xfrm>
          <a:prstGeom prst="rect">
            <a:avLst/>
          </a:prstGeom>
          <a:noFill/>
          <a:ln>
            <a:noFill/>
          </a:ln>
        </p:spPr>
      </p:pic>
      <p:graphicFrame>
        <p:nvGraphicFramePr>
          <p:cNvPr id="1266" name="Google Shape;1266;p86"/>
          <p:cNvGraphicFramePr/>
          <p:nvPr/>
        </p:nvGraphicFramePr>
        <p:xfrm>
          <a:off x="2390785" y="3383007"/>
          <a:ext cx="1295400" cy="2967000"/>
        </p:xfrm>
        <a:graphic>
          <a:graphicData uri="http://schemas.openxmlformats.org/drawingml/2006/table">
            <a:tbl>
              <a:tblPr firstRow="1" bandRow="1">
                <a:noFill/>
                <a:tableStyleId>{DE920EF4-DAE1-4EFA-965D-4AA1566777CA}</a:tableStyleId>
              </a:tblPr>
              <a:tblGrid>
                <a:gridCol w="228600"/>
                <a:gridCol w="1066800"/>
              </a:tblGrid>
              <a:tr h="3708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r>
              <a:tr h="3708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r>
              <a:tr h="37087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r>
              <a:tr h="37087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r>
              <a:tr h="37087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r>
              <a:tr h="3708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7</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r>
              <a:tr h="37087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r>
              <a:tr h="3708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9</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r>
            </a:tbl>
          </a:graphicData>
        </a:graphic>
      </p:graphicFrame>
      <p:graphicFrame>
        <p:nvGraphicFramePr>
          <p:cNvPr id="1267" name="Google Shape;1267;p86"/>
          <p:cNvGraphicFramePr/>
          <p:nvPr/>
        </p:nvGraphicFramePr>
        <p:xfrm>
          <a:off x="4067185" y="3383007"/>
          <a:ext cx="990600" cy="371475"/>
        </p:xfrm>
        <a:graphic>
          <a:graphicData uri="http://schemas.openxmlformats.org/drawingml/2006/table">
            <a:tbl>
              <a:tblPr firstRow="1" bandRow="1">
                <a:noFill/>
                <a:tableStyleId>{DE920EF4-DAE1-4EFA-965D-4AA1566777CA}</a:tableStyleId>
              </a:tblPr>
              <a:tblGrid>
                <a:gridCol w="990600"/>
              </a:tblGrid>
              <a:tr h="3714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10</a:t>
                      </a:r>
                      <a:endParaRPr sz="1800" u="none" strike="noStrike" cap="none"/>
                    </a:p>
                  </a:txBody>
                  <a:tcPr marL="91450" marR="91450" marT="45800" marB="45800"/>
                </a:tc>
              </a:tr>
            </a:tbl>
          </a:graphicData>
        </a:graphic>
      </p:graphicFrame>
      <p:graphicFrame>
        <p:nvGraphicFramePr>
          <p:cNvPr id="1268" name="Google Shape;1268;p86"/>
          <p:cNvGraphicFramePr/>
          <p:nvPr/>
        </p:nvGraphicFramePr>
        <p:xfrm>
          <a:off x="5514985" y="3383007"/>
          <a:ext cx="990600" cy="371475"/>
        </p:xfrm>
        <a:graphic>
          <a:graphicData uri="http://schemas.openxmlformats.org/drawingml/2006/table">
            <a:tbl>
              <a:tblPr firstRow="1" bandRow="1">
                <a:noFill/>
                <a:tableStyleId>{DE920EF4-DAE1-4EFA-965D-4AA1566777CA}</a:tableStyleId>
              </a:tblPr>
              <a:tblGrid>
                <a:gridCol w="990600"/>
              </a:tblGrid>
              <a:tr h="3714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50</a:t>
                      </a:r>
                      <a:endParaRPr sz="1800" u="none" strike="noStrike" cap="none"/>
                    </a:p>
                  </a:txBody>
                  <a:tcPr marL="91450" marR="91450" marT="45800" marB="45800"/>
                </a:tc>
              </a:tr>
            </a:tbl>
          </a:graphicData>
        </a:graphic>
      </p:graphicFrame>
      <p:graphicFrame>
        <p:nvGraphicFramePr>
          <p:cNvPr id="1269" name="Google Shape;1269;p86"/>
          <p:cNvGraphicFramePr/>
          <p:nvPr/>
        </p:nvGraphicFramePr>
        <p:xfrm>
          <a:off x="4067185" y="3840207"/>
          <a:ext cx="990600" cy="371475"/>
        </p:xfrm>
        <a:graphic>
          <a:graphicData uri="http://schemas.openxmlformats.org/drawingml/2006/table">
            <a:tbl>
              <a:tblPr firstRow="1" bandRow="1">
                <a:noFill/>
                <a:tableStyleId>{DE920EF4-DAE1-4EFA-965D-4AA1566777CA}</a:tableStyleId>
              </a:tblPr>
              <a:tblGrid>
                <a:gridCol w="990600"/>
              </a:tblGrid>
              <a:tr h="3714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21</a:t>
                      </a:r>
                      <a:endParaRPr sz="1800" u="none" strike="noStrike" cap="none"/>
                    </a:p>
                  </a:txBody>
                  <a:tcPr marL="91450" marR="91450" marT="45800" marB="45800"/>
                </a:tc>
              </a:tr>
            </a:tbl>
          </a:graphicData>
        </a:graphic>
      </p:graphicFrame>
      <p:graphicFrame>
        <p:nvGraphicFramePr>
          <p:cNvPr id="1270" name="Google Shape;1270;p86"/>
          <p:cNvGraphicFramePr/>
          <p:nvPr/>
        </p:nvGraphicFramePr>
        <p:xfrm>
          <a:off x="5514985" y="3840207"/>
          <a:ext cx="990600" cy="371475"/>
        </p:xfrm>
        <a:graphic>
          <a:graphicData uri="http://schemas.openxmlformats.org/drawingml/2006/table">
            <a:tbl>
              <a:tblPr firstRow="1" bandRow="1">
                <a:noFill/>
                <a:tableStyleId>{DE920EF4-DAE1-4EFA-965D-4AA1566777CA}</a:tableStyleId>
              </a:tblPr>
              <a:tblGrid>
                <a:gridCol w="990600"/>
              </a:tblGrid>
              <a:tr h="3714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41</a:t>
                      </a:r>
                      <a:endParaRPr sz="1800" u="none" strike="noStrike" cap="none"/>
                    </a:p>
                  </a:txBody>
                  <a:tcPr marL="91450" marR="91450" marT="45800" marB="45800"/>
                </a:tc>
              </a:tr>
            </a:tbl>
          </a:graphicData>
        </a:graphic>
      </p:graphicFrame>
      <p:graphicFrame>
        <p:nvGraphicFramePr>
          <p:cNvPr id="1271" name="Google Shape;1271;p86"/>
          <p:cNvGraphicFramePr/>
          <p:nvPr/>
        </p:nvGraphicFramePr>
        <p:xfrm>
          <a:off x="4067185" y="5973807"/>
          <a:ext cx="990600" cy="371475"/>
        </p:xfrm>
        <a:graphic>
          <a:graphicData uri="http://schemas.openxmlformats.org/drawingml/2006/table">
            <a:tbl>
              <a:tblPr firstRow="1" bandRow="1">
                <a:noFill/>
                <a:tableStyleId>{DE920EF4-DAE1-4EFA-965D-4AA1566777CA}</a:tableStyleId>
              </a:tblPr>
              <a:tblGrid>
                <a:gridCol w="990600"/>
              </a:tblGrid>
              <a:tr h="3714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9</a:t>
                      </a:r>
                      <a:endParaRPr sz="1800" u="none" strike="noStrike" cap="none"/>
                    </a:p>
                  </a:txBody>
                  <a:tcPr marL="91450" marR="91450" marT="45800" marB="45800"/>
                </a:tc>
              </a:tr>
            </a:tbl>
          </a:graphicData>
        </a:graphic>
      </p:graphicFrame>
      <p:graphicFrame>
        <p:nvGraphicFramePr>
          <p:cNvPr id="1272" name="Google Shape;1272;p86"/>
          <p:cNvGraphicFramePr/>
          <p:nvPr/>
        </p:nvGraphicFramePr>
        <p:xfrm>
          <a:off x="5514985" y="5897607"/>
          <a:ext cx="990600" cy="371475"/>
        </p:xfrm>
        <a:graphic>
          <a:graphicData uri="http://schemas.openxmlformats.org/drawingml/2006/table">
            <a:tbl>
              <a:tblPr firstRow="1" bandRow="1">
                <a:noFill/>
                <a:tableStyleId>{DE920EF4-DAE1-4EFA-965D-4AA1566777CA}</a:tableStyleId>
              </a:tblPr>
              <a:tblGrid>
                <a:gridCol w="990600"/>
              </a:tblGrid>
              <a:tr h="3714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69</a:t>
                      </a:r>
                      <a:endParaRPr sz="1800" u="none" strike="noStrike" cap="none"/>
                    </a:p>
                  </a:txBody>
                  <a:tcPr marL="91450" marR="91450" marT="45800" marB="45800"/>
                </a:tc>
              </a:tr>
            </a:tbl>
          </a:graphicData>
        </a:graphic>
      </p:graphicFrame>
      <p:cxnSp>
        <p:nvCxnSpPr>
          <p:cNvPr id="1273" name="Google Shape;1273;p86"/>
          <p:cNvCxnSpPr/>
          <p:nvPr/>
        </p:nvCxnSpPr>
        <p:spPr>
          <a:xfrm>
            <a:off x="3686185" y="3535407"/>
            <a:ext cx="381000" cy="1588"/>
          </a:xfrm>
          <a:prstGeom prst="straightConnector1">
            <a:avLst/>
          </a:prstGeom>
          <a:noFill/>
          <a:ln w="12700" cap="flat" cmpd="sng">
            <a:solidFill>
              <a:schemeClr val="accent1"/>
            </a:solidFill>
            <a:prstDash val="solid"/>
            <a:round/>
            <a:headEnd type="none" w="sm" len="sm"/>
            <a:tailEnd type="stealth" w="med" len="med"/>
          </a:ln>
        </p:spPr>
      </p:cxnSp>
      <p:cxnSp>
        <p:nvCxnSpPr>
          <p:cNvPr id="1274" name="Google Shape;1274;p86"/>
          <p:cNvCxnSpPr/>
          <p:nvPr/>
        </p:nvCxnSpPr>
        <p:spPr>
          <a:xfrm>
            <a:off x="5057785" y="3611607"/>
            <a:ext cx="381000" cy="1588"/>
          </a:xfrm>
          <a:prstGeom prst="straightConnector1">
            <a:avLst/>
          </a:prstGeom>
          <a:noFill/>
          <a:ln w="12700" cap="flat" cmpd="sng">
            <a:solidFill>
              <a:schemeClr val="accent1"/>
            </a:solidFill>
            <a:prstDash val="solid"/>
            <a:round/>
            <a:headEnd type="none" w="sm" len="sm"/>
            <a:tailEnd type="stealth" w="med" len="med"/>
          </a:ln>
        </p:spPr>
      </p:cxnSp>
      <p:cxnSp>
        <p:nvCxnSpPr>
          <p:cNvPr id="1275" name="Google Shape;1275;p86"/>
          <p:cNvCxnSpPr/>
          <p:nvPr/>
        </p:nvCxnSpPr>
        <p:spPr>
          <a:xfrm>
            <a:off x="3686185" y="3992607"/>
            <a:ext cx="457200" cy="1588"/>
          </a:xfrm>
          <a:prstGeom prst="straightConnector1">
            <a:avLst/>
          </a:prstGeom>
          <a:noFill/>
          <a:ln w="12700" cap="flat" cmpd="sng">
            <a:solidFill>
              <a:schemeClr val="accent1"/>
            </a:solidFill>
            <a:prstDash val="solid"/>
            <a:round/>
            <a:headEnd type="none" w="sm" len="sm"/>
            <a:tailEnd type="stealth" w="med" len="med"/>
          </a:ln>
        </p:spPr>
      </p:cxnSp>
      <p:cxnSp>
        <p:nvCxnSpPr>
          <p:cNvPr id="1276" name="Google Shape;1276;p86"/>
          <p:cNvCxnSpPr/>
          <p:nvPr/>
        </p:nvCxnSpPr>
        <p:spPr>
          <a:xfrm>
            <a:off x="5057785" y="3992607"/>
            <a:ext cx="457200" cy="1588"/>
          </a:xfrm>
          <a:prstGeom prst="straightConnector1">
            <a:avLst/>
          </a:prstGeom>
          <a:noFill/>
          <a:ln w="12700" cap="flat" cmpd="sng">
            <a:solidFill>
              <a:schemeClr val="accent1"/>
            </a:solidFill>
            <a:prstDash val="solid"/>
            <a:round/>
            <a:headEnd type="none" w="sm" len="sm"/>
            <a:tailEnd type="stealth" w="med" len="med"/>
          </a:ln>
        </p:spPr>
      </p:cxnSp>
      <p:cxnSp>
        <p:nvCxnSpPr>
          <p:cNvPr id="1277" name="Google Shape;1277;p86"/>
          <p:cNvCxnSpPr/>
          <p:nvPr/>
        </p:nvCxnSpPr>
        <p:spPr>
          <a:xfrm>
            <a:off x="3609985" y="6202407"/>
            <a:ext cx="381000" cy="1588"/>
          </a:xfrm>
          <a:prstGeom prst="straightConnector1">
            <a:avLst/>
          </a:prstGeom>
          <a:noFill/>
          <a:ln w="12700" cap="flat" cmpd="sng">
            <a:solidFill>
              <a:schemeClr val="accent1"/>
            </a:solidFill>
            <a:prstDash val="solid"/>
            <a:round/>
            <a:headEnd type="none" w="sm" len="sm"/>
            <a:tailEnd type="stealth" w="med" len="med"/>
          </a:ln>
        </p:spPr>
      </p:cxnSp>
      <p:cxnSp>
        <p:nvCxnSpPr>
          <p:cNvPr id="1278" name="Google Shape;1278;p86"/>
          <p:cNvCxnSpPr/>
          <p:nvPr/>
        </p:nvCxnSpPr>
        <p:spPr>
          <a:xfrm>
            <a:off x="5057785" y="6126207"/>
            <a:ext cx="457200" cy="1588"/>
          </a:xfrm>
          <a:prstGeom prst="straightConnector1">
            <a:avLst/>
          </a:prstGeom>
          <a:noFill/>
          <a:ln w="12700" cap="flat" cmpd="sng">
            <a:solidFill>
              <a:schemeClr val="accent1"/>
            </a:solidFill>
            <a:prstDash val="solid"/>
            <a:round/>
            <a:headEnd type="none" w="sm" len="sm"/>
            <a:tailEnd type="stealth" w="med" len="med"/>
          </a:ln>
        </p:spPr>
      </p:cxnSp>
      <p:cxnSp>
        <p:nvCxnSpPr>
          <p:cNvPr id="1279" name="Google Shape;1279;p86"/>
          <p:cNvCxnSpPr/>
          <p:nvPr/>
        </p:nvCxnSpPr>
        <p:spPr>
          <a:xfrm>
            <a:off x="6505585" y="3535407"/>
            <a:ext cx="457200" cy="1588"/>
          </a:xfrm>
          <a:prstGeom prst="straightConnector1">
            <a:avLst/>
          </a:prstGeom>
          <a:noFill/>
          <a:ln w="12700" cap="flat" cmpd="sng">
            <a:solidFill>
              <a:schemeClr val="accent1"/>
            </a:solidFill>
            <a:prstDash val="solid"/>
            <a:round/>
            <a:headEnd type="none" w="sm" len="sm"/>
            <a:tailEnd type="stealth" w="med" len="med"/>
          </a:ln>
        </p:spPr>
      </p:cxnSp>
      <p:cxnSp>
        <p:nvCxnSpPr>
          <p:cNvPr id="1280" name="Google Shape;1280;p86"/>
          <p:cNvCxnSpPr/>
          <p:nvPr/>
        </p:nvCxnSpPr>
        <p:spPr>
          <a:xfrm>
            <a:off x="6505585" y="3992607"/>
            <a:ext cx="457200" cy="1588"/>
          </a:xfrm>
          <a:prstGeom prst="straightConnector1">
            <a:avLst/>
          </a:prstGeom>
          <a:noFill/>
          <a:ln w="12700" cap="flat" cmpd="sng">
            <a:solidFill>
              <a:schemeClr val="accent1"/>
            </a:solidFill>
            <a:prstDash val="solid"/>
            <a:round/>
            <a:headEnd type="none" w="sm" len="sm"/>
            <a:tailEnd type="stealth" w="med" len="med"/>
          </a:ln>
        </p:spPr>
      </p:cxnSp>
      <p:cxnSp>
        <p:nvCxnSpPr>
          <p:cNvPr id="1281" name="Google Shape;1281;p86"/>
          <p:cNvCxnSpPr/>
          <p:nvPr/>
        </p:nvCxnSpPr>
        <p:spPr>
          <a:xfrm>
            <a:off x="6505585" y="6126207"/>
            <a:ext cx="457200" cy="1588"/>
          </a:xfrm>
          <a:prstGeom prst="straightConnector1">
            <a:avLst/>
          </a:prstGeom>
          <a:noFill/>
          <a:ln w="12700" cap="flat" cmpd="sng">
            <a:solidFill>
              <a:schemeClr val="accent1"/>
            </a:solidFill>
            <a:prstDash val="solid"/>
            <a:round/>
            <a:headEnd type="none" w="sm" len="sm"/>
            <a:tailEnd type="stealth" w="med" len="med"/>
          </a:ln>
        </p:spPr>
      </p:cxnSp>
      <p:graphicFrame>
        <p:nvGraphicFramePr>
          <p:cNvPr id="1282" name="Google Shape;1282;p86"/>
          <p:cNvGraphicFramePr/>
          <p:nvPr/>
        </p:nvGraphicFramePr>
        <p:xfrm>
          <a:off x="4067185" y="5211807"/>
          <a:ext cx="990600" cy="371475"/>
        </p:xfrm>
        <a:graphic>
          <a:graphicData uri="http://schemas.openxmlformats.org/drawingml/2006/table">
            <a:tbl>
              <a:tblPr firstRow="1" bandRow="1">
                <a:noFill/>
                <a:tableStyleId>{DE920EF4-DAE1-4EFA-965D-4AA1566777CA}</a:tableStyleId>
              </a:tblPr>
              <a:tblGrid>
                <a:gridCol w="990600"/>
              </a:tblGrid>
              <a:tr h="3714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7</a:t>
                      </a:r>
                      <a:endParaRPr sz="1800" u="none" strike="noStrike" cap="none"/>
                    </a:p>
                  </a:txBody>
                  <a:tcPr marL="91450" marR="91450" marT="45800" marB="45800"/>
                </a:tc>
              </a:tr>
            </a:tbl>
          </a:graphicData>
        </a:graphic>
      </p:graphicFrame>
      <p:cxnSp>
        <p:nvCxnSpPr>
          <p:cNvPr id="1283" name="Google Shape;1283;p86"/>
          <p:cNvCxnSpPr/>
          <p:nvPr/>
        </p:nvCxnSpPr>
        <p:spPr>
          <a:xfrm>
            <a:off x="3686185" y="5440407"/>
            <a:ext cx="381000" cy="1588"/>
          </a:xfrm>
          <a:prstGeom prst="straightConnector1">
            <a:avLst/>
          </a:prstGeom>
          <a:noFill/>
          <a:ln w="12700" cap="flat" cmpd="sng">
            <a:solidFill>
              <a:schemeClr val="accent1"/>
            </a:solidFill>
            <a:prstDash val="solid"/>
            <a:round/>
            <a:headEnd type="none" w="sm" len="sm"/>
            <a:tailEnd type="stealth" w="med" len="med"/>
          </a:ln>
        </p:spPr>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289"/>
        <p:cNvGrpSpPr/>
        <p:nvPr/>
      </p:nvGrpSpPr>
      <p:grpSpPr>
        <a:xfrm>
          <a:off x="0" y="0"/>
          <a:ext cx="0" cy="0"/>
          <a:chOff x="0" y="0"/>
          <a:chExt cx="0" cy="0"/>
        </a:xfrm>
      </p:grpSpPr>
      <p:sp>
        <p:nvSpPr>
          <p:cNvPr id="1290" name="Google Shape;1290;p87"/>
          <p:cNvSpPr txBox="1">
            <a:spLocks noGrp="1"/>
          </p:cNvSpPr>
          <p:nvPr>
            <p:ph type="title"/>
          </p:nvPr>
        </p:nvSpPr>
        <p:spPr>
          <a:xfrm>
            <a:off x="1841499" y="376632"/>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320"/>
              <a:buFont typeface="Times New Roman"/>
              <a:buNone/>
            </a:pPr>
            <a:r>
              <a:rPr lang="en-US" sz="4320" b="0" i="0" u="none" strike="noStrike" cap="none">
                <a:solidFill>
                  <a:srgbClr val="00B050"/>
                </a:solidFill>
                <a:latin typeface="Times New Roman"/>
                <a:ea typeface="Times New Roman"/>
                <a:cs typeface="Times New Roman"/>
                <a:sym typeface="Times New Roman"/>
              </a:rPr>
              <a:t>Separate Chaining-Used with Open Hashing</a:t>
            </a:r>
            <a:endParaRPr sz="4320" b="0" i="0" u="none" strike="noStrike" cap="none">
              <a:solidFill>
                <a:srgbClr val="00B050"/>
              </a:solidFill>
              <a:latin typeface="Times New Roman"/>
              <a:ea typeface="Times New Roman"/>
              <a:cs typeface="Times New Roman"/>
              <a:sym typeface="Times New Roman"/>
            </a:endParaRPr>
          </a:p>
        </p:txBody>
      </p:sp>
      <p:sp>
        <p:nvSpPr>
          <p:cNvPr id="1291" name="Google Shape;1291;p87"/>
          <p:cNvSpPr txBox="1">
            <a:spLocks noGrp="1"/>
          </p:cNvSpPr>
          <p:nvPr>
            <p:ph type="body" idx="1"/>
          </p:nvPr>
        </p:nvSpPr>
        <p:spPr>
          <a:xfrm>
            <a:off x="415343" y="2064176"/>
            <a:ext cx="3573333" cy="3676504"/>
          </a:xfrm>
          <a:prstGeom prst="rect">
            <a:avLst/>
          </a:prstGeom>
          <a:noFill/>
          <a:ln>
            <a:noFill/>
          </a:ln>
        </p:spPr>
        <p:txBody>
          <a:bodyPr spcFirstLastPara="1" wrap="square" lIns="0" tIns="45700" rIns="0" bIns="45700" anchor="t" anchorCtr="0">
            <a:noAutofit/>
          </a:bodyPr>
          <a:lstStyle/>
          <a:p>
            <a:pPr marL="91440" marR="0" lvl="0" indent="-172720" algn="l" rtl="0">
              <a:lnSpc>
                <a:spcPct val="70000"/>
              </a:lnSpc>
              <a:spcBef>
                <a:spcPts val="0"/>
              </a:spcBef>
              <a:spcAft>
                <a:spcPts val="0"/>
              </a:spcAft>
              <a:buClr>
                <a:schemeClr val="accent1"/>
              </a:buClr>
              <a:buSzPts val="2720"/>
              <a:buFont typeface="Calibri"/>
              <a:buChar char=" "/>
            </a:pPr>
            <a:r>
              <a:rPr lang="en-US" sz="2720" b="0" i="0" u="none" strike="noStrike" cap="none">
                <a:solidFill>
                  <a:srgbClr val="FF0000"/>
                </a:solidFill>
                <a:latin typeface="Times New Roman"/>
                <a:ea typeface="Times New Roman"/>
                <a:cs typeface="Times New Roman"/>
                <a:sym typeface="Times New Roman"/>
              </a:rPr>
              <a:t>Data Structure:</a:t>
            </a:r>
            <a:endParaRPr/>
          </a:p>
          <a:p>
            <a:pPr marL="91440" marR="0" lvl="0" indent="-91440" algn="l" rtl="0">
              <a:lnSpc>
                <a:spcPct val="70000"/>
              </a:lnSpc>
              <a:spcBef>
                <a:spcPts val="1400"/>
              </a:spcBef>
              <a:spcAft>
                <a:spcPts val="0"/>
              </a:spcAft>
              <a:buClr>
                <a:schemeClr val="accent1"/>
              </a:buClr>
              <a:buSzPts val="2720"/>
              <a:buFont typeface="Calibri"/>
              <a:buNone/>
            </a:pPr>
            <a:r>
              <a:rPr lang="en-US" sz="2720" b="0" i="0" u="none" strike="noStrike" cap="none">
                <a:solidFill>
                  <a:srgbClr val="00B050"/>
                </a:solidFill>
                <a:latin typeface="Times New Roman"/>
                <a:ea typeface="Times New Roman"/>
                <a:cs typeface="Times New Roman"/>
                <a:sym typeface="Times New Roman"/>
              </a:rPr>
              <a:t>#define MAX 1</a:t>
            </a:r>
            <a:endParaRPr/>
          </a:p>
          <a:p>
            <a:pPr marL="91440" marR="0" lvl="0" indent="-91440" algn="l" rtl="0">
              <a:lnSpc>
                <a:spcPct val="70000"/>
              </a:lnSpc>
              <a:spcBef>
                <a:spcPts val="1400"/>
              </a:spcBef>
              <a:spcAft>
                <a:spcPts val="0"/>
              </a:spcAft>
              <a:buClr>
                <a:schemeClr val="accent1"/>
              </a:buClr>
              <a:buSzPts val="2720"/>
              <a:buFont typeface="Calibri"/>
              <a:buNone/>
            </a:pPr>
            <a:r>
              <a:rPr lang="en-US" sz="2720" b="0" i="0" u="none" strike="noStrike" cap="none">
                <a:solidFill>
                  <a:srgbClr val="3F3F3F"/>
                </a:solidFill>
                <a:latin typeface="Times New Roman"/>
                <a:ea typeface="Times New Roman"/>
                <a:cs typeface="Times New Roman"/>
                <a:sym typeface="Times New Roman"/>
              </a:rPr>
              <a:t>class node</a:t>
            </a:r>
            <a:endParaRPr/>
          </a:p>
          <a:p>
            <a:pPr marL="91440" marR="0" lvl="0" indent="-91440" algn="l" rtl="0">
              <a:lnSpc>
                <a:spcPct val="70000"/>
              </a:lnSpc>
              <a:spcBef>
                <a:spcPts val="1400"/>
              </a:spcBef>
              <a:spcAft>
                <a:spcPts val="0"/>
              </a:spcAft>
              <a:buClr>
                <a:schemeClr val="accent1"/>
              </a:buClr>
              <a:buSzPts val="2720"/>
              <a:buFont typeface="Calibri"/>
              <a:buNone/>
            </a:pPr>
            <a:r>
              <a:rPr lang="en-US" sz="2720" b="0" i="0" u="none" strike="noStrike" cap="none">
                <a:solidFill>
                  <a:srgbClr val="3F3F3F"/>
                </a:solidFill>
                <a:latin typeface="Times New Roman"/>
                <a:ea typeface="Times New Roman"/>
                <a:cs typeface="Times New Roman"/>
                <a:sym typeface="Times New Roman"/>
              </a:rPr>
              <a:t>{</a:t>
            </a:r>
            <a:endParaRPr/>
          </a:p>
          <a:p>
            <a:pPr marL="548640" lvl="1" indent="-91440" algn="l" rtl="0">
              <a:lnSpc>
                <a:spcPct val="70000"/>
              </a:lnSpc>
              <a:spcBef>
                <a:spcPts val="1400"/>
              </a:spcBef>
              <a:spcAft>
                <a:spcPts val="0"/>
              </a:spcAft>
              <a:buSzPts val="2720"/>
              <a:buFont typeface="Calibri"/>
              <a:buNone/>
            </a:pPr>
            <a:r>
              <a:rPr lang="en-US" sz="2520" b="0" i="0" u="none" strike="noStrike" cap="none">
                <a:solidFill>
                  <a:srgbClr val="3F3F3F"/>
                </a:solidFill>
                <a:latin typeface="Times New Roman"/>
                <a:ea typeface="Times New Roman"/>
                <a:cs typeface="Times New Roman"/>
                <a:sym typeface="Times New Roman"/>
              </a:rPr>
              <a:t>int data;</a:t>
            </a:r>
            <a:endParaRPr/>
          </a:p>
          <a:p>
            <a:pPr marL="548640" lvl="1" indent="-91440" algn="l" rtl="0">
              <a:lnSpc>
                <a:spcPct val="70000"/>
              </a:lnSpc>
              <a:spcBef>
                <a:spcPts val="1400"/>
              </a:spcBef>
              <a:spcAft>
                <a:spcPts val="0"/>
              </a:spcAft>
              <a:buSzPts val="2720"/>
              <a:buFont typeface="Calibri"/>
              <a:buNone/>
            </a:pPr>
            <a:r>
              <a:rPr lang="en-US" sz="2520" b="0" i="0" u="none" strike="noStrike" cap="none">
                <a:solidFill>
                  <a:srgbClr val="3F3F3F"/>
                </a:solidFill>
                <a:latin typeface="Times New Roman"/>
                <a:ea typeface="Times New Roman"/>
                <a:cs typeface="Times New Roman"/>
                <a:sym typeface="Times New Roman"/>
              </a:rPr>
              <a:t>node * next;</a:t>
            </a:r>
            <a:endParaRPr/>
          </a:p>
          <a:p>
            <a:pPr marL="91440" marR="0" lvl="0" indent="-91440" algn="l" rtl="0">
              <a:lnSpc>
                <a:spcPct val="70000"/>
              </a:lnSpc>
              <a:spcBef>
                <a:spcPts val="1400"/>
              </a:spcBef>
              <a:spcAft>
                <a:spcPts val="0"/>
              </a:spcAft>
              <a:buClr>
                <a:schemeClr val="accent1"/>
              </a:buClr>
              <a:buSzPts val="2720"/>
              <a:buFont typeface="Calibri"/>
              <a:buNone/>
            </a:pPr>
            <a:r>
              <a:rPr lang="en-US" sz="2720" b="0" i="0" u="none" strike="noStrike" cap="none">
                <a:solidFill>
                  <a:srgbClr val="3F3F3F"/>
                </a:solidFill>
                <a:latin typeface="Times New Roman"/>
                <a:ea typeface="Times New Roman"/>
                <a:cs typeface="Times New Roman"/>
                <a:sym typeface="Times New Roman"/>
              </a:rPr>
              <a:t>};</a:t>
            </a:r>
            <a:endParaRPr/>
          </a:p>
          <a:p>
            <a:pPr marL="91440" marR="0" lvl="0" indent="-91440" algn="l" rtl="0">
              <a:lnSpc>
                <a:spcPct val="70000"/>
              </a:lnSpc>
              <a:spcBef>
                <a:spcPts val="1400"/>
              </a:spcBef>
              <a:spcAft>
                <a:spcPts val="0"/>
              </a:spcAft>
              <a:buClr>
                <a:schemeClr val="accent1"/>
              </a:buClr>
              <a:buSzPts val="2720"/>
              <a:buFont typeface="Calibri"/>
              <a:buNone/>
            </a:pPr>
            <a:r>
              <a:rPr lang="en-US" sz="2720" b="0" i="0" u="none" strike="noStrike" cap="none">
                <a:solidFill>
                  <a:srgbClr val="3F3F3F"/>
                </a:solidFill>
                <a:latin typeface="Times New Roman"/>
                <a:ea typeface="Times New Roman"/>
                <a:cs typeface="Times New Roman"/>
                <a:sym typeface="Times New Roman"/>
              </a:rPr>
              <a:t>node *hashtable[MAX];</a:t>
            </a:r>
            <a:endParaRPr/>
          </a:p>
          <a:p>
            <a:pPr marL="91440" marR="0" lvl="0" indent="81280" algn="l" rtl="0">
              <a:lnSpc>
                <a:spcPct val="70000"/>
              </a:lnSpc>
              <a:spcBef>
                <a:spcPts val="1400"/>
              </a:spcBef>
              <a:spcAft>
                <a:spcPts val="0"/>
              </a:spcAft>
              <a:buClr>
                <a:schemeClr val="accent1"/>
              </a:buClr>
              <a:buSzPts val="2720"/>
              <a:buFont typeface="Calibri"/>
              <a:buNone/>
            </a:pPr>
            <a:endParaRPr sz="2720" b="0" i="0" u="none" strike="noStrike" cap="none">
              <a:solidFill>
                <a:srgbClr val="3F3F3F"/>
              </a:solidFill>
              <a:latin typeface="Calibri"/>
              <a:ea typeface="Calibri"/>
              <a:cs typeface="Calibri"/>
              <a:sym typeface="Calibri"/>
            </a:endParaRPr>
          </a:p>
        </p:txBody>
      </p:sp>
      <p:pic>
        <p:nvPicPr>
          <p:cNvPr id="1295" name="Google Shape;1295;p87"/>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1296" name="Google Shape;1296;p87"/>
          <p:cNvSpPr/>
          <p:nvPr/>
        </p:nvSpPr>
        <p:spPr>
          <a:xfrm>
            <a:off x="3988676" y="2064176"/>
            <a:ext cx="5851740" cy="21698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3F3F3F"/>
                </a:solidFill>
                <a:latin typeface="Times New Roman"/>
                <a:ea typeface="Times New Roman"/>
                <a:cs typeface="Times New Roman"/>
                <a:sym typeface="Times New Roman"/>
              </a:rPr>
              <a:t>Algorithm Initialize(node *hashtable[])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3F3F3F"/>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SzPts val="2700"/>
              <a:buFont typeface="Arial"/>
              <a:buNone/>
            </a:pPr>
            <a:r>
              <a:rPr lang="en-US" sz="2700" b="0" i="0" u="none" strike="noStrike" cap="none">
                <a:solidFill>
                  <a:srgbClr val="3F3F3F"/>
                </a:solidFill>
                <a:latin typeface="Times New Roman"/>
                <a:ea typeface="Times New Roman"/>
                <a:cs typeface="Times New Roman"/>
                <a:sym typeface="Times New Roman"/>
              </a:rPr>
              <a:t>           for (i=0;i&lt;MAX;i++)</a:t>
            </a: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SzPts val="2700"/>
              <a:buFont typeface="Arial"/>
              <a:buNone/>
            </a:pPr>
            <a:r>
              <a:rPr lang="en-US" sz="2700" b="0" i="0" u="none" strike="noStrike" cap="none">
                <a:solidFill>
                  <a:srgbClr val="3F3F3F"/>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SzPts val="2700"/>
              <a:buFont typeface="Arial"/>
              <a:buNone/>
            </a:pPr>
            <a:r>
              <a:rPr lang="en-US" sz="2700" b="0" i="0" u="none" strike="noStrike" cap="none">
                <a:solidFill>
                  <a:srgbClr val="3F3F3F"/>
                </a:solidFill>
                <a:latin typeface="Times New Roman"/>
                <a:ea typeface="Times New Roman"/>
                <a:cs typeface="Times New Roman"/>
                <a:sym typeface="Times New Roman"/>
              </a:rPr>
              <a:t>       allocate memory for head[i];</a:t>
            </a: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SzPts val="2700"/>
              <a:buFont typeface="Arial"/>
              <a:buNone/>
            </a:pPr>
            <a:r>
              <a:rPr lang="en-US" sz="2700" b="0" i="0" u="none" strike="noStrike" cap="none">
                <a:solidFill>
                  <a:srgbClr val="3F3F3F"/>
                </a:solidFill>
                <a:latin typeface="Times New Roman"/>
                <a:ea typeface="Times New Roman"/>
                <a:cs typeface="Times New Roman"/>
                <a:sym typeface="Times New Roman"/>
              </a:rPr>
              <a:t>       Hashtable[i]-&gt;data=i          </a:t>
            </a: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SzPts val="2700"/>
              <a:buFont typeface="Arial"/>
              <a:buNone/>
            </a:pPr>
            <a:r>
              <a:rPr lang="en-US" sz="2700" b="0" i="0" u="none" strike="noStrike" cap="none">
                <a:solidFill>
                  <a:srgbClr val="3F3F3F"/>
                </a:solidFill>
                <a:latin typeface="Times New Roman"/>
                <a:ea typeface="Times New Roman"/>
                <a:cs typeface="Times New Roman"/>
                <a:sym typeface="Times New Roman"/>
              </a:rPr>
              <a:t>       Hashtable[i]-&gt;next=NULL;</a:t>
            </a: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SzPts val="2700"/>
              <a:buFont typeface="Arial"/>
              <a:buNone/>
            </a:pPr>
            <a:r>
              <a:rPr lang="en-US" sz="2700" b="0" i="0" u="none" strike="noStrike" cap="none">
                <a:solidFill>
                  <a:srgbClr val="3F3F3F"/>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3F3F3F"/>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302"/>
        <p:cNvGrpSpPr/>
        <p:nvPr/>
      </p:nvGrpSpPr>
      <p:grpSpPr>
        <a:xfrm>
          <a:off x="0" y="0"/>
          <a:ext cx="0" cy="0"/>
          <a:chOff x="0" y="0"/>
          <a:chExt cx="0" cy="0"/>
        </a:xfrm>
      </p:grpSpPr>
      <p:sp>
        <p:nvSpPr>
          <p:cNvPr id="1303" name="Google Shape;1303;p88"/>
          <p:cNvSpPr txBox="1">
            <a:spLocks noGrp="1"/>
          </p:cNvSpPr>
          <p:nvPr>
            <p:ph type="title"/>
          </p:nvPr>
        </p:nvSpPr>
        <p:spPr>
          <a:xfrm>
            <a:off x="1841499" y="376632"/>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320"/>
              <a:buFont typeface="Times New Roman"/>
              <a:buNone/>
            </a:pPr>
            <a:r>
              <a:rPr lang="en-US" sz="4320" b="0" i="0" u="none" strike="noStrike" cap="none">
                <a:solidFill>
                  <a:srgbClr val="00B050"/>
                </a:solidFill>
                <a:latin typeface="Times New Roman"/>
                <a:ea typeface="Times New Roman"/>
                <a:cs typeface="Times New Roman"/>
                <a:sym typeface="Times New Roman"/>
              </a:rPr>
              <a:t>Separate Chaining-Used with Open Hashing</a:t>
            </a:r>
            <a:endParaRPr sz="4320" b="0" i="0" u="none" strike="noStrike" cap="none">
              <a:solidFill>
                <a:srgbClr val="00B050"/>
              </a:solidFill>
              <a:latin typeface="Times New Roman"/>
              <a:ea typeface="Times New Roman"/>
              <a:cs typeface="Times New Roman"/>
              <a:sym typeface="Times New Roman"/>
            </a:endParaRPr>
          </a:p>
        </p:txBody>
      </p:sp>
      <p:sp>
        <p:nvSpPr>
          <p:cNvPr id="1304" name="Google Shape;1304;p88"/>
          <p:cNvSpPr txBox="1">
            <a:spLocks noGrp="1"/>
          </p:cNvSpPr>
          <p:nvPr>
            <p:ph type="body" idx="1"/>
          </p:nvPr>
        </p:nvSpPr>
        <p:spPr>
          <a:xfrm>
            <a:off x="415343" y="1745340"/>
            <a:ext cx="4692685" cy="430301"/>
          </a:xfrm>
          <a:prstGeom prst="rect">
            <a:avLst/>
          </a:prstGeom>
          <a:noFill/>
          <a:ln>
            <a:noFill/>
          </a:ln>
        </p:spPr>
        <p:txBody>
          <a:bodyPr spcFirstLastPara="1" wrap="square" lIns="0" tIns="45700" rIns="0" bIns="45700" anchor="t" anchorCtr="0">
            <a:noAutofit/>
          </a:bodyPr>
          <a:lstStyle/>
          <a:p>
            <a:pPr marL="91440" marR="0" lvl="0" indent="-91440" algn="l" rtl="0">
              <a:lnSpc>
                <a:spcPct val="80000"/>
              </a:lnSpc>
              <a:spcBef>
                <a:spcPts val="0"/>
              </a:spcBef>
              <a:spcAft>
                <a:spcPts val="0"/>
              </a:spcAft>
              <a:buClr>
                <a:schemeClr val="accent1"/>
              </a:buClr>
              <a:buSzPts val="2400"/>
              <a:buFont typeface="Calibri"/>
              <a:buChar char=" "/>
            </a:pPr>
            <a:r>
              <a:rPr lang="en-US" sz="2400" b="0" i="0" u="none" strike="noStrike" cap="none">
                <a:solidFill>
                  <a:schemeClr val="dk1"/>
                </a:solidFill>
                <a:latin typeface="Times New Roman"/>
                <a:ea typeface="Times New Roman"/>
                <a:cs typeface="Times New Roman"/>
                <a:sym typeface="Times New Roman"/>
              </a:rPr>
              <a:t>Operations on Hash Table:</a:t>
            </a:r>
            <a:endParaRPr/>
          </a:p>
          <a:p>
            <a:pPr marL="91440" marR="0" lvl="0" indent="111760" algn="l" rtl="0">
              <a:lnSpc>
                <a:spcPct val="80000"/>
              </a:lnSpc>
              <a:spcBef>
                <a:spcPts val="1400"/>
              </a:spcBef>
              <a:spcAft>
                <a:spcPts val="0"/>
              </a:spcAft>
              <a:buClr>
                <a:schemeClr val="accent1"/>
              </a:buClr>
              <a:buSzPts val="3200"/>
              <a:buFont typeface="Calibri"/>
              <a:buNone/>
            </a:pPr>
            <a:endParaRPr sz="3200" b="0" i="0" u="none" strike="noStrike" cap="none">
              <a:solidFill>
                <a:srgbClr val="3F3F3F"/>
              </a:solidFill>
              <a:latin typeface="Calibri"/>
              <a:ea typeface="Calibri"/>
              <a:cs typeface="Calibri"/>
              <a:sym typeface="Calibri"/>
            </a:endParaRPr>
          </a:p>
        </p:txBody>
      </p:sp>
      <p:pic>
        <p:nvPicPr>
          <p:cNvPr id="1308" name="Google Shape;1308;p88"/>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1309" name="Google Shape;1309;p88"/>
          <p:cNvSpPr txBox="1"/>
          <p:nvPr/>
        </p:nvSpPr>
        <p:spPr>
          <a:xfrm>
            <a:off x="415342" y="2175641"/>
            <a:ext cx="4672545" cy="452596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FF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Algorithm Insert(node *hashtable[],int x)</a:t>
            </a:r>
            <a:endParaRPr sz="1400" b="0" i="0" u="none" strike="noStrike" cap="none">
              <a:solidFill>
                <a:schemeClr val="dk1"/>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342900" marR="0" lvl="2"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int loc;</a:t>
            </a:r>
            <a:endParaRPr sz="1400" b="0" i="0" u="none" strike="noStrike" cap="none">
              <a:solidFill>
                <a:srgbClr val="000000"/>
              </a:solidFill>
              <a:latin typeface="Arial"/>
              <a:ea typeface="Arial"/>
              <a:cs typeface="Arial"/>
              <a:sym typeface="Arial"/>
            </a:endParaRPr>
          </a:p>
          <a:p>
            <a:pPr marL="342900" marR="0" lvl="2"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node *p,*q;</a:t>
            </a:r>
            <a:endParaRPr sz="1400" b="0" i="0" u="none" strike="noStrike" cap="none">
              <a:solidFill>
                <a:srgbClr val="000000"/>
              </a:solidFill>
              <a:latin typeface="Arial"/>
              <a:ea typeface="Arial"/>
              <a:cs typeface="Arial"/>
              <a:sym typeface="Arial"/>
            </a:endParaRPr>
          </a:p>
          <a:p>
            <a:pPr marL="342900" marR="0" lvl="2"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loc=x % MAX;</a:t>
            </a:r>
            <a:endParaRPr sz="1400" b="0" i="0" u="none" strike="noStrike" cap="none">
              <a:solidFill>
                <a:srgbClr val="000000"/>
              </a:solidFill>
              <a:latin typeface="Arial"/>
              <a:ea typeface="Arial"/>
              <a:cs typeface="Arial"/>
              <a:sym typeface="Arial"/>
            </a:endParaRPr>
          </a:p>
          <a:p>
            <a:pPr marL="342900" marR="0" lvl="2"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q=new node;</a:t>
            </a:r>
            <a:endParaRPr sz="1400" b="0" i="0" u="none" strike="noStrike" cap="none">
              <a:solidFill>
                <a:srgbClr val="000000"/>
              </a:solidFill>
              <a:latin typeface="Arial"/>
              <a:ea typeface="Arial"/>
              <a:cs typeface="Arial"/>
              <a:sym typeface="Arial"/>
            </a:endParaRPr>
          </a:p>
          <a:p>
            <a:pPr marL="342900" marR="0" lvl="2"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q-&gt;data=x;</a:t>
            </a:r>
            <a:endParaRPr sz="1400" b="0" i="0" u="none" strike="noStrike" cap="none">
              <a:solidFill>
                <a:srgbClr val="000000"/>
              </a:solidFill>
              <a:latin typeface="Arial"/>
              <a:ea typeface="Arial"/>
              <a:cs typeface="Arial"/>
              <a:sym typeface="Arial"/>
            </a:endParaRPr>
          </a:p>
          <a:p>
            <a:pPr marL="342900" marR="0" lvl="2"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q-&gt;next=NULL;</a:t>
            </a:r>
            <a:endParaRPr sz="1400" b="0" i="0" u="none" strike="noStrike" cap="none">
              <a:solidFill>
                <a:srgbClr val="000000"/>
              </a:solidFill>
              <a:latin typeface="Arial"/>
              <a:ea typeface="Arial"/>
              <a:cs typeface="Arial"/>
              <a:sym typeface="Arial"/>
            </a:endParaRPr>
          </a:p>
          <a:p>
            <a:pPr marL="342900" marR="0" lvl="2"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If(hashtable[loc]-&gt;next==NULL)</a:t>
            </a:r>
            <a:endParaRPr sz="1400" b="0" i="0" u="none" strike="noStrike" cap="none">
              <a:solidFill>
                <a:srgbClr val="000000"/>
              </a:solidFill>
              <a:latin typeface="Arial"/>
              <a:ea typeface="Arial"/>
              <a:cs typeface="Arial"/>
              <a:sym typeface="Arial"/>
            </a:endParaRPr>
          </a:p>
          <a:p>
            <a:pPr marL="342900" marR="0" lvl="2"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C00000"/>
                </a:solidFill>
                <a:latin typeface="Times New Roman"/>
                <a:ea typeface="Times New Roman"/>
                <a:cs typeface="Times New Roman"/>
                <a:sym typeface="Times New Roman"/>
              </a:rPr>
              <a:t>		</a:t>
            </a:r>
            <a:r>
              <a:rPr lang="en-US" sz="2000" b="0" i="0" u="none" strike="noStrike" cap="none">
                <a:solidFill>
                  <a:schemeClr val="dk1"/>
                </a:solidFill>
                <a:latin typeface="Times New Roman"/>
                <a:ea typeface="Times New Roman"/>
                <a:cs typeface="Times New Roman"/>
                <a:sym typeface="Times New Roman"/>
              </a:rPr>
              <a:t>Hashtable[loc]-&gt;next=q;</a:t>
            </a:r>
            <a:endParaRPr sz="1400" b="0" i="0" u="none" strike="noStrike" cap="none">
              <a:solidFill>
                <a:schemeClr val="dk1"/>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p:txBody>
      </p:sp>
      <p:sp>
        <p:nvSpPr>
          <p:cNvPr id="1310" name="Google Shape;1310;p88"/>
          <p:cNvSpPr txBox="1"/>
          <p:nvPr/>
        </p:nvSpPr>
        <p:spPr>
          <a:xfrm>
            <a:off x="5663952" y="1988840"/>
            <a:ext cx="6192688" cy="452596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else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for(p=hashtable[loc];p-&gt;next!=NULL;p=p-&gt;next);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C00000"/>
              </a:buClr>
              <a:buSzPts val="2000"/>
              <a:buFont typeface="Arial"/>
              <a:buNone/>
            </a:pPr>
            <a:r>
              <a:rPr lang="en-US" sz="2000" b="0" i="0" u="none" strike="noStrike" cap="none">
                <a:solidFill>
                  <a:srgbClr val="C00000"/>
                </a:solidFill>
                <a:latin typeface="Times New Roman"/>
                <a:ea typeface="Times New Roman"/>
                <a:cs typeface="Times New Roman"/>
                <a:sym typeface="Times New Roman"/>
              </a:rPr>
              <a:t>	p-&gt;next=q;</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0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316"/>
        <p:cNvGrpSpPr/>
        <p:nvPr/>
      </p:nvGrpSpPr>
      <p:grpSpPr>
        <a:xfrm>
          <a:off x="0" y="0"/>
          <a:ext cx="0" cy="0"/>
          <a:chOff x="0" y="0"/>
          <a:chExt cx="0" cy="0"/>
        </a:xfrm>
      </p:grpSpPr>
      <p:sp>
        <p:nvSpPr>
          <p:cNvPr id="1317" name="Google Shape;1317;p89"/>
          <p:cNvSpPr txBox="1">
            <a:spLocks noGrp="1"/>
          </p:cNvSpPr>
          <p:nvPr>
            <p:ph type="title"/>
          </p:nvPr>
        </p:nvSpPr>
        <p:spPr>
          <a:xfrm>
            <a:off x="1841499" y="376632"/>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320"/>
              <a:buFont typeface="Times New Roman"/>
              <a:buNone/>
            </a:pPr>
            <a:r>
              <a:rPr lang="en-US" sz="4320" b="0" i="0" u="none" strike="noStrike" cap="none">
                <a:solidFill>
                  <a:srgbClr val="00B050"/>
                </a:solidFill>
                <a:latin typeface="Times New Roman"/>
                <a:ea typeface="Times New Roman"/>
                <a:cs typeface="Times New Roman"/>
                <a:sym typeface="Times New Roman"/>
              </a:rPr>
              <a:t>Separate Chaining-Used with Open Hashing</a:t>
            </a:r>
            <a:endParaRPr sz="4320" b="0" i="0" u="none" strike="noStrike" cap="none">
              <a:solidFill>
                <a:srgbClr val="00B050"/>
              </a:solidFill>
              <a:latin typeface="Times New Roman"/>
              <a:ea typeface="Times New Roman"/>
              <a:cs typeface="Times New Roman"/>
              <a:sym typeface="Times New Roman"/>
            </a:endParaRPr>
          </a:p>
        </p:txBody>
      </p:sp>
      <p:sp>
        <p:nvSpPr>
          <p:cNvPr id="1318" name="Google Shape;1318;p89"/>
          <p:cNvSpPr txBox="1">
            <a:spLocks noGrp="1"/>
          </p:cNvSpPr>
          <p:nvPr>
            <p:ph type="body" idx="1"/>
          </p:nvPr>
        </p:nvSpPr>
        <p:spPr>
          <a:xfrm>
            <a:off x="415343" y="1745340"/>
            <a:ext cx="4692685" cy="430301"/>
          </a:xfrm>
          <a:prstGeom prst="rect">
            <a:avLst/>
          </a:prstGeom>
          <a:noFill/>
          <a:ln>
            <a:noFill/>
          </a:ln>
        </p:spPr>
        <p:txBody>
          <a:bodyPr spcFirstLastPara="1" wrap="square" lIns="0" tIns="45700" rIns="0" bIns="45700" anchor="t" anchorCtr="0">
            <a:noAutofit/>
          </a:bodyPr>
          <a:lstStyle/>
          <a:p>
            <a:pPr marL="91440" marR="0" lvl="0" indent="-91440" algn="l" rtl="0">
              <a:lnSpc>
                <a:spcPct val="80000"/>
              </a:lnSpc>
              <a:spcBef>
                <a:spcPts val="0"/>
              </a:spcBef>
              <a:spcAft>
                <a:spcPts val="0"/>
              </a:spcAft>
              <a:buClr>
                <a:schemeClr val="accent1"/>
              </a:buClr>
              <a:buSzPts val="2400"/>
              <a:buFont typeface="Calibri"/>
              <a:buChar char=" "/>
            </a:pPr>
            <a:r>
              <a:rPr lang="en-US" sz="2400" b="0" i="0" u="none" strike="noStrike" cap="none">
                <a:solidFill>
                  <a:schemeClr val="dk1"/>
                </a:solidFill>
                <a:latin typeface="Times New Roman"/>
                <a:ea typeface="Times New Roman"/>
                <a:cs typeface="Times New Roman"/>
                <a:sym typeface="Times New Roman"/>
              </a:rPr>
              <a:t>Operations on Hash Table:</a:t>
            </a:r>
            <a:endParaRPr/>
          </a:p>
          <a:p>
            <a:pPr marL="91440" marR="0" lvl="0" indent="111760" algn="l" rtl="0">
              <a:lnSpc>
                <a:spcPct val="80000"/>
              </a:lnSpc>
              <a:spcBef>
                <a:spcPts val="1400"/>
              </a:spcBef>
              <a:spcAft>
                <a:spcPts val="0"/>
              </a:spcAft>
              <a:buClr>
                <a:schemeClr val="accent1"/>
              </a:buClr>
              <a:buSzPts val="3200"/>
              <a:buFont typeface="Calibri"/>
              <a:buNone/>
            </a:pPr>
            <a:endParaRPr sz="3200" b="0" i="0" u="none" strike="noStrike" cap="none">
              <a:solidFill>
                <a:srgbClr val="3F3F3F"/>
              </a:solidFill>
              <a:latin typeface="Calibri"/>
              <a:ea typeface="Calibri"/>
              <a:cs typeface="Calibri"/>
              <a:sym typeface="Calibri"/>
            </a:endParaRPr>
          </a:p>
        </p:txBody>
      </p:sp>
      <p:pic>
        <p:nvPicPr>
          <p:cNvPr id="1322" name="Google Shape;1322;p89"/>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1323" name="Google Shape;1323;p89"/>
          <p:cNvSpPr txBox="1"/>
          <p:nvPr/>
        </p:nvSpPr>
        <p:spPr>
          <a:xfrm>
            <a:off x="415343" y="2175641"/>
            <a:ext cx="6616761" cy="452596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Algorithm node *find(node *hashtable[],int 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	int loc,</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	node *p;</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	loc=x % MAX;</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	p=hashtable[loc];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     While(p!=NULL &amp;&amp; x!=p-&gt;data)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	p=p-&gt;next;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      return (p);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327"/>
        <p:cNvGrpSpPr/>
        <p:nvPr/>
      </p:nvGrpSpPr>
      <p:grpSpPr>
        <a:xfrm>
          <a:off x="0" y="0"/>
          <a:ext cx="0" cy="0"/>
          <a:chOff x="0" y="0"/>
          <a:chExt cx="0" cy="0"/>
        </a:xfrm>
      </p:grpSpPr>
      <p:sp>
        <p:nvSpPr>
          <p:cNvPr id="1329" name="Google Shape;1329;p90"/>
          <p:cNvSpPr txBox="1"/>
          <p:nvPr/>
        </p:nvSpPr>
        <p:spPr>
          <a:xfrm>
            <a:off x="1343472" y="860852"/>
            <a:ext cx="8229600" cy="715962"/>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Extendible Hashing</a:t>
            </a:r>
            <a:endParaRPr sz="4800" b="0" i="0" u="none" strike="noStrike" cap="none">
              <a:solidFill>
                <a:srgbClr val="00B050"/>
              </a:solidFill>
              <a:latin typeface="Times New Roman"/>
              <a:ea typeface="Times New Roman"/>
              <a:cs typeface="Times New Roman"/>
              <a:sym typeface="Times New Roman"/>
            </a:endParaRPr>
          </a:p>
        </p:txBody>
      </p:sp>
      <p:sp>
        <p:nvSpPr>
          <p:cNvPr id="1330" name="Google Shape;1330;p90"/>
          <p:cNvSpPr txBox="1"/>
          <p:nvPr/>
        </p:nvSpPr>
        <p:spPr>
          <a:xfrm>
            <a:off x="-240704" y="1765547"/>
            <a:ext cx="12241360" cy="5059363"/>
          </a:xfrm>
          <a:prstGeom prst="rect">
            <a:avLst/>
          </a:prstGeom>
          <a:noFill/>
          <a:ln>
            <a:noFill/>
          </a:ln>
        </p:spPr>
        <p:txBody>
          <a:bodyPr spcFirstLastPara="1" wrap="square" lIns="0" tIns="45700" rIns="18275" bIns="45700" anchor="t" anchorCtr="0">
            <a:noAutofit/>
          </a:bodyPr>
          <a:lstStyle/>
          <a:p>
            <a:pPr marL="1944687" marR="45720" lvl="0" indent="-565150" algn="just" rtl="0">
              <a:lnSpc>
                <a:spcPct val="90000"/>
              </a:lnSpc>
              <a:spcBef>
                <a:spcPts val="0"/>
              </a:spcBef>
              <a:spcAft>
                <a:spcPts val="0"/>
              </a:spcAft>
              <a:buClr>
                <a:srgbClr val="A8CDD7"/>
              </a:buClr>
              <a:buSzPts val="2090"/>
              <a:buFont typeface="Noto Sans Symbols"/>
              <a:buChar char="❖"/>
            </a:pPr>
            <a:r>
              <a:rPr lang="en-US" sz="2200" b="0" i="0" u="none" strike="noStrike" cap="none">
                <a:solidFill>
                  <a:srgbClr val="000000"/>
                </a:solidFill>
                <a:latin typeface="Times New Roman"/>
                <a:ea typeface="Times New Roman"/>
                <a:cs typeface="Times New Roman"/>
                <a:sym typeface="Times New Roman"/>
              </a:rPr>
              <a:t>If linear probing or separate chaining is used for collision handling, then in case of collision, several blocks are required to be examined to search a key and when table is full, then expensive  rehash should be used.</a:t>
            </a:r>
            <a:endParaRPr sz="2200" b="0" i="0" u="none" strike="noStrike" cap="none">
              <a:solidFill>
                <a:srgbClr val="000000"/>
              </a:solidFill>
              <a:latin typeface="Times New Roman"/>
              <a:ea typeface="Times New Roman"/>
              <a:cs typeface="Times New Roman"/>
              <a:sym typeface="Times New Roman"/>
            </a:endParaRPr>
          </a:p>
          <a:p>
            <a:pPr marL="1944687" marR="45720" lvl="0" indent="-565150" algn="just" rtl="0">
              <a:lnSpc>
                <a:spcPct val="90000"/>
              </a:lnSpc>
              <a:spcBef>
                <a:spcPts val="440"/>
              </a:spcBef>
              <a:spcAft>
                <a:spcPts val="0"/>
              </a:spcAft>
              <a:buClr>
                <a:srgbClr val="A8CDD7"/>
              </a:buClr>
              <a:buSzPts val="2090"/>
              <a:buFont typeface="Noto Sans Symbols"/>
              <a:buChar char="❖"/>
            </a:pPr>
            <a:r>
              <a:rPr lang="en-US" sz="2200" b="0" i="0" u="none" strike="noStrike" cap="none">
                <a:solidFill>
                  <a:srgbClr val="000000"/>
                </a:solidFill>
                <a:latin typeface="Times New Roman"/>
                <a:ea typeface="Times New Roman"/>
                <a:cs typeface="Times New Roman"/>
                <a:sym typeface="Times New Roman"/>
              </a:rPr>
              <a:t> For fast searching and less disk access, extendible hashing is used.</a:t>
            </a:r>
            <a:endParaRPr sz="2200" b="0" i="0" u="none" strike="noStrike" cap="none">
              <a:solidFill>
                <a:srgbClr val="000000"/>
              </a:solidFill>
              <a:latin typeface="Times New Roman"/>
              <a:ea typeface="Times New Roman"/>
              <a:cs typeface="Times New Roman"/>
              <a:sym typeface="Times New Roman"/>
            </a:endParaRPr>
          </a:p>
          <a:p>
            <a:pPr marL="1944687" marR="45720" lvl="0" indent="-565150" algn="just" rtl="0">
              <a:lnSpc>
                <a:spcPct val="90000"/>
              </a:lnSpc>
              <a:spcBef>
                <a:spcPts val="440"/>
              </a:spcBef>
              <a:spcAft>
                <a:spcPts val="0"/>
              </a:spcAft>
              <a:buClr>
                <a:srgbClr val="A8CDD7"/>
              </a:buClr>
              <a:buSzPts val="2090"/>
              <a:buFont typeface="Noto Sans Symbols"/>
              <a:buChar char="❖"/>
            </a:pPr>
            <a:r>
              <a:rPr lang="en-US" sz="2200" b="0" i="0" u="none" strike="noStrike" cap="none">
                <a:solidFill>
                  <a:srgbClr val="000000"/>
                </a:solidFill>
                <a:latin typeface="Times New Roman"/>
                <a:ea typeface="Times New Roman"/>
                <a:cs typeface="Times New Roman"/>
                <a:sym typeface="Times New Roman"/>
              </a:rPr>
              <a:t>It is a type of hash system, which treats a hash as a bit string, and uses a trie for bucket lookup.</a:t>
            </a:r>
            <a:endParaRPr sz="2200" b="0" i="0" u="none" strike="noStrike" cap="none">
              <a:solidFill>
                <a:srgbClr val="000000"/>
              </a:solidFill>
              <a:latin typeface="Times New Roman"/>
              <a:ea typeface="Times New Roman"/>
              <a:cs typeface="Times New Roman"/>
              <a:sym typeface="Times New Roman"/>
            </a:endParaRPr>
          </a:p>
          <a:p>
            <a:pPr marL="1944688" marR="45720" lvl="0" indent="-565150" algn="just" rtl="0">
              <a:lnSpc>
                <a:spcPct val="90000"/>
              </a:lnSpc>
              <a:spcBef>
                <a:spcPts val="440"/>
              </a:spcBef>
              <a:spcAft>
                <a:spcPts val="0"/>
              </a:spcAft>
              <a:buClr>
                <a:srgbClr val="A8CDD7"/>
              </a:buClr>
              <a:buSzPts val="2090"/>
              <a:buFont typeface="Noto Sans Symbols"/>
              <a:buChar char="❖"/>
            </a:pPr>
            <a:r>
              <a:rPr lang="en-US" sz="2200" b="0" i="0" u="none" strike="noStrike" cap="none">
                <a:solidFill>
                  <a:srgbClr val="000000"/>
                </a:solidFill>
                <a:latin typeface="Times New Roman"/>
                <a:ea typeface="Times New Roman"/>
                <a:cs typeface="Times New Roman"/>
                <a:sym typeface="Times New Roman"/>
              </a:rPr>
              <a:t>For example, assume that the hash function Hash(key)returns a binary number.</a:t>
            </a:r>
            <a:endParaRPr sz="1400" b="0" i="0" u="none" strike="noStrike" cap="none">
              <a:solidFill>
                <a:srgbClr val="000000"/>
              </a:solidFill>
              <a:latin typeface="Arial"/>
              <a:ea typeface="Arial"/>
              <a:cs typeface="Arial"/>
              <a:sym typeface="Arial"/>
            </a:endParaRPr>
          </a:p>
          <a:p>
            <a:pPr marL="1944687" marR="45720" lvl="0" indent="-565150" algn="just" rtl="0">
              <a:lnSpc>
                <a:spcPct val="90000"/>
              </a:lnSpc>
              <a:spcBef>
                <a:spcPts val="440"/>
              </a:spcBef>
              <a:spcAft>
                <a:spcPts val="0"/>
              </a:spcAft>
              <a:buClr>
                <a:srgbClr val="A8CDD7"/>
              </a:buClr>
              <a:buSzPts val="2090"/>
              <a:buFont typeface="Noto Sans Symbols"/>
              <a:buChar char="❖"/>
            </a:pPr>
            <a:r>
              <a:rPr lang="en-US" sz="2200" b="0" i="0" u="none" strike="noStrike" cap="none">
                <a:solidFill>
                  <a:srgbClr val="000000"/>
                </a:solidFill>
                <a:latin typeface="Times New Roman"/>
                <a:ea typeface="Times New Roman"/>
                <a:cs typeface="Times New Roman"/>
                <a:sym typeface="Times New Roman"/>
              </a:rPr>
              <a:t>The first bit of each string will be used as indices to figure out whether they will go in the hash table.</a:t>
            </a:r>
            <a:endParaRPr sz="2200" b="0" i="0" u="none" strike="noStrike" cap="none">
              <a:solidFill>
                <a:srgbClr val="000000"/>
              </a:solidFill>
              <a:latin typeface="Times New Roman"/>
              <a:ea typeface="Times New Roman"/>
              <a:cs typeface="Times New Roman"/>
              <a:sym typeface="Times New Roman"/>
            </a:endParaRPr>
          </a:p>
          <a:p>
            <a:pPr marL="1944687" marR="45720" lvl="0" indent="-565150" algn="just" rtl="0">
              <a:lnSpc>
                <a:spcPct val="90000"/>
              </a:lnSpc>
              <a:spcBef>
                <a:spcPts val="440"/>
              </a:spcBef>
              <a:spcAft>
                <a:spcPts val="0"/>
              </a:spcAft>
              <a:buClr>
                <a:srgbClr val="A8CDD7"/>
              </a:buClr>
              <a:buSzPts val="2090"/>
              <a:buFont typeface="Noto Sans Symbols"/>
              <a:buChar char="❖"/>
            </a:pPr>
            <a:r>
              <a:rPr lang="en-US" sz="2200">
                <a:latin typeface="Times New Roman"/>
                <a:ea typeface="Times New Roman"/>
                <a:cs typeface="Times New Roman"/>
                <a:sym typeface="Times New Roman"/>
              </a:rPr>
              <a:t>Directories: The directories store addresses of the buckets in pointers. An id is assigned to each directory which may change each time when Directory Expansion takes place.</a:t>
            </a:r>
            <a:endParaRPr sz="2200">
              <a:latin typeface="Times New Roman"/>
              <a:ea typeface="Times New Roman"/>
              <a:cs typeface="Times New Roman"/>
              <a:sym typeface="Times New Roman"/>
            </a:endParaRPr>
          </a:p>
          <a:p>
            <a:pPr marL="1944687" marR="45720" lvl="0" indent="-565150" algn="just" rtl="0">
              <a:lnSpc>
                <a:spcPct val="90000"/>
              </a:lnSpc>
              <a:spcBef>
                <a:spcPts val="440"/>
              </a:spcBef>
              <a:spcAft>
                <a:spcPts val="0"/>
              </a:spcAft>
              <a:buClr>
                <a:srgbClr val="A8CDD7"/>
              </a:buClr>
              <a:buSzPts val="2090"/>
              <a:buFont typeface="Noto Sans Symbols"/>
              <a:buChar char="❖"/>
            </a:pPr>
            <a:r>
              <a:rPr lang="en-US" sz="2200">
                <a:latin typeface="Times New Roman"/>
                <a:ea typeface="Times New Roman"/>
                <a:cs typeface="Times New Roman"/>
                <a:sym typeface="Times New Roman"/>
              </a:rPr>
              <a:t>Buckets: The buckets are used to hash the actual data.</a:t>
            </a:r>
            <a:endParaRPr sz="2200">
              <a:latin typeface="Times New Roman"/>
              <a:ea typeface="Times New Roman"/>
              <a:cs typeface="Times New Roman"/>
              <a:sym typeface="Times New Roman"/>
            </a:endParaRPr>
          </a:p>
          <a:p>
            <a:pPr marL="457200" marR="45720" lvl="0" indent="0" algn="just" rtl="0">
              <a:lnSpc>
                <a:spcPct val="90000"/>
              </a:lnSpc>
              <a:spcBef>
                <a:spcPts val="440"/>
              </a:spcBef>
              <a:spcAft>
                <a:spcPts val="0"/>
              </a:spcAft>
              <a:buNone/>
            </a:pPr>
            <a:endParaRPr sz="2200">
              <a:latin typeface="Times New Roman"/>
              <a:ea typeface="Times New Roman"/>
              <a:cs typeface="Times New Roman"/>
              <a:sym typeface="Times New Roman"/>
            </a:endParaRPr>
          </a:p>
        </p:txBody>
      </p:sp>
      <p:pic>
        <p:nvPicPr>
          <p:cNvPr id="1331" name="Google Shape;1331;p90"/>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337"/>
        <p:cNvGrpSpPr/>
        <p:nvPr/>
      </p:nvGrpSpPr>
      <p:grpSpPr>
        <a:xfrm>
          <a:off x="0" y="0"/>
          <a:ext cx="0" cy="0"/>
          <a:chOff x="0" y="0"/>
          <a:chExt cx="0" cy="0"/>
        </a:xfrm>
      </p:grpSpPr>
      <p:sp>
        <p:nvSpPr>
          <p:cNvPr id="1339" name="Google Shape;1339;g2c03d1c3ce9_0_0"/>
          <p:cNvSpPr txBox="1"/>
          <p:nvPr/>
        </p:nvSpPr>
        <p:spPr>
          <a:xfrm>
            <a:off x="1343472" y="860852"/>
            <a:ext cx="8229600" cy="7161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a:solidFill>
                  <a:srgbClr val="00B050"/>
                </a:solidFill>
                <a:latin typeface="Times New Roman"/>
                <a:ea typeface="Times New Roman"/>
                <a:cs typeface="Times New Roman"/>
                <a:sym typeface="Times New Roman"/>
              </a:rPr>
              <a:t>Working of </a:t>
            </a:r>
            <a:r>
              <a:rPr lang="en-US" sz="4800" b="0" i="0" u="none" strike="noStrike" cap="none">
                <a:solidFill>
                  <a:srgbClr val="00B050"/>
                </a:solidFill>
                <a:latin typeface="Times New Roman"/>
                <a:ea typeface="Times New Roman"/>
                <a:cs typeface="Times New Roman"/>
                <a:sym typeface="Times New Roman"/>
              </a:rPr>
              <a:t>Extendible Hashing</a:t>
            </a:r>
            <a:endParaRPr sz="4800" b="0" i="0" u="none" strike="noStrike" cap="none">
              <a:solidFill>
                <a:srgbClr val="00B050"/>
              </a:solidFill>
              <a:latin typeface="Times New Roman"/>
              <a:ea typeface="Times New Roman"/>
              <a:cs typeface="Times New Roman"/>
              <a:sym typeface="Times New Roman"/>
            </a:endParaRPr>
          </a:p>
        </p:txBody>
      </p:sp>
      <p:sp>
        <p:nvSpPr>
          <p:cNvPr id="1340" name="Google Shape;1340;g2c03d1c3ce9_0_0"/>
          <p:cNvSpPr txBox="1"/>
          <p:nvPr/>
        </p:nvSpPr>
        <p:spPr>
          <a:xfrm>
            <a:off x="-240704" y="1765547"/>
            <a:ext cx="12241500" cy="5059500"/>
          </a:xfrm>
          <a:prstGeom prst="rect">
            <a:avLst/>
          </a:prstGeom>
          <a:noFill/>
          <a:ln>
            <a:noFill/>
          </a:ln>
        </p:spPr>
        <p:txBody>
          <a:bodyPr spcFirstLastPara="1" wrap="square" lIns="0" tIns="45700" rIns="18275" bIns="45700" anchor="t" anchorCtr="0">
            <a:noAutofit/>
          </a:bodyPr>
          <a:lstStyle/>
          <a:p>
            <a:pPr marL="1944687" marR="45720" lvl="0" indent="-565150" algn="just" rtl="0">
              <a:lnSpc>
                <a:spcPct val="90000"/>
              </a:lnSpc>
              <a:spcBef>
                <a:spcPts val="440"/>
              </a:spcBef>
              <a:spcAft>
                <a:spcPts val="0"/>
              </a:spcAft>
              <a:buClr>
                <a:srgbClr val="A8CDD7"/>
              </a:buClr>
              <a:buSzPts val="2090"/>
              <a:buFont typeface="Noto Sans Symbols"/>
              <a:buChar char="❖"/>
            </a:pPr>
            <a:endParaRPr sz="1400" b="0" i="0" u="none" strike="noStrike" cap="none">
              <a:solidFill>
                <a:srgbClr val="000000"/>
              </a:solidFill>
              <a:latin typeface="Arial"/>
              <a:ea typeface="Arial"/>
              <a:cs typeface="Arial"/>
              <a:sym typeface="Arial"/>
            </a:endParaRPr>
          </a:p>
        </p:txBody>
      </p:sp>
      <p:pic>
        <p:nvPicPr>
          <p:cNvPr id="1341" name="Google Shape;1341;g2c03d1c3ce9_0_0"/>
          <p:cNvPicPr preferRelativeResize="0"/>
          <p:nvPr/>
        </p:nvPicPr>
        <p:blipFill rotWithShape="1">
          <a:blip r:embed="rId3">
            <a:alphaModFix/>
          </a:blip>
          <a:srcRect/>
          <a:stretch/>
        </p:blipFill>
        <p:spPr>
          <a:xfrm>
            <a:off x="195070" y="286604"/>
            <a:ext cx="1269598" cy="1148496"/>
          </a:xfrm>
          <a:prstGeom prst="rect">
            <a:avLst/>
          </a:prstGeom>
          <a:noFill/>
          <a:ln>
            <a:noFill/>
          </a:ln>
        </p:spPr>
      </p:pic>
      <p:pic>
        <p:nvPicPr>
          <p:cNvPr id="1344" name="Google Shape;1344;g2c03d1c3ce9_0_0"/>
          <p:cNvPicPr preferRelativeResize="0"/>
          <p:nvPr/>
        </p:nvPicPr>
        <p:blipFill>
          <a:blip r:embed="rId4">
            <a:alphaModFix/>
          </a:blip>
          <a:stretch>
            <a:fillRect/>
          </a:stretch>
        </p:blipFill>
        <p:spPr>
          <a:xfrm>
            <a:off x="2590800" y="1765550"/>
            <a:ext cx="7010400" cy="4387600"/>
          </a:xfrm>
          <a:prstGeom prst="rect">
            <a:avLst/>
          </a:prstGeom>
          <a:noFill/>
          <a:ln>
            <a:noFill/>
          </a:ln>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348"/>
        <p:cNvGrpSpPr/>
        <p:nvPr/>
      </p:nvGrpSpPr>
      <p:grpSpPr>
        <a:xfrm>
          <a:off x="0" y="0"/>
          <a:ext cx="0" cy="0"/>
          <a:chOff x="0" y="0"/>
          <a:chExt cx="0" cy="0"/>
        </a:xfrm>
      </p:grpSpPr>
      <p:sp>
        <p:nvSpPr>
          <p:cNvPr id="1350" name="Google Shape;1350;g2c03d1c3ce9_0_11"/>
          <p:cNvSpPr txBox="1"/>
          <p:nvPr/>
        </p:nvSpPr>
        <p:spPr>
          <a:xfrm>
            <a:off x="1343472" y="860852"/>
            <a:ext cx="8229600" cy="7161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dirty="0">
                <a:solidFill>
                  <a:srgbClr val="00B050"/>
                </a:solidFill>
                <a:latin typeface="Times New Roman"/>
                <a:ea typeface="Times New Roman"/>
                <a:cs typeface="Times New Roman"/>
                <a:sym typeface="Times New Roman"/>
              </a:rPr>
              <a:t>Working of </a:t>
            </a:r>
            <a:r>
              <a:rPr lang="en-US" sz="4800" b="0" i="0" u="none" strike="noStrike" cap="none" dirty="0">
                <a:solidFill>
                  <a:srgbClr val="00B050"/>
                </a:solidFill>
                <a:latin typeface="Times New Roman"/>
                <a:ea typeface="Times New Roman"/>
                <a:cs typeface="Times New Roman"/>
                <a:sym typeface="Times New Roman"/>
              </a:rPr>
              <a:t>Extendible Hashing</a:t>
            </a:r>
            <a:endParaRPr sz="4800" b="0" i="0" u="none" strike="noStrike" cap="none" dirty="0">
              <a:solidFill>
                <a:srgbClr val="00B050"/>
              </a:solidFill>
              <a:latin typeface="Times New Roman"/>
              <a:ea typeface="Times New Roman"/>
              <a:cs typeface="Times New Roman"/>
              <a:sym typeface="Times New Roman"/>
            </a:endParaRPr>
          </a:p>
        </p:txBody>
      </p:sp>
      <p:sp>
        <p:nvSpPr>
          <p:cNvPr id="1351" name="Google Shape;1351;g2c03d1c3ce9_0_11"/>
          <p:cNvSpPr txBox="1"/>
          <p:nvPr/>
        </p:nvSpPr>
        <p:spPr>
          <a:xfrm>
            <a:off x="-255204" y="1504572"/>
            <a:ext cx="12241500" cy="5059500"/>
          </a:xfrm>
          <a:prstGeom prst="rect">
            <a:avLst/>
          </a:prstGeom>
          <a:noFill/>
          <a:ln>
            <a:noFill/>
          </a:ln>
        </p:spPr>
        <p:txBody>
          <a:bodyPr spcFirstLastPara="1" wrap="square" lIns="0" tIns="45700" rIns="18275" bIns="45700" anchor="t" anchorCtr="0">
            <a:noAutofit/>
          </a:bodyPr>
          <a:lstStyle/>
          <a:p>
            <a:pPr marL="685800" lvl="0" indent="-292100" algn="l" rtl="0">
              <a:lnSpc>
                <a:spcPct val="158000"/>
              </a:lnSpc>
              <a:spcBef>
                <a:spcPts val="0"/>
              </a:spcBef>
              <a:spcAft>
                <a:spcPts val="0"/>
              </a:spcAft>
              <a:buClr>
                <a:srgbClr val="273239"/>
              </a:buClr>
              <a:buSzPts val="1000"/>
              <a:buFont typeface="Nunito"/>
              <a:buChar char="●"/>
            </a:pPr>
            <a:r>
              <a:rPr lang="en-US" sz="1900" dirty="0" smtClean="0">
                <a:latin typeface="Times New Roman"/>
                <a:ea typeface="Times New Roman"/>
                <a:cs typeface="Times New Roman"/>
                <a:sym typeface="Times New Roman"/>
              </a:rPr>
              <a:t>1. </a:t>
            </a:r>
            <a:r>
              <a:rPr lang="en-US" sz="1900" dirty="0">
                <a:latin typeface="Times New Roman"/>
                <a:ea typeface="Times New Roman"/>
                <a:cs typeface="Times New Roman"/>
                <a:sym typeface="Times New Roman"/>
              </a:rPr>
              <a:t>Analyze Data Elements: Data elements may exist in various forms </a:t>
            </a:r>
            <a:r>
              <a:rPr lang="en-US" sz="1900" dirty="0" err="1">
                <a:latin typeface="Times New Roman"/>
                <a:ea typeface="Times New Roman"/>
                <a:cs typeface="Times New Roman"/>
                <a:sym typeface="Times New Roman"/>
              </a:rPr>
              <a:t>eg</a:t>
            </a:r>
            <a:r>
              <a:rPr lang="en-US" sz="1900" dirty="0">
                <a:latin typeface="Times New Roman"/>
                <a:ea typeface="Times New Roman"/>
                <a:cs typeface="Times New Roman"/>
                <a:sym typeface="Times New Roman"/>
              </a:rPr>
              <a:t>. Integer, String, Float, etc.. Currently, let us consider data elements of type integer. </a:t>
            </a:r>
            <a:r>
              <a:rPr lang="en-US" sz="1900" dirty="0" err="1">
                <a:latin typeface="Times New Roman"/>
                <a:ea typeface="Times New Roman"/>
                <a:cs typeface="Times New Roman"/>
                <a:sym typeface="Times New Roman"/>
              </a:rPr>
              <a:t>eg</a:t>
            </a:r>
            <a:r>
              <a:rPr lang="en-US" sz="1900" dirty="0">
                <a:latin typeface="Times New Roman"/>
                <a:ea typeface="Times New Roman"/>
                <a:cs typeface="Times New Roman"/>
                <a:sym typeface="Times New Roman"/>
              </a:rPr>
              <a:t>: 49.</a:t>
            </a:r>
            <a:endParaRPr sz="1900" dirty="0">
              <a:latin typeface="Times New Roman"/>
              <a:ea typeface="Times New Roman"/>
              <a:cs typeface="Times New Roman"/>
              <a:sym typeface="Times New Roman"/>
            </a:endParaRPr>
          </a:p>
          <a:p>
            <a:pPr marL="685800" lvl="0" indent="-292100" algn="l" rtl="0">
              <a:lnSpc>
                <a:spcPct val="158000"/>
              </a:lnSpc>
              <a:spcBef>
                <a:spcPts val="0"/>
              </a:spcBef>
              <a:spcAft>
                <a:spcPts val="0"/>
              </a:spcAft>
              <a:buClr>
                <a:srgbClr val="273239"/>
              </a:buClr>
              <a:buSzPts val="1000"/>
              <a:buFont typeface="Nunito"/>
              <a:buChar char="●"/>
            </a:pPr>
            <a:r>
              <a:rPr lang="en-US" sz="1900" dirty="0" smtClean="0">
                <a:latin typeface="Times New Roman"/>
                <a:ea typeface="Times New Roman"/>
                <a:cs typeface="Times New Roman"/>
                <a:sym typeface="Times New Roman"/>
              </a:rPr>
              <a:t> 2. </a:t>
            </a:r>
            <a:r>
              <a:rPr lang="en-US" sz="1900" dirty="0">
                <a:latin typeface="Times New Roman"/>
                <a:ea typeface="Times New Roman"/>
                <a:cs typeface="Times New Roman"/>
                <a:sym typeface="Times New Roman"/>
              </a:rPr>
              <a:t>Convert into binary format: Convert the data element in Binary form. For string elements, consider the ASCII equivalent integer of the starting character and then convert the integer into binary form. Since we have 49 as our data element, its binary form is 110001.</a:t>
            </a:r>
            <a:endParaRPr sz="1900" dirty="0">
              <a:latin typeface="Times New Roman"/>
              <a:ea typeface="Times New Roman"/>
              <a:cs typeface="Times New Roman"/>
              <a:sym typeface="Times New Roman"/>
            </a:endParaRPr>
          </a:p>
          <a:p>
            <a:pPr marL="685800" lvl="0" indent="-292100" algn="l" rtl="0">
              <a:lnSpc>
                <a:spcPct val="158000"/>
              </a:lnSpc>
              <a:spcBef>
                <a:spcPts val="0"/>
              </a:spcBef>
              <a:spcAft>
                <a:spcPts val="0"/>
              </a:spcAft>
              <a:buClr>
                <a:srgbClr val="273239"/>
              </a:buClr>
              <a:buSzPts val="1000"/>
              <a:buFont typeface="Nunito"/>
              <a:buChar char="●"/>
            </a:pPr>
            <a:r>
              <a:rPr lang="en-US" sz="1900" dirty="0" smtClean="0">
                <a:latin typeface="Times New Roman"/>
                <a:ea typeface="Times New Roman"/>
                <a:cs typeface="Times New Roman"/>
                <a:sym typeface="Times New Roman"/>
              </a:rPr>
              <a:t> 3. </a:t>
            </a:r>
            <a:r>
              <a:rPr lang="en-US" sz="1900" dirty="0">
                <a:latin typeface="Times New Roman"/>
                <a:ea typeface="Times New Roman"/>
                <a:cs typeface="Times New Roman"/>
                <a:sym typeface="Times New Roman"/>
              </a:rPr>
              <a:t>Check Global Depth of the directory. Suppose the global depth of the Hash-directory is 3.</a:t>
            </a:r>
            <a:endParaRPr sz="1900" dirty="0">
              <a:latin typeface="Times New Roman"/>
              <a:ea typeface="Times New Roman"/>
              <a:cs typeface="Times New Roman"/>
              <a:sym typeface="Times New Roman"/>
            </a:endParaRPr>
          </a:p>
          <a:p>
            <a:pPr marL="685800" lvl="0" indent="-292100" algn="l" rtl="0">
              <a:lnSpc>
                <a:spcPct val="158000"/>
              </a:lnSpc>
              <a:spcBef>
                <a:spcPts val="0"/>
              </a:spcBef>
              <a:spcAft>
                <a:spcPts val="0"/>
              </a:spcAft>
              <a:buClr>
                <a:srgbClr val="273239"/>
              </a:buClr>
              <a:buSzPts val="1000"/>
              <a:buFont typeface="Nunito"/>
              <a:buChar char="●"/>
            </a:pPr>
            <a:r>
              <a:rPr lang="en-US" sz="1900" dirty="0" smtClean="0">
                <a:latin typeface="Times New Roman"/>
                <a:ea typeface="Times New Roman"/>
                <a:cs typeface="Times New Roman"/>
                <a:sym typeface="Times New Roman"/>
              </a:rPr>
              <a:t> </a:t>
            </a:r>
            <a:r>
              <a:rPr lang="en-US" sz="1900" dirty="0">
                <a:latin typeface="Times New Roman"/>
                <a:ea typeface="Times New Roman"/>
                <a:cs typeface="Times New Roman"/>
                <a:sym typeface="Times New Roman"/>
              </a:rPr>
              <a:t>4 </a:t>
            </a:r>
            <a:r>
              <a:rPr lang="en-US" sz="1900" dirty="0" smtClean="0">
                <a:latin typeface="Times New Roman"/>
                <a:ea typeface="Times New Roman"/>
                <a:cs typeface="Times New Roman"/>
                <a:sym typeface="Times New Roman"/>
              </a:rPr>
              <a:t>. </a:t>
            </a:r>
            <a:r>
              <a:rPr lang="en-US" sz="1900" dirty="0">
                <a:latin typeface="Times New Roman"/>
                <a:ea typeface="Times New Roman"/>
                <a:cs typeface="Times New Roman"/>
                <a:sym typeface="Times New Roman"/>
              </a:rPr>
              <a:t>Identify the Directory: Consider the ‘Global-Depth’ number of LSBs in the binary number and match it to the directory id. </a:t>
            </a:r>
            <a:br>
              <a:rPr lang="en-US" sz="1900" dirty="0">
                <a:latin typeface="Times New Roman"/>
                <a:ea typeface="Times New Roman"/>
                <a:cs typeface="Times New Roman"/>
                <a:sym typeface="Times New Roman"/>
              </a:rPr>
            </a:br>
            <a:r>
              <a:rPr lang="en-US" sz="1900" dirty="0" smtClean="0">
                <a:latin typeface="Times New Roman"/>
                <a:ea typeface="Times New Roman"/>
                <a:cs typeface="Times New Roman"/>
                <a:sym typeface="Times New Roman"/>
              </a:rPr>
              <a:t> </a:t>
            </a:r>
            <a:r>
              <a:rPr lang="en-US" sz="1900" dirty="0" err="1" smtClean="0">
                <a:latin typeface="Times New Roman"/>
                <a:ea typeface="Times New Roman"/>
                <a:cs typeface="Times New Roman"/>
                <a:sym typeface="Times New Roman"/>
              </a:rPr>
              <a:t>Eg</a:t>
            </a:r>
            <a:r>
              <a:rPr lang="en-US" sz="1900" dirty="0">
                <a:latin typeface="Times New Roman"/>
                <a:ea typeface="Times New Roman"/>
                <a:cs typeface="Times New Roman"/>
                <a:sym typeface="Times New Roman"/>
              </a:rPr>
              <a:t>. The binary obtained is: 110001 and the global-depth is 3. So, the hash function will return 3 LSBs of 110001 viz. 001.</a:t>
            </a:r>
            <a:endParaRPr sz="1900" dirty="0">
              <a:latin typeface="Times New Roman"/>
              <a:ea typeface="Times New Roman"/>
              <a:cs typeface="Times New Roman"/>
              <a:sym typeface="Times New Roman"/>
            </a:endParaRPr>
          </a:p>
          <a:p>
            <a:pPr marL="685800" lvl="0" indent="-292100" algn="l" rtl="0">
              <a:lnSpc>
                <a:spcPct val="158000"/>
              </a:lnSpc>
              <a:spcBef>
                <a:spcPts val="0"/>
              </a:spcBef>
              <a:spcAft>
                <a:spcPts val="0"/>
              </a:spcAft>
              <a:buClr>
                <a:srgbClr val="273239"/>
              </a:buClr>
              <a:buSzPts val="1000"/>
              <a:buFont typeface="Nunito"/>
              <a:buChar char="●"/>
            </a:pPr>
            <a:r>
              <a:rPr lang="en-US" sz="1900" dirty="0">
                <a:latin typeface="Times New Roman"/>
                <a:ea typeface="Times New Roman"/>
                <a:cs typeface="Times New Roman"/>
                <a:sym typeface="Times New Roman"/>
              </a:rPr>
              <a:t>Step 5 – Navigation: Now, navigate to the bucket pointed by the directory with directory-id 001.</a:t>
            </a:r>
            <a:endParaRPr sz="1900" dirty="0">
              <a:latin typeface="Times New Roman"/>
              <a:ea typeface="Times New Roman"/>
              <a:cs typeface="Times New Roman"/>
              <a:sym typeface="Times New Roman"/>
            </a:endParaRPr>
          </a:p>
        </p:txBody>
      </p:sp>
      <p:pic>
        <p:nvPicPr>
          <p:cNvPr id="1352" name="Google Shape;1352;g2c03d1c3ce9_0_11"/>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60" name="Google Shape;1360;g2c03d1c3ce9_0_22"/>
          <p:cNvSpPr txBox="1"/>
          <p:nvPr/>
        </p:nvSpPr>
        <p:spPr>
          <a:xfrm>
            <a:off x="1299975" y="196450"/>
            <a:ext cx="8229600" cy="8097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a:solidFill>
                  <a:srgbClr val="00B050"/>
                </a:solidFill>
                <a:latin typeface="Times New Roman"/>
                <a:ea typeface="Times New Roman"/>
                <a:cs typeface="Times New Roman"/>
                <a:sym typeface="Times New Roman"/>
              </a:rPr>
              <a:t>Working of </a:t>
            </a:r>
            <a:r>
              <a:rPr lang="en-US" sz="4800" b="0" i="0" u="none" strike="noStrike" cap="none">
                <a:solidFill>
                  <a:srgbClr val="00B050"/>
                </a:solidFill>
                <a:latin typeface="Times New Roman"/>
                <a:ea typeface="Times New Roman"/>
                <a:cs typeface="Times New Roman"/>
                <a:sym typeface="Times New Roman"/>
              </a:rPr>
              <a:t>Extendible Hashing</a:t>
            </a:r>
            <a:endParaRPr sz="4800" b="0" i="0" u="none" strike="noStrike" cap="none">
              <a:solidFill>
                <a:srgbClr val="00B050"/>
              </a:solidFill>
              <a:latin typeface="Times New Roman"/>
              <a:ea typeface="Times New Roman"/>
              <a:cs typeface="Times New Roman"/>
              <a:sym typeface="Times New Roman"/>
            </a:endParaRPr>
          </a:p>
        </p:txBody>
      </p:sp>
      <p:sp>
        <p:nvSpPr>
          <p:cNvPr id="1361" name="Google Shape;1361;g2c03d1c3ce9_0_22"/>
          <p:cNvSpPr txBox="1"/>
          <p:nvPr/>
        </p:nvSpPr>
        <p:spPr>
          <a:xfrm>
            <a:off x="-255200" y="803250"/>
            <a:ext cx="12241500" cy="5760900"/>
          </a:xfrm>
          <a:prstGeom prst="rect">
            <a:avLst/>
          </a:prstGeom>
          <a:noFill/>
          <a:ln>
            <a:noFill/>
          </a:ln>
        </p:spPr>
        <p:txBody>
          <a:bodyPr spcFirstLastPara="1" wrap="square" lIns="0" tIns="45700" rIns="18275" bIns="45700" anchor="t" anchorCtr="0">
            <a:noAutofit/>
          </a:bodyPr>
          <a:lstStyle/>
          <a:p>
            <a:pPr marL="457200" lvl="0" indent="-330200" algn="l" rtl="0">
              <a:lnSpc>
                <a:spcPct val="158000"/>
              </a:lnSpc>
              <a:spcBef>
                <a:spcPts val="0"/>
              </a:spcBef>
              <a:spcAft>
                <a:spcPts val="0"/>
              </a:spcAft>
              <a:buClr>
                <a:srgbClr val="273239"/>
              </a:buClr>
              <a:buSzPts val="1600"/>
              <a:buFont typeface="Nunito"/>
              <a:buChar char="●"/>
            </a:pPr>
            <a:r>
              <a:rPr lang="en-US" sz="1600" b="1">
                <a:solidFill>
                  <a:srgbClr val="273239"/>
                </a:solidFill>
                <a:highlight>
                  <a:srgbClr val="FFFFFF"/>
                </a:highlight>
                <a:latin typeface="Nunito"/>
                <a:ea typeface="Nunito"/>
                <a:cs typeface="Nunito"/>
                <a:sym typeface="Nunito"/>
              </a:rPr>
              <a:t>Step 6 – Insertion and Overflow Check: </a:t>
            </a:r>
            <a:r>
              <a:rPr lang="en-US" sz="1600">
                <a:solidFill>
                  <a:srgbClr val="273239"/>
                </a:solidFill>
                <a:highlight>
                  <a:srgbClr val="FFFFFF"/>
                </a:highlight>
                <a:latin typeface="Nunito"/>
                <a:ea typeface="Nunito"/>
                <a:cs typeface="Nunito"/>
                <a:sym typeface="Nunito"/>
              </a:rPr>
              <a:t>Insert the element and check if the bucket overflows. If an overflow is encountered, go to </a:t>
            </a:r>
            <a:r>
              <a:rPr lang="en-US" sz="1600" b="1">
                <a:solidFill>
                  <a:srgbClr val="273239"/>
                </a:solidFill>
                <a:highlight>
                  <a:srgbClr val="FFFFFF"/>
                </a:highlight>
                <a:latin typeface="Nunito"/>
                <a:ea typeface="Nunito"/>
                <a:cs typeface="Nunito"/>
                <a:sym typeface="Nunito"/>
              </a:rPr>
              <a:t>step 7</a:t>
            </a:r>
            <a:r>
              <a:rPr lang="en-US" sz="1600">
                <a:solidFill>
                  <a:srgbClr val="273239"/>
                </a:solidFill>
                <a:highlight>
                  <a:srgbClr val="FFFFFF"/>
                </a:highlight>
                <a:latin typeface="Nunito"/>
                <a:ea typeface="Nunito"/>
                <a:cs typeface="Nunito"/>
                <a:sym typeface="Nunito"/>
              </a:rPr>
              <a:t> followed by </a:t>
            </a:r>
            <a:r>
              <a:rPr lang="en-US" sz="1600" b="1">
                <a:solidFill>
                  <a:srgbClr val="273239"/>
                </a:solidFill>
                <a:highlight>
                  <a:srgbClr val="FFFFFF"/>
                </a:highlight>
                <a:latin typeface="Nunito"/>
                <a:ea typeface="Nunito"/>
                <a:cs typeface="Nunito"/>
                <a:sym typeface="Nunito"/>
              </a:rPr>
              <a:t>Step 8</a:t>
            </a:r>
            <a:r>
              <a:rPr lang="en-US" sz="1600">
                <a:solidFill>
                  <a:srgbClr val="273239"/>
                </a:solidFill>
                <a:highlight>
                  <a:srgbClr val="FFFFFF"/>
                </a:highlight>
                <a:latin typeface="Nunito"/>
                <a:ea typeface="Nunito"/>
                <a:cs typeface="Nunito"/>
                <a:sym typeface="Nunito"/>
              </a:rPr>
              <a:t>, otherwise, go to </a:t>
            </a:r>
            <a:r>
              <a:rPr lang="en-US" sz="1600" b="1">
                <a:solidFill>
                  <a:srgbClr val="273239"/>
                </a:solidFill>
                <a:highlight>
                  <a:srgbClr val="FFFFFF"/>
                </a:highlight>
                <a:latin typeface="Nunito"/>
                <a:ea typeface="Nunito"/>
                <a:cs typeface="Nunito"/>
                <a:sym typeface="Nunito"/>
              </a:rPr>
              <a:t>step 9</a:t>
            </a:r>
            <a:r>
              <a:rPr lang="en-US" sz="1600">
                <a:solidFill>
                  <a:srgbClr val="273239"/>
                </a:solidFill>
                <a:highlight>
                  <a:srgbClr val="FFFFFF"/>
                </a:highlight>
                <a:latin typeface="Nunito"/>
                <a:ea typeface="Nunito"/>
                <a:cs typeface="Nunito"/>
                <a:sym typeface="Nunito"/>
              </a:rPr>
              <a:t>.</a:t>
            </a:r>
            <a:endParaRPr sz="1600">
              <a:solidFill>
                <a:srgbClr val="273239"/>
              </a:solidFill>
              <a:highlight>
                <a:srgbClr val="FFFFFF"/>
              </a:highlight>
              <a:latin typeface="Nunito"/>
              <a:ea typeface="Nunito"/>
              <a:cs typeface="Nunito"/>
              <a:sym typeface="Nunito"/>
            </a:endParaRPr>
          </a:p>
          <a:p>
            <a:pPr marL="457200" lvl="0" indent="-330200" algn="l" rtl="0">
              <a:lnSpc>
                <a:spcPct val="158000"/>
              </a:lnSpc>
              <a:spcBef>
                <a:spcPts val="0"/>
              </a:spcBef>
              <a:spcAft>
                <a:spcPts val="0"/>
              </a:spcAft>
              <a:buClr>
                <a:srgbClr val="273239"/>
              </a:buClr>
              <a:buSzPts val="1600"/>
              <a:buFont typeface="Nunito"/>
              <a:buChar char="●"/>
            </a:pPr>
            <a:r>
              <a:rPr lang="en-US" sz="1600" b="1">
                <a:solidFill>
                  <a:srgbClr val="273239"/>
                </a:solidFill>
                <a:highlight>
                  <a:srgbClr val="FFFFFF"/>
                </a:highlight>
                <a:latin typeface="Nunito"/>
                <a:ea typeface="Nunito"/>
                <a:cs typeface="Nunito"/>
                <a:sym typeface="Nunito"/>
              </a:rPr>
              <a:t>Step 7 – Tackling Over Flow Condition during Data Insertion: </a:t>
            </a:r>
            <a:r>
              <a:rPr lang="en-US" sz="1600">
                <a:solidFill>
                  <a:srgbClr val="273239"/>
                </a:solidFill>
                <a:highlight>
                  <a:srgbClr val="FFFFFF"/>
                </a:highlight>
                <a:latin typeface="Nunito"/>
                <a:ea typeface="Nunito"/>
                <a:cs typeface="Nunito"/>
                <a:sym typeface="Nunito"/>
              </a:rPr>
              <a:t>Many times, while inserting data in the buckets, it might happen that the Bucket overflows. In such cases, we need to follow an appropriate procedure to avoid mishandling of data. </a:t>
            </a:r>
            <a:br>
              <a:rPr lang="en-US" sz="1600">
                <a:solidFill>
                  <a:srgbClr val="273239"/>
                </a:solidFill>
                <a:highlight>
                  <a:srgbClr val="FFFFFF"/>
                </a:highlight>
                <a:latin typeface="Nunito"/>
                <a:ea typeface="Nunito"/>
                <a:cs typeface="Nunito"/>
                <a:sym typeface="Nunito"/>
              </a:rPr>
            </a:br>
            <a:r>
              <a:rPr lang="en-US" sz="1600">
                <a:solidFill>
                  <a:srgbClr val="273239"/>
                </a:solidFill>
                <a:highlight>
                  <a:srgbClr val="FFFFFF"/>
                </a:highlight>
                <a:latin typeface="Nunito"/>
                <a:ea typeface="Nunito"/>
                <a:cs typeface="Nunito"/>
                <a:sym typeface="Nunito"/>
              </a:rPr>
              <a:t>First, Check if the local depth is less than or equal to the global depth. Then choose one of the cases below. </a:t>
            </a:r>
            <a:br>
              <a:rPr lang="en-US" sz="1600">
                <a:solidFill>
                  <a:srgbClr val="273239"/>
                </a:solidFill>
                <a:highlight>
                  <a:srgbClr val="FFFFFF"/>
                </a:highlight>
                <a:latin typeface="Nunito"/>
                <a:ea typeface="Nunito"/>
                <a:cs typeface="Nunito"/>
                <a:sym typeface="Nunito"/>
              </a:rPr>
            </a:br>
            <a:endParaRPr sz="1600">
              <a:solidFill>
                <a:srgbClr val="273239"/>
              </a:solidFill>
              <a:highlight>
                <a:srgbClr val="FFFFFF"/>
              </a:highlight>
              <a:latin typeface="Nunito"/>
              <a:ea typeface="Nunito"/>
              <a:cs typeface="Nunito"/>
              <a:sym typeface="Nunito"/>
            </a:endParaRPr>
          </a:p>
          <a:p>
            <a:pPr marL="914400" lvl="1" indent="-330200" algn="l" rtl="0">
              <a:lnSpc>
                <a:spcPct val="158000"/>
              </a:lnSpc>
              <a:spcBef>
                <a:spcPts val="0"/>
              </a:spcBef>
              <a:spcAft>
                <a:spcPts val="0"/>
              </a:spcAft>
              <a:buClr>
                <a:srgbClr val="273239"/>
              </a:buClr>
              <a:buSzPts val="1600"/>
              <a:buFont typeface="Nunito"/>
              <a:buAutoNum type="alphaLcPeriod"/>
            </a:pPr>
            <a:r>
              <a:rPr lang="en-US" sz="1600" b="1">
                <a:solidFill>
                  <a:srgbClr val="273239"/>
                </a:solidFill>
                <a:highlight>
                  <a:srgbClr val="FFFFFF"/>
                </a:highlight>
                <a:latin typeface="Nunito"/>
                <a:ea typeface="Nunito"/>
                <a:cs typeface="Nunito"/>
                <a:sym typeface="Nunito"/>
              </a:rPr>
              <a:t>Case1:</a:t>
            </a:r>
            <a:r>
              <a:rPr lang="en-US" sz="1600">
                <a:solidFill>
                  <a:srgbClr val="273239"/>
                </a:solidFill>
                <a:highlight>
                  <a:srgbClr val="FFFFFF"/>
                </a:highlight>
                <a:latin typeface="Nunito"/>
                <a:ea typeface="Nunito"/>
                <a:cs typeface="Nunito"/>
                <a:sym typeface="Nunito"/>
              </a:rPr>
              <a:t> If the local depth of the overflowing Bucket is equal to the global depth, then Directory Expansion, as well as Bucket Split, needs to be performed. Then increment the global depth and the local depth value by 1. And, assign appropriate pointers. </a:t>
            </a:r>
            <a:br>
              <a:rPr lang="en-US" sz="1600">
                <a:solidFill>
                  <a:srgbClr val="273239"/>
                </a:solidFill>
                <a:highlight>
                  <a:srgbClr val="FFFFFF"/>
                </a:highlight>
                <a:latin typeface="Nunito"/>
                <a:ea typeface="Nunito"/>
                <a:cs typeface="Nunito"/>
                <a:sym typeface="Nunito"/>
              </a:rPr>
            </a:br>
            <a:r>
              <a:rPr lang="en-US" sz="1600">
                <a:solidFill>
                  <a:srgbClr val="273239"/>
                </a:solidFill>
                <a:highlight>
                  <a:srgbClr val="FFFFFF"/>
                </a:highlight>
                <a:latin typeface="Nunito"/>
                <a:ea typeface="Nunito"/>
                <a:cs typeface="Nunito"/>
                <a:sym typeface="Nunito"/>
              </a:rPr>
              <a:t>Directory expansion will double the number of directories present in the hash structure.</a:t>
            </a:r>
            <a:endParaRPr sz="1600">
              <a:solidFill>
                <a:srgbClr val="273239"/>
              </a:solidFill>
              <a:highlight>
                <a:srgbClr val="FFFFFF"/>
              </a:highlight>
              <a:latin typeface="Nunito"/>
              <a:ea typeface="Nunito"/>
              <a:cs typeface="Nunito"/>
              <a:sym typeface="Nunito"/>
            </a:endParaRPr>
          </a:p>
          <a:p>
            <a:pPr marL="914400" lvl="1" indent="-330200" algn="l" rtl="0">
              <a:lnSpc>
                <a:spcPct val="158000"/>
              </a:lnSpc>
              <a:spcBef>
                <a:spcPts val="0"/>
              </a:spcBef>
              <a:spcAft>
                <a:spcPts val="0"/>
              </a:spcAft>
              <a:buClr>
                <a:srgbClr val="273239"/>
              </a:buClr>
              <a:buSzPts val="1600"/>
              <a:buFont typeface="Nunito"/>
              <a:buAutoNum type="alphaLcPeriod"/>
            </a:pPr>
            <a:r>
              <a:rPr lang="en-US" sz="1600" b="1">
                <a:solidFill>
                  <a:srgbClr val="273239"/>
                </a:solidFill>
                <a:highlight>
                  <a:srgbClr val="FFFFFF"/>
                </a:highlight>
                <a:latin typeface="Nunito"/>
                <a:ea typeface="Nunito"/>
                <a:cs typeface="Nunito"/>
                <a:sym typeface="Nunito"/>
              </a:rPr>
              <a:t>Case2:</a:t>
            </a:r>
            <a:r>
              <a:rPr lang="en-US" sz="1600">
                <a:solidFill>
                  <a:srgbClr val="273239"/>
                </a:solidFill>
                <a:highlight>
                  <a:srgbClr val="FFFFFF"/>
                </a:highlight>
                <a:latin typeface="Nunito"/>
                <a:ea typeface="Nunito"/>
                <a:cs typeface="Nunito"/>
                <a:sym typeface="Nunito"/>
              </a:rPr>
              <a:t> In case the local depth is less than the global depth, then only Bucket Split takes place. Then increment only the local depth value by 1. And, assign appropriate pointers. </a:t>
            </a:r>
            <a:endParaRPr sz="1600">
              <a:solidFill>
                <a:srgbClr val="273239"/>
              </a:solidFill>
              <a:highlight>
                <a:srgbClr val="FFFFFF"/>
              </a:highlight>
              <a:latin typeface="Nunito"/>
              <a:ea typeface="Nunito"/>
              <a:cs typeface="Nunito"/>
              <a:sym typeface="Nunito"/>
            </a:endParaRPr>
          </a:p>
          <a:p>
            <a:pPr marL="457200" lvl="0" indent="-311150" algn="l" rtl="0">
              <a:lnSpc>
                <a:spcPct val="158000"/>
              </a:lnSpc>
              <a:spcBef>
                <a:spcPts val="0"/>
              </a:spcBef>
              <a:spcAft>
                <a:spcPts val="0"/>
              </a:spcAft>
              <a:buClr>
                <a:srgbClr val="273239"/>
              </a:buClr>
              <a:buSzPts val="1300"/>
              <a:buFont typeface="Nunito"/>
              <a:buChar char="●"/>
            </a:pPr>
            <a:r>
              <a:rPr lang="en-US" sz="1600">
                <a:solidFill>
                  <a:srgbClr val="273239"/>
                </a:solidFill>
                <a:highlight>
                  <a:srgbClr val="FFFFFF"/>
                </a:highlight>
                <a:latin typeface="Nunito"/>
                <a:ea typeface="Nunito"/>
                <a:cs typeface="Nunito"/>
                <a:sym typeface="Nunito"/>
              </a:rPr>
              <a:t>Step 8 – Rehashing of Split Bucket Elements: The Elements present in the overflowing bucket that is split are rehashed w.r.t the new global depth of the directory.</a:t>
            </a:r>
            <a:endParaRPr sz="1600">
              <a:solidFill>
                <a:srgbClr val="273239"/>
              </a:solidFill>
              <a:highlight>
                <a:srgbClr val="FFFFFF"/>
              </a:highlight>
              <a:latin typeface="Nunito"/>
              <a:ea typeface="Nunito"/>
              <a:cs typeface="Nunito"/>
              <a:sym typeface="Nunito"/>
            </a:endParaRPr>
          </a:p>
          <a:p>
            <a:pPr marL="457200" lvl="0" indent="-311150" algn="l" rtl="0">
              <a:lnSpc>
                <a:spcPct val="158000"/>
              </a:lnSpc>
              <a:spcBef>
                <a:spcPts val="0"/>
              </a:spcBef>
              <a:spcAft>
                <a:spcPts val="0"/>
              </a:spcAft>
              <a:buClr>
                <a:srgbClr val="273239"/>
              </a:buClr>
              <a:buSzPts val="1300"/>
              <a:buFont typeface="Nunito"/>
              <a:buChar char="●"/>
            </a:pPr>
            <a:r>
              <a:rPr lang="en-US" sz="1600">
                <a:solidFill>
                  <a:srgbClr val="273239"/>
                </a:solidFill>
                <a:highlight>
                  <a:srgbClr val="FFFFFF"/>
                </a:highlight>
                <a:latin typeface="Nunito"/>
                <a:ea typeface="Nunito"/>
                <a:cs typeface="Nunito"/>
                <a:sym typeface="Nunito"/>
              </a:rPr>
              <a:t>Step 9 – The element is successfully hashed.</a:t>
            </a:r>
            <a:endParaRPr sz="1300">
              <a:solidFill>
                <a:srgbClr val="273239"/>
              </a:solidFill>
              <a:highlight>
                <a:srgbClr val="FFFFFF"/>
              </a:highlight>
              <a:latin typeface="Nunito"/>
              <a:ea typeface="Nunito"/>
              <a:cs typeface="Nunito"/>
              <a:sym typeface="Nunito"/>
            </a:endParaRPr>
          </a:p>
          <a:p>
            <a:pPr marL="914400" lvl="0" indent="0" algn="l" rtl="0">
              <a:lnSpc>
                <a:spcPct val="158000"/>
              </a:lnSpc>
              <a:spcBef>
                <a:spcPts val="1800"/>
              </a:spcBef>
              <a:spcAft>
                <a:spcPts val="0"/>
              </a:spcAft>
              <a:buNone/>
            </a:pPr>
            <a:endParaRPr sz="1600">
              <a:solidFill>
                <a:srgbClr val="273239"/>
              </a:solidFill>
              <a:highlight>
                <a:srgbClr val="FFFFFF"/>
              </a:highlight>
              <a:latin typeface="Nunito"/>
              <a:ea typeface="Nunito"/>
              <a:cs typeface="Nunito"/>
              <a:sym typeface="Nunito"/>
            </a:endParaRPr>
          </a:p>
          <a:p>
            <a:pPr marL="457200" lvl="0" indent="0" algn="l" rtl="0">
              <a:lnSpc>
                <a:spcPct val="158000"/>
              </a:lnSpc>
              <a:spcBef>
                <a:spcPts val="2200"/>
              </a:spcBef>
              <a:spcAft>
                <a:spcPts val="1800"/>
              </a:spcAft>
              <a:buNone/>
            </a:pPr>
            <a:endParaRPr sz="1900">
              <a:latin typeface="Times New Roman"/>
              <a:ea typeface="Times New Roman"/>
              <a:cs typeface="Times New Roman"/>
              <a:sym typeface="Times New Roman"/>
            </a:endParaRPr>
          </a:p>
        </p:txBody>
      </p:sp>
      <p:pic>
        <p:nvPicPr>
          <p:cNvPr id="1362" name="Google Shape;1362;g2c03d1c3ce9_0_22"/>
          <p:cNvPicPr preferRelativeResize="0"/>
          <p:nvPr/>
        </p:nvPicPr>
        <p:blipFill rotWithShape="1">
          <a:blip r:embed="rId3">
            <a:alphaModFix/>
          </a:blip>
          <a:srcRect/>
          <a:stretch/>
        </p:blipFill>
        <p:spPr>
          <a:xfrm>
            <a:off x="195075" y="286602"/>
            <a:ext cx="1269600" cy="444150"/>
          </a:xfrm>
          <a:prstGeom prst="rect">
            <a:avLst/>
          </a:prstGeom>
          <a:noFill/>
          <a:ln>
            <a:noFill/>
          </a:ln>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368"/>
        <p:cNvGrpSpPr/>
        <p:nvPr/>
      </p:nvGrpSpPr>
      <p:grpSpPr>
        <a:xfrm>
          <a:off x="0" y="0"/>
          <a:ext cx="0" cy="0"/>
          <a:chOff x="0" y="0"/>
          <a:chExt cx="0" cy="0"/>
        </a:xfrm>
      </p:grpSpPr>
      <p:sp>
        <p:nvSpPr>
          <p:cNvPr id="1370" name="Google Shape;1370;g2c03d1c3ce9_0_32"/>
          <p:cNvSpPr txBox="1"/>
          <p:nvPr/>
        </p:nvSpPr>
        <p:spPr>
          <a:xfrm>
            <a:off x="1343475" y="428449"/>
            <a:ext cx="8229600" cy="7083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a:solidFill>
                  <a:srgbClr val="00B050"/>
                </a:solidFill>
                <a:latin typeface="Times New Roman"/>
                <a:ea typeface="Times New Roman"/>
                <a:cs typeface="Times New Roman"/>
                <a:sym typeface="Times New Roman"/>
              </a:rPr>
              <a:t>Example</a:t>
            </a:r>
            <a:endParaRPr sz="4800" b="0" i="0" u="none" strike="noStrike" cap="none">
              <a:solidFill>
                <a:srgbClr val="00B050"/>
              </a:solidFill>
              <a:latin typeface="Times New Roman"/>
              <a:ea typeface="Times New Roman"/>
              <a:cs typeface="Times New Roman"/>
              <a:sym typeface="Times New Roman"/>
            </a:endParaRPr>
          </a:p>
        </p:txBody>
      </p:sp>
      <p:sp>
        <p:nvSpPr>
          <p:cNvPr id="1371" name="Google Shape;1371;g2c03d1c3ce9_0_32"/>
          <p:cNvSpPr txBox="1"/>
          <p:nvPr/>
        </p:nvSpPr>
        <p:spPr>
          <a:xfrm>
            <a:off x="-255200" y="1136750"/>
            <a:ext cx="12241500" cy="5427300"/>
          </a:xfrm>
          <a:prstGeom prst="rect">
            <a:avLst/>
          </a:prstGeom>
          <a:noFill/>
          <a:ln>
            <a:noFill/>
          </a:ln>
        </p:spPr>
        <p:txBody>
          <a:bodyPr spcFirstLastPara="1" wrap="square" lIns="0" tIns="45700" rIns="1827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300" b="1">
                <a:solidFill>
                  <a:srgbClr val="273239"/>
                </a:solidFill>
                <a:highlight>
                  <a:srgbClr val="FFFFFF"/>
                </a:highlight>
                <a:latin typeface="Nunito"/>
                <a:ea typeface="Nunito"/>
                <a:cs typeface="Nunito"/>
                <a:sym typeface="Nunito"/>
              </a:rPr>
              <a:t>                                        </a:t>
            </a:r>
            <a:r>
              <a:rPr lang="en-US" b="1">
                <a:solidFill>
                  <a:srgbClr val="273239"/>
                </a:solidFill>
                <a:highlight>
                  <a:srgbClr val="FFFFFF"/>
                </a:highlight>
                <a:latin typeface="Nunito"/>
                <a:ea typeface="Nunito"/>
                <a:cs typeface="Nunito"/>
                <a:sym typeface="Nunito"/>
              </a:rPr>
              <a:t> 16,4,6,22,24,10,31,7,9,20,26.</a:t>
            </a:r>
            <a:r>
              <a:rPr lang="en-US">
                <a:solidFill>
                  <a:srgbClr val="273239"/>
                </a:solidFill>
                <a:highlight>
                  <a:srgbClr val="FFFFFF"/>
                </a:highlight>
                <a:latin typeface="Nunito"/>
                <a:ea typeface="Nunito"/>
                <a:cs typeface="Nunito"/>
                <a:sym typeface="Nunito"/>
              </a:rPr>
              <a:t>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                                    </a:t>
            </a:r>
            <a:r>
              <a:rPr lang="en-US" b="1">
                <a:solidFill>
                  <a:srgbClr val="273239"/>
                </a:solidFill>
                <a:highlight>
                  <a:srgbClr val="FFFFFF"/>
                </a:highlight>
                <a:latin typeface="Nunito"/>
                <a:ea typeface="Nunito"/>
                <a:cs typeface="Nunito"/>
                <a:sym typeface="Nunito"/>
              </a:rPr>
              <a:t>Bucket Size:</a:t>
            </a:r>
            <a:r>
              <a:rPr lang="en-US">
                <a:solidFill>
                  <a:srgbClr val="273239"/>
                </a:solidFill>
                <a:highlight>
                  <a:srgbClr val="FFFFFF"/>
                </a:highlight>
                <a:latin typeface="Nunito"/>
                <a:ea typeface="Nunito"/>
                <a:cs typeface="Nunito"/>
                <a:sym typeface="Nunito"/>
              </a:rPr>
              <a:t> 3 (Assume)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                              </a:t>
            </a:r>
            <a:r>
              <a:rPr lang="en-US" b="1">
                <a:solidFill>
                  <a:srgbClr val="273239"/>
                </a:solidFill>
                <a:highlight>
                  <a:srgbClr val="FFFFFF"/>
                </a:highlight>
                <a:latin typeface="Nunito"/>
                <a:ea typeface="Nunito"/>
                <a:cs typeface="Nunito"/>
                <a:sym typeface="Nunito"/>
              </a:rPr>
              <a:t>Hash Function:</a:t>
            </a:r>
            <a:r>
              <a:rPr lang="en-US">
                <a:solidFill>
                  <a:srgbClr val="273239"/>
                </a:solidFill>
                <a:highlight>
                  <a:srgbClr val="FFFFFF"/>
                </a:highlight>
                <a:latin typeface="Nunito"/>
                <a:ea typeface="Nunito"/>
                <a:cs typeface="Nunito"/>
                <a:sym typeface="Nunito"/>
              </a:rPr>
              <a:t> Suppose the global depth is X. Then the Hash Function returns X LSBs.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 </a:t>
            </a:r>
            <a:endParaRPr>
              <a:solidFill>
                <a:srgbClr val="273239"/>
              </a:solidFill>
              <a:highlight>
                <a:srgbClr val="FFFFFF"/>
              </a:highlight>
              <a:latin typeface="Nunito"/>
              <a:ea typeface="Nunito"/>
              <a:cs typeface="Nunito"/>
              <a:sym typeface="Nunito"/>
            </a:endParaRPr>
          </a:p>
          <a:p>
            <a:pPr marL="685800" lvl="0" indent="-317500" algn="l" rtl="0">
              <a:lnSpc>
                <a:spcPct val="158000"/>
              </a:lnSpc>
              <a:spcBef>
                <a:spcPts val="800"/>
              </a:spcBef>
              <a:spcAft>
                <a:spcPts val="0"/>
              </a:spcAft>
              <a:buClr>
                <a:srgbClr val="273239"/>
              </a:buClr>
              <a:buSzPts val="1400"/>
              <a:buFont typeface="Nunito"/>
              <a:buChar char="●"/>
            </a:pPr>
            <a:r>
              <a:rPr lang="en-US" b="1">
                <a:solidFill>
                  <a:srgbClr val="273239"/>
                </a:solidFill>
                <a:highlight>
                  <a:srgbClr val="FFFFFF"/>
                </a:highlight>
                <a:latin typeface="Nunito"/>
                <a:ea typeface="Nunito"/>
                <a:cs typeface="Nunito"/>
                <a:sym typeface="Nunito"/>
              </a:rPr>
              <a:t>Solution:</a:t>
            </a:r>
            <a:r>
              <a:rPr lang="en-US">
                <a:solidFill>
                  <a:srgbClr val="273239"/>
                </a:solidFill>
                <a:highlight>
                  <a:srgbClr val="FFFFFF"/>
                </a:highlight>
                <a:latin typeface="Nunito"/>
                <a:ea typeface="Nunito"/>
                <a:cs typeface="Nunito"/>
                <a:sym typeface="Nunito"/>
              </a:rPr>
              <a:t> First, calculate the binary forms of each of the given numbers.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16- 10000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4- 00100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6- 00110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22- 10110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24- 11000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10- 01010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31- 11111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7- 00111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9- 01001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20- 10100 </a:t>
            </a:r>
            <a:br>
              <a:rPr lang="en-US">
                <a:solidFill>
                  <a:srgbClr val="273239"/>
                </a:solidFill>
                <a:highlight>
                  <a:srgbClr val="FFFFFF"/>
                </a:highlight>
                <a:latin typeface="Nunito"/>
                <a:ea typeface="Nunito"/>
                <a:cs typeface="Nunito"/>
                <a:sym typeface="Nunito"/>
              </a:rPr>
            </a:br>
            <a:r>
              <a:rPr lang="en-US">
                <a:solidFill>
                  <a:srgbClr val="273239"/>
                </a:solidFill>
                <a:highlight>
                  <a:srgbClr val="FFFFFF"/>
                </a:highlight>
                <a:latin typeface="Nunito"/>
                <a:ea typeface="Nunito"/>
                <a:cs typeface="Nunito"/>
                <a:sym typeface="Nunito"/>
              </a:rPr>
              <a:t>26- 11010</a:t>
            </a:r>
            <a:endParaRPr>
              <a:solidFill>
                <a:srgbClr val="273239"/>
              </a:solidFill>
              <a:highlight>
                <a:srgbClr val="FFFFFF"/>
              </a:highlight>
              <a:latin typeface="Nunito"/>
              <a:ea typeface="Nunito"/>
              <a:cs typeface="Nunito"/>
              <a:sym typeface="Nunito"/>
            </a:endParaRPr>
          </a:p>
        </p:txBody>
      </p:sp>
      <p:pic>
        <p:nvPicPr>
          <p:cNvPr id="1372" name="Google Shape;1372;g2c03d1c3ce9_0_32"/>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378"/>
        <p:cNvGrpSpPr/>
        <p:nvPr/>
      </p:nvGrpSpPr>
      <p:grpSpPr>
        <a:xfrm>
          <a:off x="0" y="0"/>
          <a:ext cx="0" cy="0"/>
          <a:chOff x="0" y="0"/>
          <a:chExt cx="0" cy="0"/>
        </a:xfrm>
      </p:grpSpPr>
      <p:sp>
        <p:nvSpPr>
          <p:cNvPr id="1380" name="Google Shape;1380;g2c03d1c3ce9_0_43"/>
          <p:cNvSpPr txBox="1"/>
          <p:nvPr/>
        </p:nvSpPr>
        <p:spPr>
          <a:xfrm>
            <a:off x="1343475" y="428449"/>
            <a:ext cx="8229600" cy="7083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4800">
                <a:solidFill>
                  <a:srgbClr val="00B050"/>
                </a:solidFill>
                <a:latin typeface="Times New Roman"/>
                <a:ea typeface="Times New Roman"/>
                <a:cs typeface="Times New Roman"/>
                <a:sym typeface="Times New Roman"/>
              </a:rPr>
              <a:t>Example</a:t>
            </a:r>
            <a:endParaRPr sz="4800" b="0" i="0" u="none" strike="noStrike" cap="none">
              <a:solidFill>
                <a:srgbClr val="00B050"/>
              </a:solidFill>
              <a:latin typeface="Times New Roman"/>
              <a:ea typeface="Times New Roman"/>
              <a:cs typeface="Times New Roman"/>
              <a:sym typeface="Times New Roman"/>
            </a:endParaRPr>
          </a:p>
        </p:txBody>
      </p:sp>
      <p:sp>
        <p:nvSpPr>
          <p:cNvPr id="1381" name="Google Shape;1381;g2c03d1c3ce9_0_43"/>
          <p:cNvSpPr txBox="1"/>
          <p:nvPr/>
        </p:nvSpPr>
        <p:spPr>
          <a:xfrm>
            <a:off x="584209" y="1974630"/>
            <a:ext cx="12241500" cy="5427300"/>
          </a:xfrm>
          <a:prstGeom prst="rect">
            <a:avLst/>
          </a:prstGeom>
          <a:noFill/>
          <a:ln>
            <a:noFill/>
          </a:ln>
        </p:spPr>
        <p:txBody>
          <a:bodyPr spcFirstLastPara="1" wrap="square" lIns="0" tIns="45700" rIns="18275" bIns="45700" anchor="t" anchorCtr="0">
            <a:noAutofit/>
          </a:bodyPr>
          <a:lstStyle/>
          <a:p>
            <a:pPr marL="0" lvl="0" indent="0" algn="l" rtl="0">
              <a:spcBef>
                <a:spcPts val="0"/>
              </a:spcBef>
              <a:spcAft>
                <a:spcPts val="0"/>
              </a:spcAft>
              <a:buNone/>
            </a:pPr>
            <a:r>
              <a:rPr lang="en-US" sz="1300" dirty="0">
                <a:solidFill>
                  <a:srgbClr val="273239"/>
                </a:solidFill>
                <a:highlight>
                  <a:srgbClr val="FFFFFF"/>
                </a:highlight>
                <a:latin typeface="Nunito"/>
                <a:ea typeface="Nunito"/>
                <a:cs typeface="Nunito"/>
                <a:sym typeface="Nunito"/>
              </a:rPr>
              <a:t>  </a:t>
            </a:r>
            <a:r>
              <a:rPr lang="en-US" sz="1300" dirty="0" smtClean="0">
                <a:solidFill>
                  <a:srgbClr val="273239"/>
                </a:solidFill>
                <a:highlight>
                  <a:srgbClr val="FFFFFF"/>
                </a:highlight>
                <a:latin typeface="Nunito"/>
                <a:ea typeface="Nunito"/>
                <a:cs typeface="Nunito"/>
                <a:sym typeface="Nunito"/>
              </a:rPr>
              <a:t>  </a:t>
            </a:r>
            <a:r>
              <a:rPr lang="en-US" sz="1500" dirty="0">
                <a:solidFill>
                  <a:srgbClr val="273239"/>
                </a:solidFill>
                <a:highlight>
                  <a:srgbClr val="FFFFFF"/>
                </a:highlight>
                <a:latin typeface="Nunito"/>
                <a:ea typeface="Nunito"/>
                <a:cs typeface="Nunito"/>
                <a:sym typeface="Nunito"/>
              </a:rPr>
              <a:t>16 is 10000 and global-depth is 1. </a:t>
            </a:r>
            <a:endParaRPr lang="en-US" sz="1500" dirty="0" smtClean="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r>
              <a:rPr lang="en-US" sz="1500" dirty="0" smtClean="0">
                <a:solidFill>
                  <a:srgbClr val="273239"/>
                </a:solidFill>
                <a:highlight>
                  <a:srgbClr val="FFFFFF"/>
                </a:highlight>
                <a:latin typeface="Nunito"/>
                <a:ea typeface="Nunito"/>
                <a:cs typeface="Nunito"/>
                <a:sym typeface="Nunito"/>
              </a:rPr>
              <a:t>The </a:t>
            </a:r>
            <a:r>
              <a:rPr lang="en-US" sz="1500" dirty="0">
                <a:solidFill>
                  <a:srgbClr val="273239"/>
                </a:solidFill>
                <a:highlight>
                  <a:srgbClr val="FFFFFF"/>
                </a:highlight>
                <a:latin typeface="Nunito"/>
                <a:ea typeface="Nunito"/>
                <a:cs typeface="Nunito"/>
                <a:sym typeface="Nunito"/>
              </a:rPr>
              <a:t>hash function returns 1 LSB of 1000</a:t>
            </a:r>
            <a:r>
              <a:rPr lang="en-US" sz="1500" b="1" dirty="0">
                <a:solidFill>
                  <a:srgbClr val="273239"/>
                </a:solidFill>
                <a:highlight>
                  <a:srgbClr val="FFFFFF"/>
                </a:highlight>
                <a:latin typeface="Nunito"/>
                <a:ea typeface="Nunito"/>
                <a:cs typeface="Nunito"/>
                <a:sym typeface="Nunito"/>
              </a:rPr>
              <a:t>0</a:t>
            </a:r>
            <a:r>
              <a:rPr lang="en-US" sz="1500" dirty="0">
                <a:solidFill>
                  <a:srgbClr val="273239"/>
                </a:solidFill>
                <a:highlight>
                  <a:srgbClr val="FFFFFF"/>
                </a:highlight>
                <a:latin typeface="Nunito"/>
                <a:ea typeface="Nunito"/>
                <a:cs typeface="Nunito"/>
                <a:sym typeface="Nunito"/>
              </a:rPr>
              <a:t> which is 0. Hence, 16 is mapped to the directory with id=0.  </a:t>
            </a:r>
            <a:endParaRPr sz="1600" dirty="0"/>
          </a:p>
        </p:txBody>
      </p:sp>
      <p:pic>
        <p:nvPicPr>
          <p:cNvPr id="1382" name="Google Shape;1382;g2c03d1c3ce9_0_43"/>
          <p:cNvPicPr preferRelativeResize="0"/>
          <p:nvPr/>
        </p:nvPicPr>
        <p:blipFill rotWithShape="1">
          <a:blip r:embed="rId3">
            <a:alphaModFix/>
          </a:blip>
          <a:srcRect/>
          <a:stretch/>
        </p:blipFill>
        <p:spPr>
          <a:xfrm>
            <a:off x="195070" y="286604"/>
            <a:ext cx="1269598" cy="1148496"/>
          </a:xfrm>
          <a:prstGeom prst="rect">
            <a:avLst/>
          </a:prstGeom>
          <a:noFill/>
          <a:ln>
            <a:noFill/>
          </a:ln>
        </p:spPr>
      </p:pic>
      <p:pic>
        <p:nvPicPr>
          <p:cNvPr id="1385" name="Google Shape;1385;g2c03d1c3ce9_0_43"/>
          <p:cNvPicPr preferRelativeResize="0"/>
          <p:nvPr/>
        </p:nvPicPr>
        <p:blipFill>
          <a:blip r:embed="rId4">
            <a:alphaModFix/>
          </a:blip>
          <a:stretch>
            <a:fillRect/>
          </a:stretch>
        </p:blipFill>
        <p:spPr>
          <a:xfrm>
            <a:off x="379011" y="2649090"/>
            <a:ext cx="4897250" cy="3314700"/>
          </a:xfrm>
          <a:prstGeom prst="rect">
            <a:avLst/>
          </a:prstGeom>
          <a:noFill/>
          <a:ln>
            <a:noFill/>
          </a:ln>
        </p:spPr>
      </p:pic>
      <p:pic>
        <p:nvPicPr>
          <p:cNvPr id="1386" name="Google Shape;1386;g2c03d1c3ce9_0_43"/>
          <p:cNvPicPr preferRelativeResize="0"/>
          <p:nvPr/>
        </p:nvPicPr>
        <p:blipFill>
          <a:blip r:embed="rId5">
            <a:alphaModFix/>
          </a:blip>
          <a:stretch>
            <a:fillRect/>
          </a:stretch>
        </p:blipFill>
        <p:spPr>
          <a:xfrm>
            <a:off x="6097585" y="2934840"/>
            <a:ext cx="5305425" cy="3028950"/>
          </a:xfrm>
          <a:prstGeom prst="rect">
            <a:avLst/>
          </a:prstGeom>
          <a:noFill/>
          <a:ln>
            <a:noFill/>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390"/>
        <p:cNvGrpSpPr/>
        <p:nvPr/>
      </p:nvGrpSpPr>
      <p:grpSpPr>
        <a:xfrm>
          <a:off x="0" y="0"/>
          <a:ext cx="0" cy="0"/>
          <a:chOff x="0" y="0"/>
          <a:chExt cx="0" cy="0"/>
        </a:xfrm>
      </p:grpSpPr>
      <p:sp>
        <p:nvSpPr>
          <p:cNvPr id="1392" name="Google Shape;1392;g2c03d1c3ce9_0_60"/>
          <p:cNvSpPr txBox="1"/>
          <p:nvPr/>
        </p:nvSpPr>
        <p:spPr>
          <a:xfrm>
            <a:off x="829869" y="1496651"/>
            <a:ext cx="8229600" cy="7083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r>
              <a:rPr lang="en-US" sz="2300" b="1" dirty="0">
                <a:solidFill>
                  <a:srgbClr val="273239"/>
                </a:solidFill>
                <a:highlight>
                  <a:srgbClr val="FFFFFF"/>
                </a:highlight>
                <a:latin typeface="Nunito"/>
                <a:ea typeface="Nunito"/>
                <a:cs typeface="Nunito"/>
                <a:sym typeface="Nunito"/>
              </a:rPr>
              <a:t>Inserting 4 and 6:</a:t>
            </a:r>
            <a:r>
              <a:rPr lang="en-US" sz="2300" dirty="0">
                <a:solidFill>
                  <a:srgbClr val="273239"/>
                </a:solidFill>
                <a:highlight>
                  <a:srgbClr val="FFFFFF"/>
                </a:highlight>
                <a:latin typeface="Nunito"/>
                <a:ea typeface="Nunito"/>
                <a:cs typeface="Nunito"/>
                <a:sym typeface="Nunito"/>
              </a:rPr>
              <a:t> </a:t>
            </a:r>
            <a:endParaRPr sz="5800" b="0" i="0" u="none" strike="noStrike" cap="none" dirty="0">
              <a:solidFill>
                <a:srgbClr val="00B050"/>
              </a:solidFill>
              <a:latin typeface="Times New Roman"/>
              <a:ea typeface="Times New Roman"/>
              <a:cs typeface="Times New Roman"/>
              <a:sym typeface="Times New Roman"/>
            </a:endParaRPr>
          </a:p>
        </p:txBody>
      </p:sp>
      <p:sp>
        <p:nvSpPr>
          <p:cNvPr id="1393" name="Google Shape;1393;g2c03d1c3ce9_0_60"/>
          <p:cNvSpPr txBox="1"/>
          <p:nvPr/>
        </p:nvSpPr>
        <p:spPr>
          <a:xfrm>
            <a:off x="-1212105" y="2204951"/>
            <a:ext cx="12241500" cy="5427300"/>
          </a:xfrm>
          <a:prstGeom prst="rect">
            <a:avLst/>
          </a:prstGeom>
          <a:noFill/>
          <a:ln>
            <a:noFill/>
          </a:ln>
        </p:spPr>
        <p:txBody>
          <a:bodyPr spcFirstLastPara="1" wrap="square" lIns="0" tIns="45700" rIns="18275" bIns="45700" anchor="t" anchorCtr="0">
            <a:noAutofit/>
          </a:bodyPr>
          <a:lstStyle/>
          <a:p>
            <a:pPr marL="0" lvl="0" indent="0" algn="l" rtl="0">
              <a:spcBef>
                <a:spcPts val="0"/>
              </a:spcBef>
              <a:spcAft>
                <a:spcPts val="0"/>
              </a:spcAft>
              <a:buNone/>
            </a:pPr>
            <a:r>
              <a:rPr lang="en-US" sz="1300" dirty="0">
                <a:solidFill>
                  <a:srgbClr val="273239"/>
                </a:solidFill>
                <a:highlight>
                  <a:srgbClr val="FFFFFF"/>
                </a:highlight>
                <a:latin typeface="Nunito"/>
                <a:ea typeface="Nunito"/>
                <a:cs typeface="Nunito"/>
                <a:sym typeface="Nunito"/>
              </a:rPr>
              <a:t>                                                      </a:t>
            </a:r>
            <a:r>
              <a:rPr lang="en-US" sz="1700" dirty="0">
                <a:solidFill>
                  <a:srgbClr val="273239"/>
                </a:solidFill>
                <a:highlight>
                  <a:srgbClr val="FFFFFF"/>
                </a:highlight>
                <a:latin typeface="Nunito"/>
                <a:ea typeface="Nunito"/>
                <a:cs typeface="Nunito"/>
                <a:sym typeface="Nunito"/>
              </a:rPr>
              <a:t> Both 4(10</a:t>
            </a:r>
            <a:r>
              <a:rPr lang="en-US" sz="1700" b="1" dirty="0">
                <a:solidFill>
                  <a:srgbClr val="273239"/>
                </a:solidFill>
                <a:highlight>
                  <a:srgbClr val="FFFFFF"/>
                </a:highlight>
                <a:latin typeface="Nunito"/>
                <a:ea typeface="Nunito"/>
                <a:cs typeface="Nunito"/>
                <a:sym typeface="Nunito"/>
              </a:rPr>
              <a:t>0</a:t>
            </a:r>
            <a:r>
              <a:rPr lang="en-US" sz="1700" dirty="0">
                <a:solidFill>
                  <a:srgbClr val="273239"/>
                </a:solidFill>
                <a:highlight>
                  <a:srgbClr val="FFFFFF"/>
                </a:highlight>
                <a:latin typeface="Nunito"/>
                <a:ea typeface="Nunito"/>
                <a:cs typeface="Nunito"/>
                <a:sym typeface="Nunito"/>
              </a:rPr>
              <a:t>) and 6(11</a:t>
            </a:r>
            <a:r>
              <a:rPr lang="en-US" sz="1700" b="1" dirty="0">
                <a:solidFill>
                  <a:srgbClr val="273239"/>
                </a:solidFill>
                <a:highlight>
                  <a:srgbClr val="FFFFFF"/>
                </a:highlight>
                <a:latin typeface="Nunito"/>
                <a:ea typeface="Nunito"/>
                <a:cs typeface="Nunito"/>
                <a:sym typeface="Nunito"/>
              </a:rPr>
              <a:t>0</a:t>
            </a:r>
            <a:r>
              <a:rPr lang="en-US" sz="1700" dirty="0">
                <a:solidFill>
                  <a:srgbClr val="273239"/>
                </a:solidFill>
                <a:highlight>
                  <a:srgbClr val="FFFFFF"/>
                </a:highlight>
                <a:latin typeface="Nunito"/>
                <a:ea typeface="Nunito"/>
                <a:cs typeface="Nunito"/>
                <a:sym typeface="Nunito"/>
              </a:rPr>
              <a:t>)have 0 in their LSB. Hence, they are hashed as follows:  </a:t>
            </a:r>
            <a:endParaRPr sz="1700" dirty="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sz="1700" dirty="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sz="1700" dirty="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sz="1700" dirty="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sz="1700" dirty="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sz="1700" dirty="0">
              <a:solidFill>
                <a:srgbClr val="273239"/>
              </a:solidFill>
              <a:highlight>
                <a:srgbClr val="FFFFFF"/>
              </a:highlight>
              <a:latin typeface="Nunito"/>
              <a:ea typeface="Nunito"/>
              <a:cs typeface="Nunito"/>
              <a:sym typeface="Nunito"/>
            </a:endParaRPr>
          </a:p>
        </p:txBody>
      </p:sp>
      <p:pic>
        <p:nvPicPr>
          <p:cNvPr id="1394" name="Google Shape;1394;g2c03d1c3ce9_0_60"/>
          <p:cNvPicPr preferRelativeResize="0"/>
          <p:nvPr/>
        </p:nvPicPr>
        <p:blipFill rotWithShape="1">
          <a:blip r:embed="rId3">
            <a:alphaModFix/>
          </a:blip>
          <a:srcRect/>
          <a:stretch/>
        </p:blipFill>
        <p:spPr>
          <a:xfrm>
            <a:off x="195070" y="286604"/>
            <a:ext cx="1269598" cy="1148496"/>
          </a:xfrm>
          <a:prstGeom prst="rect">
            <a:avLst/>
          </a:prstGeom>
          <a:noFill/>
          <a:ln>
            <a:noFill/>
          </a:ln>
        </p:spPr>
      </p:pic>
      <p:pic>
        <p:nvPicPr>
          <p:cNvPr id="1397" name="Google Shape;1397;g2c03d1c3ce9_0_60"/>
          <p:cNvPicPr preferRelativeResize="0"/>
          <p:nvPr/>
        </p:nvPicPr>
        <p:blipFill>
          <a:blip r:embed="rId4">
            <a:alphaModFix/>
          </a:blip>
          <a:stretch>
            <a:fillRect/>
          </a:stretch>
        </p:blipFill>
        <p:spPr>
          <a:xfrm>
            <a:off x="2098770" y="2646670"/>
            <a:ext cx="5619750" cy="3679925"/>
          </a:xfrm>
          <a:prstGeom prst="rect">
            <a:avLst/>
          </a:prstGeom>
          <a:noFill/>
          <a:ln>
            <a:noFill/>
          </a:ln>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401"/>
        <p:cNvGrpSpPr/>
        <p:nvPr/>
      </p:nvGrpSpPr>
      <p:grpSpPr>
        <a:xfrm>
          <a:off x="0" y="0"/>
          <a:ext cx="0" cy="0"/>
          <a:chOff x="0" y="0"/>
          <a:chExt cx="0" cy="0"/>
        </a:xfrm>
      </p:grpSpPr>
      <p:sp>
        <p:nvSpPr>
          <p:cNvPr id="1403" name="Google Shape;1403;g2c03d1c3ce9_0_74"/>
          <p:cNvSpPr txBox="1"/>
          <p:nvPr/>
        </p:nvSpPr>
        <p:spPr>
          <a:xfrm>
            <a:off x="1343475" y="428449"/>
            <a:ext cx="8229600" cy="7083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endParaRPr sz="5800" b="0" i="0" u="none" strike="noStrike" cap="none">
              <a:solidFill>
                <a:srgbClr val="00B050"/>
              </a:solidFill>
              <a:latin typeface="Times New Roman"/>
              <a:ea typeface="Times New Roman"/>
              <a:cs typeface="Times New Roman"/>
              <a:sym typeface="Times New Roman"/>
            </a:endParaRPr>
          </a:p>
        </p:txBody>
      </p:sp>
      <p:sp>
        <p:nvSpPr>
          <p:cNvPr id="1404" name="Google Shape;1404;g2c03d1c3ce9_0_74"/>
          <p:cNvSpPr txBox="1"/>
          <p:nvPr/>
        </p:nvSpPr>
        <p:spPr>
          <a:xfrm>
            <a:off x="409279" y="1819138"/>
            <a:ext cx="12241500" cy="5427300"/>
          </a:xfrm>
          <a:prstGeom prst="rect">
            <a:avLst/>
          </a:prstGeom>
          <a:noFill/>
          <a:ln>
            <a:noFill/>
          </a:ln>
        </p:spPr>
        <p:txBody>
          <a:bodyPr spcFirstLastPara="1" wrap="square" lIns="0" tIns="45700" rIns="18275" bIns="45700" anchor="t" anchorCtr="0">
            <a:noAutofit/>
          </a:bodyPr>
          <a:lstStyle/>
          <a:p>
            <a:pPr marL="0" lvl="0" indent="0" algn="l" rtl="0">
              <a:spcBef>
                <a:spcPts val="0"/>
              </a:spcBef>
              <a:spcAft>
                <a:spcPts val="0"/>
              </a:spcAft>
              <a:buNone/>
            </a:pPr>
            <a:r>
              <a:rPr lang="en-US" sz="1300" b="1" dirty="0">
                <a:solidFill>
                  <a:srgbClr val="273239"/>
                </a:solidFill>
                <a:highlight>
                  <a:srgbClr val="FFFFFF"/>
                </a:highlight>
                <a:latin typeface="Nunito"/>
                <a:ea typeface="Nunito"/>
                <a:cs typeface="Nunito"/>
                <a:sym typeface="Nunito"/>
              </a:rPr>
              <a:t>I</a:t>
            </a:r>
            <a:r>
              <a:rPr lang="en-US" sz="1600" b="1" dirty="0">
                <a:solidFill>
                  <a:srgbClr val="273239"/>
                </a:solidFill>
                <a:highlight>
                  <a:srgbClr val="FFFFFF"/>
                </a:highlight>
                <a:latin typeface="Nunito"/>
                <a:ea typeface="Nunito"/>
                <a:cs typeface="Nunito"/>
                <a:sym typeface="Nunito"/>
              </a:rPr>
              <a:t>nserting 22:</a:t>
            </a:r>
            <a:r>
              <a:rPr lang="en-US" sz="1600" dirty="0">
                <a:solidFill>
                  <a:srgbClr val="273239"/>
                </a:solidFill>
                <a:highlight>
                  <a:srgbClr val="FFFFFF"/>
                </a:highlight>
                <a:latin typeface="Nunito"/>
                <a:ea typeface="Nunito"/>
                <a:cs typeface="Nunito"/>
                <a:sym typeface="Nunito"/>
              </a:rPr>
              <a:t> The binary form of 22 is 1011</a:t>
            </a:r>
            <a:r>
              <a:rPr lang="en-US" sz="1600" b="1" dirty="0">
                <a:solidFill>
                  <a:srgbClr val="273239"/>
                </a:solidFill>
                <a:highlight>
                  <a:srgbClr val="FFFFFF"/>
                </a:highlight>
                <a:latin typeface="Nunito"/>
                <a:ea typeface="Nunito"/>
                <a:cs typeface="Nunito"/>
                <a:sym typeface="Nunito"/>
              </a:rPr>
              <a:t>0</a:t>
            </a:r>
            <a:r>
              <a:rPr lang="en-US" sz="1600" dirty="0">
                <a:solidFill>
                  <a:srgbClr val="273239"/>
                </a:solidFill>
                <a:highlight>
                  <a:srgbClr val="FFFFFF"/>
                </a:highlight>
                <a:latin typeface="Nunito"/>
                <a:ea typeface="Nunito"/>
                <a:cs typeface="Nunito"/>
                <a:sym typeface="Nunito"/>
              </a:rPr>
              <a:t>. Its LSB is 0. The bucket pointed by directory 0 is already full. Hence, Over Flow occurs</a:t>
            </a:r>
            <a:r>
              <a:rPr lang="en-US" sz="1300" dirty="0">
                <a:solidFill>
                  <a:srgbClr val="273239"/>
                </a:solidFill>
                <a:highlight>
                  <a:srgbClr val="FFFFFF"/>
                </a:highlight>
                <a:latin typeface="Nunito"/>
                <a:ea typeface="Nunito"/>
                <a:cs typeface="Nunito"/>
                <a:sym typeface="Nunito"/>
              </a:rPr>
              <a:t>. </a:t>
            </a:r>
            <a:endParaRPr dirty="0"/>
          </a:p>
        </p:txBody>
      </p:sp>
      <p:pic>
        <p:nvPicPr>
          <p:cNvPr id="1405" name="Google Shape;1405;g2c03d1c3ce9_0_74"/>
          <p:cNvPicPr preferRelativeResize="0"/>
          <p:nvPr/>
        </p:nvPicPr>
        <p:blipFill rotWithShape="1">
          <a:blip r:embed="rId3">
            <a:alphaModFix/>
          </a:blip>
          <a:srcRect/>
          <a:stretch/>
        </p:blipFill>
        <p:spPr>
          <a:xfrm>
            <a:off x="137095" y="4"/>
            <a:ext cx="1269598" cy="1148496"/>
          </a:xfrm>
          <a:prstGeom prst="rect">
            <a:avLst/>
          </a:prstGeom>
          <a:noFill/>
          <a:ln>
            <a:noFill/>
          </a:ln>
        </p:spPr>
      </p:pic>
      <p:pic>
        <p:nvPicPr>
          <p:cNvPr id="1408" name="Google Shape;1408;g2c03d1c3ce9_0_74"/>
          <p:cNvPicPr preferRelativeResize="0"/>
          <p:nvPr/>
        </p:nvPicPr>
        <p:blipFill>
          <a:blip r:embed="rId4">
            <a:alphaModFix/>
          </a:blip>
          <a:stretch>
            <a:fillRect/>
          </a:stretch>
        </p:blipFill>
        <p:spPr>
          <a:xfrm>
            <a:off x="3193325" y="2069475"/>
            <a:ext cx="5958400" cy="3457575"/>
          </a:xfrm>
          <a:prstGeom prst="rect">
            <a:avLst/>
          </a:prstGeom>
          <a:noFill/>
          <a:ln>
            <a:noFill/>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412"/>
        <p:cNvGrpSpPr/>
        <p:nvPr/>
      </p:nvGrpSpPr>
      <p:grpSpPr>
        <a:xfrm>
          <a:off x="0" y="0"/>
          <a:ext cx="0" cy="0"/>
          <a:chOff x="0" y="0"/>
          <a:chExt cx="0" cy="0"/>
        </a:xfrm>
      </p:grpSpPr>
      <p:sp>
        <p:nvSpPr>
          <p:cNvPr id="1414" name="Google Shape;1414;g2c03d1c3ce9_0_86"/>
          <p:cNvSpPr txBox="1"/>
          <p:nvPr/>
        </p:nvSpPr>
        <p:spPr>
          <a:xfrm>
            <a:off x="1343475" y="428449"/>
            <a:ext cx="8229600" cy="7083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endParaRPr sz="5800" b="0" i="0" u="none" strike="noStrike" cap="none">
              <a:solidFill>
                <a:srgbClr val="00B050"/>
              </a:solidFill>
              <a:latin typeface="Times New Roman"/>
              <a:ea typeface="Times New Roman"/>
              <a:cs typeface="Times New Roman"/>
              <a:sym typeface="Times New Roman"/>
            </a:endParaRPr>
          </a:p>
        </p:txBody>
      </p:sp>
      <p:sp>
        <p:nvSpPr>
          <p:cNvPr id="1415" name="Google Shape;1415;g2c03d1c3ce9_0_86"/>
          <p:cNvSpPr txBox="1"/>
          <p:nvPr/>
        </p:nvSpPr>
        <p:spPr>
          <a:xfrm>
            <a:off x="137100" y="1136750"/>
            <a:ext cx="11776800" cy="5427300"/>
          </a:xfrm>
          <a:prstGeom prst="rect">
            <a:avLst/>
          </a:prstGeom>
          <a:noFill/>
          <a:ln>
            <a:noFill/>
          </a:ln>
        </p:spPr>
        <p:txBody>
          <a:bodyPr spcFirstLastPara="1" wrap="square" lIns="0" tIns="45700" rIns="18275" bIns="45700" anchor="t" anchorCtr="0">
            <a:noAutofit/>
          </a:bodyPr>
          <a:lstStyle/>
          <a:p>
            <a:pPr marL="0" lvl="0" indent="0" algn="l" rtl="0">
              <a:spcBef>
                <a:spcPts val="0"/>
              </a:spcBef>
              <a:spcAft>
                <a:spcPts val="0"/>
              </a:spcAft>
              <a:buNone/>
            </a:pPr>
            <a:r>
              <a:rPr lang="en-US" sz="1600">
                <a:solidFill>
                  <a:srgbClr val="273239"/>
                </a:solidFill>
                <a:highlight>
                  <a:srgbClr val="FFFFFF"/>
                </a:highlight>
                <a:latin typeface="Nunito"/>
                <a:ea typeface="Nunito"/>
                <a:cs typeface="Nunito"/>
                <a:sym typeface="Nunito"/>
              </a:rPr>
              <a:t>As directed by </a:t>
            </a:r>
            <a:r>
              <a:rPr lang="en-US" sz="1600" b="1">
                <a:solidFill>
                  <a:srgbClr val="273239"/>
                </a:solidFill>
                <a:highlight>
                  <a:srgbClr val="FFFFFF"/>
                </a:highlight>
                <a:latin typeface="Nunito"/>
                <a:ea typeface="Nunito"/>
                <a:cs typeface="Nunito"/>
                <a:sym typeface="Nunito"/>
              </a:rPr>
              <a:t>Step 7-Case 1</a:t>
            </a:r>
            <a:r>
              <a:rPr lang="en-US" sz="1600">
                <a:solidFill>
                  <a:srgbClr val="273239"/>
                </a:solidFill>
                <a:highlight>
                  <a:srgbClr val="FFFFFF"/>
                </a:highlight>
                <a:latin typeface="Nunito"/>
                <a:ea typeface="Nunito"/>
                <a:cs typeface="Nunito"/>
                <a:sym typeface="Nunito"/>
              </a:rPr>
              <a:t>, Since Local Depth = Global Depth, the bucket splits and directory expansion takes place. Also, rehashing of numbers present in the overflowing bucket takes place after the split. And, since the global depth is incremented by 1, now,the global depth is 2. Hence, 16,4,6,22 are now rehashed w.r.t 2 LSBs.[ 16(100</a:t>
            </a:r>
            <a:r>
              <a:rPr lang="en-US" sz="1600" b="1">
                <a:solidFill>
                  <a:srgbClr val="273239"/>
                </a:solidFill>
                <a:highlight>
                  <a:srgbClr val="FFFFFF"/>
                </a:highlight>
                <a:latin typeface="Nunito"/>
                <a:ea typeface="Nunito"/>
                <a:cs typeface="Nunito"/>
                <a:sym typeface="Nunito"/>
              </a:rPr>
              <a:t>00</a:t>
            </a:r>
            <a:r>
              <a:rPr lang="en-US" sz="1600">
                <a:solidFill>
                  <a:srgbClr val="273239"/>
                </a:solidFill>
                <a:highlight>
                  <a:srgbClr val="FFFFFF"/>
                </a:highlight>
                <a:latin typeface="Nunito"/>
                <a:ea typeface="Nunito"/>
                <a:cs typeface="Nunito"/>
                <a:sym typeface="Nunito"/>
              </a:rPr>
              <a:t>),4(1</a:t>
            </a:r>
            <a:r>
              <a:rPr lang="en-US" sz="1600" b="1">
                <a:solidFill>
                  <a:srgbClr val="273239"/>
                </a:solidFill>
                <a:highlight>
                  <a:srgbClr val="FFFFFF"/>
                </a:highlight>
                <a:latin typeface="Nunito"/>
                <a:ea typeface="Nunito"/>
                <a:cs typeface="Nunito"/>
                <a:sym typeface="Nunito"/>
              </a:rPr>
              <a:t>00</a:t>
            </a:r>
            <a:r>
              <a:rPr lang="en-US" sz="1600">
                <a:solidFill>
                  <a:srgbClr val="273239"/>
                </a:solidFill>
                <a:highlight>
                  <a:srgbClr val="FFFFFF"/>
                </a:highlight>
                <a:latin typeface="Nunito"/>
                <a:ea typeface="Nunito"/>
                <a:cs typeface="Nunito"/>
                <a:sym typeface="Nunito"/>
              </a:rPr>
              <a:t>),6(1</a:t>
            </a:r>
            <a:r>
              <a:rPr lang="en-US" sz="1600" b="1">
                <a:solidFill>
                  <a:srgbClr val="273239"/>
                </a:solidFill>
                <a:highlight>
                  <a:srgbClr val="FFFFFF"/>
                </a:highlight>
                <a:latin typeface="Nunito"/>
                <a:ea typeface="Nunito"/>
                <a:cs typeface="Nunito"/>
                <a:sym typeface="Nunito"/>
              </a:rPr>
              <a:t>10</a:t>
            </a:r>
            <a:r>
              <a:rPr lang="en-US" sz="1600">
                <a:solidFill>
                  <a:srgbClr val="273239"/>
                </a:solidFill>
                <a:highlight>
                  <a:srgbClr val="FFFFFF"/>
                </a:highlight>
                <a:latin typeface="Nunito"/>
                <a:ea typeface="Nunito"/>
                <a:cs typeface="Nunito"/>
                <a:sym typeface="Nunito"/>
              </a:rPr>
              <a:t>),22(101</a:t>
            </a:r>
            <a:r>
              <a:rPr lang="en-US" sz="1600" b="1">
                <a:solidFill>
                  <a:srgbClr val="273239"/>
                </a:solidFill>
                <a:highlight>
                  <a:srgbClr val="FFFFFF"/>
                </a:highlight>
                <a:latin typeface="Nunito"/>
                <a:ea typeface="Nunito"/>
                <a:cs typeface="Nunito"/>
                <a:sym typeface="Nunito"/>
              </a:rPr>
              <a:t>10</a:t>
            </a:r>
            <a:r>
              <a:rPr lang="en-US" sz="1600">
                <a:solidFill>
                  <a:srgbClr val="273239"/>
                </a:solidFill>
                <a:highlight>
                  <a:srgbClr val="FFFFFF"/>
                </a:highlight>
                <a:latin typeface="Nunito"/>
                <a:ea typeface="Nunito"/>
                <a:cs typeface="Nunito"/>
                <a:sym typeface="Nunito"/>
              </a:rPr>
              <a:t>) ]</a:t>
            </a:r>
            <a:r>
              <a:rPr lang="en-US" sz="1300">
                <a:solidFill>
                  <a:srgbClr val="273239"/>
                </a:solidFill>
                <a:highlight>
                  <a:srgbClr val="FFFFFF"/>
                </a:highlight>
                <a:latin typeface="Nunito"/>
                <a:ea typeface="Nunito"/>
                <a:cs typeface="Nunito"/>
                <a:sym typeface="Nunito"/>
              </a:rPr>
              <a:t> </a:t>
            </a:r>
            <a:endParaRPr sz="13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sz="13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sz="1300">
              <a:solidFill>
                <a:srgbClr val="273239"/>
              </a:solidFill>
              <a:highlight>
                <a:srgbClr val="FFFFFF"/>
              </a:highlight>
              <a:latin typeface="Nunito"/>
              <a:ea typeface="Nunito"/>
              <a:cs typeface="Nunito"/>
              <a:sym typeface="Nunito"/>
            </a:endParaRPr>
          </a:p>
        </p:txBody>
      </p:sp>
      <p:pic>
        <p:nvPicPr>
          <p:cNvPr id="1416" name="Google Shape;1416;g2c03d1c3ce9_0_86"/>
          <p:cNvPicPr preferRelativeResize="0"/>
          <p:nvPr/>
        </p:nvPicPr>
        <p:blipFill rotWithShape="1">
          <a:blip r:embed="rId3">
            <a:alphaModFix/>
          </a:blip>
          <a:srcRect/>
          <a:stretch/>
        </p:blipFill>
        <p:spPr>
          <a:xfrm>
            <a:off x="137095" y="4"/>
            <a:ext cx="1269598" cy="1148496"/>
          </a:xfrm>
          <a:prstGeom prst="rect">
            <a:avLst/>
          </a:prstGeom>
          <a:noFill/>
          <a:ln>
            <a:noFill/>
          </a:ln>
        </p:spPr>
      </p:pic>
      <p:pic>
        <p:nvPicPr>
          <p:cNvPr id="1419" name="Google Shape;1419;g2c03d1c3ce9_0_86"/>
          <p:cNvPicPr preferRelativeResize="0"/>
          <p:nvPr/>
        </p:nvPicPr>
        <p:blipFill>
          <a:blip r:embed="rId4">
            <a:alphaModFix/>
          </a:blip>
          <a:stretch>
            <a:fillRect/>
          </a:stretch>
        </p:blipFill>
        <p:spPr>
          <a:xfrm>
            <a:off x="2590800" y="2253125"/>
            <a:ext cx="7010400" cy="3900025"/>
          </a:xfrm>
          <a:prstGeom prst="rect">
            <a:avLst/>
          </a:prstGeom>
          <a:noFill/>
          <a:ln>
            <a:noFill/>
          </a:ln>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423"/>
        <p:cNvGrpSpPr/>
        <p:nvPr/>
      </p:nvGrpSpPr>
      <p:grpSpPr>
        <a:xfrm>
          <a:off x="0" y="0"/>
          <a:ext cx="0" cy="0"/>
          <a:chOff x="0" y="0"/>
          <a:chExt cx="0" cy="0"/>
        </a:xfrm>
      </p:grpSpPr>
      <p:sp>
        <p:nvSpPr>
          <p:cNvPr id="1425" name="Google Shape;1425;g2c03d1c3ce9_0_105"/>
          <p:cNvSpPr txBox="1"/>
          <p:nvPr/>
        </p:nvSpPr>
        <p:spPr>
          <a:xfrm>
            <a:off x="1343475" y="428449"/>
            <a:ext cx="8229600" cy="7083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endParaRPr sz="5800" b="0" i="0" u="none" strike="noStrike" cap="none">
              <a:solidFill>
                <a:srgbClr val="00B050"/>
              </a:solidFill>
              <a:latin typeface="Times New Roman"/>
              <a:ea typeface="Times New Roman"/>
              <a:cs typeface="Times New Roman"/>
              <a:sym typeface="Times New Roman"/>
            </a:endParaRPr>
          </a:p>
        </p:txBody>
      </p:sp>
      <p:sp>
        <p:nvSpPr>
          <p:cNvPr id="1426" name="Google Shape;1426;g2c03d1c3ce9_0_105"/>
          <p:cNvSpPr txBox="1"/>
          <p:nvPr/>
        </p:nvSpPr>
        <p:spPr>
          <a:xfrm>
            <a:off x="137100" y="1136750"/>
            <a:ext cx="11776800" cy="5427300"/>
          </a:xfrm>
          <a:prstGeom prst="rect">
            <a:avLst/>
          </a:prstGeom>
          <a:noFill/>
          <a:ln>
            <a:noFill/>
          </a:ln>
        </p:spPr>
        <p:txBody>
          <a:bodyPr spcFirstLastPara="1" wrap="square" lIns="0" tIns="45700" rIns="18275" bIns="45700" anchor="t" anchorCtr="0">
            <a:noAutofit/>
          </a:bodyPr>
          <a:lstStyle/>
          <a:p>
            <a:pPr marL="0" lvl="0" indent="0" algn="l" rtl="0">
              <a:spcBef>
                <a:spcPts val="0"/>
              </a:spcBef>
              <a:spcAft>
                <a:spcPts val="0"/>
              </a:spcAft>
              <a:buNone/>
            </a:pPr>
            <a:r>
              <a:rPr lang="en-US" sz="1300" b="1">
                <a:solidFill>
                  <a:srgbClr val="273239"/>
                </a:solidFill>
                <a:highlight>
                  <a:srgbClr val="FFFFFF"/>
                </a:highlight>
                <a:latin typeface="Nunito"/>
                <a:ea typeface="Nunito"/>
                <a:cs typeface="Nunito"/>
                <a:sym typeface="Nunito"/>
              </a:rPr>
              <a:t>I</a:t>
            </a:r>
            <a:r>
              <a:rPr lang="en-US" sz="1600" b="1">
                <a:solidFill>
                  <a:srgbClr val="273239"/>
                </a:solidFill>
                <a:highlight>
                  <a:srgbClr val="FFFFFF"/>
                </a:highlight>
                <a:latin typeface="Nunito"/>
                <a:ea typeface="Nunito"/>
                <a:cs typeface="Nunito"/>
                <a:sym typeface="Nunito"/>
              </a:rPr>
              <a:t>nserting 24 and 10:</a:t>
            </a:r>
            <a:r>
              <a:rPr lang="en-US" sz="1600">
                <a:solidFill>
                  <a:srgbClr val="273239"/>
                </a:solidFill>
                <a:highlight>
                  <a:srgbClr val="FFFFFF"/>
                </a:highlight>
                <a:latin typeface="Nunito"/>
                <a:ea typeface="Nunito"/>
                <a:cs typeface="Nunito"/>
                <a:sym typeface="Nunito"/>
              </a:rPr>
              <a:t> 24(110</a:t>
            </a:r>
            <a:r>
              <a:rPr lang="en-US" sz="1600" b="1">
                <a:solidFill>
                  <a:srgbClr val="273239"/>
                </a:solidFill>
                <a:highlight>
                  <a:srgbClr val="FFFFFF"/>
                </a:highlight>
                <a:latin typeface="Nunito"/>
                <a:ea typeface="Nunito"/>
                <a:cs typeface="Nunito"/>
                <a:sym typeface="Nunito"/>
              </a:rPr>
              <a:t>00</a:t>
            </a:r>
            <a:r>
              <a:rPr lang="en-US" sz="1600">
                <a:solidFill>
                  <a:srgbClr val="273239"/>
                </a:solidFill>
                <a:highlight>
                  <a:srgbClr val="FFFFFF"/>
                </a:highlight>
                <a:latin typeface="Nunito"/>
                <a:ea typeface="Nunito"/>
                <a:cs typeface="Nunito"/>
                <a:sym typeface="Nunito"/>
              </a:rPr>
              <a:t>) and 10 (10</a:t>
            </a:r>
            <a:r>
              <a:rPr lang="en-US" sz="1600" b="1">
                <a:solidFill>
                  <a:srgbClr val="273239"/>
                </a:solidFill>
                <a:highlight>
                  <a:srgbClr val="FFFFFF"/>
                </a:highlight>
                <a:latin typeface="Nunito"/>
                <a:ea typeface="Nunito"/>
                <a:cs typeface="Nunito"/>
                <a:sym typeface="Nunito"/>
              </a:rPr>
              <a:t>10</a:t>
            </a:r>
            <a:r>
              <a:rPr lang="en-US" sz="1600">
                <a:solidFill>
                  <a:srgbClr val="273239"/>
                </a:solidFill>
                <a:highlight>
                  <a:srgbClr val="FFFFFF"/>
                </a:highlight>
                <a:latin typeface="Nunito"/>
                <a:ea typeface="Nunito"/>
                <a:cs typeface="Nunito"/>
                <a:sym typeface="Nunito"/>
              </a:rPr>
              <a:t>) can be hashed based on directories with id 00 and 10</a:t>
            </a:r>
            <a:endParaRPr sz="16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sz="13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sz="1300">
              <a:solidFill>
                <a:srgbClr val="273239"/>
              </a:solidFill>
              <a:highlight>
                <a:srgbClr val="FFFFFF"/>
              </a:highlight>
              <a:latin typeface="Nunito"/>
              <a:ea typeface="Nunito"/>
              <a:cs typeface="Nunito"/>
              <a:sym typeface="Nunito"/>
            </a:endParaRPr>
          </a:p>
        </p:txBody>
      </p:sp>
      <p:pic>
        <p:nvPicPr>
          <p:cNvPr id="1427" name="Google Shape;1427;g2c03d1c3ce9_0_105"/>
          <p:cNvPicPr preferRelativeResize="0"/>
          <p:nvPr/>
        </p:nvPicPr>
        <p:blipFill rotWithShape="1">
          <a:blip r:embed="rId3">
            <a:alphaModFix/>
          </a:blip>
          <a:srcRect/>
          <a:stretch/>
        </p:blipFill>
        <p:spPr>
          <a:xfrm>
            <a:off x="137095" y="4"/>
            <a:ext cx="1269598" cy="1148496"/>
          </a:xfrm>
          <a:prstGeom prst="rect">
            <a:avLst/>
          </a:prstGeom>
          <a:noFill/>
          <a:ln>
            <a:noFill/>
          </a:ln>
        </p:spPr>
      </p:pic>
      <p:pic>
        <p:nvPicPr>
          <p:cNvPr id="1430" name="Google Shape;1430;g2c03d1c3ce9_0_105"/>
          <p:cNvPicPr preferRelativeResize="0"/>
          <p:nvPr/>
        </p:nvPicPr>
        <p:blipFill>
          <a:blip r:embed="rId4">
            <a:alphaModFix/>
          </a:blip>
          <a:stretch>
            <a:fillRect/>
          </a:stretch>
        </p:blipFill>
        <p:spPr>
          <a:xfrm>
            <a:off x="2943225" y="1847175"/>
            <a:ext cx="6305550" cy="4305975"/>
          </a:xfrm>
          <a:prstGeom prst="rect">
            <a:avLst/>
          </a:prstGeom>
          <a:noFill/>
          <a:ln>
            <a:noFill/>
          </a:ln>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434"/>
        <p:cNvGrpSpPr/>
        <p:nvPr/>
      </p:nvGrpSpPr>
      <p:grpSpPr>
        <a:xfrm>
          <a:off x="0" y="0"/>
          <a:ext cx="0" cy="0"/>
          <a:chOff x="0" y="0"/>
          <a:chExt cx="0" cy="0"/>
        </a:xfrm>
      </p:grpSpPr>
      <p:sp>
        <p:nvSpPr>
          <p:cNvPr id="1436" name="Google Shape;1436;g2c03d1c3ce9_0_117"/>
          <p:cNvSpPr txBox="1"/>
          <p:nvPr/>
        </p:nvSpPr>
        <p:spPr>
          <a:xfrm>
            <a:off x="1343475" y="428449"/>
            <a:ext cx="8229600" cy="7083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endParaRPr sz="5800" b="0" i="0" u="none" strike="noStrike" cap="none">
              <a:solidFill>
                <a:srgbClr val="00B050"/>
              </a:solidFill>
              <a:latin typeface="Times New Roman"/>
              <a:ea typeface="Times New Roman"/>
              <a:cs typeface="Times New Roman"/>
              <a:sym typeface="Times New Roman"/>
            </a:endParaRPr>
          </a:p>
        </p:txBody>
      </p:sp>
      <p:sp>
        <p:nvSpPr>
          <p:cNvPr id="1437" name="Google Shape;1437;g2c03d1c3ce9_0_117"/>
          <p:cNvSpPr txBox="1"/>
          <p:nvPr/>
        </p:nvSpPr>
        <p:spPr>
          <a:xfrm>
            <a:off x="137100" y="1136750"/>
            <a:ext cx="11776800" cy="5427300"/>
          </a:xfrm>
          <a:prstGeom prst="rect">
            <a:avLst/>
          </a:prstGeom>
          <a:noFill/>
          <a:ln>
            <a:noFill/>
          </a:ln>
        </p:spPr>
        <p:txBody>
          <a:bodyPr spcFirstLastPara="1" wrap="square" lIns="0" tIns="45700" rIns="18275" bIns="45700" anchor="t" anchorCtr="0">
            <a:noAutofit/>
          </a:bodyPr>
          <a:lstStyle/>
          <a:p>
            <a:pPr marL="0" lvl="0" indent="0" algn="l" rtl="0">
              <a:spcBef>
                <a:spcPts val="0"/>
              </a:spcBef>
              <a:spcAft>
                <a:spcPts val="0"/>
              </a:spcAft>
              <a:buNone/>
            </a:pPr>
            <a:r>
              <a:rPr lang="en-US" sz="1300" b="1">
                <a:solidFill>
                  <a:srgbClr val="273239"/>
                </a:solidFill>
                <a:highlight>
                  <a:srgbClr val="FFFFFF"/>
                </a:highlight>
                <a:latin typeface="Nunito"/>
                <a:ea typeface="Nunito"/>
                <a:cs typeface="Nunito"/>
                <a:sym typeface="Nunito"/>
              </a:rPr>
              <a:t>I</a:t>
            </a:r>
            <a:r>
              <a:rPr lang="en-US" sz="1600" b="1">
                <a:solidFill>
                  <a:srgbClr val="273239"/>
                </a:solidFill>
                <a:highlight>
                  <a:srgbClr val="FFFFFF"/>
                </a:highlight>
                <a:latin typeface="Nunito"/>
                <a:ea typeface="Nunito"/>
                <a:cs typeface="Nunito"/>
                <a:sym typeface="Nunito"/>
              </a:rPr>
              <a:t>nserting 31,7,9:</a:t>
            </a:r>
            <a:r>
              <a:rPr lang="en-US" sz="1600">
                <a:solidFill>
                  <a:srgbClr val="273239"/>
                </a:solidFill>
                <a:highlight>
                  <a:srgbClr val="FFFFFF"/>
                </a:highlight>
                <a:latin typeface="Nunito"/>
                <a:ea typeface="Nunito"/>
                <a:cs typeface="Nunito"/>
                <a:sym typeface="Nunito"/>
              </a:rPr>
              <a:t> All of these elements[ 31(111</a:t>
            </a:r>
            <a:r>
              <a:rPr lang="en-US" sz="1600" b="1">
                <a:solidFill>
                  <a:srgbClr val="273239"/>
                </a:solidFill>
                <a:highlight>
                  <a:srgbClr val="FFFFFF"/>
                </a:highlight>
                <a:latin typeface="Nunito"/>
                <a:ea typeface="Nunito"/>
                <a:cs typeface="Nunito"/>
                <a:sym typeface="Nunito"/>
              </a:rPr>
              <a:t>11</a:t>
            </a:r>
            <a:r>
              <a:rPr lang="en-US" sz="1600">
                <a:solidFill>
                  <a:srgbClr val="273239"/>
                </a:solidFill>
                <a:highlight>
                  <a:srgbClr val="FFFFFF"/>
                </a:highlight>
                <a:latin typeface="Nunito"/>
                <a:ea typeface="Nunito"/>
                <a:cs typeface="Nunito"/>
                <a:sym typeface="Nunito"/>
              </a:rPr>
              <a:t>), 7(1</a:t>
            </a:r>
            <a:r>
              <a:rPr lang="en-US" sz="1600" b="1">
                <a:solidFill>
                  <a:srgbClr val="273239"/>
                </a:solidFill>
                <a:highlight>
                  <a:srgbClr val="FFFFFF"/>
                </a:highlight>
                <a:latin typeface="Nunito"/>
                <a:ea typeface="Nunito"/>
                <a:cs typeface="Nunito"/>
                <a:sym typeface="Nunito"/>
              </a:rPr>
              <a:t>11</a:t>
            </a:r>
            <a:r>
              <a:rPr lang="en-US" sz="1600">
                <a:solidFill>
                  <a:srgbClr val="273239"/>
                </a:solidFill>
                <a:highlight>
                  <a:srgbClr val="FFFFFF"/>
                </a:highlight>
                <a:latin typeface="Nunito"/>
                <a:ea typeface="Nunito"/>
                <a:cs typeface="Nunito"/>
                <a:sym typeface="Nunito"/>
              </a:rPr>
              <a:t>), 9(10</a:t>
            </a:r>
            <a:r>
              <a:rPr lang="en-US" sz="1600" b="1">
                <a:solidFill>
                  <a:srgbClr val="273239"/>
                </a:solidFill>
                <a:highlight>
                  <a:srgbClr val="FFFFFF"/>
                </a:highlight>
                <a:latin typeface="Nunito"/>
                <a:ea typeface="Nunito"/>
                <a:cs typeface="Nunito"/>
                <a:sym typeface="Nunito"/>
              </a:rPr>
              <a:t>01</a:t>
            </a:r>
            <a:r>
              <a:rPr lang="en-US" sz="1600">
                <a:solidFill>
                  <a:srgbClr val="273239"/>
                </a:solidFill>
                <a:highlight>
                  <a:srgbClr val="FFFFFF"/>
                </a:highlight>
                <a:latin typeface="Nunito"/>
                <a:ea typeface="Nunito"/>
                <a:cs typeface="Nunito"/>
                <a:sym typeface="Nunito"/>
              </a:rPr>
              <a:t>) ] have either 01 or 11 in their LSBs.</a:t>
            </a:r>
            <a:endParaRPr sz="1700"/>
          </a:p>
        </p:txBody>
      </p:sp>
      <p:pic>
        <p:nvPicPr>
          <p:cNvPr id="1438" name="Google Shape;1438;g2c03d1c3ce9_0_117"/>
          <p:cNvPicPr preferRelativeResize="0"/>
          <p:nvPr/>
        </p:nvPicPr>
        <p:blipFill rotWithShape="1">
          <a:blip r:embed="rId3">
            <a:alphaModFix/>
          </a:blip>
          <a:srcRect/>
          <a:stretch/>
        </p:blipFill>
        <p:spPr>
          <a:xfrm>
            <a:off x="137095" y="4"/>
            <a:ext cx="1269598" cy="1148496"/>
          </a:xfrm>
          <a:prstGeom prst="rect">
            <a:avLst/>
          </a:prstGeom>
          <a:noFill/>
          <a:ln>
            <a:noFill/>
          </a:ln>
        </p:spPr>
      </p:pic>
      <p:pic>
        <p:nvPicPr>
          <p:cNvPr id="1441" name="Google Shape;1441;g2c03d1c3ce9_0_117"/>
          <p:cNvPicPr preferRelativeResize="0"/>
          <p:nvPr/>
        </p:nvPicPr>
        <p:blipFill>
          <a:blip r:embed="rId4">
            <a:alphaModFix/>
          </a:blip>
          <a:stretch>
            <a:fillRect/>
          </a:stretch>
        </p:blipFill>
        <p:spPr>
          <a:xfrm>
            <a:off x="3290900" y="1739412"/>
            <a:ext cx="6219825" cy="4138462"/>
          </a:xfrm>
          <a:prstGeom prst="rect">
            <a:avLst/>
          </a:prstGeom>
          <a:noFill/>
          <a:ln>
            <a:noFill/>
          </a:ln>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447" name="Google Shape;1447;g2c03d1c3ce9_0_131"/>
          <p:cNvSpPr txBox="1"/>
          <p:nvPr/>
        </p:nvSpPr>
        <p:spPr>
          <a:xfrm>
            <a:off x="1343475" y="428449"/>
            <a:ext cx="8229600" cy="7083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endParaRPr sz="5800" b="0" i="0" u="none" strike="noStrike" cap="none">
              <a:solidFill>
                <a:srgbClr val="00B050"/>
              </a:solidFill>
              <a:latin typeface="Times New Roman"/>
              <a:ea typeface="Times New Roman"/>
              <a:cs typeface="Times New Roman"/>
              <a:sym typeface="Times New Roman"/>
            </a:endParaRPr>
          </a:p>
        </p:txBody>
      </p:sp>
      <p:sp>
        <p:nvSpPr>
          <p:cNvPr id="1448" name="Google Shape;1448;g2c03d1c3ce9_0_131"/>
          <p:cNvSpPr txBox="1"/>
          <p:nvPr/>
        </p:nvSpPr>
        <p:spPr>
          <a:xfrm>
            <a:off x="137100" y="1136750"/>
            <a:ext cx="11776800" cy="5427300"/>
          </a:xfrm>
          <a:prstGeom prst="rect">
            <a:avLst/>
          </a:prstGeom>
          <a:noFill/>
          <a:ln>
            <a:noFill/>
          </a:ln>
        </p:spPr>
        <p:txBody>
          <a:bodyPr spcFirstLastPara="1" wrap="square" lIns="0" tIns="45700" rIns="18275" bIns="45700" anchor="t" anchorCtr="0">
            <a:noAutofit/>
          </a:bodyPr>
          <a:lstStyle/>
          <a:p>
            <a:pPr marL="0" lvl="0" indent="0" algn="l" rtl="0">
              <a:spcBef>
                <a:spcPts val="0"/>
              </a:spcBef>
              <a:spcAft>
                <a:spcPts val="0"/>
              </a:spcAft>
              <a:buNone/>
            </a:pPr>
            <a:r>
              <a:rPr lang="en-US" sz="1700" b="1">
                <a:solidFill>
                  <a:srgbClr val="273239"/>
                </a:solidFill>
                <a:highlight>
                  <a:srgbClr val="FFFFFF"/>
                </a:highlight>
                <a:latin typeface="Nunito"/>
                <a:ea typeface="Nunito"/>
                <a:cs typeface="Nunito"/>
                <a:sym typeface="Nunito"/>
              </a:rPr>
              <a:t>Inserting 20:</a:t>
            </a:r>
            <a:r>
              <a:rPr lang="en-US" sz="1700">
                <a:solidFill>
                  <a:srgbClr val="273239"/>
                </a:solidFill>
                <a:highlight>
                  <a:srgbClr val="FFFFFF"/>
                </a:highlight>
                <a:latin typeface="Nunito"/>
                <a:ea typeface="Nunito"/>
                <a:cs typeface="Nunito"/>
                <a:sym typeface="Nunito"/>
              </a:rPr>
              <a:t> Insertion of data element 20 (101</a:t>
            </a:r>
            <a:r>
              <a:rPr lang="en-US" sz="1700" b="1">
                <a:solidFill>
                  <a:srgbClr val="273239"/>
                </a:solidFill>
                <a:highlight>
                  <a:srgbClr val="FFFFFF"/>
                </a:highlight>
                <a:latin typeface="Nunito"/>
                <a:ea typeface="Nunito"/>
                <a:cs typeface="Nunito"/>
                <a:sym typeface="Nunito"/>
              </a:rPr>
              <a:t>00</a:t>
            </a:r>
            <a:r>
              <a:rPr lang="en-US" sz="1700">
                <a:solidFill>
                  <a:srgbClr val="273239"/>
                </a:solidFill>
                <a:highlight>
                  <a:srgbClr val="FFFFFF"/>
                </a:highlight>
                <a:latin typeface="Nunito"/>
                <a:ea typeface="Nunito"/>
                <a:cs typeface="Nunito"/>
                <a:sym typeface="Nunito"/>
              </a:rPr>
              <a:t>) will again cause the overflow problem. </a:t>
            </a:r>
            <a:r>
              <a:rPr lang="en-US" sz="2000">
                <a:solidFill>
                  <a:srgbClr val="273239"/>
                </a:solidFill>
                <a:highlight>
                  <a:srgbClr val="FFFFFF"/>
                </a:highlight>
                <a:latin typeface="Nunito"/>
                <a:ea typeface="Nunito"/>
                <a:cs typeface="Nunito"/>
                <a:sym typeface="Nunito"/>
              </a:rPr>
              <a:t>.</a:t>
            </a:r>
            <a:endParaRPr sz="2100"/>
          </a:p>
        </p:txBody>
      </p:sp>
      <p:pic>
        <p:nvPicPr>
          <p:cNvPr id="1449" name="Google Shape;1449;g2c03d1c3ce9_0_131"/>
          <p:cNvPicPr preferRelativeResize="0"/>
          <p:nvPr/>
        </p:nvPicPr>
        <p:blipFill rotWithShape="1">
          <a:blip r:embed="rId3">
            <a:alphaModFix/>
          </a:blip>
          <a:srcRect/>
          <a:stretch/>
        </p:blipFill>
        <p:spPr>
          <a:xfrm>
            <a:off x="137095" y="4"/>
            <a:ext cx="1269598" cy="1148496"/>
          </a:xfrm>
          <a:prstGeom prst="rect">
            <a:avLst/>
          </a:prstGeom>
          <a:noFill/>
          <a:ln>
            <a:noFill/>
          </a:ln>
        </p:spPr>
      </p:pic>
      <p:pic>
        <p:nvPicPr>
          <p:cNvPr id="1452" name="Google Shape;1452;g2c03d1c3ce9_0_131"/>
          <p:cNvPicPr preferRelativeResize="0"/>
          <p:nvPr/>
        </p:nvPicPr>
        <p:blipFill>
          <a:blip r:embed="rId4">
            <a:alphaModFix/>
          </a:blip>
          <a:stretch>
            <a:fillRect/>
          </a:stretch>
        </p:blipFill>
        <p:spPr>
          <a:xfrm>
            <a:off x="2986100" y="1847175"/>
            <a:ext cx="6219825" cy="4039275"/>
          </a:xfrm>
          <a:prstGeom prst="rect">
            <a:avLst/>
          </a:prstGeom>
          <a:noFill/>
          <a:ln>
            <a:noFill/>
          </a:ln>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8" name="Google Shape;1458;g2c03d1c3ce9_0_143"/>
          <p:cNvSpPr txBox="1"/>
          <p:nvPr/>
        </p:nvSpPr>
        <p:spPr>
          <a:xfrm>
            <a:off x="1343475" y="428449"/>
            <a:ext cx="8229600" cy="7083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B050"/>
              </a:buClr>
              <a:buSzPts val="4800"/>
              <a:buFont typeface="Times New Roman"/>
              <a:buNone/>
            </a:pPr>
            <a:endParaRPr sz="5800" b="0" i="0" u="none" strike="noStrike" cap="none">
              <a:solidFill>
                <a:srgbClr val="00B050"/>
              </a:solidFill>
              <a:latin typeface="Times New Roman"/>
              <a:ea typeface="Times New Roman"/>
              <a:cs typeface="Times New Roman"/>
              <a:sym typeface="Times New Roman"/>
            </a:endParaRPr>
          </a:p>
        </p:txBody>
      </p:sp>
      <p:sp>
        <p:nvSpPr>
          <p:cNvPr id="1459" name="Google Shape;1459;g2c03d1c3ce9_0_143"/>
          <p:cNvSpPr txBox="1"/>
          <p:nvPr/>
        </p:nvSpPr>
        <p:spPr>
          <a:xfrm>
            <a:off x="137100" y="1136750"/>
            <a:ext cx="11776800" cy="5427300"/>
          </a:xfrm>
          <a:prstGeom prst="rect">
            <a:avLst/>
          </a:prstGeom>
          <a:noFill/>
          <a:ln>
            <a:noFill/>
          </a:ln>
        </p:spPr>
        <p:txBody>
          <a:bodyPr spcFirstLastPara="1" wrap="square" lIns="0" tIns="45700" rIns="18275" bIns="45700" anchor="t" anchorCtr="0">
            <a:noAutofit/>
          </a:bodyPr>
          <a:lstStyle/>
          <a:p>
            <a:pPr marL="0" lvl="0" indent="0" algn="l" rtl="0">
              <a:spcBef>
                <a:spcPts val="0"/>
              </a:spcBef>
              <a:spcAft>
                <a:spcPts val="0"/>
              </a:spcAft>
              <a:buNone/>
            </a:pPr>
            <a:r>
              <a:rPr lang="en-US" sz="1700">
                <a:solidFill>
                  <a:srgbClr val="273239"/>
                </a:solidFill>
                <a:highlight>
                  <a:srgbClr val="FFFFFF"/>
                </a:highlight>
                <a:latin typeface="Nunito"/>
                <a:ea typeface="Nunito"/>
                <a:cs typeface="Nunito"/>
                <a:sym typeface="Nunito"/>
              </a:rPr>
              <a:t>20 is inserted in bucket pointed out by 00. As directed by </a:t>
            </a:r>
            <a:r>
              <a:rPr lang="en-US" sz="1700" b="1">
                <a:solidFill>
                  <a:srgbClr val="273239"/>
                </a:solidFill>
                <a:highlight>
                  <a:srgbClr val="FFFFFF"/>
                </a:highlight>
                <a:latin typeface="Nunito"/>
                <a:ea typeface="Nunito"/>
                <a:cs typeface="Nunito"/>
                <a:sym typeface="Nunito"/>
              </a:rPr>
              <a:t>Step 7-Case 1</a:t>
            </a:r>
            <a:r>
              <a:rPr lang="en-US" sz="1700">
                <a:solidFill>
                  <a:srgbClr val="273239"/>
                </a:solidFill>
                <a:highlight>
                  <a:srgbClr val="FFFFFF"/>
                </a:highlight>
                <a:latin typeface="Nunito"/>
                <a:ea typeface="Nunito"/>
                <a:cs typeface="Nunito"/>
                <a:sym typeface="Nunito"/>
              </a:rPr>
              <a:t>, since the </a:t>
            </a:r>
            <a:r>
              <a:rPr lang="en-US" sz="1700" b="1">
                <a:solidFill>
                  <a:srgbClr val="273239"/>
                </a:solidFill>
                <a:highlight>
                  <a:srgbClr val="FFFFFF"/>
                </a:highlight>
                <a:latin typeface="Nunito"/>
                <a:ea typeface="Nunito"/>
                <a:cs typeface="Nunito"/>
                <a:sym typeface="Nunito"/>
              </a:rPr>
              <a:t>local depth of the bucket = global-depth</a:t>
            </a:r>
            <a:r>
              <a:rPr lang="en-US" sz="1700">
                <a:solidFill>
                  <a:srgbClr val="273239"/>
                </a:solidFill>
                <a:highlight>
                  <a:srgbClr val="FFFFFF"/>
                </a:highlight>
                <a:latin typeface="Nunito"/>
                <a:ea typeface="Nunito"/>
                <a:cs typeface="Nunito"/>
                <a:sym typeface="Nunito"/>
              </a:rPr>
              <a:t>, directory expansion (doubling) takes place along with bucket splitting. Elements present in overflowing bucket are rehashed with the new global depth</a:t>
            </a:r>
            <a:r>
              <a:rPr lang="en-US" sz="2400">
                <a:solidFill>
                  <a:srgbClr val="273239"/>
                </a:solidFill>
                <a:highlight>
                  <a:srgbClr val="FFFFFF"/>
                </a:highlight>
                <a:latin typeface="Nunito"/>
                <a:ea typeface="Nunito"/>
                <a:cs typeface="Nunito"/>
                <a:sym typeface="Nunito"/>
              </a:rPr>
              <a:t>.</a:t>
            </a:r>
            <a:endParaRPr sz="24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sz="2400">
              <a:solidFill>
                <a:srgbClr val="273239"/>
              </a:solidFill>
              <a:highlight>
                <a:srgbClr val="FFFFFF"/>
              </a:highlight>
              <a:latin typeface="Nunito"/>
              <a:ea typeface="Nunito"/>
              <a:cs typeface="Nunito"/>
              <a:sym typeface="Nunito"/>
            </a:endParaRPr>
          </a:p>
        </p:txBody>
      </p:sp>
      <p:pic>
        <p:nvPicPr>
          <p:cNvPr id="1460" name="Google Shape;1460;g2c03d1c3ce9_0_143"/>
          <p:cNvPicPr preferRelativeResize="0"/>
          <p:nvPr/>
        </p:nvPicPr>
        <p:blipFill rotWithShape="1">
          <a:blip r:embed="rId3">
            <a:alphaModFix/>
          </a:blip>
          <a:srcRect/>
          <a:stretch/>
        </p:blipFill>
        <p:spPr>
          <a:xfrm>
            <a:off x="137095" y="4"/>
            <a:ext cx="1269598" cy="1148496"/>
          </a:xfrm>
          <a:prstGeom prst="rect">
            <a:avLst/>
          </a:prstGeom>
          <a:noFill/>
          <a:ln>
            <a:noFill/>
          </a:ln>
        </p:spPr>
      </p:pic>
      <p:pic>
        <p:nvPicPr>
          <p:cNvPr id="1463" name="Google Shape;1463;g2c03d1c3ce9_0_143"/>
          <p:cNvPicPr preferRelativeResize="0"/>
          <p:nvPr/>
        </p:nvPicPr>
        <p:blipFill>
          <a:blip r:embed="rId4">
            <a:alphaModFix/>
          </a:blip>
          <a:stretch>
            <a:fillRect/>
          </a:stretch>
        </p:blipFill>
        <p:spPr>
          <a:xfrm>
            <a:off x="2590800" y="2064650"/>
            <a:ext cx="7010400" cy="4088500"/>
          </a:xfrm>
          <a:prstGeom prst="rect">
            <a:avLst/>
          </a:prstGeom>
          <a:noFill/>
          <a:ln>
            <a:noFill/>
          </a:ln>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467"/>
        <p:cNvGrpSpPr/>
        <p:nvPr/>
      </p:nvGrpSpPr>
      <p:grpSpPr>
        <a:xfrm>
          <a:off x="0" y="0"/>
          <a:ext cx="0" cy="0"/>
          <a:chOff x="0" y="0"/>
          <a:chExt cx="0" cy="0"/>
        </a:xfrm>
      </p:grpSpPr>
      <p:sp>
        <p:nvSpPr>
          <p:cNvPr id="1468" name="Google Shape;1468;p1"/>
          <p:cNvSpPr txBox="1">
            <a:spLocks noGrp="1"/>
          </p:cNvSpPr>
          <p:nvPr>
            <p:ph type="title"/>
          </p:nvPr>
        </p:nvSpPr>
        <p:spPr>
          <a:xfrm>
            <a:off x="2380792" y="390928"/>
            <a:ext cx="9120967" cy="763116"/>
          </a:xfrm>
          <a:prstGeom prst="rect">
            <a:avLst/>
          </a:prstGeom>
          <a:noFill/>
          <a:ln>
            <a:noFill/>
          </a:ln>
        </p:spPr>
        <p:txBody>
          <a:bodyPr spcFirstLastPara="1" wrap="square" lIns="0" tIns="11500" rIns="0" bIns="0" anchor="b" anchorCtr="0">
            <a:spAutoFit/>
          </a:bodyPr>
          <a:lstStyle/>
          <a:p>
            <a:pPr marL="11516" lvl="0" indent="0" algn="l" rtl="0">
              <a:lnSpc>
                <a:spcPct val="100000"/>
              </a:lnSpc>
              <a:spcBef>
                <a:spcPts val="91"/>
              </a:spcBef>
              <a:spcAft>
                <a:spcPts val="0"/>
              </a:spcAft>
              <a:buSzPts val="4800"/>
              <a:buNone/>
            </a:pPr>
            <a:r>
              <a:rPr lang="en-US"/>
              <a:t>Extendible Hashing</a:t>
            </a:r>
            <a:endParaRPr/>
          </a:p>
        </p:txBody>
      </p:sp>
      <p:sp>
        <p:nvSpPr>
          <p:cNvPr id="1469" name="Google Shape;1469;p1"/>
          <p:cNvSpPr txBox="1"/>
          <p:nvPr/>
        </p:nvSpPr>
        <p:spPr>
          <a:xfrm>
            <a:off x="1937934" y="1264015"/>
            <a:ext cx="7777582" cy="983059"/>
          </a:xfrm>
          <a:prstGeom prst="rect">
            <a:avLst/>
          </a:prstGeom>
          <a:noFill/>
          <a:ln>
            <a:noFill/>
          </a:ln>
        </p:spPr>
        <p:txBody>
          <a:bodyPr spcFirstLastPara="1" wrap="square" lIns="0" tIns="80600" rIns="0" bIns="0" anchor="t" anchorCtr="0">
            <a:spAutoFit/>
          </a:bodyPr>
          <a:lstStyle/>
          <a:p>
            <a:pPr marL="254512" marR="0" lvl="0" indent="-242995" algn="l" rtl="0">
              <a:lnSpc>
                <a:spcPct val="100000"/>
              </a:lnSpc>
              <a:spcBef>
                <a:spcPts val="0"/>
              </a:spcBef>
              <a:spcAft>
                <a:spcPts val="0"/>
              </a:spcAft>
              <a:buClr>
                <a:srgbClr val="000000"/>
              </a:buClr>
              <a:buSzPts val="1587"/>
              <a:buFont typeface="Noto Sans Symbols"/>
              <a:buChar char="⮚"/>
            </a:pPr>
            <a:r>
              <a:rPr lang="en-US" sz="1814" b="0" i="0" u="none" strike="noStrike" cap="none">
                <a:solidFill>
                  <a:srgbClr val="000000"/>
                </a:solidFill>
                <a:latin typeface="Verdana"/>
                <a:ea typeface="Verdana"/>
                <a:cs typeface="Verdana"/>
                <a:sym typeface="Verdana"/>
              </a:rPr>
              <a:t>Suppose that g=2 and bucket size = 3.</a:t>
            </a:r>
            <a:endParaRPr sz="1814" b="0" i="0" u="none" strike="noStrike" cap="none">
              <a:solidFill>
                <a:srgbClr val="000000"/>
              </a:solidFill>
              <a:latin typeface="Verdana"/>
              <a:ea typeface="Verdana"/>
              <a:cs typeface="Verdana"/>
              <a:sym typeface="Verdana"/>
            </a:endParaRPr>
          </a:p>
          <a:p>
            <a:pPr marL="218810" marR="4607" lvl="0" indent="-207293" algn="l" rtl="0">
              <a:lnSpc>
                <a:spcPct val="100000"/>
              </a:lnSpc>
              <a:spcBef>
                <a:spcPts val="544"/>
              </a:spcBef>
              <a:spcAft>
                <a:spcPts val="0"/>
              </a:spcAft>
              <a:buClr>
                <a:srgbClr val="000000"/>
              </a:buClr>
              <a:buSzPts val="1587"/>
              <a:buFont typeface="Noto Sans Symbols"/>
              <a:buChar char="⮚"/>
            </a:pPr>
            <a:r>
              <a:rPr lang="en-US" sz="1814" b="0" i="0" u="none" strike="noStrike" cap="none">
                <a:solidFill>
                  <a:srgbClr val="000000"/>
                </a:solidFill>
                <a:latin typeface="Verdana"/>
                <a:ea typeface="Verdana"/>
                <a:cs typeface="Verdana"/>
                <a:sym typeface="Verdana"/>
              </a:rPr>
              <a:t>Suppose that we have records with these keys and hash function h(key) = key mod 64:</a:t>
            </a:r>
            <a:endParaRPr sz="1814" b="0" i="0" u="none" strike="noStrike" cap="none">
              <a:solidFill>
                <a:srgbClr val="000000"/>
              </a:solidFill>
              <a:latin typeface="Verdana"/>
              <a:ea typeface="Verdana"/>
              <a:cs typeface="Verdana"/>
              <a:sym typeface="Verdana"/>
            </a:endParaRPr>
          </a:p>
        </p:txBody>
      </p:sp>
      <p:graphicFrame>
        <p:nvGraphicFramePr>
          <p:cNvPr id="1470" name="Google Shape;1470;p1"/>
          <p:cNvGraphicFramePr/>
          <p:nvPr/>
        </p:nvGraphicFramePr>
        <p:xfrm>
          <a:off x="2772029" y="2247074"/>
          <a:ext cx="6716325" cy="4350925"/>
        </p:xfrm>
        <a:graphic>
          <a:graphicData uri="http://schemas.openxmlformats.org/drawingml/2006/table">
            <a:tbl>
              <a:tblPr firstRow="1" bandRow="1">
                <a:noFill/>
                <a:tableStyleId>{B5A5B32E-2F8E-4EB1-B198-1ED1FC871F6B}</a:tableStyleId>
              </a:tblPr>
              <a:tblGrid>
                <a:gridCol w="2238200"/>
                <a:gridCol w="2238200"/>
                <a:gridCol w="2239925"/>
              </a:tblGrid>
              <a:tr h="348950">
                <a:tc>
                  <a:txBody>
                    <a:bodyPr/>
                    <a:lstStyle/>
                    <a:p>
                      <a:pPr marL="0" marR="0" lvl="0" indent="0" algn="ctr" rtl="0">
                        <a:lnSpc>
                          <a:spcPct val="100000"/>
                        </a:lnSpc>
                        <a:spcBef>
                          <a:spcPts val="0"/>
                        </a:spcBef>
                        <a:spcAft>
                          <a:spcPts val="0"/>
                        </a:spcAft>
                        <a:buNone/>
                      </a:pPr>
                      <a:r>
                        <a:rPr lang="en-US" sz="1500" u="none" strike="noStrike" cap="none">
                          <a:solidFill>
                            <a:srgbClr val="FFFFFF"/>
                          </a:solidFill>
                          <a:latin typeface="Verdana"/>
                          <a:ea typeface="Verdana"/>
                          <a:cs typeface="Verdana"/>
                          <a:sym typeface="Verdana"/>
                        </a:rPr>
                        <a:t>key</a:t>
                      </a:r>
                      <a:endParaRPr sz="1500" u="none" strike="noStrike" cap="none">
                        <a:latin typeface="Verdana"/>
                        <a:ea typeface="Verdana"/>
                        <a:cs typeface="Verdana"/>
                        <a:sym typeface="Verdana"/>
                      </a:endParaRPr>
                    </a:p>
                  </a:txBody>
                  <a:tcPr marL="0" marR="0" marT="40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252525"/>
                    </a:solidFill>
                  </a:tcPr>
                </a:tc>
                <a:tc>
                  <a:txBody>
                    <a:bodyPr/>
                    <a:lstStyle/>
                    <a:p>
                      <a:pPr marL="0" marR="5080" lvl="0" indent="0" algn="ctr" rtl="0">
                        <a:lnSpc>
                          <a:spcPct val="100000"/>
                        </a:lnSpc>
                        <a:spcBef>
                          <a:spcPts val="0"/>
                        </a:spcBef>
                        <a:spcAft>
                          <a:spcPts val="0"/>
                        </a:spcAft>
                        <a:buNone/>
                      </a:pPr>
                      <a:r>
                        <a:rPr lang="en-US" sz="1500" u="none" strike="noStrike" cap="none">
                          <a:solidFill>
                            <a:srgbClr val="FFFFFF"/>
                          </a:solidFill>
                          <a:latin typeface="Verdana"/>
                          <a:ea typeface="Verdana"/>
                          <a:cs typeface="Verdana"/>
                          <a:sym typeface="Verdana"/>
                        </a:rPr>
                        <a:t>h(key) = key mod 64</a:t>
                      </a:r>
                      <a:endParaRPr sz="1500" u="none" strike="noStrike" cap="none">
                        <a:latin typeface="Verdana"/>
                        <a:ea typeface="Verdana"/>
                        <a:cs typeface="Verdana"/>
                        <a:sym typeface="Verdana"/>
                      </a:endParaRPr>
                    </a:p>
                  </a:txBody>
                  <a:tcPr marL="0" marR="0" marT="40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252525"/>
                    </a:solidFill>
                  </a:tcPr>
                </a:tc>
                <a:tc>
                  <a:txBody>
                    <a:bodyPr/>
                    <a:lstStyle/>
                    <a:p>
                      <a:pPr marL="0" marR="12065" lvl="0" indent="0" algn="ctr" rtl="0">
                        <a:lnSpc>
                          <a:spcPct val="100000"/>
                        </a:lnSpc>
                        <a:spcBef>
                          <a:spcPts val="0"/>
                        </a:spcBef>
                        <a:spcAft>
                          <a:spcPts val="0"/>
                        </a:spcAft>
                        <a:buNone/>
                      </a:pPr>
                      <a:r>
                        <a:rPr lang="en-US" sz="1500" u="none" strike="noStrike" cap="none">
                          <a:solidFill>
                            <a:srgbClr val="FFFFFF"/>
                          </a:solidFill>
                          <a:latin typeface="Verdana"/>
                          <a:ea typeface="Verdana"/>
                          <a:cs typeface="Verdana"/>
                          <a:sym typeface="Verdana"/>
                        </a:rPr>
                        <a:t>bit pattern</a:t>
                      </a:r>
                      <a:endParaRPr sz="1500" u="none" strike="noStrike" cap="none">
                        <a:latin typeface="Verdana"/>
                        <a:ea typeface="Verdana"/>
                        <a:cs typeface="Verdana"/>
                        <a:sym typeface="Verdana"/>
                      </a:endParaRPr>
                    </a:p>
                  </a:txBody>
                  <a:tcPr marL="0" marR="0" marT="40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252525"/>
                    </a:solidFill>
                  </a:tcPr>
                </a:tc>
              </a:tr>
              <a:tr h="355275">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1111</a:t>
                      </a:r>
                      <a:endParaRPr sz="1600" u="none" strike="noStrike" cap="none">
                        <a:latin typeface="Arial"/>
                        <a:ea typeface="Arial"/>
                        <a:cs typeface="Arial"/>
                        <a:sym typeface="Arial"/>
                      </a:endParaRPr>
                    </a:p>
                  </a:txBody>
                  <a:tcPr marL="0" marR="0" marT="604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23</a:t>
                      </a:r>
                      <a:endParaRPr sz="1600" u="none" strike="noStrike" cap="none">
                        <a:latin typeface="Arial"/>
                        <a:ea typeface="Arial"/>
                        <a:cs typeface="Arial"/>
                        <a:sym typeface="Arial"/>
                      </a:endParaRPr>
                    </a:p>
                  </a:txBody>
                  <a:tcPr marL="0" marR="0" marT="604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010111</a:t>
                      </a:r>
                      <a:endParaRPr sz="1600" u="none" strike="noStrike" cap="none">
                        <a:latin typeface="Arial"/>
                        <a:ea typeface="Arial"/>
                        <a:cs typeface="Arial"/>
                        <a:sym typeface="Arial"/>
                      </a:endParaRPr>
                    </a:p>
                  </a:txBody>
                  <a:tcPr marL="0" marR="0" marT="604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675">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3333</a:t>
                      </a:r>
                      <a:endParaRPr sz="1600" u="none" strike="noStrike" cap="none">
                        <a:latin typeface="Arial"/>
                        <a:ea typeface="Arial"/>
                        <a:cs typeface="Arial"/>
                        <a:sym typeface="Arial"/>
                      </a:endParaRPr>
                    </a:p>
                  </a:txBody>
                  <a:tcPr marL="0" marR="0" marT="36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5</a:t>
                      </a:r>
                      <a:endParaRPr sz="1600" u="none" strike="noStrike" cap="none">
                        <a:latin typeface="Arial"/>
                        <a:ea typeface="Arial"/>
                        <a:cs typeface="Arial"/>
                        <a:sym typeface="Arial"/>
                      </a:endParaRPr>
                    </a:p>
                  </a:txBody>
                  <a:tcPr marL="0" marR="0" marT="36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000101</a:t>
                      </a:r>
                      <a:endParaRPr sz="1600" u="none" strike="noStrike" cap="none">
                        <a:latin typeface="Arial"/>
                        <a:ea typeface="Arial"/>
                        <a:cs typeface="Arial"/>
                        <a:sym typeface="Arial"/>
                      </a:endParaRPr>
                    </a:p>
                  </a:txBody>
                  <a:tcPr marL="0" marR="0" marT="36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675">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1235</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19</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010011</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100">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2378</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10</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001010</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100">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1212</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60</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111100</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675">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1456</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48</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110000</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100">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2134</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22</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010110</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675">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2345</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41</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101001</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675">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1111</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23</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010111</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675">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8231</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39</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100111</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675">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2222</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46</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101110</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r h="331675">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0" marR="0" lvl="0" indent="0" algn="ctr" rtl="0">
                        <a:lnSpc>
                          <a:spcPct val="100000"/>
                        </a:lnSpc>
                        <a:spcBef>
                          <a:spcPts val="0"/>
                        </a:spcBef>
                        <a:spcAft>
                          <a:spcPts val="0"/>
                        </a:spcAft>
                        <a:buNone/>
                      </a:pPr>
                      <a:r>
                        <a:rPr lang="en-US" sz="1600" u="none" strike="noStrike" cap="none">
                          <a:latin typeface="Arial"/>
                          <a:ea typeface="Arial"/>
                          <a:cs typeface="Arial"/>
                          <a:sym typeface="Arial"/>
                        </a:rPr>
                        <a:t>15</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c>
                  <a:txBody>
                    <a:bodyPr/>
                    <a:lstStyle/>
                    <a:p>
                      <a:pPr marL="1905" marR="0" lvl="0" indent="0" algn="ctr" rtl="0">
                        <a:lnSpc>
                          <a:spcPct val="100000"/>
                        </a:lnSpc>
                        <a:spcBef>
                          <a:spcPts val="0"/>
                        </a:spcBef>
                        <a:spcAft>
                          <a:spcPts val="0"/>
                        </a:spcAft>
                        <a:buNone/>
                      </a:pPr>
                      <a:r>
                        <a:rPr lang="en-US" sz="1600" u="none" strike="noStrike" cap="none">
                          <a:latin typeface="Arial"/>
                          <a:ea typeface="Arial"/>
                          <a:cs typeface="Arial"/>
                          <a:sym typeface="Arial"/>
                        </a:rPr>
                        <a:t>001111</a:t>
                      </a:r>
                      <a:endParaRPr sz="1600" u="none" strike="noStrike" cap="none">
                        <a:latin typeface="Arial"/>
                        <a:ea typeface="Arial"/>
                        <a:cs typeface="Arial"/>
                        <a:sym typeface="Arial"/>
                      </a:endParaRPr>
                    </a:p>
                  </a:txBody>
                  <a:tcPr marL="0" marR="0" marT="368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CF4"/>
                    </a:solidFill>
                  </a:tcPr>
                </a:tc>
              </a:tr>
            </a:tbl>
          </a:graphicData>
        </a:graphic>
      </p:graphicFrame>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474"/>
        <p:cNvGrpSpPr/>
        <p:nvPr/>
      </p:nvGrpSpPr>
      <p:grpSpPr>
        <a:xfrm>
          <a:off x="0" y="0"/>
          <a:ext cx="0" cy="0"/>
          <a:chOff x="0" y="0"/>
          <a:chExt cx="0" cy="0"/>
        </a:xfrm>
      </p:grpSpPr>
      <p:graphicFrame>
        <p:nvGraphicFramePr>
          <p:cNvPr id="1475" name="Google Shape;1475;p2"/>
          <p:cNvGraphicFramePr/>
          <p:nvPr/>
        </p:nvGraphicFramePr>
        <p:xfrm>
          <a:off x="1942908" y="588717"/>
          <a:ext cx="7946400" cy="552775"/>
        </p:xfrm>
        <a:graphic>
          <a:graphicData uri="http://schemas.openxmlformats.org/drawingml/2006/table">
            <a:tbl>
              <a:tblPr firstRow="1" bandRow="1">
                <a:noFill/>
                <a:tableStyleId>{B5A5B32E-2F8E-4EB1-B198-1ED1FC871F6B}</a:tableStyleId>
              </a:tblPr>
              <a:tblGrid>
                <a:gridCol w="662200"/>
                <a:gridCol w="662200"/>
                <a:gridCol w="662200"/>
                <a:gridCol w="662200"/>
                <a:gridCol w="662200"/>
                <a:gridCol w="662200"/>
                <a:gridCol w="662200"/>
                <a:gridCol w="662200"/>
                <a:gridCol w="662200"/>
                <a:gridCol w="662200"/>
                <a:gridCol w="662200"/>
                <a:gridCol w="662200"/>
              </a:tblGrid>
              <a:tr h="552775">
                <a:tc>
                  <a:txBody>
                    <a:bodyPr/>
                    <a:lstStyle/>
                    <a:p>
                      <a:pPr marL="111760" marR="0" lvl="0" indent="0" algn="l" rtl="0">
                        <a:lnSpc>
                          <a:spcPct val="100000"/>
                        </a:lnSpc>
                        <a:spcBef>
                          <a:spcPts val="0"/>
                        </a:spcBef>
                        <a:spcAft>
                          <a:spcPts val="0"/>
                        </a:spcAft>
                        <a:buNone/>
                      </a:pPr>
                      <a:r>
                        <a:rPr lang="en-US" sz="1600" u="none" strike="noStrike" cap="none">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476" name="Google Shape;1476;p2"/>
          <p:cNvGraphicFramePr/>
          <p:nvPr/>
        </p:nvGraphicFramePr>
        <p:xfrm>
          <a:off x="2979324" y="2730532"/>
          <a:ext cx="1035900" cy="1934225"/>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6750">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bl>
          </a:graphicData>
        </a:graphic>
      </p:graphicFrame>
      <p:grpSp>
        <p:nvGrpSpPr>
          <p:cNvPr id="1477" name="Google Shape;1477;p2"/>
          <p:cNvGrpSpPr/>
          <p:nvPr/>
        </p:nvGrpSpPr>
        <p:grpSpPr>
          <a:xfrm>
            <a:off x="5466860" y="2108878"/>
            <a:ext cx="3380055" cy="495204"/>
            <a:chOff x="4348098" y="2325624"/>
            <a:chExt cx="3727450" cy="546100"/>
          </a:xfrm>
        </p:grpSpPr>
        <p:sp>
          <p:nvSpPr>
            <p:cNvPr id="1478" name="Google Shape;1478;p2"/>
            <p:cNvSpPr/>
            <p:nvPr/>
          </p:nvSpPr>
          <p:spPr>
            <a:xfrm>
              <a:off x="4354449" y="2331973"/>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479" name="Google Shape;1479;p2"/>
            <p:cNvSpPr/>
            <p:nvPr/>
          </p:nvSpPr>
          <p:spPr>
            <a:xfrm>
              <a:off x="4348098" y="23256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480" name="Google Shape;1480;p2"/>
          <p:cNvSpPr txBox="1"/>
          <p:nvPr/>
        </p:nvSpPr>
        <p:spPr>
          <a:xfrm>
            <a:off x="5472561" y="1768915"/>
            <a:ext cx="552786" cy="284899"/>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025"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pSp>
        <p:nvGrpSpPr>
          <p:cNvPr id="1481" name="Google Shape;1481;p2"/>
          <p:cNvGrpSpPr/>
          <p:nvPr/>
        </p:nvGrpSpPr>
        <p:grpSpPr>
          <a:xfrm>
            <a:off x="5466859" y="3214450"/>
            <a:ext cx="3380056" cy="495204"/>
            <a:chOff x="4348098" y="3544824"/>
            <a:chExt cx="3727450" cy="546100"/>
          </a:xfrm>
        </p:grpSpPr>
        <p:sp>
          <p:nvSpPr>
            <p:cNvPr id="1482" name="Google Shape;1482;p2"/>
            <p:cNvSpPr/>
            <p:nvPr/>
          </p:nvSpPr>
          <p:spPr>
            <a:xfrm>
              <a:off x="4354449" y="3551174"/>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483" name="Google Shape;1483;p2"/>
            <p:cNvSpPr/>
            <p:nvPr/>
          </p:nvSpPr>
          <p:spPr>
            <a:xfrm>
              <a:off x="4348098" y="35448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484" name="Google Shape;1484;p2"/>
          <p:cNvSpPr txBox="1"/>
          <p:nvPr/>
        </p:nvSpPr>
        <p:spPr>
          <a:xfrm>
            <a:off x="5472561" y="2874487"/>
            <a:ext cx="552786" cy="284899"/>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025"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pSp>
        <p:nvGrpSpPr>
          <p:cNvPr id="1485" name="Google Shape;1485;p2"/>
          <p:cNvGrpSpPr/>
          <p:nvPr/>
        </p:nvGrpSpPr>
        <p:grpSpPr>
          <a:xfrm>
            <a:off x="5466859" y="4320022"/>
            <a:ext cx="3380056" cy="495204"/>
            <a:chOff x="4348098" y="4764024"/>
            <a:chExt cx="3727450" cy="546100"/>
          </a:xfrm>
        </p:grpSpPr>
        <p:sp>
          <p:nvSpPr>
            <p:cNvPr id="1486" name="Google Shape;1486;p2"/>
            <p:cNvSpPr/>
            <p:nvPr/>
          </p:nvSpPr>
          <p:spPr>
            <a:xfrm>
              <a:off x="4354449" y="4770374"/>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487" name="Google Shape;1487;p2"/>
            <p:cNvSpPr/>
            <p:nvPr/>
          </p:nvSpPr>
          <p:spPr>
            <a:xfrm>
              <a:off x="4348098" y="47640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488" name="Google Shape;1488;p2"/>
          <p:cNvSpPr txBox="1"/>
          <p:nvPr/>
        </p:nvSpPr>
        <p:spPr>
          <a:xfrm>
            <a:off x="5472561" y="3980059"/>
            <a:ext cx="552786" cy="285481"/>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600"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pSp>
        <p:nvGrpSpPr>
          <p:cNvPr id="1489" name="Google Shape;1489;p2"/>
          <p:cNvGrpSpPr/>
          <p:nvPr/>
        </p:nvGrpSpPr>
        <p:grpSpPr>
          <a:xfrm>
            <a:off x="5466859" y="5425594"/>
            <a:ext cx="3380056" cy="495780"/>
            <a:chOff x="4348098" y="5983224"/>
            <a:chExt cx="3727450" cy="546735"/>
          </a:xfrm>
        </p:grpSpPr>
        <p:sp>
          <p:nvSpPr>
            <p:cNvPr id="1490" name="Google Shape;1490;p2"/>
            <p:cNvSpPr/>
            <p:nvPr/>
          </p:nvSpPr>
          <p:spPr>
            <a:xfrm>
              <a:off x="4354449" y="5989637"/>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491" name="Google Shape;1491;p2"/>
            <p:cNvSpPr/>
            <p:nvPr/>
          </p:nvSpPr>
          <p:spPr>
            <a:xfrm>
              <a:off x="4348098" y="5983224"/>
              <a:ext cx="3727450" cy="546735"/>
            </a:xfrm>
            <a:custGeom>
              <a:avLst/>
              <a:gdLst/>
              <a:ahLst/>
              <a:cxnLst/>
              <a:rect l="l" t="t" r="r" b="b"/>
              <a:pathLst>
                <a:path w="3727450" h="546734" extrusionOk="0">
                  <a:moveTo>
                    <a:pt x="1244600" y="0"/>
                  </a:moveTo>
                  <a:lnTo>
                    <a:pt x="1244600" y="546163"/>
                  </a:lnTo>
                </a:path>
                <a:path w="3727450" h="546734" extrusionOk="0">
                  <a:moveTo>
                    <a:pt x="2482850" y="0"/>
                  </a:moveTo>
                  <a:lnTo>
                    <a:pt x="2482850" y="546163"/>
                  </a:lnTo>
                </a:path>
                <a:path w="3727450" h="546734" extrusionOk="0">
                  <a:moveTo>
                    <a:pt x="6350" y="0"/>
                  </a:moveTo>
                  <a:lnTo>
                    <a:pt x="6350" y="546163"/>
                  </a:lnTo>
                </a:path>
                <a:path w="3727450" h="546734" extrusionOk="0">
                  <a:moveTo>
                    <a:pt x="3721100" y="0"/>
                  </a:moveTo>
                  <a:lnTo>
                    <a:pt x="3721100" y="546163"/>
                  </a:lnTo>
                </a:path>
                <a:path w="3727450" h="546734" extrusionOk="0">
                  <a:moveTo>
                    <a:pt x="0" y="6349"/>
                  </a:moveTo>
                  <a:lnTo>
                    <a:pt x="3727450" y="6349"/>
                  </a:lnTo>
                </a:path>
                <a:path w="3727450" h="546734" extrusionOk="0">
                  <a:moveTo>
                    <a:pt x="0" y="539813"/>
                  </a:moveTo>
                  <a:lnTo>
                    <a:pt x="3727450" y="539813"/>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492" name="Google Shape;1492;p2"/>
          <p:cNvSpPr txBox="1"/>
          <p:nvPr/>
        </p:nvSpPr>
        <p:spPr>
          <a:xfrm>
            <a:off x="5472561" y="5085630"/>
            <a:ext cx="552786" cy="285481"/>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600"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sp>
        <p:nvSpPr>
          <p:cNvPr id="1493" name="Google Shape;1493;p2"/>
          <p:cNvSpPr/>
          <p:nvPr/>
        </p:nvSpPr>
        <p:spPr>
          <a:xfrm>
            <a:off x="4018101" y="2390800"/>
            <a:ext cx="1385420" cy="903459"/>
          </a:xfrm>
          <a:custGeom>
            <a:avLst/>
            <a:gdLst/>
            <a:ahLst/>
            <a:cxnLst/>
            <a:rect l="l" t="t" r="r" b="b"/>
            <a:pathLst>
              <a:path w="1527810" h="996314" extrusionOk="0">
                <a:moveTo>
                  <a:pt x="1506254" y="13726"/>
                </a:moveTo>
                <a:lnTo>
                  <a:pt x="1493771" y="14320"/>
                </a:lnTo>
                <a:lnTo>
                  <a:pt x="0" y="985266"/>
                </a:lnTo>
                <a:lnTo>
                  <a:pt x="6858" y="995934"/>
                </a:lnTo>
                <a:lnTo>
                  <a:pt x="1500580" y="25020"/>
                </a:lnTo>
                <a:lnTo>
                  <a:pt x="1506254" y="13726"/>
                </a:lnTo>
                <a:close/>
              </a:path>
              <a:path w="1527810" h="996314" extrusionOk="0">
                <a:moveTo>
                  <a:pt x="1526661" y="1524"/>
                </a:moveTo>
                <a:lnTo>
                  <a:pt x="1513459" y="1524"/>
                </a:lnTo>
                <a:lnTo>
                  <a:pt x="1520316" y="12192"/>
                </a:lnTo>
                <a:lnTo>
                  <a:pt x="1500580" y="25020"/>
                </a:lnTo>
                <a:lnTo>
                  <a:pt x="1471549" y="82804"/>
                </a:lnTo>
                <a:lnTo>
                  <a:pt x="1470025" y="85979"/>
                </a:lnTo>
                <a:lnTo>
                  <a:pt x="1471295" y="89789"/>
                </a:lnTo>
                <a:lnTo>
                  <a:pt x="1474343" y="91312"/>
                </a:lnTo>
                <a:lnTo>
                  <a:pt x="1477518" y="92837"/>
                </a:lnTo>
                <a:lnTo>
                  <a:pt x="1481327" y="91694"/>
                </a:lnTo>
                <a:lnTo>
                  <a:pt x="1482852" y="88519"/>
                </a:lnTo>
                <a:lnTo>
                  <a:pt x="1526661" y="1524"/>
                </a:lnTo>
                <a:close/>
              </a:path>
              <a:path w="1527810" h="996314" extrusionOk="0">
                <a:moveTo>
                  <a:pt x="1515010" y="3937"/>
                </a:moveTo>
                <a:lnTo>
                  <a:pt x="1511173" y="3937"/>
                </a:lnTo>
                <a:lnTo>
                  <a:pt x="1517141" y="13208"/>
                </a:lnTo>
                <a:lnTo>
                  <a:pt x="1506254" y="13726"/>
                </a:lnTo>
                <a:lnTo>
                  <a:pt x="1500580" y="25020"/>
                </a:lnTo>
                <a:lnTo>
                  <a:pt x="1520316" y="12192"/>
                </a:lnTo>
                <a:lnTo>
                  <a:pt x="1515010" y="3937"/>
                </a:lnTo>
                <a:close/>
              </a:path>
              <a:path w="1527810" h="996314" extrusionOk="0">
                <a:moveTo>
                  <a:pt x="1527428" y="0"/>
                </a:moveTo>
                <a:lnTo>
                  <a:pt x="1428496" y="4825"/>
                </a:lnTo>
                <a:lnTo>
                  <a:pt x="1424939" y="4953"/>
                </a:lnTo>
                <a:lnTo>
                  <a:pt x="1422273" y="7874"/>
                </a:lnTo>
                <a:lnTo>
                  <a:pt x="1422400" y="11430"/>
                </a:lnTo>
                <a:lnTo>
                  <a:pt x="1422653" y="14859"/>
                </a:lnTo>
                <a:lnTo>
                  <a:pt x="1425575" y="17653"/>
                </a:lnTo>
                <a:lnTo>
                  <a:pt x="1429131" y="17399"/>
                </a:lnTo>
                <a:lnTo>
                  <a:pt x="1493771" y="14320"/>
                </a:lnTo>
                <a:lnTo>
                  <a:pt x="1513459" y="1524"/>
                </a:lnTo>
                <a:lnTo>
                  <a:pt x="1526661" y="1524"/>
                </a:lnTo>
                <a:lnTo>
                  <a:pt x="1527428" y="0"/>
                </a:lnTo>
                <a:close/>
              </a:path>
              <a:path w="1527810" h="996314" extrusionOk="0">
                <a:moveTo>
                  <a:pt x="1513459" y="1524"/>
                </a:moveTo>
                <a:lnTo>
                  <a:pt x="1493771" y="14320"/>
                </a:lnTo>
                <a:lnTo>
                  <a:pt x="1506254" y="13726"/>
                </a:lnTo>
                <a:lnTo>
                  <a:pt x="1511173" y="3937"/>
                </a:lnTo>
                <a:lnTo>
                  <a:pt x="1515010" y="3937"/>
                </a:lnTo>
                <a:lnTo>
                  <a:pt x="1513459" y="1524"/>
                </a:lnTo>
                <a:close/>
              </a:path>
              <a:path w="1527810" h="996314" extrusionOk="0">
                <a:moveTo>
                  <a:pt x="1511173" y="3937"/>
                </a:moveTo>
                <a:lnTo>
                  <a:pt x="1506254" y="13726"/>
                </a:lnTo>
                <a:lnTo>
                  <a:pt x="1517141" y="13208"/>
                </a:lnTo>
                <a:lnTo>
                  <a:pt x="1511173" y="3937"/>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494" name="Google Shape;1494;p2"/>
          <p:cNvSpPr/>
          <p:nvPr/>
        </p:nvSpPr>
        <p:spPr>
          <a:xfrm>
            <a:off x="4017410" y="4043744"/>
            <a:ext cx="1455094" cy="1664116"/>
          </a:xfrm>
          <a:custGeom>
            <a:avLst/>
            <a:gdLst/>
            <a:ahLst/>
            <a:cxnLst/>
            <a:rect l="l" t="t" r="r" b="b"/>
            <a:pathLst>
              <a:path w="1604645" h="1835150" extrusionOk="0">
                <a:moveTo>
                  <a:pt x="1604391" y="1834781"/>
                </a:moveTo>
                <a:lnTo>
                  <a:pt x="1603209" y="1831403"/>
                </a:lnTo>
                <a:lnTo>
                  <a:pt x="1570736" y="1737868"/>
                </a:lnTo>
                <a:lnTo>
                  <a:pt x="1567180" y="1736090"/>
                </a:lnTo>
                <a:lnTo>
                  <a:pt x="1560576" y="1738376"/>
                </a:lnTo>
                <a:lnTo>
                  <a:pt x="1558798" y="1742059"/>
                </a:lnTo>
                <a:lnTo>
                  <a:pt x="1581238" y="1806663"/>
                </a:lnTo>
                <a:lnTo>
                  <a:pt x="8382" y="458343"/>
                </a:lnTo>
                <a:lnTo>
                  <a:pt x="0" y="467995"/>
                </a:lnTo>
                <a:lnTo>
                  <a:pt x="1572793" y="1816087"/>
                </a:lnTo>
                <a:lnTo>
                  <a:pt x="1505712" y="1803908"/>
                </a:lnTo>
                <a:lnTo>
                  <a:pt x="1502410" y="1806194"/>
                </a:lnTo>
                <a:lnTo>
                  <a:pt x="1501140" y="1813052"/>
                </a:lnTo>
                <a:lnTo>
                  <a:pt x="1503426" y="1816354"/>
                </a:lnTo>
                <a:lnTo>
                  <a:pt x="1604391" y="1834781"/>
                </a:lnTo>
                <a:close/>
              </a:path>
              <a:path w="1604645" h="1835150" extrusionOk="0">
                <a:moveTo>
                  <a:pt x="1604391" y="539369"/>
                </a:moveTo>
                <a:lnTo>
                  <a:pt x="1538986" y="464947"/>
                </a:lnTo>
                <a:lnTo>
                  <a:pt x="1536700" y="462280"/>
                </a:lnTo>
                <a:lnTo>
                  <a:pt x="1532636" y="462026"/>
                </a:lnTo>
                <a:lnTo>
                  <a:pt x="1527429" y="466725"/>
                </a:lnTo>
                <a:lnTo>
                  <a:pt x="1527175" y="470662"/>
                </a:lnTo>
                <a:lnTo>
                  <a:pt x="1529461" y="473329"/>
                </a:lnTo>
                <a:lnTo>
                  <a:pt x="1572158" y="521906"/>
                </a:lnTo>
                <a:lnTo>
                  <a:pt x="6223" y="0"/>
                </a:lnTo>
                <a:lnTo>
                  <a:pt x="2159" y="11938"/>
                </a:lnTo>
                <a:lnTo>
                  <a:pt x="1568221" y="534009"/>
                </a:lnTo>
                <a:lnTo>
                  <a:pt x="1504823" y="547243"/>
                </a:lnTo>
                <a:lnTo>
                  <a:pt x="1501394" y="548005"/>
                </a:lnTo>
                <a:lnTo>
                  <a:pt x="1499235" y="551307"/>
                </a:lnTo>
                <a:lnTo>
                  <a:pt x="1499870" y="554736"/>
                </a:lnTo>
                <a:lnTo>
                  <a:pt x="1500632" y="558165"/>
                </a:lnTo>
                <a:lnTo>
                  <a:pt x="1503934" y="560451"/>
                </a:lnTo>
                <a:lnTo>
                  <a:pt x="1507363" y="559689"/>
                </a:lnTo>
                <a:lnTo>
                  <a:pt x="1594675" y="541401"/>
                </a:lnTo>
                <a:lnTo>
                  <a:pt x="1604391" y="539369"/>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495" name="Google Shape;1495;p2"/>
          <p:cNvSpPr/>
          <p:nvPr/>
        </p:nvSpPr>
        <p:spPr>
          <a:xfrm>
            <a:off x="4020174" y="3396294"/>
            <a:ext cx="1452215" cy="313245"/>
          </a:xfrm>
          <a:custGeom>
            <a:avLst/>
            <a:gdLst/>
            <a:ahLst/>
            <a:cxnLst/>
            <a:rect l="l" t="t" r="r" b="b"/>
            <a:pathLst>
              <a:path w="1601470" h="345439" extrusionOk="0">
                <a:moveTo>
                  <a:pt x="1564560" y="34644"/>
                </a:moveTo>
                <a:lnTo>
                  <a:pt x="0" y="332740"/>
                </a:lnTo>
                <a:lnTo>
                  <a:pt x="2286" y="345186"/>
                </a:lnTo>
                <a:lnTo>
                  <a:pt x="1567085" y="47194"/>
                </a:lnTo>
                <a:lnTo>
                  <a:pt x="1576604" y="38910"/>
                </a:lnTo>
                <a:lnTo>
                  <a:pt x="1564560" y="34644"/>
                </a:lnTo>
                <a:close/>
              </a:path>
              <a:path w="1601470" h="345439" extrusionOk="0">
                <a:moveTo>
                  <a:pt x="1590213" y="30225"/>
                </a:moveTo>
                <a:lnTo>
                  <a:pt x="1587753" y="30225"/>
                </a:lnTo>
                <a:lnTo>
                  <a:pt x="1590166" y="42799"/>
                </a:lnTo>
                <a:lnTo>
                  <a:pt x="1567085" y="47194"/>
                </a:lnTo>
                <a:lnTo>
                  <a:pt x="1518285" y="89662"/>
                </a:lnTo>
                <a:lnTo>
                  <a:pt x="1515617" y="91948"/>
                </a:lnTo>
                <a:lnTo>
                  <a:pt x="1515364" y="96012"/>
                </a:lnTo>
                <a:lnTo>
                  <a:pt x="1517650" y="98552"/>
                </a:lnTo>
                <a:lnTo>
                  <a:pt x="1519936" y="101219"/>
                </a:lnTo>
                <a:lnTo>
                  <a:pt x="1524000" y="101473"/>
                </a:lnTo>
                <a:lnTo>
                  <a:pt x="1526666" y="99187"/>
                </a:lnTo>
                <a:lnTo>
                  <a:pt x="1601342" y="34162"/>
                </a:lnTo>
                <a:lnTo>
                  <a:pt x="1590213" y="30225"/>
                </a:lnTo>
                <a:close/>
              </a:path>
              <a:path w="1601470" h="345439" extrusionOk="0">
                <a:moveTo>
                  <a:pt x="1576604" y="38910"/>
                </a:moveTo>
                <a:lnTo>
                  <a:pt x="1567085" y="47194"/>
                </a:lnTo>
                <a:lnTo>
                  <a:pt x="1590166" y="42799"/>
                </a:lnTo>
                <a:lnTo>
                  <a:pt x="1590118" y="42545"/>
                </a:lnTo>
                <a:lnTo>
                  <a:pt x="1586864" y="42545"/>
                </a:lnTo>
                <a:lnTo>
                  <a:pt x="1576604" y="38910"/>
                </a:lnTo>
                <a:close/>
              </a:path>
              <a:path w="1601470" h="345439" extrusionOk="0">
                <a:moveTo>
                  <a:pt x="1584833" y="31750"/>
                </a:moveTo>
                <a:lnTo>
                  <a:pt x="1576604" y="38910"/>
                </a:lnTo>
                <a:lnTo>
                  <a:pt x="1586864" y="42545"/>
                </a:lnTo>
                <a:lnTo>
                  <a:pt x="1584833" y="31750"/>
                </a:lnTo>
                <a:close/>
              </a:path>
              <a:path w="1601470" h="345439" extrusionOk="0">
                <a:moveTo>
                  <a:pt x="1588046" y="31750"/>
                </a:moveTo>
                <a:lnTo>
                  <a:pt x="1584833" y="31750"/>
                </a:lnTo>
                <a:lnTo>
                  <a:pt x="1586864" y="42545"/>
                </a:lnTo>
                <a:lnTo>
                  <a:pt x="1590118" y="42545"/>
                </a:lnTo>
                <a:lnTo>
                  <a:pt x="1588046" y="31750"/>
                </a:lnTo>
                <a:close/>
              </a:path>
              <a:path w="1601470" h="345439" extrusionOk="0">
                <a:moveTo>
                  <a:pt x="1587753" y="30225"/>
                </a:moveTo>
                <a:lnTo>
                  <a:pt x="1564560" y="34644"/>
                </a:lnTo>
                <a:lnTo>
                  <a:pt x="1576604" y="38910"/>
                </a:lnTo>
                <a:lnTo>
                  <a:pt x="1584833" y="31750"/>
                </a:lnTo>
                <a:lnTo>
                  <a:pt x="1588046" y="31750"/>
                </a:lnTo>
                <a:lnTo>
                  <a:pt x="1587753" y="30225"/>
                </a:lnTo>
                <a:close/>
              </a:path>
              <a:path w="1601470" h="345439" extrusionOk="0">
                <a:moveTo>
                  <a:pt x="1504569" y="0"/>
                </a:moveTo>
                <a:lnTo>
                  <a:pt x="1501013" y="1650"/>
                </a:lnTo>
                <a:lnTo>
                  <a:pt x="1499870" y="4953"/>
                </a:lnTo>
                <a:lnTo>
                  <a:pt x="1498600" y="8255"/>
                </a:lnTo>
                <a:lnTo>
                  <a:pt x="1500377" y="11937"/>
                </a:lnTo>
                <a:lnTo>
                  <a:pt x="1564560" y="34644"/>
                </a:lnTo>
                <a:lnTo>
                  <a:pt x="1587753" y="30225"/>
                </a:lnTo>
                <a:lnTo>
                  <a:pt x="1590213" y="30225"/>
                </a:lnTo>
                <a:lnTo>
                  <a:pt x="1507998" y="1143"/>
                </a:lnTo>
                <a:lnTo>
                  <a:pt x="1504569" y="0"/>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496" name="Google Shape;1496;p2"/>
          <p:cNvSpPr txBox="1"/>
          <p:nvPr/>
        </p:nvSpPr>
        <p:spPr>
          <a:xfrm>
            <a:off x="2711222" y="2208726"/>
            <a:ext cx="1531678" cy="262787"/>
          </a:xfrm>
          <a:prstGeom prst="rect">
            <a:avLst/>
          </a:prstGeom>
          <a:noFill/>
          <a:ln>
            <a:noFill/>
          </a:ln>
        </p:spPr>
        <p:txBody>
          <a:bodyPr spcFirstLastPara="1" wrap="square" lIns="0" tIns="11500" rIns="0" bIns="0" anchor="t" anchorCtr="0">
            <a:spAutoFit/>
          </a:bodyPr>
          <a:lstStyle/>
          <a:p>
            <a:pPr marL="11516" marR="0" lvl="0" indent="0" algn="l" rtl="0">
              <a:lnSpc>
                <a:spcPct val="100000"/>
              </a:lnSpc>
              <a:spcBef>
                <a:spcPts val="0"/>
              </a:spcBef>
              <a:spcAft>
                <a:spcPts val="0"/>
              </a:spcAft>
              <a:buNone/>
            </a:pPr>
            <a:r>
              <a:rPr lang="en-US" sz="1632" b="0" i="0" u="none" strike="noStrike" cap="none">
                <a:solidFill>
                  <a:srgbClr val="000000"/>
                </a:solidFill>
                <a:latin typeface="Arial"/>
                <a:ea typeface="Arial"/>
                <a:cs typeface="Arial"/>
                <a:sym typeface="Arial"/>
              </a:rPr>
              <a:t>global depth is 2</a:t>
            </a:r>
            <a:endParaRPr sz="1632" b="0" i="0" u="none" strike="noStrike" cap="none">
              <a:solidFill>
                <a:srgbClr val="000000"/>
              </a:solidFill>
              <a:latin typeface="Arial"/>
              <a:ea typeface="Arial"/>
              <a:cs typeface="Arial"/>
              <a:sym typeface="Arial"/>
            </a:endParaRPr>
          </a:p>
        </p:txBody>
      </p:sp>
      <p:sp>
        <p:nvSpPr>
          <p:cNvPr id="1497" name="Google Shape;1497;p2"/>
          <p:cNvSpPr txBox="1"/>
          <p:nvPr/>
        </p:nvSpPr>
        <p:spPr>
          <a:xfrm>
            <a:off x="6235809" y="1794136"/>
            <a:ext cx="3283318" cy="262787"/>
          </a:xfrm>
          <a:prstGeom prst="rect">
            <a:avLst/>
          </a:prstGeom>
          <a:noFill/>
          <a:ln>
            <a:noFill/>
          </a:ln>
        </p:spPr>
        <p:txBody>
          <a:bodyPr spcFirstLastPara="1" wrap="square" lIns="0" tIns="11500" rIns="0" bIns="0" anchor="t" anchorCtr="0">
            <a:spAutoFit/>
          </a:bodyPr>
          <a:lstStyle/>
          <a:p>
            <a:pPr marL="11516" marR="0" lvl="0" indent="0" algn="l" rtl="0">
              <a:lnSpc>
                <a:spcPct val="100000"/>
              </a:lnSpc>
              <a:spcBef>
                <a:spcPts val="0"/>
              </a:spcBef>
              <a:spcAft>
                <a:spcPts val="0"/>
              </a:spcAft>
              <a:buNone/>
            </a:pPr>
            <a:r>
              <a:rPr lang="en-US" sz="1632" b="0" i="0" u="none" strike="noStrike" cap="none">
                <a:solidFill>
                  <a:srgbClr val="000000"/>
                </a:solidFill>
                <a:latin typeface="Arial"/>
                <a:ea typeface="Arial"/>
                <a:cs typeface="Arial"/>
                <a:sym typeface="Arial"/>
              </a:rPr>
              <a:t>local depth is 2 and bucket size is 3</a:t>
            </a:r>
            <a:endParaRPr sz="1632" b="0" i="0" u="none" strike="noStrike" cap="none">
              <a:solidFill>
                <a:srgbClr val="000000"/>
              </a:solidFill>
              <a:latin typeface="Arial"/>
              <a:ea typeface="Arial"/>
              <a:cs typeface="Arial"/>
              <a:sym typeface="Arial"/>
            </a:endParaRPr>
          </a:p>
        </p:txBody>
      </p:sp>
      <p:sp>
        <p:nvSpPr>
          <p:cNvPr id="2" name="Date Placeholder 1"/>
          <p:cNvSpPr>
            <a:spLocks noGrp="1"/>
          </p:cNvSpPr>
          <p:nvPr>
            <p:ph type="dt" idx="10"/>
          </p:nvPr>
        </p:nvSpPr>
        <p:spPr/>
        <p:txBody>
          <a:bodyPr/>
          <a:lstStyle/>
          <a:p>
            <a:fld id="{4BC9616E-24CF-40B2-A1A1-B98458FB5785}"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94</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501"/>
        <p:cNvGrpSpPr/>
        <p:nvPr/>
      </p:nvGrpSpPr>
      <p:grpSpPr>
        <a:xfrm>
          <a:off x="0" y="0"/>
          <a:ext cx="0" cy="0"/>
          <a:chOff x="0" y="0"/>
          <a:chExt cx="0" cy="0"/>
        </a:xfrm>
      </p:grpSpPr>
      <p:sp>
        <p:nvSpPr>
          <p:cNvPr id="1502" name="Google Shape;1502;p3"/>
          <p:cNvSpPr txBox="1"/>
          <p:nvPr/>
        </p:nvSpPr>
        <p:spPr>
          <a:xfrm>
            <a:off x="2050253" y="760945"/>
            <a:ext cx="458927" cy="230832"/>
          </a:xfrm>
          <a:prstGeom prst="rect">
            <a:avLst/>
          </a:prstGeom>
          <a:noFill/>
          <a:ln>
            <a:noFill/>
          </a:ln>
        </p:spPr>
        <p:txBody>
          <a:bodyPr spcFirstLastPara="1" wrap="square" lIns="0" tIns="0" rIns="0" bIns="0" anchor="t" anchorCtr="0">
            <a:spAutoFit/>
          </a:bodyPr>
          <a:lstStyle/>
          <a:p>
            <a:pPr marL="0" marR="0" lvl="0" indent="0" algn="l" rtl="0">
              <a:lnSpc>
                <a:spcPct val="110539"/>
              </a:lnSpc>
              <a:spcBef>
                <a:spcPts val="0"/>
              </a:spcBef>
              <a:spcAft>
                <a:spcPts val="0"/>
              </a:spcAft>
              <a:buNone/>
            </a:pPr>
            <a:r>
              <a:rPr lang="en-US" sz="1632" b="0" i="0" u="none" strike="noStrike" cap="none">
                <a:solidFill>
                  <a:srgbClr val="000000"/>
                </a:solidFill>
                <a:latin typeface="Arial"/>
                <a:ea typeface="Arial"/>
                <a:cs typeface="Arial"/>
                <a:sym typeface="Arial"/>
              </a:rPr>
              <a:t>1111</a:t>
            </a:r>
            <a:endParaRPr sz="1632" b="0" i="0" u="none" strike="noStrike" cap="none">
              <a:solidFill>
                <a:srgbClr val="000000"/>
              </a:solidFill>
              <a:latin typeface="Arial"/>
              <a:ea typeface="Arial"/>
              <a:cs typeface="Arial"/>
              <a:sym typeface="Arial"/>
            </a:endParaRPr>
          </a:p>
        </p:txBody>
      </p:sp>
      <p:graphicFrame>
        <p:nvGraphicFramePr>
          <p:cNvPr id="1503" name="Google Shape;1503;p3"/>
          <p:cNvGraphicFramePr/>
          <p:nvPr/>
        </p:nvGraphicFramePr>
        <p:xfrm>
          <a:off x="1941354" y="587565"/>
          <a:ext cx="7946950" cy="552775"/>
        </p:xfrm>
        <a:graphic>
          <a:graphicData uri="http://schemas.openxmlformats.org/drawingml/2006/table">
            <a:tbl>
              <a:tblPr firstRow="1" bandRow="1">
                <a:noFill/>
                <a:tableStyleId>{B5A5B32E-2F8E-4EB1-B198-1ED1FC871F6B}</a:tableStyleId>
              </a:tblPr>
              <a:tblGrid>
                <a:gridCol w="690975"/>
                <a:gridCol w="633975"/>
                <a:gridCol w="662200"/>
                <a:gridCol w="662200"/>
                <a:gridCol w="662200"/>
                <a:gridCol w="662200"/>
                <a:gridCol w="662200"/>
                <a:gridCol w="662200"/>
                <a:gridCol w="662200"/>
                <a:gridCol w="662200"/>
                <a:gridCol w="662200"/>
                <a:gridCol w="662200"/>
              </a:tblGrid>
              <a:tr h="552775">
                <a:tc>
                  <a:txBody>
                    <a:bodyPr/>
                    <a:lstStyle/>
                    <a:p>
                      <a:pPr marL="153035"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9050" cap="flat" cmpd="sng">
                      <a:solidFill>
                        <a:srgbClr val="1F487C"/>
                      </a:solidFill>
                      <a:prstDash val="solid"/>
                      <a:round/>
                      <a:headEnd type="none" w="sm" len="sm"/>
                      <a:tailEnd type="none" w="sm" len="sm"/>
                    </a:lnR>
                    <a:lnT w="19050" cap="flat" cmpd="sng">
                      <a:solidFill>
                        <a:srgbClr val="1F487C"/>
                      </a:solidFill>
                      <a:prstDash val="solid"/>
                      <a:round/>
                      <a:headEnd type="none" w="sm" len="sm"/>
                      <a:tailEnd type="none" w="sm" len="sm"/>
                    </a:lnT>
                    <a:lnB w="19050" cap="flat" cmpd="sng">
                      <a:solidFill>
                        <a:srgbClr val="1F487C"/>
                      </a:solidFill>
                      <a:prstDash val="solid"/>
                      <a:round/>
                      <a:headEnd type="none" w="sm" len="sm"/>
                      <a:tailEnd type="none" w="sm" len="sm"/>
                    </a:lnB>
                    <a:solidFill>
                      <a:srgbClr val="FFFF79"/>
                    </a:solidFill>
                  </a:tcPr>
                </a:tc>
                <a:tc>
                  <a:txBody>
                    <a:bodyPr/>
                    <a:lstStyle/>
                    <a:p>
                      <a:pPr marL="80645" marR="0" lvl="0" indent="0" algn="l" rtl="0">
                        <a:lnSpc>
                          <a:spcPct val="100000"/>
                        </a:lnSpc>
                        <a:spcBef>
                          <a:spcPts val="0"/>
                        </a:spcBef>
                        <a:spcAft>
                          <a:spcPts val="0"/>
                        </a:spcAft>
                        <a:buNone/>
                      </a:pPr>
                      <a:r>
                        <a:rPr lang="en-US" sz="1600" u="none" strike="noStrike" cap="none">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504" name="Google Shape;1504;p3"/>
          <p:cNvSpPr txBox="1"/>
          <p:nvPr/>
        </p:nvSpPr>
        <p:spPr>
          <a:xfrm>
            <a:off x="3385506" y="4360724"/>
            <a:ext cx="234933"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00000"/>
                </a:solidFill>
                <a:latin typeface="Verdana"/>
                <a:ea typeface="Verdana"/>
                <a:cs typeface="Verdana"/>
                <a:sym typeface="Verdana"/>
              </a:rPr>
              <a:t>11</a:t>
            </a:r>
            <a:endParaRPr sz="1451" b="0" i="0" u="none" strike="noStrike" cap="none">
              <a:solidFill>
                <a:srgbClr val="000000"/>
              </a:solidFill>
              <a:latin typeface="Verdana"/>
              <a:ea typeface="Verdana"/>
              <a:cs typeface="Verdana"/>
              <a:sym typeface="Verdana"/>
            </a:endParaRPr>
          </a:p>
        </p:txBody>
      </p:sp>
      <p:grpSp>
        <p:nvGrpSpPr>
          <p:cNvPr id="1505" name="Google Shape;1505;p3"/>
          <p:cNvGrpSpPr/>
          <p:nvPr/>
        </p:nvGrpSpPr>
        <p:grpSpPr>
          <a:xfrm>
            <a:off x="5466860" y="2108878"/>
            <a:ext cx="3380055" cy="495204"/>
            <a:chOff x="4348098" y="2325624"/>
            <a:chExt cx="3727450" cy="546100"/>
          </a:xfrm>
        </p:grpSpPr>
        <p:sp>
          <p:nvSpPr>
            <p:cNvPr id="1506" name="Google Shape;1506;p3"/>
            <p:cNvSpPr/>
            <p:nvPr/>
          </p:nvSpPr>
          <p:spPr>
            <a:xfrm>
              <a:off x="4354449" y="2331973"/>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07" name="Google Shape;1507;p3"/>
            <p:cNvSpPr/>
            <p:nvPr/>
          </p:nvSpPr>
          <p:spPr>
            <a:xfrm>
              <a:off x="4348098" y="23256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508" name="Google Shape;1508;p3"/>
          <p:cNvSpPr txBox="1"/>
          <p:nvPr/>
        </p:nvSpPr>
        <p:spPr>
          <a:xfrm>
            <a:off x="5472561" y="1768915"/>
            <a:ext cx="552786" cy="284899"/>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025"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pSp>
        <p:nvGrpSpPr>
          <p:cNvPr id="1509" name="Google Shape;1509;p3"/>
          <p:cNvGrpSpPr/>
          <p:nvPr/>
        </p:nvGrpSpPr>
        <p:grpSpPr>
          <a:xfrm>
            <a:off x="5466859" y="3214450"/>
            <a:ext cx="3380056" cy="495204"/>
            <a:chOff x="4348098" y="3544824"/>
            <a:chExt cx="3727450" cy="546100"/>
          </a:xfrm>
        </p:grpSpPr>
        <p:sp>
          <p:nvSpPr>
            <p:cNvPr id="1510" name="Google Shape;1510;p3"/>
            <p:cNvSpPr/>
            <p:nvPr/>
          </p:nvSpPr>
          <p:spPr>
            <a:xfrm>
              <a:off x="4354449" y="3551174"/>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11" name="Google Shape;1511;p3"/>
            <p:cNvSpPr/>
            <p:nvPr/>
          </p:nvSpPr>
          <p:spPr>
            <a:xfrm>
              <a:off x="4348098" y="35448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512" name="Google Shape;1512;p3"/>
          <p:cNvSpPr txBox="1"/>
          <p:nvPr/>
        </p:nvSpPr>
        <p:spPr>
          <a:xfrm>
            <a:off x="5472561" y="2874487"/>
            <a:ext cx="552786" cy="284899"/>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025"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pSp>
        <p:nvGrpSpPr>
          <p:cNvPr id="1513" name="Google Shape;1513;p3"/>
          <p:cNvGrpSpPr/>
          <p:nvPr/>
        </p:nvGrpSpPr>
        <p:grpSpPr>
          <a:xfrm>
            <a:off x="5466859" y="4320022"/>
            <a:ext cx="3380056" cy="495204"/>
            <a:chOff x="4348098" y="4764024"/>
            <a:chExt cx="3727450" cy="546100"/>
          </a:xfrm>
        </p:grpSpPr>
        <p:sp>
          <p:nvSpPr>
            <p:cNvPr id="1514" name="Google Shape;1514;p3"/>
            <p:cNvSpPr/>
            <p:nvPr/>
          </p:nvSpPr>
          <p:spPr>
            <a:xfrm>
              <a:off x="4354449" y="4770374"/>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15" name="Google Shape;1515;p3"/>
            <p:cNvSpPr/>
            <p:nvPr/>
          </p:nvSpPr>
          <p:spPr>
            <a:xfrm>
              <a:off x="4348098" y="47640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516" name="Google Shape;1516;p3"/>
          <p:cNvSpPr txBox="1"/>
          <p:nvPr/>
        </p:nvSpPr>
        <p:spPr>
          <a:xfrm>
            <a:off x="5472561" y="3980059"/>
            <a:ext cx="552786" cy="285481"/>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600"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aphicFrame>
        <p:nvGraphicFramePr>
          <p:cNvPr id="1517" name="Google Shape;1517;p3"/>
          <p:cNvGraphicFramePr/>
          <p:nvPr/>
        </p:nvGraphicFramePr>
        <p:xfrm>
          <a:off x="2978172" y="2729381"/>
          <a:ext cx="1035900" cy="1934225"/>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7947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r h="414600">
                <a:tc gridSpan="2">
                  <a:txBody>
                    <a:bodyPr/>
                    <a:lstStyle/>
                    <a:p>
                      <a:pPr marL="0" marR="0" lvl="0" indent="0" algn="ctr"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a:t>
                      </a:r>
                      <a:endParaRPr sz="1500" u="none" strike="noStrike" cap="none">
                        <a:latin typeface="Verdana"/>
                        <a:ea typeface="Verdana"/>
                        <a:cs typeface="Verdana"/>
                        <a:sym typeface="Verdana"/>
                      </a:endParaRPr>
                    </a:p>
                  </a:txBody>
                  <a:tcPr marL="0" marR="0" marT="96150" marB="0">
                    <a:lnL w="19050" cap="flat" cmpd="sng">
                      <a:solidFill>
                        <a:srgbClr val="A6A6A6"/>
                      </a:solidFill>
                      <a:prstDash val="solid"/>
                      <a:round/>
                      <a:headEnd type="none" w="sm" len="sm"/>
                      <a:tailEnd type="none" w="sm" len="sm"/>
                    </a:lnL>
                    <a:lnR w="19050" cap="flat" cmpd="sng">
                      <a:solidFill>
                        <a:srgbClr val="A6A6A6"/>
                      </a:solidFill>
                      <a:prstDash val="solid"/>
                      <a:round/>
                      <a:headEnd type="none" w="sm" len="sm"/>
                      <a:tailEnd type="none" w="sm" len="sm"/>
                    </a:lnR>
                    <a:lnT w="19050" cap="flat" cmpd="sng">
                      <a:solidFill>
                        <a:srgbClr val="A6A6A6"/>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bl>
          </a:graphicData>
        </a:graphic>
      </p:graphicFrame>
      <p:graphicFrame>
        <p:nvGraphicFramePr>
          <p:cNvPr id="1518" name="Google Shape;1518;p3"/>
          <p:cNvGraphicFramePr/>
          <p:nvPr/>
        </p:nvGraphicFramePr>
        <p:xfrm>
          <a:off x="5466803" y="5079872"/>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6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21310" marR="0" lvl="0" indent="0" algn="l" rtl="0">
                        <a:lnSpc>
                          <a:spcPct val="100000"/>
                        </a:lnSpc>
                        <a:spcBef>
                          <a:spcPts val="0"/>
                        </a:spcBef>
                        <a:spcAft>
                          <a:spcPts val="0"/>
                        </a:spcAft>
                        <a:buNone/>
                      </a:pPr>
                      <a:r>
                        <a:rPr lang="en-US" sz="1600" b="1" u="none" strike="noStrike" cap="none">
                          <a:latin typeface="Verdana"/>
                          <a:ea typeface="Verdana"/>
                          <a:cs typeface="Verdana"/>
                          <a:sym typeface="Verdana"/>
                        </a:rPr>
                        <a:t>1111</a:t>
                      </a:r>
                      <a:endParaRPr sz="1600" u="none" strike="noStrike" cap="none">
                        <a:latin typeface="Verdana"/>
                        <a:ea typeface="Verdana"/>
                        <a:cs typeface="Verdana"/>
                        <a:sym typeface="Verdana"/>
                      </a:endParaRPr>
                    </a:p>
                  </a:txBody>
                  <a:tcPr marL="0" marR="0" marT="1169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519" name="Google Shape;1519;p3"/>
          <p:cNvSpPr txBox="1"/>
          <p:nvPr/>
        </p:nvSpPr>
        <p:spPr>
          <a:xfrm>
            <a:off x="1948263" y="1838013"/>
            <a:ext cx="1312866" cy="299418"/>
          </a:xfrm>
          <a:prstGeom prst="rect">
            <a:avLst/>
          </a:prstGeom>
          <a:solidFill>
            <a:srgbClr val="FFFF79"/>
          </a:solidFill>
          <a:ln w="15225" cap="flat" cmpd="sng">
            <a:solidFill>
              <a:srgbClr val="1F487C"/>
            </a:solidFill>
            <a:prstDash val="solid"/>
            <a:round/>
            <a:headEnd type="none" w="sm" len="sm"/>
            <a:tailEnd type="none" w="sm" len="sm"/>
          </a:ln>
        </p:spPr>
        <p:txBody>
          <a:bodyPr spcFirstLastPara="1" wrap="square" lIns="0" tIns="47775" rIns="0" bIns="0" anchor="t" anchorCtr="0">
            <a:spAutoFit/>
          </a:bodyPr>
          <a:lstStyle/>
          <a:p>
            <a:pPr marL="245298" marR="0" lvl="0" indent="0" algn="l" rtl="0">
              <a:lnSpc>
                <a:spcPct val="100000"/>
              </a:lnSpc>
              <a:spcBef>
                <a:spcPts val="0"/>
              </a:spcBef>
              <a:spcAft>
                <a:spcPts val="0"/>
              </a:spcAft>
              <a:buNone/>
            </a:pPr>
            <a:r>
              <a:rPr lang="en-US" sz="1632" b="0" i="0" u="none" strike="noStrike" cap="none">
                <a:solidFill>
                  <a:srgbClr val="0D0D0D"/>
                </a:solidFill>
                <a:latin typeface="Verdana"/>
                <a:ea typeface="Verdana"/>
                <a:cs typeface="Verdana"/>
                <a:sym typeface="Verdana"/>
              </a:rPr>
              <a:t>1101</a:t>
            </a:r>
            <a:r>
              <a:rPr lang="en-US" sz="1632" b="1" i="0" u="sng" strike="noStrike" cap="none">
                <a:solidFill>
                  <a:srgbClr val="0D0D0D"/>
                </a:solidFill>
                <a:latin typeface="Verdana"/>
                <a:ea typeface="Verdana"/>
                <a:cs typeface="Verdana"/>
                <a:sym typeface="Verdana"/>
              </a:rPr>
              <a:t>11</a:t>
            </a:r>
            <a:endParaRPr sz="1632" b="0" i="0" u="none" strike="noStrike" cap="none">
              <a:solidFill>
                <a:srgbClr val="000000"/>
              </a:solidFill>
              <a:latin typeface="Verdana"/>
              <a:ea typeface="Verdana"/>
              <a:cs typeface="Verdana"/>
              <a:sym typeface="Verdana"/>
            </a:endParaRPr>
          </a:p>
        </p:txBody>
      </p:sp>
      <p:grpSp>
        <p:nvGrpSpPr>
          <p:cNvPr id="1520" name="Google Shape;1520;p3"/>
          <p:cNvGrpSpPr/>
          <p:nvPr/>
        </p:nvGrpSpPr>
        <p:grpSpPr>
          <a:xfrm>
            <a:off x="2225348" y="1216821"/>
            <a:ext cx="69098" cy="552785"/>
            <a:chOff x="773430" y="1341882"/>
            <a:chExt cx="76200" cy="609600"/>
          </a:xfrm>
        </p:grpSpPr>
        <p:sp>
          <p:nvSpPr>
            <p:cNvPr id="1521" name="Google Shape;1521;p3"/>
            <p:cNvSpPr/>
            <p:nvPr/>
          </p:nvSpPr>
          <p:spPr>
            <a:xfrm>
              <a:off x="773430" y="1341882"/>
              <a:ext cx="76200" cy="609600"/>
            </a:xfrm>
            <a:custGeom>
              <a:avLst/>
              <a:gdLst/>
              <a:ahLst/>
              <a:cxnLst/>
              <a:rect l="l" t="t" r="r" b="b"/>
              <a:pathLst>
                <a:path w="76200" h="609600" extrusionOk="0">
                  <a:moveTo>
                    <a:pt x="57150" y="0"/>
                  </a:moveTo>
                  <a:lnTo>
                    <a:pt x="19050" y="0"/>
                  </a:lnTo>
                  <a:lnTo>
                    <a:pt x="19050" y="571500"/>
                  </a:lnTo>
                  <a:lnTo>
                    <a:pt x="0" y="571500"/>
                  </a:lnTo>
                  <a:lnTo>
                    <a:pt x="38100" y="609600"/>
                  </a:lnTo>
                  <a:lnTo>
                    <a:pt x="76200" y="571500"/>
                  </a:lnTo>
                  <a:lnTo>
                    <a:pt x="57150" y="571500"/>
                  </a:lnTo>
                  <a:lnTo>
                    <a:pt x="57150" y="0"/>
                  </a:lnTo>
                  <a:close/>
                </a:path>
              </a:pathLst>
            </a:custGeom>
            <a:solidFill>
              <a:srgbClr val="25252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22" name="Google Shape;1522;p3"/>
            <p:cNvSpPr/>
            <p:nvPr/>
          </p:nvSpPr>
          <p:spPr>
            <a:xfrm>
              <a:off x="773430" y="1341882"/>
              <a:ext cx="76200" cy="609600"/>
            </a:xfrm>
            <a:custGeom>
              <a:avLst/>
              <a:gdLst/>
              <a:ahLst/>
              <a:cxnLst/>
              <a:rect l="l" t="t" r="r" b="b"/>
              <a:pathLst>
                <a:path w="76200" h="609600" extrusionOk="0">
                  <a:moveTo>
                    <a:pt x="0" y="571500"/>
                  </a:moveTo>
                  <a:lnTo>
                    <a:pt x="19050" y="571500"/>
                  </a:lnTo>
                  <a:lnTo>
                    <a:pt x="19050" y="0"/>
                  </a:lnTo>
                  <a:lnTo>
                    <a:pt x="57150" y="0"/>
                  </a:lnTo>
                  <a:lnTo>
                    <a:pt x="57150" y="571500"/>
                  </a:lnTo>
                  <a:lnTo>
                    <a:pt x="76200" y="571500"/>
                  </a:lnTo>
                  <a:lnTo>
                    <a:pt x="38100" y="609600"/>
                  </a:lnTo>
                  <a:lnTo>
                    <a:pt x="0" y="571500"/>
                  </a:lnTo>
                  <a:close/>
                </a:path>
              </a:pathLst>
            </a:custGeom>
            <a:noFill/>
            <a:ln w="25900" cap="flat" cmpd="sng">
              <a:solidFill>
                <a:srgbClr val="25252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523" name="Google Shape;1523;p3"/>
          <p:cNvSpPr/>
          <p:nvPr/>
        </p:nvSpPr>
        <p:spPr>
          <a:xfrm>
            <a:off x="4018101" y="2390800"/>
            <a:ext cx="1385420" cy="903459"/>
          </a:xfrm>
          <a:custGeom>
            <a:avLst/>
            <a:gdLst/>
            <a:ahLst/>
            <a:cxnLst/>
            <a:rect l="l" t="t" r="r" b="b"/>
            <a:pathLst>
              <a:path w="1527810" h="996314" extrusionOk="0">
                <a:moveTo>
                  <a:pt x="1506254" y="13726"/>
                </a:moveTo>
                <a:lnTo>
                  <a:pt x="1493771" y="14320"/>
                </a:lnTo>
                <a:lnTo>
                  <a:pt x="0" y="985266"/>
                </a:lnTo>
                <a:lnTo>
                  <a:pt x="6858" y="995934"/>
                </a:lnTo>
                <a:lnTo>
                  <a:pt x="1500580" y="25020"/>
                </a:lnTo>
                <a:lnTo>
                  <a:pt x="1506254" y="13726"/>
                </a:lnTo>
                <a:close/>
              </a:path>
              <a:path w="1527810" h="996314" extrusionOk="0">
                <a:moveTo>
                  <a:pt x="1526661" y="1524"/>
                </a:moveTo>
                <a:lnTo>
                  <a:pt x="1513459" y="1524"/>
                </a:lnTo>
                <a:lnTo>
                  <a:pt x="1520316" y="12192"/>
                </a:lnTo>
                <a:lnTo>
                  <a:pt x="1500580" y="25020"/>
                </a:lnTo>
                <a:lnTo>
                  <a:pt x="1471549" y="82804"/>
                </a:lnTo>
                <a:lnTo>
                  <a:pt x="1470025" y="85979"/>
                </a:lnTo>
                <a:lnTo>
                  <a:pt x="1471295" y="89789"/>
                </a:lnTo>
                <a:lnTo>
                  <a:pt x="1474343" y="91312"/>
                </a:lnTo>
                <a:lnTo>
                  <a:pt x="1477518" y="92837"/>
                </a:lnTo>
                <a:lnTo>
                  <a:pt x="1481327" y="91694"/>
                </a:lnTo>
                <a:lnTo>
                  <a:pt x="1482852" y="88519"/>
                </a:lnTo>
                <a:lnTo>
                  <a:pt x="1526661" y="1524"/>
                </a:lnTo>
                <a:close/>
              </a:path>
              <a:path w="1527810" h="996314" extrusionOk="0">
                <a:moveTo>
                  <a:pt x="1515010" y="3937"/>
                </a:moveTo>
                <a:lnTo>
                  <a:pt x="1511173" y="3937"/>
                </a:lnTo>
                <a:lnTo>
                  <a:pt x="1517141" y="13208"/>
                </a:lnTo>
                <a:lnTo>
                  <a:pt x="1506254" y="13726"/>
                </a:lnTo>
                <a:lnTo>
                  <a:pt x="1500580" y="25020"/>
                </a:lnTo>
                <a:lnTo>
                  <a:pt x="1520316" y="12192"/>
                </a:lnTo>
                <a:lnTo>
                  <a:pt x="1515010" y="3937"/>
                </a:lnTo>
                <a:close/>
              </a:path>
              <a:path w="1527810" h="996314" extrusionOk="0">
                <a:moveTo>
                  <a:pt x="1527428" y="0"/>
                </a:moveTo>
                <a:lnTo>
                  <a:pt x="1428496" y="4825"/>
                </a:lnTo>
                <a:lnTo>
                  <a:pt x="1424939" y="4953"/>
                </a:lnTo>
                <a:lnTo>
                  <a:pt x="1422273" y="7874"/>
                </a:lnTo>
                <a:lnTo>
                  <a:pt x="1422400" y="11430"/>
                </a:lnTo>
                <a:lnTo>
                  <a:pt x="1422653" y="14859"/>
                </a:lnTo>
                <a:lnTo>
                  <a:pt x="1425575" y="17653"/>
                </a:lnTo>
                <a:lnTo>
                  <a:pt x="1429131" y="17399"/>
                </a:lnTo>
                <a:lnTo>
                  <a:pt x="1493771" y="14320"/>
                </a:lnTo>
                <a:lnTo>
                  <a:pt x="1513459" y="1524"/>
                </a:lnTo>
                <a:lnTo>
                  <a:pt x="1526661" y="1524"/>
                </a:lnTo>
                <a:lnTo>
                  <a:pt x="1527428" y="0"/>
                </a:lnTo>
                <a:close/>
              </a:path>
              <a:path w="1527810" h="996314" extrusionOk="0">
                <a:moveTo>
                  <a:pt x="1513459" y="1524"/>
                </a:moveTo>
                <a:lnTo>
                  <a:pt x="1493771" y="14320"/>
                </a:lnTo>
                <a:lnTo>
                  <a:pt x="1506254" y="13726"/>
                </a:lnTo>
                <a:lnTo>
                  <a:pt x="1511173" y="3937"/>
                </a:lnTo>
                <a:lnTo>
                  <a:pt x="1515010" y="3937"/>
                </a:lnTo>
                <a:lnTo>
                  <a:pt x="1513459" y="1524"/>
                </a:lnTo>
                <a:close/>
              </a:path>
              <a:path w="1527810" h="996314" extrusionOk="0">
                <a:moveTo>
                  <a:pt x="1511173" y="3937"/>
                </a:moveTo>
                <a:lnTo>
                  <a:pt x="1506254" y="13726"/>
                </a:lnTo>
                <a:lnTo>
                  <a:pt x="1517141" y="13208"/>
                </a:lnTo>
                <a:lnTo>
                  <a:pt x="1511173" y="3937"/>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24" name="Google Shape;1524;p3"/>
          <p:cNvSpPr/>
          <p:nvPr/>
        </p:nvSpPr>
        <p:spPr>
          <a:xfrm>
            <a:off x="4017410" y="4043744"/>
            <a:ext cx="1455094" cy="1664116"/>
          </a:xfrm>
          <a:custGeom>
            <a:avLst/>
            <a:gdLst/>
            <a:ahLst/>
            <a:cxnLst/>
            <a:rect l="l" t="t" r="r" b="b"/>
            <a:pathLst>
              <a:path w="1604645" h="1835150" extrusionOk="0">
                <a:moveTo>
                  <a:pt x="1604391" y="1834781"/>
                </a:moveTo>
                <a:lnTo>
                  <a:pt x="1603209" y="1831403"/>
                </a:lnTo>
                <a:lnTo>
                  <a:pt x="1570736" y="1737868"/>
                </a:lnTo>
                <a:lnTo>
                  <a:pt x="1567180" y="1736090"/>
                </a:lnTo>
                <a:lnTo>
                  <a:pt x="1560576" y="1738376"/>
                </a:lnTo>
                <a:lnTo>
                  <a:pt x="1558798" y="1742059"/>
                </a:lnTo>
                <a:lnTo>
                  <a:pt x="1581238" y="1806663"/>
                </a:lnTo>
                <a:lnTo>
                  <a:pt x="8382" y="458343"/>
                </a:lnTo>
                <a:lnTo>
                  <a:pt x="0" y="467995"/>
                </a:lnTo>
                <a:lnTo>
                  <a:pt x="1572793" y="1816087"/>
                </a:lnTo>
                <a:lnTo>
                  <a:pt x="1505712" y="1803908"/>
                </a:lnTo>
                <a:lnTo>
                  <a:pt x="1502410" y="1806194"/>
                </a:lnTo>
                <a:lnTo>
                  <a:pt x="1501140" y="1813052"/>
                </a:lnTo>
                <a:lnTo>
                  <a:pt x="1503426" y="1816354"/>
                </a:lnTo>
                <a:lnTo>
                  <a:pt x="1604391" y="1834781"/>
                </a:lnTo>
                <a:close/>
              </a:path>
              <a:path w="1604645" h="1835150" extrusionOk="0">
                <a:moveTo>
                  <a:pt x="1604391" y="539369"/>
                </a:moveTo>
                <a:lnTo>
                  <a:pt x="1538986" y="464947"/>
                </a:lnTo>
                <a:lnTo>
                  <a:pt x="1536700" y="462280"/>
                </a:lnTo>
                <a:lnTo>
                  <a:pt x="1532636" y="462026"/>
                </a:lnTo>
                <a:lnTo>
                  <a:pt x="1527429" y="466725"/>
                </a:lnTo>
                <a:lnTo>
                  <a:pt x="1527175" y="470662"/>
                </a:lnTo>
                <a:lnTo>
                  <a:pt x="1529461" y="473329"/>
                </a:lnTo>
                <a:lnTo>
                  <a:pt x="1572158" y="521906"/>
                </a:lnTo>
                <a:lnTo>
                  <a:pt x="6223" y="0"/>
                </a:lnTo>
                <a:lnTo>
                  <a:pt x="2159" y="11938"/>
                </a:lnTo>
                <a:lnTo>
                  <a:pt x="1568221" y="534009"/>
                </a:lnTo>
                <a:lnTo>
                  <a:pt x="1504823" y="547243"/>
                </a:lnTo>
                <a:lnTo>
                  <a:pt x="1501394" y="548005"/>
                </a:lnTo>
                <a:lnTo>
                  <a:pt x="1499235" y="551307"/>
                </a:lnTo>
                <a:lnTo>
                  <a:pt x="1499870" y="554736"/>
                </a:lnTo>
                <a:lnTo>
                  <a:pt x="1500632" y="558165"/>
                </a:lnTo>
                <a:lnTo>
                  <a:pt x="1503934" y="560451"/>
                </a:lnTo>
                <a:lnTo>
                  <a:pt x="1507363" y="559689"/>
                </a:lnTo>
                <a:lnTo>
                  <a:pt x="1594675" y="541401"/>
                </a:lnTo>
                <a:lnTo>
                  <a:pt x="1604391" y="539369"/>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25" name="Google Shape;1525;p3"/>
          <p:cNvSpPr/>
          <p:nvPr/>
        </p:nvSpPr>
        <p:spPr>
          <a:xfrm>
            <a:off x="4020174" y="3396294"/>
            <a:ext cx="1452215" cy="313245"/>
          </a:xfrm>
          <a:custGeom>
            <a:avLst/>
            <a:gdLst/>
            <a:ahLst/>
            <a:cxnLst/>
            <a:rect l="l" t="t" r="r" b="b"/>
            <a:pathLst>
              <a:path w="1601470" h="345439" extrusionOk="0">
                <a:moveTo>
                  <a:pt x="1564560" y="34644"/>
                </a:moveTo>
                <a:lnTo>
                  <a:pt x="0" y="332740"/>
                </a:lnTo>
                <a:lnTo>
                  <a:pt x="2286" y="345186"/>
                </a:lnTo>
                <a:lnTo>
                  <a:pt x="1567085" y="47194"/>
                </a:lnTo>
                <a:lnTo>
                  <a:pt x="1576604" y="38910"/>
                </a:lnTo>
                <a:lnTo>
                  <a:pt x="1564560" y="34644"/>
                </a:lnTo>
                <a:close/>
              </a:path>
              <a:path w="1601470" h="345439" extrusionOk="0">
                <a:moveTo>
                  <a:pt x="1590213" y="30225"/>
                </a:moveTo>
                <a:lnTo>
                  <a:pt x="1587753" y="30225"/>
                </a:lnTo>
                <a:lnTo>
                  <a:pt x="1590166" y="42799"/>
                </a:lnTo>
                <a:lnTo>
                  <a:pt x="1567085" y="47194"/>
                </a:lnTo>
                <a:lnTo>
                  <a:pt x="1518285" y="89662"/>
                </a:lnTo>
                <a:lnTo>
                  <a:pt x="1515617" y="91948"/>
                </a:lnTo>
                <a:lnTo>
                  <a:pt x="1515364" y="96012"/>
                </a:lnTo>
                <a:lnTo>
                  <a:pt x="1517650" y="98552"/>
                </a:lnTo>
                <a:lnTo>
                  <a:pt x="1519936" y="101219"/>
                </a:lnTo>
                <a:lnTo>
                  <a:pt x="1524000" y="101473"/>
                </a:lnTo>
                <a:lnTo>
                  <a:pt x="1526666" y="99187"/>
                </a:lnTo>
                <a:lnTo>
                  <a:pt x="1601342" y="34162"/>
                </a:lnTo>
                <a:lnTo>
                  <a:pt x="1590213" y="30225"/>
                </a:lnTo>
                <a:close/>
              </a:path>
              <a:path w="1601470" h="345439" extrusionOk="0">
                <a:moveTo>
                  <a:pt x="1576604" y="38910"/>
                </a:moveTo>
                <a:lnTo>
                  <a:pt x="1567085" y="47194"/>
                </a:lnTo>
                <a:lnTo>
                  <a:pt x="1590166" y="42799"/>
                </a:lnTo>
                <a:lnTo>
                  <a:pt x="1590118" y="42545"/>
                </a:lnTo>
                <a:lnTo>
                  <a:pt x="1586864" y="42545"/>
                </a:lnTo>
                <a:lnTo>
                  <a:pt x="1576604" y="38910"/>
                </a:lnTo>
                <a:close/>
              </a:path>
              <a:path w="1601470" h="345439" extrusionOk="0">
                <a:moveTo>
                  <a:pt x="1584833" y="31750"/>
                </a:moveTo>
                <a:lnTo>
                  <a:pt x="1576604" y="38910"/>
                </a:lnTo>
                <a:lnTo>
                  <a:pt x="1586864" y="42545"/>
                </a:lnTo>
                <a:lnTo>
                  <a:pt x="1584833" y="31750"/>
                </a:lnTo>
                <a:close/>
              </a:path>
              <a:path w="1601470" h="345439" extrusionOk="0">
                <a:moveTo>
                  <a:pt x="1588046" y="31750"/>
                </a:moveTo>
                <a:lnTo>
                  <a:pt x="1584833" y="31750"/>
                </a:lnTo>
                <a:lnTo>
                  <a:pt x="1586864" y="42545"/>
                </a:lnTo>
                <a:lnTo>
                  <a:pt x="1590118" y="42545"/>
                </a:lnTo>
                <a:lnTo>
                  <a:pt x="1588046" y="31750"/>
                </a:lnTo>
                <a:close/>
              </a:path>
              <a:path w="1601470" h="345439" extrusionOk="0">
                <a:moveTo>
                  <a:pt x="1587753" y="30225"/>
                </a:moveTo>
                <a:lnTo>
                  <a:pt x="1564560" y="34644"/>
                </a:lnTo>
                <a:lnTo>
                  <a:pt x="1576604" y="38910"/>
                </a:lnTo>
                <a:lnTo>
                  <a:pt x="1584833" y="31750"/>
                </a:lnTo>
                <a:lnTo>
                  <a:pt x="1588046" y="31750"/>
                </a:lnTo>
                <a:lnTo>
                  <a:pt x="1587753" y="30225"/>
                </a:lnTo>
                <a:close/>
              </a:path>
              <a:path w="1601470" h="345439" extrusionOk="0">
                <a:moveTo>
                  <a:pt x="1504569" y="0"/>
                </a:moveTo>
                <a:lnTo>
                  <a:pt x="1501013" y="1650"/>
                </a:lnTo>
                <a:lnTo>
                  <a:pt x="1499870" y="4953"/>
                </a:lnTo>
                <a:lnTo>
                  <a:pt x="1498600" y="8255"/>
                </a:lnTo>
                <a:lnTo>
                  <a:pt x="1500377" y="11937"/>
                </a:lnTo>
                <a:lnTo>
                  <a:pt x="1564560" y="34644"/>
                </a:lnTo>
                <a:lnTo>
                  <a:pt x="1587753" y="30225"/>
                </a:lnTo>
                <a:lnTo>
                  <a:pt x="1590213" y="30225"/>
                </a:lnTo>
                <a:lnTo>
                  <a:pt x="1507998" y="1143"/>
                </a:lnTo>
                <a:lnTo>
                  <a:pt x="1504569" y="0"/>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2" name="Date Placeholder 1"/>
          <p:cNvSpPr>
            <a:spLocks noGrp="1"/>
          </p:cNvSpPr>
          <p:nvPr>
            <p:ph type="dt" idx="10"/>
          </p:nvPr>
        </p:nvSpPr>
        <p:spPr/>
        <p:txBody>
          <a:bodyPr/>
          <a:lstStyle/>
          <a:p>
            <a:fld id="{66D77D22-BBFA-40A5-96E2-51016CA4D0F8}"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95</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graphicFrame>
        <p:nvGraphicFramePr>
          <p:cNvPr id="1530" name="Google Shape;1530;p4"/>
          <p:cNvGraphicFramePr/>
          <p:nvPr/>
        </p:nvGraphicFramePr>
        <p:xfrm>
          <a:off x="5472561" y="5085630"/>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6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361315" marR="0" lvl="0" indent="0" algn="l" rtl="0">
                        <a:lnSpc>
                          <a:spcPct val="100000"/>
                        </a:lnSpc>
                        <a:spcBef>
                          <a:spcPts val="0"/>
                        </a:spcBef>
                        <a:spcAft>
                          <a:spcPts val="0"/>
                        </a:spcAft>
                        <a:buNone/>
                      </a:pP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531" name="Google Shape;1531;p4"/>
          <p:cNvSpPr txBox="1"/>
          <p:nvPr/>
        </p:nvSpPr>
        <p:spPr>
          <a:xfrm>
            <a:off x="2362852" y="1838013"/>
            <a:ext cx="1312866" cy="299418"/>
          </a:xfrm>
          <a:prstGeom prst="rect">
            <a:avLst/>
          </a:prstGeom>
          <a:solidFill>
            <a:srgbClr val="FFFF79"/>
          </a:solidFill>
          <a:ln w="15225" cap="flat" cmpd="sng">
            <a:solidFill>
              <a:srgbClr val="1F487C"/>
            </a:solidFill>
            <a:prstDash val="solid"/>
            <a:round/>
            <a:headEnd type="none" w="sm" len="sm"/>
            <a:tailEnd type="none" w="sm" len="sm"/>
          </a:ln>
        </p:spPr>
        <p:txBody>
          <a:bodyPr spcFirstLastPara="1" wrap="square" lIns="0" tIns="47775" rIns="0" bIns="0" anchor="t" anchorCtr="0">
            <a:spAutoFit/>
          </a:bodyPr>
          <a:lstStyle/>
          <a:p>
            <a:pPr marL="245298" marR="0" lvl="0" indent="0" algn="l" rtl="0">
              <a:lnSpc>
                <a:spcPct val="100000"/>
              </a:lnSpc>
              <a:spcBef>
                <a:spcPts val="0"/>
              </a:spcBef>
              <a:spcAft>
                <a:spcPts val="0"/>
              </a:spcAft>
              <a:buNone/>
            </a:pPr>
            <a:r>
              <a:rPr lang="en-US" sz="1632" b="0" i="0" u="none" strike="noStrike" cap="none">
                <a:solidFill>
                  <a:srgbClr val="0D0D0D"/>
                </a:solidFill>
                <a:latin typeface="Verdana"/>
                <a:ea typeface="Verdana"/>
                <a:cs typeface="Verdana"/>
                <a:sym typeface="Verdana"/>
              </a:rPr>
              <a:t>0001</a:t>
            </a:r>
            <a:r>
              <a:rPr lang="en-US" sz="1632" b="1" i="0" u="sng" strike="noStrike" cap="none">
                <a:solidFill>
                  <a:srgbClr val="0D0D0D"/>
                </a:solidFill>
                <a:latin typeface="Verdana"/>
                <a:ea typeface="Verdana"/>
                <a:cs typeface="Verdana"/>
                <a:sym typeface="Verdana"/>
              </a:rPr>
              <a:t>01</a:t>
            </a:r>
            <a:endParaRPr sz="1632" b="0" i="0" u="none" strike="noStrike" cap="none">
              <a:solidFill>
                <a:srgbClr val="000000"/>
              </a:solidFill>
              <a:latin typeface="Verdana"/>
              <a:ea typeface="Verdana"/>
              <a:cs typeface="Verdana"/>
              <a:sym typeface="Verdana"/>
            </a:endParaRPr>
          </a:p>
        </p:txBody>
      </p:sp>
      <p:sp>
        <p:nvSpPr>
          <p:cNvPr id="1532" name="Google Shape;1532;p4"/>
          <p:cNvSpPr txBox="1"/>
          <p:nvPr/>
        </p:nvSpPr>
        <p:spPr>
          <a:xfrm>
            <a:off x="3385506" y="3565864"/>
            <a:ext cx="234933"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00000"/>
                </a:solidFill>
                <a:latin typeface="Verdana"/>
                <a:ea typeface="Verdana"/>
                <a:cs typeface="Verdana"/>
                <a:sym typeface="Verdana"/>
              </a:rPr>
              <a:t>01</a:t>
            </a:r>
            <a:endParaRPr sz="1451" b="0" i="0" u="none" strike="noStrike" cap="none">
              <a:solidFill>
                <a:srgbClr val="000000"/>
              </a:solidFill>
              <a:latin typeface="Verdana"/>
              <a:ea typeface="Verdana"/>
              <a:cs typeface="Verdana"/>
              <a:sym typeface="Verdana"/>
            </a:endParaRPr>
          </a:p>
        </p:txBody>
      </p:sp>
      <p:sp>
        <p:nvSpPr>
          <p:cNvPr id="1533" name="Google Shape;1533;p4"/>
          <p:cNvSpPr txBox="1"/>
          <p:nvPr/>
        </p:nvSpPr>
        <p:spPr>
          <a:xfrm>
            <a:off x="2712489" y="760945"/>
            <a:ext cx="458927" cy="230832"/>
          </a:xfrm>
          <a:prstGeom prst="rect">
            <a:avLst/>
          </a:prstGeom>
          <a:noFill/>
          <a:ln>
            <a:noFill/>
          </a:ln>
        </p:spPr>
        <p:txBody>
          <a:bodyPr spcFirstLastPara="1" wrap="square" lIns="0" tIns="0" rIns="0" bIns="0" anchor="t" anchorCtr="0">
            <a:spAutoFit/>
          </a:bodyPr>
          <a:lstStyle/>
          <a:p>
            <a:pPr marL="0" marR="0" lvl="0" indent="0" algn="l" rtl="0">
              <a:lnSpc>
                <a:spcPct val="110539"/>
              </a:lnSpc>
              <a:spcBef>
                <a:spcPts val="0"/>
              </a:spcBef>
              <a:spcAft>
                <a:spcPts val="0"/>
              </a:spcAft>
              <a:buNone/>
            </a:pPr>
            <a:r>
              <a:rPr lang="en-US" sz="1632" b="0" i="0" u="none" strike="noStrike" cap="none">
                <a:solidFill>
                  <a:srgbClr val="000000"/>
                </a:solidFill>
                <a:latin typeface="Arial"/>
                <a:ea typeface="Arial"/>
                <a:cs typeface="Arial"/>
                <a:sym typeface="Arial"/>
              </a:rPr>
              <a:t>3333</a:t>
            </a:r>
            <a:endParaRPr sz="1632" b="0" i="0" u="none" strike="noStrike" cap="none">
              <a:solidFill>
                <a:srgbClr val="000000"/>
              </a:solidFill>
              <a:latin typeface="Arial"/>
              <a:ea typeface="Arial"/>
              <a:cs typeface="Arial"/>
              <a:sym typeface="Arial"/>
            </a:endParaRPr>
          </a:p>
        </p:txBody>
      </p:sp>
      <p:graphicFrame>
        <p:nvGraphicFramePr>
          <p:cNvPr id="1534" name="Google Shape;1534;p4"/>
          <p:cNvGraphicFramePr/>
          <p:nvPr/>
        </p:nvGraphicFramePr>
        <p:xfrm>
          <a:off x="1942908" y="587565"/>
          <a:ext cx="7946950" cy="552775"/>
        </p:xfrm>
        <a:graphic>
          <a:graphicData uri="http://schemas.openxmlformats.org/drawingml/2006/table">
            <a:tbl>
              <a:tblPr firstRow="1" bandRow="1">
                <a:noFill/>
                <a:tableStyleId>{B5A5B32E-2F8E-4EB1-B198-1ED1FC871F6B}</a:tableStyleId>
              </a:tblPr>
              <a:tblGrid>
                <a:gridCol w="677175"/>
                <a:gridCol w="704800"/>
                <a:gridCol w="605175"/>
                <a:gridCol w="662200"/>
                <a:gridCol w="662200"/>
                <a:gridCol w="662200"/>
                <a:gridCol w="662200"/>
                <a:gridCol w="662200"/>
                <a:gridCol w="662200"/>
                <a:gridCol w="662200"/>
                <a:gridCol w="662200"/>
                <a:gridCol w="662200"/>
              </a:tblGrid>
              <a:tr h="552775">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9050" cap="flat" cmpd="sng">
                      <a:solidFill>
                        <a:srgbClr val="1F487C"/>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42240"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9050" cap="flat" cmpd="sng">
                      <a:solidFill>
                        <a:srgbClr val="1F487C"/>
                      </a:solidFill>
                      <a:prstDash val="solid"/>
                      <a:round/>
                      <a:headEnd type="none" w="sm" len="sm"/>
                      <a:tailEnd type="none" w="sm" len="sm"/>
                    </a:lnR>
                    <a:lnT w="19050" cap="flat" cmpd="sng">
                      <a:solidFill>
                        <a:srgbClr val="1F487C"/>
                      </a:solidFill>
                      <a:prstDash val="solid"/>
                      <a:round/>
                      <a:headEnd type="none" w="sm" len="sm"/>
                      <a:tailEnd type="none" w="sm" len="sm"/>
                    </a:lnT>
                    <a:lnB w="19050" cap="flat" cmpd="sng">
                      <a:solidFill>
                        <a:srgbClr val="1F487C"/>
                      </a:solidFill>
                      <a:prstDash val="solid"/>
                      <a:round/>
                      <a:headEnd type="none" w="sm" len="sm"/>
                      <a:tailEnd type="none" w="sm" len="sm"/>
                    </a:lnB>
                    <a:solidFill>
                      <a:srgbClr val="FFFF79"/>
                    </a:solidFill>
                  </a:tcPr>
                </a:tc>
                <a:tc>
                  <a:txBody>
                    <a:bodyPr/>
                    <a:lstStyle/>
                    <a:p>
                      <a:pPr marL="48895" marR="0" lvl="0" indent="0" algn="l" rtl="0">
                        <a:lnSpc>
                          <a:spcPct val="100000"/>
                        </a:lnSpc>
                        <a:spcBef>
                          <a:spcPts val="0"/>
                        </a:spcBef>
                        <a:spcAft>
                          <a:spcPts val="0"/>
                        </a:spcAft>
                        <a:buNone/>
                      </a:pPr>
                      <a:r>
                        <a:rPr lang="en-US" sz="1600" u="none" strike="noStrike" cap="none">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pSp>
        <p:nvGrpSpPr>
          <p:cNvPr id="1535" name="Google Shape;1535;p4"/>
          <p:cNvGrpSpPr/>
          <p:nvPr/>
        </p:nvGrpSpPr>
        <p:grpSpPr>
          <a:xfrm>
            <a:off x="5466860" y="2108878"/>
            <a:ext cx="3380055" cy="495204"/>
            <a:chOff x="4348098" y="2325624"/>
            <a:chExt cx="3727450" cy="546100"/>
          </a:xfrm>
        </p:grpSpPr>
        <p:sp>
          <p:nvSpPr>
            <p:cNvPr id="1536" name="Google Shape;1536;p4"/>
            <p:cNvSpPr/>
            <p:nvPr/>
          </p:nvSpPr>
          <p:spPr>
            <a:xfrm>
              <a:off x="4354449" y="2331973"/>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37" name="Google Shape;1537;p4"/>
            <p:cNvSpPr/>
            <p:nvPr/>
          </p:nvSpPr>
          <p:spPr>
            <a:xfrm>
              <a:off x="4348098" y="23256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538" name="Google Shape;1538;p4"/>
          <p:cNvSpPr txBox="1"/>
          <p:nvPr/>
        </p:nvSpPr>
        <p:spPr>
          <a:xfrm>
            <a:off x="5472561" y="1768915"/>
            <a:ext cx="552786" cy="284899"/>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025"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pSp>
        <p:nvGrpSpPr>
          <p:cNvPr id="1539" name="Google Shape;1539;p4"/>
          <p:cNvGrpSpPr/>
          <p:nvPr/>
        </p:nvGrpSpPr>
        <p:grpSpPr>
          <a:xfrm>
            <a:off x="5466859" y="4320022"/>
            <a:ext cx="3380056" cy="495204"/>
            <a:chOff x="4348098" y="4764024"/>
            <a:chExt cx="3727450" cy="546100"/>
          </a:xfrm>
        </p:grpSpPr>
        <p:sp>
          <p:nvSpPr>
            <p:cNvPr id="1540" name="Google Shape;1540;p4"/>
            <p:cNvSpPr/>
            <p:nvPr/>
          </p:nvSpPr>
          <p:spPr>
            <a:xfrm>
              <a:off x="4354449" y="4770374"/>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41" name="Google Shape;1541;p4"/>
            <p:cNvSpPr/>
            <p:nvPr/>
          </p:nvSpPr>
          <p:spPr>
            <a:xfrm>
              <a:off x="4348098" y="47640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542" name="Google Shape;1542;p4"/>
          <p:cNvSpPr txBox="1"/>
          <p:nvPr/>
        </p:nvSpPr>
        <p:spPr>
          <a:xfrm>
            <a:off x="5472561" y="3980059"/>
            <a:ext cx="552786" cy="285481"/>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600"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aphicFrame>
        <p:nvGraphicFramePr>
          <p:cNvPr id="1543" name="Google Shape;1543;p4"/>
          <p:cNvGraphicFramePr/>
          <p:nvPr/>
        </p:nvGraphicFramePr>
        <p:xfrm>
          <a:off x="2978172" y="2730532"/>
          <a:ext cx="1035900" cy="1933625"/>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405950">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9050" cap="flat" cmpd="sng">
                      <a:solidFill>
                        <a:srgbClr val="BEBEBE"/>
                      </a:solidFill>
                      <a:prstDash val="solid"/>
                      <a:round/>
                      <a:headEnd type="none" w="sm" len="sm"/>
                      <a:tailEnd type="none" w="sm" len="sm"/>
                    </a:lnB>
                    <a:solidFill>
                      <a:srgbClr val="E8E8E8"/>
                    </a:solidFill>
                  </a:tcPr>
                </a:tc>
                <a:tc hMerge="1">
                  <a:txBody>
                    <a:bodyPr/>
                    <a:lstStyle/>
                    <a:p>
                      <a:endParaRPr lang="en-US"/>
                    </a:p>
                  </a:txBody>
                  <a:tcPr/>
                </a:tc>
              </a:tr>
              <a:tr h="422075">
                <a:tc gridSpan="2">
                  <a:txBody>
                    <a:bodyPr/>
                    <a:lstStyle/>
                    <a:p>
                      <a:pPr marL="0" marR="0" lvl="0" indent="0" algn="ctr"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01</a:t>
                      </a:r>
                      <a:endParaRPr sz="1500" u="none" strike="noStrike" cap="none">
                        <a:latin typeface="Verdana"/>
                        <a:ea typeface="Verdana"/>
                        <a:cs typeface="Verdana"/>
                        <a:sym typeface="Verdana"/>
                      </a:endParaRPr>
                    </a:p>
                  </a:txBody>
                  <a:tcPr marL="0" marR="0" marT="103650" marB="0">
                    <a:lnL w="19050" cap="flat" cmpd="sng">
                      <a:solidFill>
                        <a:srgbClr val="BEBEBE"/>
                      </a:solidFill>
                      <a:prstDash val="solid"/>
                      <a:round/>
                      <a:headEnd type="none" w="sm" len="sm"/>
                      <a:tailEnd type="none" w="sm" len="sm"/>
                    </a:lnL>
                    <a:lnR w="19050" cap="flat" cmpd="sng">
                      <a:solidFill>
                        <a:srgbClr val="BEBEBE"/>
                      </a:solidFill>
                      <a:prstDash val="solid"/>
                      <a:round/>
                      <a:headEnd type="none" w="sm" len="sm"/>
                      <a:tailEnd type="none" w="sm" len="sm"/>
                    </a:lnR>
                    <a:lnT w="19050" cap="flat" cmpd="sng">
                      <a:solidFill>
                        <a:srgbClr val="BEBEBE"/>
                      </a:solidFill>
                      <a:prstDash val="solid"/>
                      <a:round/>
                      <a:headEnd type="none" w="sm" len="sm"/>
                      <a:tailEnd type="none" w="sm" len="sm"/>
                    </a:lnT>
                    <a:lnB w="19050" cap="flat" cmpd="sng">
                      <a:solidFill>
                        <a:srgbClr val="BEBEBE"/>
                      </a:solidFill>
                      <a:prstDash val="solid"/>
                      <a:round/>
                      <a:headEnd type="none" w="sm" len="sm"/>
                      <a:tailEnd type="none" w="sm" len="sm"/>
                    </a:lnB>
                    <a:solidFill>
                      <a:srgbClr val="E8E8E8"/>
                    </a:solidFill>
                  </a:tcPr>
                </a:tc>
                <a:tc hMerge="1">
                  <a:txBody>
                    <a:bodyPr/>
                    <a:lstStyle/>
                    <a:p>
                      <a:endParaRPr lang="en-US"/>
                    </a:p>
                  </a:txBody>
                  <a:tcPr/>
                </a:tc>
              </a:tr>
              <a:tr h="36277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10</a:t>
                      </a:r>
                      <a:endParaRPr sz="1500" u="none" strike="noStrike" cap="none">
                        <a:latin typeface="Verdana"/>
                        <a:ea typeface="Verdana"/>
                        <a:cs typeface="Verdana"/>
                        <a:sym typeface="Verdana"/>
                      </a:endParaRPr>
                    </a:p>
                  </a:txBody>
                  <a:tcPr marL="0" marR="0" marT="5297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905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bl>
          </a:graphicData>
        </a:graphic>
      </p:graphicFrame>
      <p:graphicFrame>
        <p:nvGraphicFramePr>
          <p:cNvPr id="1544" name="Google Shape;1544;p4"/>
          <p:cNvGraphicFramePr/>
          <p:nvPr/>
        </p:nvGraphicFramePr>
        <p:xfrm>
          <a:off x="5466803" y="2868728"/>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57505"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3333</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pSp>
        <p:nvGrpSpPr>
          <p:cNvPr id="1545" name="Google Shape;1545;p4"/>
          <p:cNvGrpSpPr/>
          <p:nvPr/>
        </p:nvGrpSpPr>
        <p:grpSpPr>
          <a:xfrm>
            <a:off x="2916329" y="1216821"/>
            <a:ext cx="69098" cy="552785"/>
            <a:chOff x="1535429" y="1341882"/>
            <a:chExt cx="76200" cy="609600"/>
          </a:xfrm>
        </p:grpSpPr>
        <p:sp>
          <p:nvSpPr>
            <p:cNvPr id="1546" name="Google Shape;1546;p4"/>
            <p:cNvSpPr/>
            <p:nvPr/>
          </p:nvSpPr>
          <p:spPr>
            <a:xfrm>
              <a:off x="1535429" y="1341882"/>
              <a:ext cx="76200" cy="609600"/>
            </a:xfrm>
            <a:custGeom>
              <a:avLst/>
              <a:gdLst/>
              <a:ahLst/>
              <a:cxnLst/>
              <a:rect l="l" t="t" r="r" b="b"/>
              <a:pathLst>
                <a:path w="76200" h="609600" extrusionOk="0">
                  <a:moveTo>
                    <a:pt x="57150" y="0"/>
                  </a:moveTo>
                  <a:lnTo>
                    <a:pt x="19050" y="0"/>
                  </a:lnTo>
                  <a:lnTo>
                    <a:pt x="19050" y="571500"/>
                  </a:lnTo>
                  <a:lnTo>
                    <a:pt x="0" y="571500"/>
                  </a:lnTo>
                  <a:lnTo>
                    <a:pt x="38100" y="609600"/>
                  </a:lnTo>
                  <a:lnTo>
                    <a:pt x="76200" y="571500"/>
                  </a:lnTo>
                  <a:lnTo>
                    <a:pt x="57150" y="571500"/>
                  </a:lnTo>
                  <a:lnTo>
                    <a:pt x="57150" y="0"/>
                  </a:lnTo>
                  <a:close/>
                </a:path>
              </a:pathLst>
            </a:custGeom>
            <a:solidFill>
              <a:srgbClr val="25252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47" name="Google Shape;1547;p4"/>
            <p:cNvSpPr/>
            <p:nvPr/>
          </p:nvSpPr>
          <p:spPr>
            <a:xfrm>
              <a:off x="1535429" y="1341882"/>
              <a:ext cx="76200" cy="609600"/>
            </a:xfrm>
            <a:custGeom>
              <a:avLst/>
              <a:gdLst/>
              <a:ahLst/>
              <a:cxnLst/>
              <a:rect l="l" t="t" r="r" b="b"/>
              <a:pathLst>
                <a:path w="76200" h="609600" extrusionOk="0">
                  <a:moveTo>
                    <a:pt x="0" y="571500"/>
                  </a:moveTo>
                  <a:lnTo>
                    <a:pt x="19050" y="571500"/>
                  </a:lnTo>
                  <a:lnTo>
                    <a:pt x="19050" y="0"/>
                  </a:lnTo>
                  <a:lnTo>
                    <a:pt x="57150" y="0"/>
                  </a:lnTo>
                  <a:lnTo>
                    <a:pt x="57150" y="571500"/>
                  </a:lnTo>
                  <a:lnTo>
                    <a:pt x="76200" y="571500"/>
                  </a:lnTo>
                  <a:lnTo>
                    <a:pt x="38100" y="609600"/>
                  </a:lnTo>
                  <a:lnTo>
                    <a:pt x="0" y="571500"/>
                  </a:lnTo>
                  <a:close/>
                </a:path>
              </a:pathLst>
            </a:custGeom>
            <a:noFill/>
            <a:ln w="25900" cap="flat" cmpd="sng">
              <a:solidFill>
                <a:srgbClr val="25252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548" name="Google Shape;1548;p4"/>
          <p:cNvSpPr/>
          <p:nvPr/>
        </p:nvSpPr>
        <p:spPr>
          <a:xfrm>
            <a:off x="4018101" y="2390800"/>
            <a:ext cx="1385420" cy="903459"/>
          </a:xfrm>
          <a:custGeom>
            <a:avLst/>
            <a:gdLst/>
            <a:ahLst/>
            <a:cxnLst/>
            <a:rect l="l" t="t" r="r" b="b"/>
            <a:pathLst>
              <a:path w="1527810" h="996314" extrusionOk="0">
                <a:moveTo>
                  <a:pt x="1506254" y="13726"/>
                </a:moveTo>
                <a:lnTo>
                  <a:pt x="1493771" y="14320"/>
                </a:lnTo>
                <a:lnTo>
                  <a:pt x="0" y="985266"/>
                </a:lnTo>
                <a:lnTo>
                  <a:pt x="6858" y="995934"/>
                </a:lnTo>
                <a:lnTo>
                  <a:pt x="1500580" y="25020"/>
                </a:lnTo>
                <a:lnTo>
                  <a:pt x="1506254" y="13726"/>
                </a:lnTo>
                <a:close/>
              </a:path>
              <a:path w="1527810" h="996314" extrusionOk="0">
                <a:moveTo>
                  <a:pt x="1526661" y="1524"/>
                </a:moveTo>
                <a:lnTo>
                  <a:pt x="1513459" y="1524"/>
                </a:lnTo>
                <a:lnTo>
                  <a:pt x="1520316" y="12192"/>
                </a:lnTo>
                <a:lnTo>
                  <a:pt x="1500580" y="25020"/>
                </a:lnTo>
                <a:lnTo>
                  <a:pt x="1471549" y="82804"/>
                </a:lnTo>
                <a:lnTo>
                  <a:pt x="1470025" y="85979"/>
                </a:lnTo>
                <a:lnTo>
                  <a:pt x="1471295" y="89789"/>
                </a:lnTo>
                <a:lnTo>
                  <a:pt x="1474343" y="91312"/>
                </a:lnTo>
                <a:lnTo>
                  <a:pt x="1477518" y="92837"/>
                </a:lnTo>
                <a:lnTo>
                  <a:pt x="1481327" y="91694"/>
                </a:lnTo>
                <a:lnTo>
                  <a:pt x="1482852" y="88519"/>
                </a:lnTo>
                <a:lnTo>
                  <a:pt x="1526661" y="1524"/>
                </a:lnTo>
                <a:close/>
              </a:path>
              <a:path w="1527810" h="996314" extrusionOk="0">
                <a:moveTo>
                  <a:pt x="1515010" y="3937"/>
                </a:moveTo>
                <a:lnTo>
                  <a:pt x="1511173" y="3937"/>
                </a:lnTo>
                <a:lnTo>
                  <a:pt x="1517141" y="13208"/>
                </a:lnTo>
                <a:lnTo>
                  <a:pt x="1506254" y="13726"/>
                </a:lnTo>
                <a:lnTo>
                  <a:pt x="1500580" y="25020"/>
                </a:lnTo>
                <a:lnTo>
                  <a:pt x="1520316" y="12192"/>
                </a:lnTo>
                <a:lnTo>
                  <a:pt x="1515010" y="3937"/>
                </a:lnTo>
                <a:close/>
              </a:path>
              <a:path w="1527810" h="996314" extrusionOk="0">
                <a:moveTo>
                  <a:pt x="1527428" y="0"/>
                </a:moveTo>
                <a:lnTo>
                  <a:pt x="1428496" y="4825"/>
                </a:lnTo>
                <a:lnTo>
                  <a:pt x="1424939" y="4953"/>
                </a:lnTo>
                <a:lnTo>
                  <a:pt x="1422273" y="7874"/>
                </a:lnTo>
                <a:lnTo>
                  <a:pt x="1422400" y="11430"/>
                </a:lnTo>
                <a:lnTo>
                  <a:pt x="1422653" y="14859"/>
                </a:lnTo>
                <a:lnTo>
                  <a:pt x="1425575" y="17653"/>
                </a:lnTo>
                <a:lnTo>
                  <a:pt x="1429131" y="17399"/>
                </a:lnTo>
                <a:lnTo>
                  <a:pt x="1493771" y="14320"/>
                </a:lnTo>
                <a:lnTo>
                  <a:pt x="1513459" y="1524"/>
                </a:lnTo>
                <a:lnTo>
                  <a:pt x="1526661" y="1524"/>
                </a:lnTo>
                <a:lnTo>
                  <a:pt x="1527428" y="0"/>
                </a:lnTo>
                <a:close/>
              </a:path>
              <a:path w="1527810" h="996314" extrusionOk="0">
                <a:moveTo>
                  <a:pt x="1513459" y="1524"/>
                </a:moveTo>
                <a:lnTo>
                  <a:pt x="1493771" y="14320"/>
                </a:lnTo>
                <a:lnTo>
                  <a:pt x="1506254" y="13726"/>
                </a:lnTo>
                <a:lnTo>
                  <a:pt x="1511173" y="3937"/>
                </a:lnTo>
                <a:lnTo>
                  <a:pt x="1515010" y="3937"/>
                </a:lnTo>
                <a:lnTo>
                  <a:pt x="1513459" y="1524"/>
                </a:lnTo>
                <a:close/>
              </a:path>
              <a:path w="1527810" h="996314" extrusionOk="0">
                <a:moveTo>
                  <a:pt x="1511173" y="3937"/>
                </a:moveTo>
                <a:lnTo>
                  <a:pt x="1506254" y="13726"/>
                </a:lnTo>
                <a:lnTo>
                  <a:pt x="1517141" y="13208"/>
                </a:lnTo>
                <a:lnTo>
                  <a:pt x="1511173" y="3937"/>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49" name="Google Shape;1549;p4"/>
          <p:cNvSpPr/>
          <p:nvPr/>
        </p:nvSpPr>
        <p:spPr>
          <a:xfrm>
            <a:off x="4017410" y="4043744"/>
            <a:ext cx="1455094" cy="1595018"/>
          </a:xfrm>
          <a:custGeom>
            <a:avLst/>
            <a:gdLst/>
            <a:ahLst/>
            <a:cxnLst/>
            <a:rect l="l" t="t" r="r" b="b"/>
            <a:pathLst>
              <a:path w="1604645" h="1758950" extrusionOk="0">
                <a:moveTo>
                  <a:pt x="1604391" y="1758569"/>
                </a:moveTo>
                <a:lnTo>
                  <a:pt x="1603235" y="1755267"/>
                </a:lnTo>
                <a:lnTo>
                  <a:pt x="1570736" y="1661668"/>
                </a:lnTo>
                <a:lnTo>
                  <a:pt x="1567180" y="1659890"/>
                </a:lnTo>
                <a:lnTo>
                  <a:pt x="1560576" y="1662176"/>
                </a:lnTo>
                <a:lnTo>
                  <a:pt x="1558798" y="1665859"/>
                </a:lnTo>
                <a:lnTo>
                  <a:pt x="1581238" y="1730463"/>
                </a:lnTo>
                <a:lnTo>
                  <a:pt x="8382" y="382143"/>
                </a:lnTo>
                <a:lnTo>
                  <a:pt x="0" y="391795"/>
                </a:lnTo>
                <a:lnTo>
                  <a:pt x="1572691" y="1739874"/>
                </a:lnTo>
                <a:lnTo>
                  <a:pt x="1505712" y="1727708"/>
                </a:lnTo>
                <a:lnTo>
                  <a:pt x="1502410" y="1729994"/>
                </a:lnTo>
                <a:lnTo>
                  <a:pt x="1501140" y="1736852"/>
                </a:lnTo>
                <a:lnTo>
                  <a:pt x="1503426" y="1740154"/>
                </a:lnTo>
                <a:lnTo>
                  <a:pt x="1604391" y="1758569"/>
                </a:lnTo>
                <a:close/>
              </a:path>
              <a:path w="1604645" h="1758950" extrusionOk="0">
                <a:moveTo>
                  <a:pt x="1604391" y="539369"/>
                </a:moveTo>
                <a:lnTo>
                  <a:pt x="1538986" y="464947"/>
                </a:lnTo>
                <a:lnTo>
                  <a:pt x="1536700" y="462280"/>
                </a:lnTo>
                <a:lnTo>
                  <a:pt x="1532636" y="462026"/>
                </a:lnTo>
                <a:lnTo>
                  <a:pt x="1527429" y="466725"/>
                </a:lnTo>
                <a:lnTo>
                  <a:pt x="1527175" y="470662"/>
                </a:lnTo>
                <a:lnTo>
                  <a:pt x="1529461" y="473329"/>
                </a:lnTo>
                <a:lnTo>
                  <a:pt x="1572158" y="521906"/>
                </a:lnTo>
                <a:lnTo>
                  <a:pt x="6223" y="0"/>
                </a:lnTo>
                <a:lnTo>
                  <a:pt x="2159" y="11938"/>
                </a:lnTo>
                <a:lnTo>
                  <a:pt x="1568221" y="534009"/>
                </a:lnTo>
                <a:lnTo>
                  <a:pt x="1504823" y="547243"/>
                </a:lnTo>
                <a:lnTo>
                  <a:pt x="1501394" y="548005"/>
                </a:lnTo>
                <a:lnTo>
                  <a:pt x="1499235" y="551307"/>
                </a:lnTo>
                <a:lnTo>
                  <a:pt x="1499870" y="554736"/>
                </a:lnTo>
                <a:lnTo>
                  <a:pt x="1500632" y="558165"/>
                </a:lnTo>
                <a:lnTo>
                  <a:pt x="1503934" y="560451"/>
                </a:lnTo>
                <a:lnTo>
                  <a:pt x="1507363" y="559689"/>
                </a:lnTo>
                <a:lnTo>
                  <a:pt x="1594675" y="541401"/>
                </a:lnTo>
                <a:lnTo>
                  <a:pt x="1604391" y="539369"/>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50" name="Google Shape;1550;p4"/>
          <p:cNvSpPr/>
          <p:nvPr/>
        </p:nvSpPr>
        <p:spPr>
          <a:xfrm>
            <a:off x="4020174" y="3396294"/>
            <a:ext cx="1452215" cy="313245"/>
          </a:xfrm>
          <a:custGeom>
            <a:avLst/>
            <a:gdLst/>
            <a:ahLst/>
            <a:cxnLst/>
            <a:rect l="l" t="t" r="r" b="b"/>
            <a:pathLst>
              <a:path w="1601470" h="345439" extrusionOk="0">
                <a:moveTo>
                  <a:pt x="1564560" y="34644"/>
                </a:moveTo>
                <a:lnTo>
                  <a:pt x="0" y="332740"/>
                </a:lnTo>
                <a:lnTo>
                  <a:pt x="2286" y="345186"/>
                </a:lnTo>
                <a:lnTo>
                  <a:pt x="1567085" y="47194"/>
                </a:lnTo>
                <a:lnTo>
                  <a:pt x="1576604" y="38910"/>
                </a:lnTo>
                <a:lnTo>
                  <a:pt x="1564560" y="34644"/>
                </a:lnTo>
                <a:close/>
              </a:path>
              <a:path w="1601470" h="345439" extrusionOk="0">
                <a:moveTo>
                  <a:pt x="1590213" y="30225"/>
                </a:moveTo>
                <a:lnTo>
                  <a:pt x="1587753" y="30225"/>
                </a:lnTo>
                <a:lnTo>
                  <a:pt x="1590166" y="42799"/>
                </a:lnTo>
                <a:lnTo>
                  <a:pt x="1567085" y="47194"/>
                </a:lnTo>
                <a:lnTo>
                  <a:pt x="1518285" y="89662"/>
                </a:lnTo>
                <a:lnTo>
                  <a:pt x="1515617" y="91948"/>
                </a:lnTo>
                <a:lnTo>
                  <a:pt x="1515364" y="96012"/>
                </a:lnTo>
                <a:lnTo>
                  <a:pt x="1517650" y="98552"/>
                </a:lnTo>
                <a:lnTo>
                  <a:pt x="1519936" y="101219"/>
                </a:lnTo>
                <a:lnTo>
                  <a:pt x="1524000" y="101473"/>
                </a:lnTo>
                <a:lnTo>
                  <a:pt x="1526666" y="99187"/>
                </a:lnTo>
                <a:lnTo>
                  <a:pt x="1601342" y="34162"/>
                </a:lnTo>
                <a:lnTo>
                  <a:pt x="1590213" y="30225"/>
                </a:lnTo>
                <a:close/>
              </a:path>
              <a:path w="1601470" h="345439" extrusionOk="0">
                <a:moveTo>
                  <a:pt x="1576604" y="38910"/>
                </a:moveTo>
                <a:lnTo>
                  <a:pt x="1567085" y="47194"/>
                </a:lnTo>
                <a:lnTo>
                  <a:pt x="1590166" y="42799"/>
                </a:lnTo>
                <a:lnTo>
                  <a:pt x="1590118" y="42545"/>
                </a:lnTo>
                <a:lnTo>
                  <a:pt x="1586864" y="42545"/>
                </a:lnTo>
                <a:lnTo>
                  <a:pt x="1576604" y="38910"/>
                </a:lnTo>
                <a:close/>
              </a:path>
              <a:path w="1601470" h="345439" extrusionOk="0">
                <a:moveTo>
                  <a:pt x="1584833" y="31750"/>
                </a:moveTo>
                <a:lnTo>
                  <a:pt x="1576604" y="38910"/>
                </a:lnTo>
                <a:lnTo>
                  <a:pt x="1586864" y="42545"/>
                </a:lnTo>
                <a:lnTo>
                  <a:pt x="1584833" y="31750"/>
                </a:lnTo>
                <a:close/>
              </a:path>
              <a:path w="1601470" h="345439" extrusionOk="0">
                <a:moveTo>
                  <a:pt x="1588046" y="31750"/>
                </a:moveTo>
                <a:lnTo>
                  <a:pt x="1584833" y="31750"/>
                </a:lnTo>
                <a:lnTo>
                  <a:pt x="1586864" y="42545"/>
                </a:lnTo>
                <a:lnTo>
                  <a:pt x="1590118" y="42545"/>
                </a:lnTo>
                <a:lnTo>
                  <a:pt x="1588046" y="31750"/>
                </a:lnTo>
                <a:close/>
              </a:path>
              <a:path w="1601470" h="345439" extrusionOk="0">
                <a:moveTo>
                  <a:pt x="1587753" y="30225"/>
                </a:moveTo>
                <a:lnTo>
                  <a:pt x="1564560" y="34644"/>
                </a:lnTo>
                <a:lnTo>
                  <a:pt x="1576604" y="38910"/>
                </a:lnTo>
                <a:lnTo>
                  <a:pt x="1584833" y="31750"/>
                </a:lnTo>
                <a:lnTo>
                  <a:pt x="1588046" y="31750"/>
                </a:lnTo>
                <a:lnTo>
                  <a:pt x="1587753" y="30225"/>
                </a:lnTo>
                <a:close/>
              </a:path>
              <a:path w="1601470" h="345439" extrusionOk="0">
                <a:moveTo>
                  <a:pt x="1504569" y="0"/>
                </a:moveTo>
                <a:lnTo>
                  <a:pt x="1501013" y="1650"/>
                </a:lnTo>
                <a:lnTo>
                  <a:pt x="1499870" y="4953"/>
                </a:lnTo>
                <a:lnTo>
                  <a:pt x="1498600" y="8255"/>
                </a:lnTo>
                <a:lnTo>
                  <a:pt x="1500377" y="11937"/>
                </a:lnTo>
                <a:lnTo>
                  <a:pt x="1564560" y="34644"/>
                </a:lnTo>
                <a:lnTo>
                  <a:pt x="1587753" y="30225"/>
                </a:lnTo>
                <a:lnTo>
                  <a:pt x="1590213" y="30225"/>
                </a:lnTo>
                <a:lnTo>
                  <a:pt x="1507998" y="1143"/>
                </a:lnTo>
                <a:lnTo>
                  <a:pt x="1504569" y="0"/>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2" name="Date Placeholder 1"/>
          <p:cNvSpPr>
            <a:spLocks noGrp="1"/>
          </p:cNvSpPr>
          <p:nvPr>
            <p:ph type="dt" idx="10"/>
          </p:nvPr>
        </p:nvSpPr>
        <p:spPr/>
        <p:txBody>
          <a:bodyPr/>
          <a:lstStyle/>
          <a:p>
            <a:fld id="{0916E03C-0C1A-4DD0-8383-6FAD8B64C26A}"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96</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554"/>
        <p:cNvGrpSpPr/>
        <p:nvPr/>
      </p:nvGrpSpPr>
      <p:grpSpPr>
        <a:xfrm>
          <a:off x="0" y="0"/>
          <a:ext cx="0" cy="0"/>
          <a:chOff x="0" y="0"/>
          <a:chExt cx="0" cy="0"/>
        </a:xfrm>
      </p:grpSpPr>
      <p:graphicFrame>
        <p:nvGraphicFramePr>
          <p:cNvPr id="1555" name="Google Shape;1555;p5"/>
          <p:cNvGraphicFramePr/>
          <p:nvPr/>
        </p:nvGraphicFramePr>
        <p:xfrm>
          <a:off x="5472561" y="5085630"/>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6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1235</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361315" marR="0" lvl="0" indent="0" algn="l" rtl="0">
                        <a:lnSpc>
                          <a:spcPct val="100000"/>
                        </a:lnSpc>
                        <a:spcBef>
                          <a:spcPts val="0"/>
                        </a:spcBef>
                        <a:spcAft>
                          <a:spcPts val="0"/>
                        </a:spcAft>
                        <a:buNone/>
                      </a:pP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556" name="Google Shape;1556;p5"/>
          <p:cNvSpPr txBox="1"/>
          <p:nvPr/>
        </p:nvSpPr>
        <p:spPr>
          <a:xfrm>
            <a:off x="3385506" y="4360724"/>
            <a:ext cx="234933"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00000"/>
                </a:solidFill>
                <a:latin typeface="Verdana"/>
                <a:ea typeface="Verdana"/>
                <a:cs typeface="Verdana"/>
                <a:sym typeface="Verdana"/>
              </a:rPr>
              <a:t>11</a:t>
            </a:r>
            <a:endParaRPr sz="1451" b="0" i="0" u="none" strike="noStrike" cap="none">
              <a:solidFill>
                <a:srgbClr val="000000"/>
              </a:solidFill>
              <a:latin typeface="Verdana"/>
              <a:ea typeface="Verdana"/>
              <a:cs typeface="Verdana"/>
              <a:sym typeface="Verdana"/>
            </a:endParaRPr>
          </a:p>
        </p:txBody>
      </p:sp>
      <p:sp>
        <p:nvSpPr>
          <p:cNvPr id="1557" name="Google Shape;1557;p5"/>
          <p:cNvSpPr txBox="1"/>
          <p:nvPr/>
        </p:nvSpPr>
        <p:spPr>
          <a:xfrm>
            <a:off x="3374681" y="760945"/>
            <a:ext cx="458927" cy="230832"/>
          </a:xfrm>
          <a:prstGeom prst="rect">
            <a:avLst/>
          </a:prstGeom>
          <a:noFill/>
          <a:ln>
            <a:noFill/>
          </a:ln>
        </p:spPr>
        <p:txBody>
          <a:bodyPr spcFirstLastPara="1" wrap="square" lIns="0" tIns="0" rIns="0" bIns="0" anchor="t" anchorCtr="0">
            <a:spAutoFit/>
          </a:bodyPr>
          <a:lstStyle/>
          <a:p>
            <a:pPr marL="0" marR="0" lvl="0" indent="0" algn="l" rtl="0">
              <a:lnSpc>
                <a:spcPct val="110539"/>
              </a:lnSpc>
              <a:spcBef>
                <a:spcPts val="0"/>
              </a:spcBef>
              <a:spcAft>
                <a:spcPts val="0"/>
              </a:spcAft>
              <a:buNone/>
            </a:pPr>
            <a:r>
              <a:rPr lang="en-US" sz="1632" b="0" i="0" u="none" strike="noStrike" cap="none">
                <a:solidFill>
                  <a:srgbClr val="000000"/>
                </a:solidFill>
                <a:latin typeface="Arial"/>
                <a:ea typeface="Arial"/>
                <a:cs typeface="Arial"/>
                <a:sym typeface="Arial"/>
              </a:rPr>
              <a:t>1235</a:t>
            </a:r>
            <a:endParaRPr sz="1632" b="0" i="0" u="none" strike="noStrike" cap="none">
              <a:solidFill>
                <a:srgbClr val="000000"/>
              </a:solidFill>
              <a:latin typeface="Arial"/>
              <a:ea typeface="Arial"/>
              <a:cs typeface="Arial"/>
              <a:sym typeface="Arial"/>
            </a:endParaRPr>
          </a:p>
        </p:txBody>
      </p:sp>
      <p:graphicFrame>
        <p:nvGraphicFramePr>
          <p:cNvPr id="1558" name="Google Shape;1558;p5"/>
          <p:cNvGraphicFramePr/>
          <p:nvPr/>
        </p:nvGraphicFramePr>
        <p:xfrm>
          <a:off x="1942908" y="587565"/>
          <a:ext cx="7946375" cy="552775"/>
        </p:xfrm>
        <a:graphic>
          <a:graphicData uri="http://schemas.openxmlformats.org/drawingml/2006/table">
            <a:tbl>
              <a:tblPr firstRow="1" bandRow="1">
                <a:noFill/>
                <a:tableStyleId>{B5A5B32E-2F8E-4EB1-B198-1ED1FC871F6B}</a:tableStyleId>
              </a:tblPr>
              <a:tblGrid>
                <a:gridCol w="662200"/>
                <a:gridCol w="650100"/>
                <a:gridCol w="690975"/>
                <a:gridCol w="645500"/>
                <a:gridCol w="662200"/>
                <a:gridCol w="662200"/>
                <a:gridCol w="662200"/>
                <a:gridCol w="662200"/>
                <a:gridCol w="662200"/>
                <a:gridCol w="662200"/>
                <a:gridCol w="662200"/>
                <a:gridCol w="662200"/>
              </a:tblGrid>
              <a:tr h="552775">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9050" cap="flat" cmpd="sng">
                      <a:solidFill>
                        <a:srgbClr val="1F487C"/>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27635"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9050" cap="flat" cmpd="sng">
                      <a:solidFill>
                        <a:srgbClr val="1F487C"/>
                      </a:solidFill>
                      <a:prstDash val="solid"/>
                      <a:round/>
                      <a:headEnd type="none" w="sm" len="sm"/>
                      <a:tailEnd type="none" w="sm" len="sm"/>
                    </a:lnR>
                    <a:lnT w="19050" cap="flat" cmpd="sng">
                      <a:solidFill>
                        <a:srgbClr val="1F487C"/>
                      </a:solidFill>
                      <a:prstDash val="solid"/>
                      <a:round/>
                      <a:headEnd type="none" w="sm" len="sm"/>
                      <a:tailEnd type="none" w="sm" len="sm"/>
                    </a:lnT>
                    <a:lnB w="19050" cap="flat" cmpd="sng">
                      <a:solidFill>
                        <a:srgbClr val="1F487C"/>
                      </a:solidFill>
                      <a:prstDash val="solid"/>
                      <a:round/>
                      <a:headEnd type="none" w="sm" len="sm"/>
                      <a:tailEnd type="none" w="sm" len="sm"/>
                    </a:lnB>
                    <a:solidFill>
                      <a:srgbClr val="FFFF79"/>
                    </a:solidFill>
                  </a:tcPr>
                </a:tc>
                <a:tc>
                  <a:txBody>
                    <a:bodyPr/>
                    <a:lstStyle/>
                    <a:p>
                      <a:pPr marL="93345" marR="0" lvl="0" indent="0" algn="l" rtl="0">
                        <a:lnSpc>
                          <a:spcPct val="100000"/>
                        </a:lnSpc>
                        <a:spcBef>
                          <a:spcPts val="0"/>
                        </a:spcBef>
                        <a:spcAft>
                          <a:spcPts val="0"/>
                        </a:spcAft>
                        <a:buNone/>
                      </a:pPr>
                      <a:r>
                        <a:rPr lang="en-US" sz="1600" u="none" strike="noStrike" cap="none">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pSp>
        <p:nvGrpSpPr>
          <p:cNvPr id="1559" name="Google Shape;1559;p5"/>
          <p:cNvGrpSpPr/>
          <p:nvPr/>
        </p:nvGrpSpPr>
        <p:grpSpPr>
          <a:xfrm>
            <a:off x="5466860" y="2108878"/>
            <a:ext cx="3380055" cy="495204"/>
            <a:chOff x="4348098" y="2325624"/>
            <a:chExt cx="3727450" cy="546100"/>
          </a:xfrm>
        </p:grpSpPr>
        <p:sp>
          <p:nvSpPr>
            <p:cNvPr id="1560" name="Google Shape;1560;p5"/>
            <p:cNvSpPr/>
            <p:nvPr/>
          </p:nvSpPr>
          <p:spPr>
            <a:xfrm>
              <a:off x="4354449" y="2331973"/>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61" name="Google Shape;1561;p5"/>
            <p:cNvSpPr/>
            <p:nvPr/>
          </p:nvSpPr>
          <p:spPr>
            <a:xfrm>
              <a:off x="4348098" y="23256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562" name="Google Shape;1562;p5"/>
          <p:cNvSpPr txBox="1"/>
          <p:nvPr/>
        </p:nvSpPr>
        <p:spPr>
          <a:xfrm>
            <a:off x="5472561" y="1768915"/>
            <a:ext cx="552786" cy="284899"/>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025"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aphicFrame>
        <p:nvGraphicFramePr>
          <p:cNvPr id="1563" name="Google Shape;1563;p5"/>
          <p:cNvGraphicFramePr/>
          <p:nvPr/>
        </p:nvGraphicFramePr>
        <p:xfrm>
          <a:off x="5466803" y="2868728"/>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3333</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pSp>
        <p:nvGrpSpPr>
          <p:cNvPr id="1564" name="Google Shape;1564;p5"/>
          <p:cNvGrpSpPr/>
          <p:nvPr/>
        </p:nvGrpSpPr>
        <p:grpSpPr>
          <a:xfrm>
            <a:off x="5466859" y="4320022"/>
            <a:ext cx="3380056" cy="495204"/>
            <a:chOff x="4348098" y="4764024"/>
            <a:chExt cx="3727450" cy="546100"/>
          </a:xfrm>
        </p:grpSpPr>
        <p:sp>
          <p:nvSpPr>
            <p:cNvPr id="1565" name="Google Shape;1565;p5"/>
            <p:cNvSpPr/>
            <p:nvPr/>
          </p:nvSpPr>
          <p:spPr>
            <a:xfrm>
              <a:off x="4354449" y="4770374"/>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66" name="Google Shape;1566;p5"/>
            <p:cNvSpPr/>
            <p:nvPr/>
          </p:nvSpPr>
          <p:spPr>
            <a:xfrm>
              <a:off x="4348098" y="47640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567" name="Google Shape;1567;p5"/>
          <p:cNvSpPr txBox="1"/>
          <p:nvPr/>
        </p:nvSpPr>
        <p:spPr>
          <a:xfrm>
            <a:off x="5472561" y="3980059"/>
            <a:ext cx="552786" cy="285481"/>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600"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sp>
        <p:nvSpPr>
          <p:cNvPr id="1568" name="Google Shape;1568;p5"/>
          <p:cNvSpPr txBox="1"/>
          <p:nvPr/>
        </p:nvSpPr>
        <p:spPr>
          <a:xfrm>
            <a:off x="2915638" y="1838013"/>
            <a:ext cx="1312866" cy="299418"/>
          </a:xfrm>
          <a:prstGeom prst="rect">
            <a:avLst/>
          </a:prstGeom>
          <a:solidFill>
            <a:srgbClr val="FFFF79"/>
          </a:solidFill>
          <a:ln w="15225" cap="flat" cmpd="sng">
            <a:solidFill>
              <a:srgbClr val="1F487C"/>
            </a:solidFill>
            <a:prstDash val="solid"/>
            <a:round/>
            <a:headEnd type="none" w="sm" len="sm"/>
            <a:tailEnd type="none" w="sm" len="sm"/>
          </a:ln>
        </p:spPr>
        <p:txBody>
          <a:bodyPr spcFirstLastPara="1" wrap="square" lIns="0" tIns="47775" rIns="0" bIns="0" anchor="t" anchorCtr="0">
            <a:spAutoFit/>
          </a:bodyPr>
          <a:lstStyle/>
          <a:p>
            <a:pPr marL="245874" marR="0" lvl="0" indent="0" algn="l" rtl="0">
              <a:lnSpc>
                <a:spcPct val="100000"/>
              </a:lnSpc>
              <a:spcBef>
                <a:spcPts val="0"/>
              </a:spcBef>
              <a:spcAft>
                <a:spcPts val="0"/>
              </a:spcAft>
              <a:buNone/>
            </a:pPr>
            <a:r>
              <a:rPr lang="en-US" sz="1632" b="0" i="0" u="none" strike="noStrike" cap="none">
                <a:solidFill>
                  <a:srgbClr val="0D0D0D"/>
                </a:solidFill>
                <a:latin typeface="Verdana"/>
                <a:ea typeface="Verdana"/>
                <a:cs typeface="Verdana"/>
                <a:sym typeface="Verdana"/>
              </a:rPr>
              <a:t>0100</a:t>
            </a:r>
            <a:r>
              <a:rPr lang="en-US" sz="1632" b="1" i="0" u="sng" strike="noStrike" cap="none">
                <a:solidFill>
                  <a:srgbClr val="0D0D0D"/>
                </a:solidFill>
                <a:latin typeface="Verdana"/>
                <a:ea typeface="Verdana"/>
                <a:cs typeface="Verdana"/>
                <a:sym typeface="Verdana"/>
              </a:rPr>
              <a:t>11</a:t>
            </a:r>
            <a:endParaRPr sz="1632" b="0" i="0" u="none" strike="noStrike" cap="none">
              <a:solidFill>
                <a:srgbClr val="000000"/>
              </a:solidFill>
              <a:latin typeface="Verdana"/>
              <a:ea typeface="Verdana"/>
              <a:cs typeface="Verdana"/>
              <a:sym typeface="Verdana"/>
            </a:endParaRPr>
          </a:p>
        </p:txBody>
      </p:sp>
      <p:grpSp>
        <p:nvGrpSpPr>
          <p:cNvPr id="1569" name="Google Shape;1569;p5"/>
          <p:cNvGrpSpPr/>
          <p:nvPr/>
        </p:nvGrpSpPr>
        <p:grpSpPr>
          <a:xfrm>
            <a:off x="3538214" y="1216821"/>
            <a:ext cx="69098" cy="552785"/>
            <a:chOff x="2221230" y="1341882"/>
            <a:chExt cx="76200" cy="609600"/>
          </a:xfrm>
        </p:grpSpPr>
        <p:sp>
          <p:nvSpPr>
            <p:cNvPr id="1570" name="Google Shape;1570;p5"/>
            <p:cNvSpPr/>
            <p:nvPr/>
          </p:nvSpPr>
          <p:spPr>
            <a:xfrm>
              <a:off x="2221230" y="1341882"/>
              <a:ext cx="76200" cy="609600"/>
            </a:xfrm>
            <a:custGeom>
              <a:avLst/>
              <a:gdLst/>
              <a:ahLst/>
              <a:cxnLst/>
              <a:rect l="l" t="t" r="r" b="b"/>
              <a:pathLst>
                <a:path w="76200" h="609600" extrusionOk="0">
                  <a:moveTo>
                    <a:pt x="57150" y="0"/>
                  </a:moveTo>
                  <a:lnTo>
                    <a:pt x="19050" y="0"/>
                  </a:lnTo>
                  <a:lnTo>
                    <a:pt x="19050" y="571500"/>
                  </a:lnTo>
                  <a:lnTo>
                    <a:pt x="0" y="571500"/>
                  </a:lnTo>
                  <a:lnTo>
                    <a:pt x="38100" y="609600"/>
                  </a:lnTo>
                  <a:lnTo>
                    <a:pt x="76200" y="571500"/>
                  </a:lnTo>
                  <a:lnTo>
                    <a:pt x="57150" y="571500"/>
                  </a:lnTo>
                  <a:lnTo>
                    <a:pt x="57150" y="0"/>
                  </a:lnTo>
                  <a:close/>
                </a:path>
              </a:pathLst>
            </a:custGeom>
            <a:solidFill>
              <a:srgbClr val="25252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71" name="Google Shape;1571;p5"/>
            <p:cNvSpPr/>
            <p:nvPr/>
          </p:nvSpPr>
          <p:spPr>
            <a:xfrm>
              <a:off x="2221230" y="1341882"/>
              <a:ext cx="76200" cy="609600"/>
            </a:xfrm>
            <a:custGeom>
              <a:avLst/>
              <a:gdLst/>
              <a:ahLst/>
              <a:cxnLst/>
              <a:rect l="l" t="t" r="r" b="b"/>
              <a:pathLst>
                <a:path w="76200" h="609600" extrusionOk="0">
                  <a:moveTo>
                    <a:pt x="0" y="571500"/>
                  </a:moveTo>
                  <a:lnTo>
                    <a:pt x="19050" y="571500"/>
                  </a:lnTo>
                  <a:lnTo>
                    <a:pt x="19050" y="0"/>
                  </a:lnTo>
                  <a:lnTo>
                    <a:pt x="57150" y="0"/>
                  </a:lnTo>
                  <a:lnTo>
                    <a:pt x="57150" y="571500"/>
                  </a:lnTo>
                  <a:lnTo>
                    <a:pt x="76200" y="571500"/>
                  </a:lnTo>
                  <a:lnTo>
                    <a:pt x="38100" y="609600"/>
                  </a:lnTo>
                  <a:lnTo>
                    <a:pt x="0" y="571500"/>
                  </a:lnTo>
                  <a:close/>
                </a:path>
              </a:pathLst>
            </a:custGeom>
            <a:noFill/>
            <a:ln w="25900" cap="flat" cmpd="sng">
              <a:solidFill>
                <a:srgbClr val="25252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572" name="Google Shape;1572;p5"/>
          <p:cNvSpPr/>
          <p:nvPr/>
        </p:nvSpPr>
        <p:spPr>
          <a:xfrm>
            <a:off x="4018101" y="2390800"/>
            <a:ext cx="1385420" cy="903459"/>
          </a:xfrm>
          <a:custGeom>
            <a:avLst/>
            <a:gdLst/>
            <a:ahLst/>
            <a:cxnLst/>
            <a:rect l="l" t="t" r="r" b="b"/>
            <a:pathLst>
              <a:path w="1527810" h="996314" extrusionOk="0">
                <a:moveTo>
                  <a:pt x="1506254" y="13726"/>
                </a:moveTo>
                <a:lnTo>
                  <a:pt x="1493771" y="14320"/>
                </a:lnTo>
                <a:lnTo>
                  <a:pt x="0" y="985266"/>
                </a:lnTo>
                <a:lnTo>
                  <a:pt x="6858" y="995934"/>
                </a:lnTo>
                <a:lnTo>
                  <a:pt x="1500580" y="25020"/>
                </a:lnTo>
                <a:lnTo>
                  <a:pt x="1506254" y="13726"/>
                </a:lnTo>
                <a:close/>
              </a:path>
              <a:path w="1527810" h="996314" extrusionOk="0">
                <a:moveTo>
                  <a:pt x="1526661" y="1524"/>
                </a:moveTo>
                <a:lnTo>
                  <a:pt x="1513459" y="1524"/>
                </a:lnTo>
                <a:lnTo>
                  <a:pt x="1520316" y="12192"/>
                </a:lnTo>
                <a:lnTo>
                  <a:pt x="1500580" y="25020"/>
                </a:lnTo>
                <a:lnTo>
                  <a:pt x="1471549" y="82804"/>
                </a:lnTo>
                <a:lnTo>
                  <a:pt x="1470025" y="85979"/>
                </a:lnTo>
                <a:lnTo>
                  <a:pt x="1471295" y="89789"/>
                </a:lnTo>
                <a:lnTo>
                  <a:pt x="1474343" y="91312"/>
                </a:lnTo>
                <a:lnTo>
                  <a:pt x="1477518" y="92837"/>
                </a:lnTo>
                <a:lnTo>
                  <a:pt x="1481327" y="91694"/>
                </a:lnTo>
                <a:lnTo>
                  <a:pt x="1482852" y="88519"/>
                </a:lnTo>
                <a:lnTo>
                  <a:pt x="1526661" y="1524"/>
                </a:lnTo>
                <a:close/>
              </a:path>
              <a:path w="1527810" h="996314" extrusionOk="0">
                <a:moveTo>
                  <a:pt x="1515010" y="3937"/>
                </a:moveTo>
                <a:lnTo>
                  <a:pt x="1511173" y="3937"/>
                </a:lnTo>
                <a:lnTo>
                  <a:pt x="1517141" y="13208"/>
                </a:lnTo>
                <a:lnTo>
                  <a:pt x="1506254" y="13726"/>
                </a:lnTo>
                <a:lnTo>
                  <a:pt x="1500580" y="25020"/>
                </a:lnTo>
                <a:lnTo>
                  <a:pt x="1520316" y="12192"/>
                </a:lnTo>
                <a:lnTo>
                  <a:pt x="1515010" y="3937"/>
                </a:lnTo>
                <a:close/>
              </a:path>
              <a:path w="1527810" h="996314" extrusionOk="0">
                <a:moveTo>
                  <a:pt x="1527428" y="0"/>
                </a:moveTo>
                <a:lnTo>
                  <a:pt x="1428496" y="4825"/>
                </a:lnTo>
                <a:lnTo>
                  <a:pt x="1424939" y="4953"/>
                </a:lnTo>
                <a:lnTo>
                  <a:pt x="1422273" y="7874"/>
                </a:lnTo>
                <a:lnTo>
                  <a:pt x="1422400" y="11430"/>
                </a:lnTo>
                <a:lnTo>
                  <a:pt x="1422653" y="14859"/>
                </a:lnTo>
                <a:lnTo>
                  <a:pt x="1425575" y="17653"/>
                </a:lnTo>
                <a:lnTo>
                  <a:pt x="1429131" y="17399"/>
                </a:lnTo>
                <a:lnTo>
                  <a:pt x="1493771" y="14320"/>
                </a:lnTo>
                <a:lnTo>
                  <a:pt x="1513459" y="1524"/>
                </a:lnTo>
                <a:lnTo>
                  <a:pt x="1526661" y="1524"/>
                </a:lnTo>
                <a:lnTo>
                  <a:pt x="1527428" y="0"/>
                </a:lnTo>
                <a:close/>
              </a:path>
              <a:path w="1527810" h="996314" extrusionOk="0">
                <a:moveTo>
                  <a:pt x="1513459" y="1524"/>
                </a:moveTo>
                <a:lnTo>
                  <a:pt x="1493771" y="14320"/>
                </a:lnTo>
                <a:lnTo>
                  <a:pt x="1506254" y="13726"/>
                </a:lnTo>
                <a:lnTo>
                  <a:pt x="1511173" y="3937"/>
                </a:lnTo>
                <a:lnTo>
                  <a:pt x="1515010" y="3937"/>
                </a:lnTo>
                <a:lnTo>
                  <a:pt x="1513459" y="1524"/>
                </a:lnTo>
                <a:close/>
              </a:path>
              <a:path w="1527810" h="996314" extrusionOk="0">
                <a:moveTo>
                  <a:pt x="1511173" y="3937"/>
                </a:moveTo>
                <a:lnTo>
                  <a:pt x="1506254" y="13726"/>
                </a:lnTo>
                <a:lnTo>
                  <a:pt x="1517141" y="13208"/>
                </a:lnTo>
                <a:lnTo>
                  <a:pt x="1511173" y="3937"/>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73" name="Google Shape;1573;p5"/>
          <p:cNvSpPr/>
          <p:nvPr/>
        </p:nvSpPr>
        <p:spPr>
          <a:xfrm>
            <a:off x="4017410" y="4043744"/>
            <a:ext cx="1455094" cy="1595018"/>
          </a:xfrm>
          <a:custGeom>
            <a:avLst/>
            <a:gdLst/>
            <a:ahLst/>
            <a:cxnLst/>
            <a:rect l="l" t="t" r="r" b="b"/>
            <a:pathLst>
              <a:path w="1604645" h="1758950" extrusionOk="0">
                <a:moveTo>
                  <a:pt x="1604391" y="1758569"/>
                </a:moveTo>
                <a:lnTo>
                  <a:pt x="1603235" y="1755267"/>
                </a:lnTo>
                <a:lnTo>
                  <a:pt x="1570736" y="1661668"/>
                </a:lnTo>
                <a:lnTo>
                  <a:pt x="1567180" y="1659890"/>
                </a:lnTo>
                <a:lnTo>
                  <a:pt x="1560576" y="1662176"/>
                </a:lnTo>
                <a:lnTo>
                  <a:pt x="1558798" y="1665859"/>
                </a:lnTo>
                <a:lnTo>
                  <a:pt x="1581238" y="1730463"/>
                </a:lnTo>
                <a:lnTo>
                  <a:pt x="8382" y="382143"/>
                </a:lnTo>
                <a:lnTo>
                  <a:pt x="0" y="391795"/>
                </a:lnTo>
                <a:lnTo>
                  <a:pt x="1572691" y="1739874"/>
                </a:lnTo>
                <a:lnTo>
                  <a:pt x="1505712" y="1727708"/>
                </a:lnTo>
                <a:lnTo>
                  <a:pt x="1502410" y="1729994"/>
                </a:lnTo>
                <a:lnTo>
                  <a:pt x="1501140" y="1736852"/>
                </a:lnTo>
                <a:lnTo>
                  <a:pt x="1503426" y="1740154"/>
                </a:lnTo>
                <a:lnTo>
                  <a:pt x="1604391" y="1758569"/>
                </a:lnTo>
                <a:close/>
              </a:path>
              <a:path w="1604645" h="1758950" extrusionOk="0">
                <a:moveTo>
                  <a:pt x="1604391" y="539369"/>
                </a:moveTo>
                <a:lnTo>
                  <a:pt x="1538986" y="464947"/>
                </a:lnTo>
                <a:lnTo>
                  <a:pt x="1536700" y="462280"/>
                </a:lnTo>
                <a:lnTo>
                  <a:pt x="1532636" y="462026"/>
                </a:lnTo>
                <a:lnTo>
                  <a:pt x="1527429" y="466725"/>
                </a:lnTo>
                <a:lnTo>
                  <a:pt x="1527175" y="470662"/>
                </a:lnTo>
                <a:lnTo>
                  <a:pt x="1529461" y="473329"/>
                </a:lnTo>
                <a:lnTo>
                  <a:pt x="1572158" y="521906"/>
                </a:lnTo>
                <a:lnTo>
                  <a:pt x="6223" y="0"/>
                </a:lnTo>
                <a:lnTo>
                  <a:pt x="2159" y="11938"/>
                </a:lnTo>
                <a:lnTo>
                  <a:pt x="1568221" y="534009"/>
                </a:lnTo>
                <a:lnTo>
                  <a:pt x="1504823" y="547243"/>
                </a:lnTo>
                <a:lnTo>
                  <a:pt x="1501394" y="548005"/>
                </a:lnTo>
                <a:lnTo>
                  <a:pt x="1499235" y="551307"/>
                </a:lnTo>
                <a:lnTo>
                  <a:pt x="1499870" y="554736"/>
                </a:lnTo>
                <a:lnTo>
                  <a:pt x="1500632" y="558165"/>
                </a:lnTo>
                <a:lnTo>
                  <a:pt x="1503934" y="560451"/>
                </a:lnTo>
                <a:lnTo>
                  <a:pt x="1507363" y="559689"/>
                </a:lnTo>
                <a:lnTo>
                  <a:pt x="1594675" y="541401"/>
                </a:lnTo>
                <a:lnTo>
                  <a:pt x="1604391" y="539369"/>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74" name="Google Shape;1574;p5"/>
          <p:cNvSpPr/>
          <p:nvPr/>
        </p:nvSpPr>
        <p:spPr>
          <a:xfrm>
            <a:off x="4020174" y="3396294"/>
            <a:ext cx="1452215" cy="313245"/>
          </a:xfrm>
          <a:custGeom>
            <a:avLst/>
            <a:gdLst/>
            <a:ahLst/>
            <a:cxnLst/>
            <a:rect l="l" t="t" r="r" b="b"/>
            <a:pathLst>
              <a:path w="1601470" h="345439" extrusionOk="0">
                <a:moveTo>
                  <a:pt x="1564560" y="34644"/>
                </a:moveTo>
                <a:lnTo>
                  <a:pt x="0" y="332740"/>
                </a:lnTo>
                <a:lnTo>
                  <a:pt x="2286" y="345186"/>
                </a:lnTo>
                <a:lnTo>
                  <a:pt x="1567085" y="47194"/>
                </a:lnTo>
                <a:lnTo>
                  <a:pt x="1576604" y="38910"/>
                </a:lnTo>
                <a:lnTo>
                  <a:pt x="1564560" y="34644"/>
                </a:lnTo>
                <a:close/>
              </a:path>
              <a:path w="1601470" h="345439" extrusionOk="0">
                <a:moveTo>
                  <a:pt x="1590213" y="30225"/>
                </a:moveTo>
                <a:lnTo>
                  <a:pt x="1587753" y="30225"/>
                </a:lnTo>
                <a:lnTo>
                  <a:pt x="1590166" y="42799"/>
                </a:lnTo>
                <a:lnTo>
                  <a:pt x="1567085" y="47194"/>
                </a:lnTo>
                <a:lnTo>
                  <a:pt x="1518285" y="89662"/>
                </a:lnTo>
                <a:lnTo>
                  <a:pt x="1515617" y="91948"/>
                </a:lnTo>
                <a:lnTo>
                  <a:pt x="1515364" y="96012"/>
                </a:lnTo>
                <a:lnTo>
                  <a:pt x="1517650" y="98552"/>
                </a:lnTo>
                <a:lnTo>
                  <a:pt x="1519936" y="101219"/>
                </a:lnTo>
                <a:lnTo>
                  <a:pt x="1524000" y="101473"/>
                </a:lnTo>
                <a:lnTo>
                  <a:pt x="1526666" y="99187"/>
                </a:lnTo>
                <a:lnTo>
                  <a:pt x="1601342" y="34162"/>
                </a:lnTo>
                <a:lnTo>
                  <a:pt x="1590213" y="30225"/>
                </a:lnTo>
                <a:close/>
              </a:path>
              <a:path w="1601470" h="345439" extrusionOk="0">
                <a:moveTo>
                  <a:pt x="1576604" y="38910"/>
                </a:moveTo>
                <a:lnTo>
                  <a:pt x="1567085" y="47194"/>
                </a:lnTo>
                <a:lnTo>
                  <a:pt x="1590166" y="42799"/>
                </a:lnTo>
                <a:lnTo>
                  <a:pt x="1590118" y="42545"/>
                </a:lnTo>
                <a:lnTo>
                  <a:pt x="1586864" y="42545"/>
                </a:lnTo>
                <a:lnTo>
                  <a:pt x="1576604" y="38910"/>
                </a:lnTo>
                <a:close/>
              </a:path>
              <a:path w="1601470" h="345439" extrusionOk="0">
                <a:moveTo>
                  <a:pt x="1584833" y="31750"/>
                </a:moveTo>
                <a:lnTo>
                  <a:pt x="1576604" y="38910"/>
                </a:lnTo>
                <a:lnTo>
                  <a:pt x="1586864" y="42545"/>
                </a:lnTo>
                <a:lnTo>
                  <a:pt x="1584833" y="31750"/>
                </a:lnTo>
                <a:close/>
              </a:path>
              <a:path w="1601470" h="345439" extrusionOk="0">
                <a:moveTo>
                  <a:pt x="1588046" y="31750"/>
                </a:moveTo>
                <a:lnTo>
                  <a:pt x="1584833" y="31750"/>
                </a:lnTo>
                <a:lnTo>
                  <a:pt x="1586864" y="42545"/>
                </a:lnTo>
                <a:lnTo>
                  <a:pt x="1590118" y="42545"/>
                </a:lnTo>
                <a:lnTo>
                  <a:pt x="1588046" y="31750"/>
                </a:lnTo>
                <a:close/>
              </a:path>
              <a:path w="1601470" h="345439" extrusionOk="0">
                <a:moveTo>
                  <a:pt x="1587753" y="30225"/>
                </a:moveTo>
                <a:lnTo>
                  <a:pt x="1564560" y="34644"/>
                </a:lnTo>
                <a:lnTo>
                  <a:pt x="1576604" y="38910"/>
                </a:lnTo>
                <a:lnTo>
                  <a:pt x="1584833" y="31750"/>
                </a:lnTo>
                <a:lnTo>
                  <a:pt x="1588046" y="31750"/>
                </a:lnTo>
                <a:lnTo>
                  <a:pt x="1587753" y="30225"/>
                </a:lnTo>
                <a:close/>
              </a:path>
              <a:path w="1601470" h="345439" extrusionOk="0">
                <a:moveTo>
                  <a:pt x="1504569" y="0"/>
                </a:moveTo>
                <a:lnTo>
                  <a:pt x="1501013" y="1650"/>
                </a:lnTo>
                <a:lnTo>
                  <a:pt x="1499870" y="4953"/>
                </a:lnTo>
                <a:lnTo>
                  <a:pt x="1498600" y="8255"/>
                </a:lnTo>
                <a:lnTo>
                  <a:pt x="1500377" y="11937"/>
                </a:lnTo>
                <a:lnTo>
                  <a:pt x="1564560" y="34644"/>
                </a:lnTo>
                <a:lnTo>
                  <a:pt x="1587753" y="30225"/>
                </a:lnTo>
                <a:lnTo>
                  <a:pt x="1590213" y="30225"/>
                </a:lnTo>
                <a:lnTo>
                  <a:pt x="1507998" y="1143"/>
                </a:lnTo>
                <a:lnTo>
                  <a:pt x="1504569" y="0"/>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aphicFrame>
        <p:nvGraphicFramePr>
          <p:cNvPr id="1575" name="Google Shape;1575;p5"/>
          <p:cNvGraphicFramePr/>
          <p:nvPr/>
        </p:nvGraphicFramePr>
        <p:xfrm>
          <a:off x="2978172" y="2729381"/>
          <a:ext cx="1035900" cy="1934225"/>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7947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r h="414600">
                <a:tc gridSpan="2">
                  <a:txBody>
                    <a:bodyPr/>
                    <a:lstStyle/>
                    <a:p>
                      <a:pPr marL="0" marR="0" lvl="0" indent="0" algn="ctr"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a:t>
                      </a:r>
                      <a:endParaRPr sz="1500" u="none" strike="noStrike" cap="none">
                        <a:latin typeface="Verdana"/>
                        <a:ea typeface="Verdana"/>
                        <a:cs typeface="Verdana"/>
                        <a:sym typeface="Verdana"/>
                      </a:endParaRPr>
                    </a:p>
                  </a:txBody>
                  <a:tcPr marL="0" marR="0" marT="96150" marB="0">
                    <a:lnL w="19050" cap="flat" cmpd="sng">
                      <a:solidFill>
                        <a:srgbClr val="A6A6A6"/>
                      </a:solidFill>
                      <a:prstDash val="solid"/>
                      <a:round/>
                      <a:headEnd type="none" w="sm" len="sm"/>
                      <a:tailEnd type="none" w="sm" len="sm"/>
                    </a:lnL>
                    <a:lnR w="19050" cap="flat" cmpd="sng">
                      <a:solidFill>
                        <a:srgbClr val="A6A6A6"/>
                      </a:solidFill>
                      <a:prstDash val="solid"/>
                      <a:round/>
                      <a:headEnd type="none" w="sm" len="sm"/>
                      <a:tailEnd type="none" w="sm" len="sm"/>
                    </a:lnR>
                    <a:lnT w="19050" cap="flat" cmpd="sng">
                      <a:solidFill>
                        <a:srgbClr val="A6A6A6"/>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bl>
          </a:graphicData>
        </a:graphic>
      </p:graphicFrame>
      <p:sp>
        <p:nvSpPr>
          <p:cNvPr id="2" name="Date Placeholder 1"/>
          <p:cNvSpPr>
            <a:spLocks noGrp="1"/>
          </p:cNvSpPr>
          <p:nvPr>
            <p:ph type="dt" idx="10"/>
          </p:nvPr>
        </p:nvSpPr>
        <p:spPr/>
        <p:txBody>
          <a:bodyPr/>
          <a:lstStyle/>
          <a:p>
            <a:fld id="{EBECD249-8CB1-416B-8458-33EF01573710}"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97</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579"/>
        <p:cNvGrpSpPr/>
        <p:nvPr/>
      </p:nvGrpSpPr>
      <p:grpSpPr>
        <a:xfrm>
          <a:off x="0" y="0"/>
          <a:ext cx="0" cy="0"/>
          <a:chOff x="0" y="0"/>
          <a:chExt cx="0" cy="0"/>
        </a:xfrm>
      </p:grpSpPr>
      <p:graphicFrame>
        <p:nvGraphicFramePr>
          <p:cNvPr id="1580" name="Google Shape;1580;p6"/>
          <p:cNvGraphicFramePr/>
          <p:nvPr/>
        </p:nvGraphicFramePr>
        <p:xfrm>
          <a:off x="5472561" y="5085630"/>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6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1235</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36131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581" name="Google Shape;1581;p6"/>
          <p:cNvGraphicFramePr/>
          <p:nvPr/>
        </p:nvGraphicFramePr>
        <p:xfrm>
          <a:off x="1942908" y="588717"/>
          <a:ext cx="7946400" cy="552775"/>
        </p:xfrm>
        <a:graphic>
          <a:graphicData uri="http://schemas.openxmlformats.org/drawingml/2006/table">
            <a:tbl>
              <a:tblPr firstRow="1" bandRow="1">
                <a:noFill/>
                <a:tableStyleId>{B5A5B32E-2F8E-4EB1-B198-1ED1FC871F6B}</a:tableStyleId>
              </a:tblPr>
              <a:tblGrid>
                <a:gridCol w="662200"/>
                <a:gridCol w="662200"/>
                <a:gridCol w="662200"/>
                <a:gridCol w="662200"/>
                <a:gridCol w="662200"/>
                <a:gridCol w="662200"/>
                <a:gridCol w="662200"/>
                <a:gridCol w="662200"/>
                <a:gridCol w="662200"/>
                <a:gridCol w="662200"/>
                <a:gridCol w="662200"/>
                <a:gridCol w="662200"/>
              </a:tblGrid>
              <a:tr h="552775">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582" name="Google Shape;1582;p6"/>
          <p:cNvGraphicFramePr/>
          <p:nvPr/>
        </p:nvGraphicFramePr>
        <p:xfrm>
          <a:off x="2979324" y="2730532"/>
          <a:ext cx="1035900" cy="1934225"/>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6750">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bl>
          </a:graphicData>
        </a:graphic>
      </p:graphicFrame>
      <p:graphicFrame>
        <p:nvGraphicFramePr>
          <p:cNvPr id="1583" name="Google Shape;1583;p6"/>
          <p:cNvGraphicFramePr/>
          <p:nvPr/>
        </p:nvGraphicFramePr>
        <p:xfrm>
          <a:off x="5466803" y="1763157"/>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1212</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1456</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584" name="Google Shape;1584;p6"/>
          <p:cNvGraphicFramePr/>
          <p:nvPr/>
        </p:nvGraphicFramePr>
        <p:xfrm>
          <a:off x="5466803" y="2868728"/>
          <a:ext cx="3384075" cy="829200"/>
        </p:xfrm>
        <a:graphic>
          <a:graphicData uri="http://schemas.openxmlformats.org/drawingml/2006/table">
            <a:tbl>
              <a:tblPr firstRow="1" bandRow="1">
                <a:noFill/>
                <a:tableStyleId>{B5A5B32E-2F8E-4EB1-B198-1ED1FC871F6B}</a:tableStyleId>
              </a:tblPr>
              <a:tblGrid>
                <a:gridCol w="552200"/>
                <a:gridCol w="575825"/>
                <a:gridCol w="1128025"/>
                <a:gridCol w="112802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3333</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2345</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585" name="Google Shape;1585;p6"/>
          <p:cNvGraphicFramePr/>
          <p:nvPr/>
        </p:nvGraphicFramePr>
        <p:xfrm>
          <a:off x="5466803" y="3974300"/>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6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2378</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2134</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586" name="Google Shape;1586;p6"/>
          <p:cNvSpPr/>
          <p:nvPr/>
        </p:nvSpPr>
        <p:spPr>
          <a:xfrm>
            <a:off x="4018101" y="2390800"/>
            <a:ext cx="1385420" cy="903459"/>
          </a:xfrm>
          <a:custGeom>
            <a:avLst/>
            <a:gdLst/>
            <a:ahLst/>
            <a:cxnLst/>
            <a:rect l="l" t="t" r="r" b="b"/>
            <a:pathLst>
              <a:path w="1527810" h="996314" extrusionOk="0">
                <a:moveTo>
                  <a:pt x="1506254" y="13726"/>
                </a:moveTo>
                <a:lnTo>
                  <a:pt x="1493771" y="14320"/>
                </a:lnTo>
                <a:lnTo>
                  <a:pt x="0" y="985266"/>
                </a:lnTo>
                <a:lnTo>
                  <a:pt x="6858" y="995934"/>
                </a:lnTo>
                <a:lnTo>
                  <a:pt x="1500580" y="25020"/>
                </a:lnTo>
                <a:lnTo>
                  <a:pt x="1506254" y="13726"/>
                </a:lnTo>
                <a:close/>
              </a:path>
              <a:path w="1527810" h="996314" extrusionOk="0">
                <a:moveTo>
                  <a:pt x="1526661" y="1524"/>
                </a:moveTo>
                <a:lnTo>
                  <a:pt x="1513459" y="1524"/>
                </a:lnTo>
                <a:lnTo>
                  <a:pt x="1520316" y="12192"/>
                </a:lnTo>
                <a:lnTo>
                  <a:pt x="1500580" y="25020"/>
                </a:lnTo>
                <a:lnTo>
                  <a:pt x="1471549" y="82804"/>
                </a:lnTo>
                <a:lnTo>
                  <a:pt x="1470025" y="85979"/>
                </a:lnTo>
                <a:lnTo>
                  <a:pt x="1471295" y="89789"/>
                </a:lnTo>
                <a:lnTo>
                  <a:pt x="1474343" y="91312"/>
                </a:lnTo>
                <a:lnTo>
                  <a:pt x="1477518" y="92837"/>
                </a:lnTo>
                <a:lnTo>
                  <a:pt x="1481327" y="91694"/>
                </a:lnTo>
                <a:lnTo>
                  <a:pt x="1482852" y="88519"/>
                </a:lnTo>
                <a:lnTo>
                  <a:pt x="1526661" y="1524"/>
                </a:lnTo>
                <a:close/>
              </a:path>
              <a:path w="1527810" h="996314" extrusionOk="0">
                <a:moveTo>
                  <a:pt x="1515010" y="3937"/>
                </a:moveTo>
                <a:lnTo>
                  <a:pt x="1511173" y="3937"/>
                </a:lnTo>
                <a:lnTo>
                  <a:pt x="1517141" y="13208"/>
                </a:lnTo>
                <a:lnTo>
                  <a:pt x="1506254" y="13726"/>
                </a:lnTo>
                <a:lnTo>
                  <a:pt x="1500580" y="25020"/>
                </a:lnTo>
                <a:lnTo>
                  <a:pt x="1520316" y="12192"/>
                </a:lnTo>
                <a:lnTo>
                  <a:pt x="1515010" y="3937"/>
                </a:lnTo>
                <a:close/>
              </a:path>
              <a:path w="1527810" h="996314" extrusionOk="0">
                <a:moveTo>
                  <a:pt x="1527428" y="0"/>
                </a:moveTo>
                <a:lnTo>
                  <a:pt x="1428496" y="4825"/>
                </a:lnTo>
                <a:lnTo>
                  <a:pt x="1424939" y="4953"/>
                </a:lnTo>
                <a:lnTo>
                  <a:pt x="1422273" y="7874"/>
                </a:lnTo>
                <a:lnTo>
                  <a:pt x="1422400" y="11430"/>
                </a:lnTo>
                <a:lnTo>
                  <a:pt x="1422653" y="14859"/>
                </a:lnTo>
                <a:lnTo>
                  <a:pt x="1425575" y="17653"/>
                </a:lnTo>
                <a:lnTo>
                  <a:pt x="1429131" y="17399"/>
                </a:lnTo>
                <a:lnTo>
                  <a:pt x="1493771" y="14320"/>
                </a:lnTo>
                <a:lnTo>
                  <a:pt x="1513459" y="1524"/>
                </a:lnTo>
                <a:lnTo>
                  <a:pt x="1526661" y="1524"/>
                </a:lnTo>
                <a:lnTo>
                  <a:pt x="1527428" y="0"/>
                </a:lnTo>
                <a:close/>
              </a:path>
              <a:path w="1527810" h="996314" extrusionOk="0">
                <a:moveTo>
                  <a:pt x="1513459" y="1524"/>
                </a:moveTo>
                <a:lnTo>
                  <a:pt x="1493771" y="14320"/>
                </a:lnTo>
                <a:lnTo>
                  <a:pt x="1506254" y="13726"/>
                </a:lnTo>
                <a:lnTo>
                  <a:pt x="1511173" y="3937"/>
                </a:lnTo>
                <a:lnTo>
                  <a:pt x="1515010" y="3937"/>
                </a:lnTo>
                <a:lnTo>
                  <a:pt x="1513459" y="1524"/>
                </a:lnTo>
                <a:close/>
              </a:path>
              <a:path w="1527810" h="996314" extrusionOk="0">
                <a:moveTo>
                  <a:pt x="1511173" y="3937"/>
                </a:moveTo>
                <a:lnTo>
                  <a:pt x="1506254" y="13726"/>
                </a:lnTo>
                <a:lnTo>
                  <a:pt x="1517141" y="13208"/>
                </a:lnTo>
                <a:lnTo>
                  <a:pt x="1511173" y="3937"/>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87" name="Google Shape;1587;p6"/>
          <p:cNvSpPr/>
          <p:nvPr/>
        </p:nvSpPr>
        <p:spPr>
          <a:xfrm>
            <a:off x="4017410" y="4043744"/>
            <a:ext cx="1455094" cy="1664116"/>
          </a:xfrm>
          <a:custGeom>
            <a:avLst/>
            <a:gdLst/>
            <a:ahLst/>
            <a:cxnLst/>
            <a:rect l="l" t="t" r="r" b="b"/>
            <a:pathLst>
              <a:path w="1604645" h="1835150" extrusionOk="0">
                <a:moveTo>
                  <a:pt x="1604391" y="1834781"/>
                </a:moveTo>
                <a:lnTo>
                  <a:pt x="1603209" y="1831403"/>
                </a:lnTo>
                <a:lnTo>
                  <a:pt x="1570736" y="1737868"/>
                </a:lnTo>
                <a:lnTo>
                  <a:pt x="1567180" y="1736090"/>
                </a:lnTo>
                <a:lnTo>
                  <a:pt x="1560576" y="1738376"/>
                </a:lnTo>
                <a:lnTo>
                  <a:pt x="1558798" y="1742059"/>
                </a:lnTo>
                <a:lnTo>
                  <a:pt x="1581238" y="1806663"/>
                </a:lnTo>
                <a:lnTo>
                  <a:pt x="8382" y="458343"/>
                </a:lnTo>
                <a:lnTo>
                  <a:pt x="0" y="467995"/>
                </a:lnTo>
                <a:lnTo>
                  <a:pt x="1572793" y="1816087"/>
                </a:lnTo>
                <a:lnTo>
                  <a:pt x="1505712" y="1803908"/>
                </a:lnTo>
                <a:lnTo>
                  <a:pt x="1502410" y="1806194"/>
                </a:lnTo>
                <a:lnTo>
                  <a:pt x="1501140" y="1813052"/>
                </a:lnTo>
                <a:lnTo>
                  <a:pt x="1503426" y="1816354"/>
                </a:lnTo>
                <a:lnTo>
                  <a:pt x="1604391" y="1834781"/>
                </a:lnTo>
                <a:close/>
              </a:path>
              <a:path w="1604645" h="1835150" extrusionOk="0">
                <a:moveTo>
                  <a:pt x="1604391" y="539369"/>
                </a:moveTo>
                <a:lnTo>
                  <a:pt x="1538986" y="464947"/>
                </a:lnTo>
                <a:lnTo>
                  <a:pt x="1536700" y="462280"/>
                </a:lnTo>
                <a:lnTo>
                  <a:pt x="1532636" y="462026"/>
                </a:lnTo>
                <a:lnTo>
                  <a:pt x="1527429" y="466725"/>
                </a:lnTo>
                <a:lnTo>
                  <a:pt x="1527175" y="470662"/>
                </a:lnTo>
                <a:lnTo>
                  <a:pt x="1529461" y="473329"/>
                </a:lnTo>
                <a:lnTo>
                  <a:pt x="1572158" y="521906"/>
                </a:lnTo>
                <a:lnTo>
                  <a:pt x="6223" y="0"/>
                </a:lnTo>
                <a:lnTo>
                  <a:pt x="2159" y="11938"/>
                </a:lnTo>
                <a:lnTo>
                  <a:pt x="1568221" y="534009"/>
                </a:lnTo>
                <a:lnTo>
                  <a:pt x="1504823" y="547243"/>
                </a:lnTo>
                <a:lnTo>
                  <a:pt x="1501394" y="548005"/>
                </a:lnTo>
                <a:lnTo>
                  <a:pt x="1499235" y="551307"/>
                </a:lnTo>
                <a:lnTo>
                  <a:pt x="1499870" y="554736"/>
                </a:lnTo>
                <a:lnTo>
                  <a:pt x="1500632" y="558165"/>
                </a:lnTo>
                <a:lnTo>
                  <a:pt x="1503934" y="560451"/>
                </a:lnTo>
                <a:lnTo>
                  <a:pt x="1507363" y="559689"/>
                </a:lnTo>
                <a:lnTo>
                  <a:pt x="1594675" y="541401"/>
                </a:lnTo>
                <a:lnTo>
                  <a:pt x="1604391" y="539369"/>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588" name="Google Shape;1588;p6"/>
          <p:cNvSpPr/>
          <p:nvPr/>
        </p:nvSpPr>
        <p:spPr>
          <a:xfrm>
            <a:off x="4020174" y="3396294"/>
            <a:ext cx="1452215" cy="313245"/>
          </a:xfrm>
          <a:custGeom>
            <a:avLst/>
            <a:gdLst/>
            <a:ahLst/>
            <a:cxnLst/>
            <a:rect l="l" t="t" r="r" b="b"/>
            <a:pathLst>
              <a:path w="1601470" h="345439" extrusionOk="0">
                <a:moveTo>
                  <a:pt x="1564560" y="34644"/>
                </a:moveTo>
                <a:lnTo>
                  <a:pt x="0" y="332740"/>
                </a:lnTo>
                <a:lnTo>
                  <a:pt x="2286" y="345186"/>
                </a:lnTo>
                <a:lnTo>
                  <a:pt x="1567085" y="47194"/>
                </a:lnTo>
                <a:lnTo>
                  <a:pt x="1576604" y="38910"/>
                </a:lnTo>
                <a:lnTo>
                  <a:pt x="1564560" y="34644"/>
                </a:lnTo>
                <a:close/>
              </a:path>
              <a:path w="1601470" h="345439" extrusionOk="0">
                <a:moveTo>
                  <a:pt x="1590213" y="30225"/>
                </a:moveTo>
                <a:lnTo>
                  <a:pt x="1587753" y="30225"/>
                </a:lnTo>
                <a:lnTo>
                  <a:pt x="1590166" y="42799"/>
                </a:lnTo>
                <a:lnTo>
                  <a:pt x="1567085" y="47194"/>
                </a:lnTo>
                <a:lnTo>
                  <a:pt x="1518285" y="89662"/>
                </a:lnTo>
                <a:lnTo>
                  <a:pt x="1515617" y="91948"/>
                </a:lnTo>
                <a:lnTo>
                  <a:pt x="1515364" y="96012"/>
                </a:lnTo>
                <a:lnTo>
                  <a:pt x="1517650" y="98552"/>
                </a:lnTo>
                <a:lnTo>
                  <a:pt x="1519936" y="101219"/>
                </a:lnTo>
                <a:lnTo>
                  <a:pt x="1524000" y="101473"/>
                </a:lnTo>
                <a:lnTo>
                  <a:pt x="1526666" y="99187"/>
                </a:lnTo>
                <a:lnTo>
                  <a:pt x="1601342" y="34162"/>
                </a:lnTo>
                <a:lnTo>
                  <a:pt x="1590213" y="30225"/>
                </a:lnTo>
                <a:close/>
              </a:path>
              <a:path w="1601470" h="345439" extrusionOk="0">
                <a:moveTo>
                  <a:pt x="1576604" y="38910"/>
                </a:moveTo>
                <a:lnTo>
                  <a:pt x="1567085" y="47194"/>
                </a:lnTo>
                <a:lnTo>
                  <a:pt x="1590166" y="42799"/>
                </a:lnTo>
                <a:lnTo>
                  <a:pt x="1590118" y="42545"/>
                </a:lnTo>
                <a:lnTo>
                  <a:pt x="1586864" y="42545"/>
                </a:lnTo>
                <a:lnTo>
                  <a:pt x="1576604" y="38910"/>
                </a:lnTo>
                <a:close/>
              </a:path>
              <a:path w="1601470" h="345439" extrusionOk="0">
                <a:moveTo>
                  <a:pt x="1584833" y="31750"/>
                </a:moveTo>
                <a:lnTo>
                  <a:pt x="1576604" y="38910"/>
                </a:lnTo>
                <a:lnTo>
                  <a:pt x="1586864" y="42545"/>
                </a:lnTo>
                <a:lnTo>
                  <a:pt x="1584833" y="31750"/>
                </a:lnTo>
                <a:close/>
              </a:path>
              <a:path w="1601470" h="345439" extrusionOk="0">
                <a:moveTo>
                  <a:pt x="1588046" y="31750"/>
                </a:moveTo>
                <a:lnTo>
                  <a:pt x="1584833" y="31750"/>
                </a:lnTo>
                <a:lnTo>
                  <a:pt x="1586864" y="42545"/>
                </a:lnTo>
                <a:lnTo>
                  <a:pt x="1590118" y="42545"/>
                </a:lnTo>
                <a:lnTo>
                  <a:pt x="1588046" y="31750"/>
                </a:lnTo>
                <a:close/>
              </a:path>
              <a:path w="1601470" h="345439" extrusionOk="0">
                <a:moveTo>
                  <a:pt x="1587753" y="30225"/>
                </a:moveTo>
                <a:lnTo>
                  <a:pt x="1564560" y="34644"/>
                </a:lnTo>
                <a:lnTo>
                  <a:pt x="1576604" y="38910"/>
                </a:lnTo>
                <a:lnTo>
                  <a:pt x="1584833" y="31750"/>
                </a:lnTo>
                <a:lnTo>
                  <a:pt x="1588046" y="31750"/>
                </a:lnTo>
                <a:lnTo>
                  <a:pt x="1587753" y="30225"/>
                </a:lnTo>
                <a:close/>
              </a:path>
              <a:path w="1601470" h="345439" extrusionOk="0">
                <a:moveTo>
                  <a:pt x="1504569" y="0"/>
                </a:moveTo>
                <a:lnTo>
                  <a:pt x="1501013" y="1650"/>
                </a:lnTo>
                <a:lnTo>
                  <a:pt x="1499870" y="4953"/>
                </a:lnTo>
                <a:lnTo>
                  <a:pt x="1498600" y="8255"/>
                </a:lnTo>
                <a:lnTo>
                  <a:pt x="1500377" y="11937"/>
                </a:lnTo>
                <a:lnTo>
                  <a:pt x="1564560" y="34644"/>
                </a:lnTo>
                <a:lnTo>
                  <a:pt x="1587753" y="30225"/>
                </a:lnTo>
                <a:lnTo>
                  <a:pt x="1590213" y="30225"/>
                </a:lnTo>
                <a:lnTo>
                  <a:pt x="1507998" y="1143"/>
                </a:lnTo>
                <a:lnTo>
                  <a:pt x="1504569" y="0"/>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2" name="Date Placeholder 1"/>
          <p:cNvSpPr>
            <a:spLocks noGrp="1"/>
          </p:cNvSpPr>
          <p:nvPr>
            <p:ph type="dt" idx="10"/>
          </p:nvPr>
        </p:nvSpPr>
        <p:spPr/>
        <p:txBody>
          <a:bodyPr/>
          <a:lstStyle/>
          <a:p>
            <a:fld id="{60F82490-3F73-4CAD-80D0-83027B17D79F}"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98</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592"/>
        <p:cNvGrpSpPr/>
        <p:nvPr/>
      </p:nvGrpSpPr>
      <p:grpSpPr>
        <a:xfrm>
          <a:off x="0" y="0"/>
          <a:ext cx="0" cy="0"/>
          <a:chOff x="0" y="0"/>
          <a:chExt cx="0" cy="0"/>
        </a:xfrm>
      </p:grpSpPr>
      <p:graphicFrame>
        <p:nvGraphicFramePr>
          <p:cNvPr id="1593" name="Google Shape;1593;p7"/>
          <p:cNvGraphicFramePr/>
          <p:nvPr/>
        </p:nvGraphicFramePr>
        <p:xfrm>
          <a:off x="5472561" y="5085630"/>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6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1235</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36131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594" name="Google Shape;1594;p7"/>
          <p:cNvSpPr txBox="1"/>
          <p:nvPr/>
        </p:nvSpPr>
        <p:spPr>
          <a:xfrm>
            <a:off x="3385506" y="4360724"/>
            <a:ext cx="234933"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00000"/>
                </a:solidFill>
                <a:latin typeface="Verdana"/>
                <a:ea typeface="Verdana"/>
                <a:cs typeface="Verdana"/>
                <a:sym typeface="Verdana"/>
              </a:rPr>
              <a:t>11</a:t>
            </a:r>
            <a:endParaRPr sz="1451" b="0" i="0" u="none" strike="noStrike" cap="none">
              <a:solidFill>
                <a:srgbClr val="000000"/>
              </a:solidFill>
              <a:latin typeface="Verdana"/>
              <a:ea typeface="Verdana"/>
              <a:cs typeface="Verdana"/>
              <a:sym typeface="Verdana"/>
            </a:endParaRPr>
          </a:p>
        </p:txBody>
      </p:sp>
      <p:sp>
        <p:nvSpPr>
          <p:cNvPr id="1595" name="Google Shape;1595;p7"/>
          <p:cNvSpPr txBox="1"/>
          <p:nvPr/>
        </p:nvSpPr>
        <p:spPr>
          <a:xfrm>
            <a:off x="8010943" y="760945"/>
            <a:ext cx="458927" cy="230832"/>
          </a:xfrm>
          <a:prstGeom prst="rect">
            <a:avLst/>
          </a:prstGeom>
          <a:noFill/>
          <a:ln>
            <a:noFill/>
          </a:ln>
        </p:spPr>
        <p:txBody>
          <a:bodyPr spcFirstLastPara="1" wrap="square" lIns="0" tIns="0" rIns="0" bIns="0" anchor="t" anchorCtr="0">
            <a:spAutoFit/>
          </a:bodyPr>
          <a:lstStyle/>
          <a:p>
            <a:pPr marL="0" marR="0" lvl="0" indent="0" algn="l" rtl="0">
              <a:lnSpc>
                <a:spcPct val="110539"/>
              </a:lnSpc>
              <a:spcBef>
                <a:spcPts val="0"/>
              </a:spcBef>
              <a:spcAft>
                <a:spcPts val="0"/>
              </a:spcAft>
              <a:buNone/>
            </a:pPr>
            <a:r>
              <a:rPr lang="en-US" sz="1632" b="0" i="0" u="none" strike="noStrike" cap="none">
                <a:solidFill>
                  <a:srgbClr val="000000"/>
                </a:solidFill>
                <a:latin typeface="Arial"/>
                <a:ea typeface="Arial"/>
                <a:cs typeface="Arial"/>
                <a:sym typeface="Arial"/>
              </a:rPr>
              <a:t>8231</a:t>
            </a:r>
            <a:endParaRPr sz="1632" b="0" i="0" u="none" strike="noStrike" cap="none">
              <a:solidFill>
                <a:srgbClr val="000000"/>
              </a:solidFill>
              <a:latin typeface="Arial"/>
              <a:ea typeface="Arial"/>
              <a:cs typeface="Arial"/>
              <a:sym typeface="Arial"/>
            </a:endParaRPr>
          </a:p>
        </p:txBody>
      </p:sp>
      <p:graphicFrame>
        <p:nvGraphicFramePr>
          <p:cNvPr id="1596" name="Google Shape;1596;p7"/>
          <p:cNvGraphicFramePr/>
          <p:nvPr/>
        </p:nvGraphicFramePr>
        <p:xfrm>
          <a:off x="1942908" y="587565"/>
          <a:ext cx="7946375" cy="552775"/>
        </p:xfrm>
        <a:graphic>
          <a:graphicData uri="http://schemas.openxmlformats.org/drawingml/2006/table">
            <a:tbl>
              <a:tblPr firstRow="1" bandRow="1">
                <a:noFill/>
                <a:tableStyleId>{B5A5B32E-2F8E-4EB1-B198-1ED1FC871F6B}</a:tableStyleId>
              </a:tblPr>
              <a:tblGrid>
                <a:gridCol w="662200"/>
                <a:gridCol w="662200"/>
                <a:gridCol w="662200"/>
                <a:gridCol w="662200"/>
                <a:gridCol w="662200"/>
                <a:gridCol w="662200"/>
                <a:gridCol w="662200"/>
                <a:gridCol w="662200"/>
                <a:gridCol w="644350"/>
                <a:gridCol w="690975"/>
                <a:gridCol w="651250"/>
                <a:gridCol w="662200"/>
              </a:tblGrid>
              <a:tr h="552775">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9050" cap="flat" cmpd="sng">
                      <a:solidFill>
                        <a:srgbClr val="1F487C"/>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28270"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9050" cap="flat" cmpd="sng">
                      <a:solidFill>
                        <a:srgbClr val="1F487C"/>
                      </a:solidFill>
                      <a:prstDash val="solid"/>
                      <a:round/>
                      <a:headEnd type="none" w="sm" len="sm"/>
                      <a:tailEnd type="none" w="sm" len="sm"/>
                    </a:lnR>
                    <a:lnT w="19050" cap="flat" cmpd="sng">
                      <a:solidFill>
                        <a:srgbClr val="1F487C"/>
                      </a:solidFill>
                      <a:prstDash val="solid"/>
                      <a:round/>
                      <a:headEnd type="none" w="sm" len="sm"/>
                      <a:tailEnd type="none" w="sm" len="sm"/>
                    </a:lnT>
                    <a:lnB w="19050" cap="flat" cmpd="sng">
                      <a:solidFill>
                        <a:srgbClr val="1F487C"/>
                      </a:solidFill>
                      <a:prstDash val="solid"/>
                      <a:round/>
                      <a:headEnd type="none" w="sm" len="sm"/>
                      <a:tailEnd type="none" w="sm" len="sm"/>
                    </a:lnB>
                    <a:solidFill>
                      <a:srgbClr val="FFFF79"/>
                    </a:solidFill>
                  </a:tcPr>
                </a:tc>
                <a:tc>
                  <a:txBody>
                    <a:bodyPr/>
                    <a:lstStyle/>
                    <a:p>
                      <a:pPr marL="100330" marR="0" lvl="0" indent="0" algn="l" rtl="0">
                        <a:lnSpc>
                          <a:spcPct val="100000"/>
                        </a:lnSpc>
                        <a:spcBef>
                          <a:spcPts val="0"/>
                        </a:spcBef>
                        <a:spcAft>
                          <a:spcPts val="0"/>
                        </a:spcAft>
                        <a:buNone/>
                      </a:pPr>
                      <a:r>
                        <a:rPr lang="en-US" sz="1600" u="none" strike="noStrike" cap="none">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597" name="Google Shape;1597;p7"/>
          <p:cNvGraphicFramePr/>
          <p:nvPr/>
        </p:nvGraphicFramePr>
        <p:xfrm>
          <a:off x="5466803" y="1901353"/>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1212</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1456</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598" name="Google Shape;1598;p7"/>
          <p:cNvGraphicFramePr/>
          <p:nvPr/>
        </p:nvGraphicFramePr>
        <p:xfrm>
          <a:off x="5466803" y="2937827"/>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3333</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2345</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pSp>
        <p:nvGrpSpPr>
          <p:cNvPr id="1599" name="Google Shape;1599;p7"/>
          <p:cNvGrpSpPr/>
          <p:nvPr/>
        </p:nvGrpSpPr>
        <p:grpSpPr>
          <a:xfrm>
            <a:off x="5466859" y="4320022"/>
            <a:ext cx="3380056" cy="495204"/>
            <a:chOff x="4348098" y="4764024"/>
            <a:chExt cx="3727450" cy="546100"/>
          </a:xfrm>
        </p:grpSpPr>
        <p:sp>
          <p:nvSpPr>
            <p:cNvPr id="1600" name="Google Shape;1600;p7"/>
            <p:cNvSpPr/>
            <p:nvPr/>
          </p:nvSpPr>
          <p:spPr>
            <a:xfrm>
              <a:off x="4354449" y="4770374"/>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01" name="Google Shape;1601;p7"/>
            <p:cNvSpPr/>
            <p:nvPr/>
          </p:nvSpPr>
          <p:spPr>
            <a:xfrm>
              <a:off x="4348098" y="47640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602" name="Google Shape;1602;p7"/>
          <p:cNvSpPr txBox="1"/>
          <p:nvPr/>
        </p:nvSpPr>
        <p:spPr>
          <a:xfrm>
            <a:off x="5794040" y="4426848"/>
            <a:ext cx="481960" cy="262787"/>
          </a:xfrm>
          <a:prstGeom prst="rect">
            <a:avLst/>
          </a:prstGeom>
          <a:noFill/>
          <a:ln>
            <a:noFill/>
          </a:ln>
        </p:spPr>
        <p:txBody>
          <a:bodyPr spcFirstLastPara="1" wrap="square" lIns="0" tIns="11500" rIns="0" bIns="0" anchor="t" anchorCtr="0">
            <a:spAutoFit/>
          </a:bodyPr>
          <a:lstStyle/>
          <a:p>
            <a:pPr marL="11516" marR="0" lvl="0" indent="0" algn="l" rtl="0">
              <a:lnSpc>
                <a:spcPct val="100000"/>
              </a:lnSpc>
              <a:spcBef>
                <a:spcPts val="0"/>
              </a:spcBef>
              <a:spcAft>
                <a:spcPts val="0"/>
              </a:spcAft>
              <a:buNone/>
            </a:pPr>
            <a:r>
              <a:rPr lang="en-US" sz="1632" b="0" i="0" u="none" strike="noStrike" cap="none">
                <a:solidFill>
                  <a:srgbClr val="0D0D0D"/>
                </a:solidFill>
                <a:latin typeface="Arial"/>
                <a:ea typeface="Arial"/>
                <a:cs typeface="Arial"/>
                <a:sym typeface="Arial"/>
              </a:rPr>
              <a:t>2378</a:t>
            </a:r>
            <a:endParaRPr sz="1632" b="0" i="0" u="none" strike="noStrike" cap="none">
              <a:solidFill>
                <a:srgbClr val="000000"/>
              </a:solidFill>
              <a:latin typeface="Arial"/>
              <a:ea typeface="Arial"/>
              <a:cs typeface="Arial"/>
              <a:sym typeface="Arial"/>
            </a:endParaRPr>
          </a:p>
        </p:txBody>
      </p:sp>
      <p:sp>
        <p:nvSpPr>
          <p:cNvPr id="1603" name="Google Shape;1603;p7"/>
          <p:cNvSpPr txBox="1"/>
          <p:nvPr/>
        </p:nvSpPr>
        <p:spPr>
          <a:xfrm>
            <a:off x="6917117" y="4426848"/>
            <a:ext cx="481960" cy="262787"/>
          </a:xfrm>
          <a:prstGeom prst="rect">
            <a:avLst/>
          </a:prstGeom>
          <a:noFill/>
          <a:ln>
            <a:noFill/>
          </a:ln>
        </p:spPr>
        <p:txBody>
          <a:bodyPr spcFirstLastPara="1" wrap="square" lIns="0" tIns="11500" rIns="0" bIns="0" anchor="t" anchorCtr="0">
            <a:spAutoFit/>
          </a:bodyPr>
          <a:lstStyle/>
          <a:p>
            <a:pPr marL="11516" marR="0" lvl="0" indent="0" algn="l" rtl="0">
              <a:lnSpc>
                <a:spcPct val="100000"/>
              </a:lnSpc>
              <a:spcBef>
                <a:spcPts val="0"/>
              </a:spcBef>
              <a:spcAft>
                <a:spcPts val="0"/>
              </a:spcAft>
              <a:buNone/>
            </a:pPr>
            <a:r>
              <a:rPr lang="en-US" sz="1632" b="0" i="0" u="none" strike="noStrike" cap="none">
                <a:solidFill>
                  <a:srgbClr val="0D0D0D"/>
                </a:solidFill>
                <a:latin typeface="Arial"/>
                <a:ea typeface="Arial"/>
                <a:cs typeface="Arial"/>
                <a:sym typeface="Arial"/>
              </a:rPr>
              <a:t>2134</a:t>
            </a:r>
            <a:endParaRPr sz="1632" b="0" i="0" u="none" strike="noStrike" cap="none">
              <a:solidFill>
                <a:srgbClr val="000000"/>
              </a:solidFill>
              <a:latin typeface="Arial"/>
              <a:ea typeface="Arial"/>
              <a:cs typeface="Arial"/>
              <a:sym typeface="Arial"/>
            </a:endParaRPr>
          </a:p>
        </p:txBody>
      </p:sp>
      <p:sp>
        <p:nvSpPr>
          <p:cNvPr id="1604" name="Google Shape;1604;p7"/>
          <p:cNvSpPr txBox="1"/>
          <p:nvPr/>
        </p:nvSpPr>
        <p:spPr>
          <a:xfrm>
            <a:off x="5472561" y="3980059"/>
            <a:ext cx="552786" cy="285481"/>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61600" rIns="0" bIns="0" anchor="t" anchorCtr="0">
            <a:spAutoFit/>
          </a:bodyPr>
          <a:lstStyle/>
          <a:p>
            <a:pPr marL="116891"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pSp>
        <p:nvGrpSpPr>
          <p:cNvPr id="1605" name="Google Shape;1605;p7"/>
          <p:cNvGrpSpPr/>
          <p:nvPr/>
        </p:nvGrpSpPr>
        <p:grpSpPr>
          <a:xfrm>
            <a:off x="7614318" y="1699817"/>
            <a:ext cx="1312866" cy="345491"/>
            <a:chOff x="6716267" y="1874520"/>
            <a:chExt cx="1447800" cy="381000"/>
          </a:xfrm>
        </p:grpSpPr>
        <p:sp>
          <p:nvSpPr>
            <p:cNvPr id="1606" name="Google Shape;1606;p7"/>
            <p:cNvSpPr/>
            <p:nvPr/>
          </p:nvSpPr>
          <p:spPr>
            <a:xfrm>
              <a:off x="6716267" y="1874520"/>
              <a:ext cx="1447800" cy="381000"/>
            </a:xfrm>
            <a:custGeom>
              <a:avLst/>
              <a:gdLst/>
              <a:ahLst/>
              <a:cxnLst/>
              <a:rect l="l" t="t" r="r" b="b"/>
              <a:pathLst>
                <a:path w="1447800" h="381000" extrusionOk="0">
                  <a:moveTo>
                    <a:pt x="1447800" y="0"/>
                  </a:moveTo>
                  <a:lnTo>
                    <a:pt x="0" y="0"/>
                  </a:lnTo>
                  <a:lnTo>
                    <a:pt x="0" y="381000"/>
                  </a:lnTo>
                  <a:lnTo>
                    <a:pt x="1447800" y="381000"/>
                  </a:lnTo>
                  <a:lnTo>
                    <a:pt x="1447800" y="0"/>
                  </a:lnTo>
                  <a:close/>
                </a:path>
              </a:pathLst>
            </a:custGeom>
            <a:solidFill>
              <a:srgbClr val="FFFF7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07" name="Google Shape;1607;p7"/>
            <p:cNvSpPr/>
            <p:nvPr/>
          </p:nvSpPr>
          <p:spPr>
            <a:xfrm>
              <a:off x="6716267" y="1874520"/>
              <a:ext cx="1447800" cy="381000"/>
            </a:xfrm>
            <a:custGeom>
              <a:avLst/>
              <a:gdLst/>
              <a:ahLst/>
              <a:cxnLst/>
              <a:rect l="l" t="t" r="r" b="b"/>
              <a:pathLst>
                <a:path w="1447800" h="381000" extrusionOk="0">
                  <a:moveTo>
                    <a:pt x="0" y="381000"/>
                  </a:moveTo>
                  <a:lnTo>
                    <a:pt x="1447800" y="381000"/>
                  </a:lnTo>
                  <a:lnTo>
                    <a:pt x="1447800" y="0"/>
                  </a:lnTo>
                  <a:lnTo>
                    <a:pt x="0" y="0"/>
                  </a:lnTo>
                  <a:lnTo>
                    <a:pt x="0" y="381000"/>
                  </a:lnTo>
                  <a:close/>
                </a:path>
              </a:pathLst>
            </a:custGeom>
            <a:noFill/>
            <a:ln w="15225" cap="flat" cmpd="sng">
              <a:solidFill>
                <a:srgbClr val="1F487C"/>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608" name="Google Shape;1608;p7"/>
          <p:cNvSpPr txBox="1"/>
          <p:nvPr/>
        </p:nvSpPr>
        <p:spPr>
          <a:xfrm>
            <a:off x="7849368" y="1736094"/>
            <a:ext cx="844150" cy="262787"/>
          </a:xfrm>
          <a:prstGeom prst="rect">
            <a:avLst/>
          </a:prstGeom>
          <a:noFill/>
          <a:ln>
            <a:noFill/>
          </a:ln>
        </p:spPr>
        <p:txBody>
          <a:bodyPr spcFirstLastPara="1" wrap="square" lIns="0" tIns="11500" rIns="0" bIns="0" anchor="t" anchorCtr="0">
            <a:spAutoFit/>
          </a:bodyPr>
          <a:lstStyle/>
          <a:p>
            <a:pPr marL="11516" marR="0" lvl="0" indent="0" algn="l" rtl="0">
              <a:lnSpc>
                <a:spcPct val="100000"/>
              </a:lnSpc>
              <a:spcBef>
                <a:spcPts val="0"/>
              </a:spcBef>
              <a:spcAft>
                <a:spcPts val="0"/>
              </a:spcAft>
              <a:buNone/>
            </a:pPr>
            <a:r>
              <a:rPr lang="en-US" sz="1632" b="0" i="0" u="none" strike="noStrike" cap="none">
                <a:solidFill>
                  <a:srgbClr val="0D0D0D"/>
                </a:solidFill>
                <a:latin typeface="Verdana"/>
                <a:ea typeface="Verdana"/>
                <a:cs typeface="Verdana"/>
                <a:sym typeface="Verdana"/>
              </a:rPr>
              <a:t>1001</a:t>
            </a:r>
            <a:r>
              <a:rPr lang="en-US" sz="1632" b="1" i="0" u="sng" strike="noStrike" cap="none">
                <a:solidFill>
                  <a:srgbClr val="0D0D0D"/>
                </a:solidFill>
                <a:latin typeface="Verdana"/>
                <a:ea typeface="Verdana"/>
                <a:cs typeface="Verdana"/>
                <a:sym typeface="Verdana"/>
              </a:rPr>
              <a:t>11</a:t>
            </a:r>
            <a:endParaRPr sz="1632" b="0" i="0" u="none" strike="noStrike" cap="none">
              <a:solidFill>
                <a:srgbClr val="000000"/>
              </a:solidFill>
              <a:latin typeface="Verdana"/>
              <a:ea typeface="Verdana"/>
              <a:cs typeface="Verdana"/>
              <a:sym typeface="Verdana"/>
            </a:endParaRPr>
          </a:p>
        </p:txBody>
      </p:sp>
      <p:grpSp>
        <p:nvGrpSpPr>
          <p:cNvPr id="1609" name="Google Shape;1609;p7"/>
          <p:cNvGrpSpPr/>
          <p:nvPr/>
        </p:nvGrpSpPr>
        <p:grpSpPr>
          <a:xfrm>
            <a:off x="8236894" y="1216821"/>
            <a:ext cx="69098" cy="483687"/>
            <a:chOff x="7402830" y="1341882"/>
            <a:chExt cx="76200" cy="533400"/>
          </a:xfrm>
        </p:grpSpPr>
        <p:sp>
          <p:nvSpPr>
            <p:cNvPr id="1610" name="Google Shape;1610;p7"/>
            <p:cNvSpPr/>
            <p:nvPr/>
          </p:nvSpPr>
          <p:spPr>
            <a:xfrm>
              <a:off x="7402830" y="1341882"/>
              <a:ext cx="76200" cy="533400"/>
            </a:xfrm>
            <a:custGeom>
              <a:avLst/>
              <a:gdLst/>
              <a:ahLst/>
              <a:cxnLst/>
              <a:rect l="l" t="t" r="r" b="b"/>
              <a:pathLst>
                <a:path w="76200" h="533400" extrusionOk="0">
                  <a:moveTo>
                    <a:pt x="57150" y="0"/>
                  </a:moveTo>
                  <a:lnTo>
                    <a:pt x="19050" y="0"/>
                  </a:lnTo>
                  <a:lnTo>
                    <a:pt x="19050" y="495300"/>
                  </a:lnTo>
                  <a:lnTo>
                    <a:pt x="0" y="495300"/>
                  </a:lnTo>
                  <a:lnTo>
                    <a:pt x="38100" y="533400"/>
                  </a:lnTo>
                  <a:lnTo>
                    <a:pt x="76200" y="495300"/>
                  </a:lnTo>
                  <a:lnTo>
                    <a:pt x="57150" y="495300"/>
                  </a:lnTo>
                  <a:lnTo>
                    <a:pt x="57150" y="0"/>
                  </a:lnTo>
                  <a:close/>
                </a:path>
              </a:pathLst>
            </a:custGeom>
            <a:solidFill>
              <a:srgbClr val="25252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11" name="Google Shape;1611;p7"/>
            <p:cNvSpPr/>
            <p:nvPr/>
          </p:nvSpPr>
          <p:spPr>
            <a:xfrm>
              <a:off x="7402830" y="1341882"/>
              <a:ext cx="76200" cy="533400"/>
            </a:xfrm>
            <a:custGeom>
              <a:avLst/>
              <a:gdLst/>
              <a:ahLst/>
              <a:cxnLst/>
              <a:rect l="l" t="t" r="r" b="b"/>
              <a:pathLst>
                <a:path w="76200" h="533400" extrusionOk="0">
                  <a:moveTo>
                    <a:pt x="0" y="495300"/>
                  </a:moveTo>
                  <a:lnTo>
                    <a:pt x="19050" y="495300"/>
                  </a:lnTo>
                  <a:lnTo>
                    <a:pt x="19050" y="0"/>
                  </a:lnTo>
                  <a:lnTo>
                    <a:pt x="57150" y="0"/>
                  </a:lnTo>
                  <a:lnTo>
                    <a:pt x="57150" y="495300"/>
                  </a:lnTo>
                  <a:lnTo>
                    <a:pt x="76200" y="495300"/>
                  </a:lnTo>
                  <a:lnTo>
                    <a:pt x="38100" y="533400"/>
                  </a:lnTo>
                  <a:lnTo>
                    <a:pt x="0" y="495300"/>
                  </a:lnTo>
                  <a:close/>
                </a:path>
              </a:pathLst>
            </a:custGeom>
            <a:noFill/>
            <a:ln w="25900" cap="flat" cmpd="sng">
              <a:solidFill>
                <a:srgbClr val="25252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612" name="Google Shape;1612;p7"/>
          <p:cNvSpPr/>
          <p:nvPr/>
        </p:nvSpPr>
        <p:spPr>
          <a:xfrm>
            <a:off x="4018101" y="2390800"/>
            <a:ext cx="1385420" cy="903459"/>
          </a:xfrm>
          <a:custGeom>
            <a:avLst/>
            <a:gdLst/>
            <a:ahLst/>
            <a:cxnLst/>
            <a:rect l="l" t="t" r="r" b="b"/>
            <a:pathLst>
              <a:path w="1527810" h="996314" extrusionOk="0">
                <a:moveTo>
                  <a:pt x="1506254" y="13726"/>
                </a:moveTo>
                <a:lnTo>
                  <a:pt x="1493771" y="14320"/>
                </a:lnTo>
                <a:lnTo>
                  <a:pt x="0" y="985266"/>
                </a:lnTo>
                <a:lnTo>
                  <a:pt x="6858" y="995934"/>
                </a:lnTo>
                <a:lnTo>
                  <a:pt x="1500580" y="25020"/>
                </a:lnTo>
                <a:lnTo>
                  <a:pt x="1506254" y="13726"/>
                </a:lnTo>
                <a:close/>
              </a:path>
              <a:path w="1527810" h="996314" extrusionOk="0">
                <a:moveTo>
                  <a:pt x="1526661" y="1524"/>
                </a:moveTo>
                <a:lnTo>
                  <a:pt x="1513459" y="1524"/>
                </a:lnTo>
                <a:lnTo>
                  <a:pt x="1520316" y="12192"/>
                </a:lnTo>
                <a:lnTo>
                  <a:pt x="1500580" y="25020"/>
                </a:lnTo>
                <a:lnTo>
                  <a:pt x="1471549" y="82804"/>
                </a:lnTo>
                <a:lnTo>
                  <a:pt x="1470025" y="85979"/>
                </a:lnTo>
                <a:lnTo>
                  <a:pt x="1471295" y="89789"/>
                </a:lnTo>
                <a:lnTo>
                  <a:pt x="1474343" y="91312"/>
                </a:lnTo>
                <a:lnTo>
                  <a:pt x="1477518" y="92837"/>
                </a:lnTo>
                <a:lnTo>
                  <a:pt x="1481327" y="91694"/>
                </a:lnTo>
                <a:lnTo>
                  <a:pt x="1482852" y="88519"/>
                </a:lnTo>
                <a:lnTo>
                  <a:pt x="1526661" y="1524"/>
                </a:lnTo>
                <a:close/>
              </a:path>
              <a:path w="1527810" h="996314" extrusionOk="0">
                <a:moveTo>
                  <a:pt x="1515010" y="3937"/>
                </a:moveTo>
                <a:lnTo>
                  <a:pt x="1511173" y="3937"/>
                </a:lnTo>
                <a:lnTo>
                  <a:pt x="1517141" y="13208"/>
                </a:lnTo>
                <a:lnTo>
                  <a:pt x="1506254" y="13726"/>
                </a:lnTo>
                <a:lnTo>
                  <a:pt x="1500580" y="25020"/>
                </a:lnTo>
                <a:lnTo>
                  <a:pt x="1520316" y="12192"/>
                </a:lnTo>
                <a:lnTo>
                  <a:pt x="1515010" y="3937"/>
                </a:lnTo>
                <a:close/>
              </a:path>
              <a:path w="1527810" h="996314" extrusionOk="0">
                <a:moveTo>
                  <a:pt x="1527428" y="0"/>
                </a:moveTo>
                <a:lnTo>
                  <a:pt x="1428496" y="4825"/>
                </a:lnTo>
                <a:lnTo>
                  <a:pt x="1424939" y="4953"/>
                </a:lnTo>
                <a:lnTo>
                  <a:pt x="1422273" y="7874"/>
                </a:lnTo>
                <a:lnTo>
                  <a:pt x="1422400" y="11430"/>
                </a:lnTo>
                <a:lnTo>
                  <a:pt x="1422653" y="14859"/>
                </a:lnTo>
                <a:lnTo>
                  <a:pt x="1425575" y="17653"/>
                </a:lnTo>
                <a:lnTo>
                  <a:pt x="1429131" y="17399"/>
                </a:lnTo>
                <a:lnTo>
                  <a:pt x="1493771" y="14320"/>
                </a:lnTo>
                <a:lnTo>
                  <a:pt x="1513459" y="1524"/>
                </a:lnTo>
                <a:lnTo>
                  <a:pt x="1526661" y="1524"/>
                </a:lnTo>
                <a:lnTo>
                  <a:pt x="1527428" y="0"/>
                </a:lnTo>
                <a:close/>
              </a:path>
              <a:path w="1527810" h="996314" extrusionOk="0">
                <a:moveTo>
                  <a:pt x="1513459" y="1524"/>
                </a:moveTo>
                <a:lnTo>
                  <a:pt x="1493771" y="14320"/>
                </a:lnTo>
                <a:lnTo>
                  <a:pt x="1506254" y="13726"/>
                </a:lnTo>
                <a:lnTo>
                  <a:pt x="1511173" y="3937"/>
                </a:lnTo>
                <a:lnTo>
                  <a:pt x="1515010" y="3937"/>
                </a:lnTo>
                <a:lnTo>
                  <a:pt x="1513459" y="1524"/>
                </a:lnTo>
                <a:close/>
              </a:path>
              <a:path w="1527810" h="996314" extrusionOk="0">
                <a:moveTo>
                  <a:pt x="1511173" y="3937"/>
                </a:moveTo>
                <a:lnTo>
                  <a:pt x="1506254" y="13726"/>
                </a:lnTo>
                <a:lnTo>
                  <a:pt x="1517141" y="13208"/>
                </a:lnTo>
                <a:lnTo>
                  <a:pt x="1511173" y="3937"/>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13" name="Google Shape;1613;p7"/>
          <p:cNvSpPr/>
          <p:nvPr/>
        </p:nvSpPr>
        <p:spPr>
          <a:xfrm>
            <a:off x="4017410" y="4043744"/>
            <a:ext cx="1455094" cy="1595018"/>
          </a:xfrm>
          <a:custGeom>
            <a:avLst/>
            <a:gdLst/>
            <a:ahLst/>
            <a:cxnLst/>
            <a:rect l="l" t="t" r="r" b="b"/>
            <a:pathLst>
              <a:path w="1604645" h="1758950" extrusionOk="0">
                <a:moveTo>
                  <a:pt x="1604391" y="1758569"/>
                </a:moveTo>
                <a:lnTo>
                  <a:pt x="1603235" y="1755267"/>
                </a:lnTo>
                <a:lnTo>
                  <a:pt x="1570736" y="1661668"/>
                </a:lnTo>
                <a:lnTo>
                  <a:pt x="1567180" y="1659890"/>
                </a:lnTo>
                <a:lnTo>
                  <a:pt x="1560576" y="1662176"/>
                </a:lnTo>
                <a:lnTo>
                  <a:pt x="1558798" y="1665859"/>
                </a:lnTo>
                <a:lnTo>
                  <a:pt x="1581238" y="1730463"/>
                </a:lnTo>
                <a:lnTo>
                  <a:pt x="8382" y="382143"/>
                </a:lnTo>
                <a:lnTo>
                  <a:pt x="0" y="391795"/>
                </a:lnTo>
                <a:lnTo>
                  <a:pt x="1572691" y="1739874"/>
                </a:lnTo>
                <a:lnTo>
                  <a:pt x="1505712" y="1727708"/>
                </a:lnTo>
                <a:lnTo>
                  <a:pt x="1502410" y="1729994"/>
                </a:lnTo>
                <a:lnTo>
                  <a:pt x="1501140" y="1736852"/>
                </a:lnTo>
                <a:lnTo>
                  <a:pt x="1503426" y="1740154"/>
                </a:lnTo>
                <a:lnTo>
                  <a:pt x="1604391" y="1758569"/>
                </a:lnTo>
                <a:close/>
              </a:path>
              <a:path w="1604645" h="1758950" extrusionOk="0">
                <a:moveTo>
                  <a:pt x="1604391" y="539369"/>
                </a:moveTo>
                <a:lnTo>
                  <a:pt x="1538986" y="464947"/>
                </a:lnTo>
                <a:lnTo>
                  <a:pt x="1536700" y="462280"/>
                </a:lnTo>
                <a:lnTo>
                  <a:pt x="1532636" y="462026"/>
                </a:lnTo>
                <a:lnTo>
                  <a:pt x="1527429" y="466725"/>
                </a:lnTo>
                <a:lnTo>
                  <a:pt x="1527175" y="470662"/>
                </a:lnTo>
                <a:lnTo>
                  <a:pt x="1529461" y="473329"/>
                </a:lnTo>
                <a:lnTo>
                  <a:pt x="1572158" y="521906"/>
                </a:lnTo>
                <a:lnTo>
                  <a:pt x="6223" y="0"/>
                </a:lnTo>
                <a:lnTo>
                  <a:pt x="2159" y="11938"/>
                </a:lnTo>
                <a:lnTo>
                  <a:pt x="1568221" y="534009"/>
                </a:lnTo>
                <a:lnTo>
                  <a:pt x="1504823" y="547243"/>
                </a:lnTo>
                <a:lnTo>
                  <a:pt x="1501394" y="548005"/>
                </a:lnTo>
                <a:lnTo>
                  <a:pt x="1499235" y="551307"/>
                </a:lnTo>
                <a:lnTo>
                  <a:pt x="1499870" y="554736"/>
                </a:lnTo>
                <a:lnTo>
                  <a:pt x="1500632" y="558165"/>
                </a:lnTo>
                <a:lnTo>
                  <a:pt x="1503934" y="560451"/>
                </a:lnTo>
                <a:lnTo>
                  <a:pt x="1507363" y="559689"/>
                </a:lnTo>
                <a:lnTo>
                  <a:pt x="1594675" y="541401"/>
                </a:lnTo>
                <a:lnTo>
                  <a:pt x="1604391" y="539369"/>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14" name="Google Shape;1614;p7"/>
          <p:cNvSpPr/>
          <p:nvPr/>
        </p:nvSpPr>
        <p:spPr>
          <a:xfrm>
            <a:off x="4020174" y="3396294"/>
            <a:ext cx="1452215" cy="313245"/>
          </a:xfrm>
          <a:custGeom>
            <a:avLst/>
            <a:gdLst/>
            <a:ahLst/>
            <a:cxnLst/>
            <a:rect l="l" t="t" r="r" b="b"/>
            <a:pathLst>
              <a:path w="1601470" h="345439" extrusionOk="0">
                <a:moveTo>
                  <a:pt x="1564560" y="34644"/>
                </a:moveTo>
                <a:lnTo>
                  <a:pt x="0" y="332740"/>
                </a:lnTo>
                <a:lnTo>
                  <a:pt x="2286" y="345186"/>
                </a:lnTo>
                <a:lnTo>
                  <a:pt x="1567085" y="47194"/>
                </a:lnTo>
                <a:lnTo>
                  <a:pt x="1576604" y="38910"/>
                </a:lnTo>
                <a:lnTo>
                  <a:pt x="1564560" y="34644"/>
                </a:lnTo>
                <a:close/>
              </a:path>
              <a:path w="1601470" h="345439" extrusionOk="0">
                <a:moveTo>
                  <a:pt x="1590213" y="30225"/>
                </a:moveTo>
                <a:lnTo>
                  <a:pt x="1587753" y="30225"/>
                </a:lnTo>
                <a:lnTo>
                  <a:pt x="1590166" y="42799"/>
                </a:lnTo>
                <a:lnTo>
                  <a:pt x="1567085" y="47194"/>
                </a:lnTo>
                <a:lnTo>
                  <a:pt x="1518285" y="89662"/>
                </a:lnTo>
                <a:lnTo>
                  <a:pt x="1515617" y="91948"/>
                </a:lnTo>
                <a:lnTo>
                  <a:pt x="1515364" y="96012"/>
                </a:lnTo>
                <a:lnTo>
                  <a:pt x="1517650" y="98552"/>
                </a:lnTo>
                <a:lnTo>
                  <a:pt x="1519936" y="101219"/>
                </a:lnTo>
                <a:lnTo>
                  <a:pt x="1524000" y="101473"/>
                </a:lnTo>
                <a:lnTo>
                  <a:pt x="1526666" y="99187"/>
                </a:lnTo>
                <a:lnTo>
                  <a:pt x="1601342" y="34162"/>
                </a:lnTo>
                <a:lnTo>
                  <a:pt x="1590213" y="30225"/>
                </a:lnTo>
                <a:close/>
              </a:path>
              <a:path w="1601470" h="345439" extrusionOk="0">
                <a:moveTo>
                  <a:pt x="1576604" y="38910"/>
                </a:moveTo>
                <a:lnTo>
                  <a:pt x="1567085" y="47194"/>
                </a:lnTo>
                <a:lnTo>
                  <a:pt x="1590166" y="42799"/>
                </a:lnTo>
                <a:lnTo>
                  <a:pt x="1590118" y="42545"/>
                </a:lnTo>
                <a:lnTo>
                  <a:pt x="1586864" y="42545"/>
                </a:lnTo>
                <a:lnTo>
                  <a:pt x="1576604" y="38910"/>
                </a:lnTo>
                <a:close/>
              </a:path>
              <a:path w="1601470" h="345439" extrusionOk="0">
                <a:moveTo>
                  <a:pt x="1584833" y="31750"/>
                </a:moveTo>
                <a:lnTo>
                  <a:pt x="1576604" y="38910"/>
                </a:lnTo>
                <a:lnTo>
                  <a:pt x="1586864" y="42545"/>
                </a:lnTo>
                <a:lnTo>
                  <a:pt x="1584833" y="31750"/>
                </a:lnTo>
                <a:close/>
              </a:path>
              <a:path w="1601470" h="345439" extrusionOk="0">
                <a:moveTo>
                  <a:pt x="1588046" y="31750"/>
                </a:moveTo>
                <a:lnTo>
                  <a:pt x="1584833" y="31750"/>
                </a:lnTo>
                <a:lnTo>
                  <a:pt x="1586864" y="42545"/>
                </a:lnTo>
                <a:lnTo>
                  <a:pt x="1590118" y="42545"/>
                </a:lnTo>
                <a:lnTo>
                  <a:pt x="1588046" y="31750"/>
                </a:lnTo>
                <a:close/>
              </a:path>
              <a:path w="1601470" h="345439" extrusionOk="0">
                <a:moveTo>
                  <a:pt x="1587753" y="30225"/>
                </a:moveTo>
                <a:lnTo>
                  <a:pt x="1564560" y="34644"/>
                </a:lnTo>
                <a:lnTo>
                  <a:pt x="1576604" y="38910"/>
                </a:lnTo>
                <a:lnTo>
                  <a:pt x="1584833" y="31750"/>
                </a:lnTo>
                <a:lnTo>
                  <a:pt x="1588046" y="31750"/>
                </a:lnTo>
                <a:lnTo>
                  <a:pt x="1587753" y="30225"/>
                </a:lnTo>
                <a:close/>
              </a:path>
              <a:path w="1601470" h="345439" extrusionOk="0">
                <a:moveTo>
                  <a:pt x="1504569" y="0"/>
                </a:moveTo>
                <a:lnTo>
                  <a:pt x="1501013" y="1650"/>
                </a:lnTo>
                <a:lnTo>
                  <a:pt x="1499870" y="4953"/>
                </a:lnTo>
                <a:lnTo>
                  <a:pt x="1498600" y="8255"/>
                </a:lnTo>
                <a:lnTo>
                  <a:pt x="1500377" y="11937"/>
                </a:lnTo>
                <a:lnTo>
                  <a:pt x="1564560" y="34644"/>
                </a:lnTo>
                <a:lnTo>
                  <a:pt x="1587753" y="30225"/>
                </a:lnTo>
                <a:lnTo>
                  <a:pt x="1590213" y="30225"/>
                </a:lnTo>
                <a:lnTo>
                  <a:pt x="1507998" y="1143"/>
                </a:lnTo>
                <a:lnTo>
                  <a:pt x="1504569" y="0"/>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aphicFrame>
        <p:nvGraphicFramePr>
          <p:cNvPr id="1615" name="Google Shape;1615;p7"/>
          <p:cNvGraphicFramePr/>
          <p:nvPr/>
        </p:nvGraphicFramePr>
        <p:xfrm>
          <a:off x="2978172" y="2729381"/>
          <a:ext cx="1035900" cy="1934225"/>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7947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r h="414600">
                <a:tc gridSpan="2">
                  <a:txBody>
                    <a:bodyPr/>
                    <a:lstStyle/>
                    <a:p>
                      <a:pPr marL="0" marR="0" lvl="0" indent="0" algn="ctr"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a:t>
                      </a:r>
                      <a:endParaRPr sz="1500" u="none" strike="noStrike" cap="none">
                        <a:latin typeface="Verdana"/>
                        <a:ea typeface="Verdana"/>
                        <a:cs typeface="Verdana"/>
                        <a:sym typeface="Verdana"/>
                      </a:endParaRPr>
                    </a:p>
                  </a:txBody>
                  <a:tcPr marL="0" marR="0" marT="96150" marB="0">
                    <a:lnL w="19050" cap="flat" cmpd="sng">
                      <a:solidFill>
                        <a:srgbClr val="A6A6A6"/>
                      </a:solidFill>
                      <a:prstDash val="solid"/>
                      <a:round/>
                      <a:headEnd type="none" w="sm" len="sm"/>
                      <a:tailEnd type="none" w="sm" len="sm"/>
                    </a:lnL>
                    <a:lnR w="19050" cap="flat" cmpd="sng">
                      <a:solidFill>
                        <a:srgbClr val="A6A6A6"/>
                      </a:solidFill>
                      <a:prstDash val="solid"/>
                      <a:round/>
                      <a:headEnd type="none" w="sm" len="sm"/>
                      <a:tailEnd type="none" w="sm" len="sm"/>
                    </a:lnR>
                    <a:lnT w="19050" cap="flat" cmpd="sng">
                      <a:solidFill>
                        <a:srgbClr val="A6A6A6"/>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bl>
          </a:graphicData>
        </a:graphic>
      </p:graphicFrame>
      <p:grpSp>
        <p:nvGrpSpPr>
          <p:cNvPr id="1616" name="Google Shape;1616;p7"/>
          <p:cNvGrpSpPr/>
          <p:nvPr/>
        </p:nvGrpSpPr>
        <p:grpSpPr>
          <a:xfrm>
            <a:off x="6371241" y="4395339"/>
            <a:ext cx="3385814" cy="932826"/>
            <a:chOff x="5345429" y="4847082"/>
            <a:chExt cx="3733800" cy="1028700"/>
          </a:xfrm>
        </p:grpSpPr>
        <p:sp>
          <p:nvSpPr>
            <p:cNvPr id="1617" name="Google Shape;1617;p7"/>
            <p:cNvSpPr/>
            <p:nvPr/>
          </p:nvSpPr>
          <p:spPr>
            <a:xfrm>
              <a:off x="5345429" y="4847082"/>
              <a:ext cx="3733800" cy="1028700"/>
            </a:xfrm>
            <a:custGeom>
              <a:avLst/>
              <a:gdLst/>
              <a:ahLst/>
              <a:cxnLst/>
              <a:rect l="l" t="t" r="r" b="b"/>
              <a:pathLst>
                <a:path w="3733800" h="1028700" extrusionOk="0">
                  <a:moveTo>
                    <a:pt x="1555750" y="914399"/>
                  </a:moveTo>
                  <a:lnTo>
                    <a:pt x="622300" y="914399"/>
                  </a:lnTo>
                  <a:lnTo>
                    <a:pt x="1089025" y="1028699"/>
                  </a:lnTo>
                  <a:lnTo>
                    <a:pt x="1555750" y="914399"/>
                  </a:lnTo>
                  <a:close/>
                </a:path>
                <a:path w="3733800" h="1028700" extrusionOk="0">
                  <a:moveTo>
                    <a:pt x="3581400" y="0"/>
                  </a:moveTo>
                  <a:lnTo>
                    <a:pt x="152400" y="0"/>
                  </a:lnTo>
                  <a:lnTo>
                    <a:pt x="104217" y="7766"/>
                  </a:lnTo>
                  <a:lnTo>
                    <a:pt x="62380" y="29394"/>
                  </a:lnTo>
                  <a:lnTo>
                    <a:pt x="29394" y="62380"/>
                  </a:lnTo>
                  <a:lnTo>
                    <a:pt x="7766" y="104217"/>
                  </a:lnTo>
                  <a:lnTo>
                    <a:pt x="0" y="152399"/>
                  </a:lnTo>
                  <a:lnTo>
                    <a:pt x="0" y="761999"/>
                  </a:lnTo>
                  <a:lnTo>
                    <a:pt x="7766" y="810182"/>
                  </a:lnTo>
                  <a:lnTo>
                    <a:pt x="29394" y="852019"/>
                  </a:lnTo>
                  <a:lnTo>
                    <a:pt x="62380" y="885005"/>
                  </a:lnTo>
                  <a:lnTo>
                    <a:pt x="104217" y="906633"/>
                  </a:lnTo>
                  <a:lnTo>
                    <a:pt x="152400" y="914399"/>
                  </a:lnTo>
                  <a:lnTo>
                    <a:pt x="3581400" y="914399"/>
                  </a:lnTo>
                  <a:lnTo>
                    <a:pt x="3629582" y="906633"/>
                  </a:lnTo>
                  <a:lnTo>
                    <a:pt x="3671419" y="885005"/>
                  </a:lnTo>
                  <a:lnTo>
                    <a:pt x="3704405" y="852019"/>
                  </a:lnTo>
                  <a:lnTo>
                    <a:pt x="3726033" y="810182"/>
                  </a:lnTo>
                  <a:lnTo>
                    <a:pt x="3733800" y="761999"/>
                  </a:lnTo>
                  <a:lnTo>
                    <a:pt x="3733800" y="152399"/>
                  </a:lnTo>
                  <a:lnTo>
                    <a:pt x="3726033" y="104217"/>
                  </a:lnTo>
                  <a:lnTo>
                    <a:pt x="3704405" y="62380"/>
                  </a:lnTo>
                  <a:lnTo>
                    <a:pt x="3671419" y="29394"/>
                  </a:lnTo>
                  <a:lnTo>
                    <a:pt x="3629582" y="7766"/>
                  </a:lnTo>
                  <a:lnTo>
                    <a:pt x="3581400" y="0"/>
                  </a:lnTo>
                  <a:close/>
                </a:path>
              </a:pathLst>
            </a:custGeom>
            <a:solidFill>
              <a:srgbClr val="FFFF7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18" name="Google Shape;1618;p7"/>
            <p:cNvSpPr/>
            <p:nvPr/>
          </p:nvSpPr>
          <p:spPr>
            <a:xfrm>
              <a:off x="5345429" y="4847082"/>
              <a:ext cx="3733800" cy="1028700"/>
            </a:xfrm>
            <a:custGeom>
              <a:avLst/>
              <a:gdLst/>
              <a:ahLst/>
              <a:cxnLst/>
              <a:rect l="l" t="t" r="r" b="b"/>
              <a:pathLst>
                <a:path w="3733800" h="1028700" extrusionOk="0">
                  <a:moveTo>
                    <a:pt x="0" y="152399"/>
                  </a:moveTo>
                  <a:lnTo>
                    <a:pt x="7766" y="104217"/>
                  </a:lnTo>
                  <a:lnTo>
                    <a:pt x="29394" y="62380"/>
                  </a:lnTo>
                  <a:lnTo>
                    <a:pt x="62380" y="29394"/>
                  </a:lnTo>
                  <a:lnTo>
                    <a:pt x="104217" y="7766"/>
                  </a:lnTo>
                  <a:lnTo>
                    <a:pt x="152400" y="0"/>
                  </a:lnTo>
                  <a:lnTo>
                    <a:pt x="622300" y="0"/>
                  </a:lnTo>
                  <a:lnTo>
                    <a:pt x="1555750" y="0"/>
                  </a:lnTo>
                  <a:lnTo>
                    <a:pt x="3581400" y="0"/>
                  </a:lnTo>
                  <a:lnTo>
                    <a:pt x="3629582" y="7766"/>
                  </a:lnTo>
                  <a:lnTo>
                    <a:pt x="3671419" y="29394"/>
                  </a:lnTo>
                  <a:lnTo>
                    <a:pt x="3704405" y="62380"/>
                  </a:lnTo>
                  <a:lnTo>
                    <a:pt x="3726033" y="104217"/>
                  </a:lnTo>
                  <a:lnTo>
                    <a:pt x="3733800" y="152399"/>
                  </a:lnTo>
                  <a:lnTo>
                    <a:pt x="3733800" y="533399"/>
                  </a:lnTo>
                  <a:lnTo>
                    <a:pt x="3733800" y="761999"/>
                  </a:lnTo>
                  <a:lnTo>
                    <a:pt x="3726033" y="810182"/>
                  </a:lnTo>
                  <a:lnTo>
                    <a:pt x="3704405" y="852019"/>
                  </a:lnTo>
                  <a:lnTo>
                    <a:pt x="3671419" y="885005"/>
                  </a:lnTo>
                  <a:lnTo>
                    <a:pt x="3629582" y="906633"/>
                  </a:lnTo>
                  <a:lnTo>
                    <a:pt x="3581400" y="914399"/>
                  </a:lnTo>
                  <a:lnTo>
                    <a:pt x="1555750" y="914399"/>
                  </a:lnTo>
                  <a:lnTo>
                    <a:pt x="1089025" y="1028699"/>
                  </a:lnTo>
                  <a:lnTo>
                    <a:pt x="622300" y="914399"/>
                  </a:lnTo>
                  <a:lnTo>
                    <a:pt x="152400" y="914399"/>
                  </a:lnTo>
                  <a:lnTo>
                    <a:pt x="104217" y="906633"/>
                  </a:lnTo>
                  <a:lnTo>
                    <a:pt x="62380" y="885005"/>
                  </a:lnTo>
                  <a:lnTo>
                    <a:pt x="29394" y="852019"/>
                  </a:lnTo>
                  <a:lnTo>
                    <a:pt x="7766" y="810182"/>
                  </a:lnTo>
                  <a:lnTo>
                    <a:pt x="0" y="761999"/>
                  </a:lnTo>
                  <a:lnTo>
                    <a:pt x="0" y="533399"/>
                  </a:lnTo>
                  <a:lnTo>
                    <a:pt x="0" y="152399"/>
                  </a:lnTo>
                  <a:close/>
                </a:path>
              </a:pathLst>
            </a:custGeom>
            <a:noFill/>
            <a:ln w="19800"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619" name="Google Shape;1619;p7"/>
          <p:cNvSpPr txBox="1"/>
          <p:nvPr/>
        </p:nvSpPr>
        <p:spPr>
          <a:xfrm>
            <a:off x="6515772" y="4576607"/>
            <a:ext cx="3096752" cy="234314"/>
          </a:xfrm>
          <a:prstGeom prst="rect">
            <a:avLst/>
          </a:prstGeom>
          <a:noFill/>
          <a:ln>
            <a:noFill/>
          </a:ln>
        </p:spPr>
        <p:txBody>
          <a:bodyPr spcFirstLastPara="1" wrap="square" lIns="0" tIns="10925" rIns="0" bIns="0" anchor="t" anchorCtr="0">
            <a:spAutoFit/>
          </a:bodyPr>
          <a:lstStyle/>
          <a:p>
            <a:pPr marL="11516" marR="0" lvl="0" indent="0" algn="l" rtl="0">
              <a:lnSpc>
                <a:spcPct val="100000"/>
              </a:lnSpc>
              <a:spcBef>
                <a:spcPts val="0"/>
              </a:spcBef>
              <a:spcAft>
                <a:spcPts val="0"/>
              </a:spcAft>
              <a:buNone/>
            </a:pPr>
            <a:r>
              <a:rPr lang="en-US" sz="1451" b="0" i="0" u="none" strike="noStrike" cap="none">
                <a:solidFill>
                  <a:srgbClr val="252525"/>
                </a:solidFill>
                <a:latin typeface="Verdana"/>
                <a:ea typeface="Verdana"/>
                <a:cs typeface="Verdana"/>
                <a:sym typeface="Verdana"/>
              </a:rPr>
              <a:t>Bucket overflow occurs. As g = l,</a:t>
            </a:r>
            <a:endParaRPr sz="1451" b="0" i="0" u="none" strike="noStrike" cap="none">
              <a:solidFill>
                <a:srgbClr val="000000"/>
              </a:solidFill>
              <a:latin typeface="Verdana"/>
              <a:ea typeface="Verdana"/>
              <a:cs typeface="Verdana"/>
              <a:sym typeface="Verdana"/>
            </a:endParaRPr>
          </a:p>
        </p:txBody>
      </p:sp>
      <p:sp>
        <p:nvSpPr>
          <p:cNvPr id="1620" name="Google Shape;1620;p7"/>
          <p:cNvSpPr txBox="1"/>
          <p:nvPr/>
        </p:nvSpPr>
        <p:spPr>
          <a:xfrm>
            <a:off x="6652585" y="4797722"/>
            <a:ext cx="2823815" cy="234314"/>
          </a:xfrm>
          <a:prstGeom prst="rect">
            <a:avLst/>
          </a:prstGeom>
          <a:noFill/>
          <a:ln>
            <a:noFill/>
          </a:ln>
        </p:spPr>
        <p:txBody>
          <a:bodyPr spcFirstLastPara="1" wrap="square" lIns="0" tIns="10925" rIns="0" bIns="0" anchor="t" anchorCtr="0">
            <a:spAutoFit/>
          </a:bodyPr>
          <a:lstStyle/>
          <a:p>
            <a:pPr marL="11516" marR="0" lvl="0" indent="0" algn="l" rtl="0">
              <a:lnSpc>
                <a:spcPct val="100000"/>
              </a:lnSpc>
              <a:spcBef>
                <a:spcPts val="0"/>
              </a:spcBef>
              <a:spcAft>
                <a:spcPts val="0"/>
              </a:spcAft>
              <a:buNone/>
            </a:pPr>
            <a:r>
              <a:rPr lang="en-US" sz="1451" b="0" i="0" u="none" strike="noStrike" cap="none">
                <a:solidFill>
                  <a:srgbClr val="252525"/>
                </a:solidFill>
                <a:latin typeface="Verdana"/>
                <a:ea typeface="Verdana"/>
                <a:cs typeface="Verdana"/>
                <a:sym typeface="Verdana"/>
              </a:rPr>
              <a:t>directory structure is doubled.</a:t>
            </a:r>
            <a:endParaRPr sz="1451" b="0" i="0" u="none" strike="noStrike" cap="none">
              <a:solidFill>
                <a:srgbClr val="000000"/>
              </a:solidFill>
              <a:latin typeface="Verdana"/>
              <a:ea typeface="Verdana"/>
              <a:cs typeface="Verdana"/>
              <a:sym typeface="Verdana"/>
            </a:endParaRPr>
          </a:p>
        </p:txBody>
      </p:sp>
      <p:sp>
        <p:nvSpPr>
          <p:cNvPr id="2" name="Date Placeholder 1"/>
          <p:cNvSpPr>
            <a:spLocks noGrp="1"/>
          </p:cNvSpPr>
          <p:nvPr>
            <p:ph type="dt" idx="10"/>
          </p:nvPr>
        </p:nvSpPr>
        <p:spPr/>
        <p:txBody>
          <a:bodyPr/>
          <a:lstStyle/>
          <a:p>
            <a:fld id="{6B5A2C27-86BF-4039-AF56-C8A024C19087}"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99</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624"/>
        <p:cNvGrpSpPr/>
        <p:nvPr/>
      </p:nvGrpSpPr>
      <p:grpSpPr>
        <a:xfrm>
          <a:off x="0" y="0"/>
          <a:ext cx="0" cy="0"/>
          <a:chOff x="0" y="0"/>
          <a:chExt cx="0" cy="0"/>
        </a:xfrm>
      </p:grpSpPr>
      <p:graphicFrame>
        <p:nvGraphicFramePr>
          <p:cNvPr id="1625" name="Google Shape;1625;p8"/>
          <p:cNvGraphicFramePr/>
          <p:nvPr/>
        </p:nvGraphicFramePr>
        <p:xfrm>
          <a:off x="5472561" y="5085630"/>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6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1235</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36131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626" name="Google Shape;1626;p8"/>
          <p:cNvGraphicFramePr/>
          <p:nvPr/>
        </p:nvGraphicFramePr>
        <p:xfrm>
          <a:off x="1942908" y="588717"/>
          <a:ext cx="7946400" cy="552775"/>
        </p:xfrm>
        <a:graphic>
          <a:graphicData uri="http://schemas.openxmlformats.org/drawingml/2006/table">
            <a:tbl>
              <a:tblPr firstRow="1" bandRow="1">
                <a:noFill/>
                <a:tableStyleId>{B5A5B32E-2F8E-4EB1-B198-1ED1FC871F6B}</a:tableStyleId>
              </a:tblPr>
              <a:tblGrid>
                <a:gridCol w="662200"/>
                <a:gridCol w="662200"/>
                <a:gridCol w="662200"/>
                <a:gridCol w="662200"/>
                <a:gridCol w="662200"/>
                <a:gridCol w="662200"/>
                <a:gridCol w="662200"/>
                <a:gridCol w="662200"/>
                <a:gridCol w="662200"/>
                <a:gridCol w="662200"/>
                <a:gridCol w="662200"/>
                <a:gridCol w="662200"/>
              </a:tblGrid>
              <a:tr h="552775">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627" name="Google Shape;1627;p8"/>
          <p:cNvGraphicFramePr/>
          <p:nvPr/>
        </p:nvGraphicFramePr>
        <p:xfrm>
          <a:off x="2910226" y="1763157"/>
          <a:ext cx="1035900" cy="3523525"/>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a:t>
                      </a:r>
                      <a:r>
                        <a:rPr lang="en-US" sz="1500" u="none" strike="noStrike" cap="none">
                          <a:solidFill>
                            <a:srgbClr val="C00000"/>
                          </a:solidFill>
                          <a:latin typeface="Verdana"/>
                          <a:ea typeface="Verdana"/>
                          <a:cs typeface="Verdana"/>
                          <a:sym typeface="Verdana"/>
                        </a:rPr>
                        <a:t>3</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01</a:t>
                      </a:r>
                      <a:endParaRPr sz="1500" u="none" strike="noStrike" cap="none">
                        <a:latin typeface="Verdana"/>
                        <a:ea typeface="Verdana"/>
                        <a:cs typeface="Verdana"/>
                        <a:sym typeface="Verdana"/>
                      </a:endParaRPr>
                    </a:p>
                  </a:txBody>
                  <a:tcPr marL="0" marR="0" marT="8637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6750">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D99593"/>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01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D99593"/>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D99593"/>
                    </a:solidFill>
                  </a:tcPr>
                </a:tc>
                <a:tc hMerge="1">
                  <a:txBody>
                    <a:bodyPr/>
                    <a:lstStyle/>
                    <a:p>
                      <a:endParaRPr lang="en-US"/>
                    </a:p>
                  </a:txBody>
                  <a:tcPr/>
                </a:tc>
              </a:tr>
              <a:tr h="397325">
                <a:tc gridSpan="2">
                  <a:txBody>
                    <a:bodyPr/>
                    <a:lstStyle/>
                    <a:p>
                      <a:pPr marL="0" marR="0" lvl="0" indent="0" algn="ctr" rtl="0">
                        <a:lnSpc>
                          <a:spcPct val="100000"/>
                        </a:lnSpc>
                        <a:spcBef>
                          <a:spcPts val="0"/>
                        </a:spcBef>
                        <a:spcAft>
                          <a:spcPts val="0"/>
                        </a:spcAft>
                        <a:buNone/>
                      </a:pPr>
                      <a:r>
                        <a:rPr lang="en-US" sz="1500" u="none" strike="noStrike" cap="none">
                          <a:latin typeface="Verdana"/>
                          <a:ea typeface="Verdana"/>
                          <a:cs typeface="Verdana"/>
                          <a:sym typeface="Verdana"/>
                        </a:rPr>
                        <a:t>11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D99593"/>
                    </a:solidFill>
                  </a:tcPr>
                </a:tc>
                <a:tc hMerge="1">
                  <a:txBody>
                    <a:bodyPr/>
                    <a:lstStyle/>
                    <a:p>
                      <a:endParaRPr lang="en-US"/>
                    </a:p>
                  </a:txBody>
                  <a:tcPr/>
                </a:tc>
              </a:tr>
            </a:tbl>
          </a:graphicData>
        </a:graphic>
      </p:graphicFrame>
      <p:graphicFrame>
        <p:nvGraphicFramePr>
          <p:cNvPr id="1628" name="Google Shape;1628;p8"/>
          <p:cNvGraphicFramePr/>
          <p:nvPr/>
        </p:nvGraphicFramePr>
        <p:xfrm>
          <a:off x="5466803" y="1763157"/>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1212</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1456</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629" name="Google Shape;1629;p8"/>
          <p:cNvGraphicFramePr/>
          <p:nvPr/>
        </p:nvGraphicFramePr>
        <p:xfrm>
          <a:off x="5466803" y="2868728"/>
          <a:ext cx="3384075" cy="829200"/>
        </p:xfrm>
        <a:graphic>
          <a:graphicData uri="http://schemas.openxmlformats.org/drawingml/2006/table">
            <a:tbl>
              <a:tblPr firstRow="1" bandRow="1">
                <a:noFill/>
                <a:tableStyleId>{B5A5B32E-2F8E-4EB1-B198-1ED1FC871F6B}</a:tableStyleId>
              </a:tblPr>
              <a:tblGrid>
                <a:gridCol w="552200"/>
                <a:gridCol w="575825"/>
                <a:gridCol w="1128025"/>
                <a:gridCol w="112802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3333</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2345</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630" name="Google Shape;1630;p8"/>
          <p:cNvGraphicFramePr/>
          <p:nvPr/>
        </p:nvGraphicFramePr>
        <p:xfrm>
          <a:off x="5466803" y="3974300"/>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6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2378</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2134</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631" name="Google Shape;1631;p8"/>
          <p:cNvSpPr/>
          <p:nvPr/>
        </p:nvSpPr>
        <p:spPr>
          <a:xfrm>
            <a:off x="4021209" y="2276212"/>
            <a:ext cx="1381965" cy="93858"/>
          </a:xfrm>
          <a:custGeom>
            <a:avLst/>
            <a:gdLst/>
            <a:ahLst/>
            <a:cxnLst/>
            <a:rect l="l" t="t" r="r" b="b"/>
            <a:pathLst>
              <a:path w="1524000" h="103505" extrusionOk="0">
                <a:moveTo>
                  <a:pt x="1435481" y="0"/>
                </a:moveTo>
                <a:lnTo>
                  <a:pt x="1431544" y="1015"/>
                </a:lnTo>
                <a:lnTo>
                  <a:pt x="1429766" y="4063"/>
                </a:lnTo>
                <a:lnTo>
                  <a:pt x="1427987" y="6985"/>
                </a:lnTo>
                <a:lnTo>
                  <a:pt x="1429004" y="10922"/>
                </a:lnTo>
                <a:lnTo>
                  <a:pt x="1487802" y="45315"/>
                </a:lnTo>
                <a:lnTo>
                  <a:pt x="1511427" y="45338"/>
                </a:lnTo>
                <a:lnTo>
                  <a:pt x="1511427" y="58038"/>
                </a:lnTo>
                <a:lnTo>
                  <a:pt x="1487970" y="58038"/>
                </a:lnTo>
                <a:lnTo>
                  <a:pt x="1431924" y="90677"/>
                </a:lnTo>
                <a:lnTo>
                  <a:pt x="1429004" y="92329"/>
                </a:lnTo>
                <a:lnTo>
                  <a:pt x="1427987" y="96265"/>
                </a:lnTo>
                <a:lnTo>
                  <a:pt x="1429639" y="99313"/>
                </a:lnTo>
                <a:lnTo>
                  <a:pt x="1431417" y="102362"/>
                </a:lnTo>
                <a:lnTo>
                  <a:pt x="1435354" y="103377"/>
                </a:lnTo>
                <a:lnTo>
                  <a:pt x="1513109" y="58038"/>
                </a:lnTo>
                <a:lnTo>
                  <a:pt x="1511427" y="58038"/>
                </a:lnTo>
                <a:lnTo>
                  <a:pt x="1513150" y="58015"/>
                </a:lnTo>
                <a:lnTo>
                  <a:pt x="1523999" y="51688"/>
                </a:lnTo>
                <a:lnTo>
                  <a:pt x="1435481" y="0"/>
                </a:lnTo>
                <a:close/>
              </a:path>
              <a:path w="1524000" h="103505" extrusionOk="0">
                <a:moveTo>
                  <a:pt x="1498786" y="51740"/>
                </a:moveTo>
                <a:lnTo>
                  <a:pt x="1488011" y="58015"/>
                </a:lnTo>
                <a:lnTo>
                  <a:pt x="1511427" y="58038"/>
                </a:lnTo>
                <a:lnTo>
                  <a:pt x="1511427" y="57276"/>
                </a:lnTo>
                <a:lnTo>
                  <a:pt x="1508252" y="57276"/>
                </a:lnTo>
                <a:lnTo>
                  <a:pt x="1498786" y="51740"/>
                </a:lnTo>
                <a:close/>
              </a:path>
              <a:path w="1524000" h="103505" extrusionOk="0">
                <a:moveTo>
                  <a:pt x="0" y="43814"/>
                </a:moveTo>
                <a:lnTo>
                  <a:pt x="0" y="56514"/>
                </a:lnTo>
                <a:lnTo>
                  <a:pt x="1488011" y="58015"/>
                </a:lnTo>
                <a:lnTo>
                  <a:pt x="1498786" y="51740"/>
                </a:lnTo>
                <a:lnTo>
                  <a:pt x="1487802" y="45315"/>
                </a:lnTo>
                <a:lnTo>
                  <a:pt x="0" y="43814"/>
                </a:lnTo>
                <a:close/>
              </a:path>
              <a:path w="1524000" h="103505" extrusionOk="0">
                <a:moveTo>
                  <a:pt x="1508252" y="46227"/>
                </a:moveTo>
                <a:lnTo>
                  <a:pt x="1498786" y="51740"/>
                </a:lnTo>
                <a:lnTo>
                  <a:pt x="1508252" y="57276"/>
                </a:lnTo>
                <a:lnTo>
                  <a:pt x="1508252" y="46227"/>
                </a:lnTo>
                <a:close/>
              </a:path>
              <a:path w="1524000" h="103505" extrusionOk="0">
                <a:moveTo>
                  <a:pt x="1511427" y="46227"/>
                </a:moveTo>
                <a:lnTo>
                  <a:pt x="1508252" y="46227"/>
                </a:lnTo>
                <a:lnTo>
                  <a:pt x="1508252" y="57276"/>
                </a:lnTo>
                <a:lnTo>
                  <a:pt x="1511427" y="57276"/>
                </a:lnTo>
                <a:lnTo>
                  <a:pt x="1511427" y="46227"/>
                </a:lnTo>
                <a:close/>
              </a:path>
              <a:path w="1524000" h="103505" extrusionOk="0">
                <a:moveTo>
                  <a:pt x="1487802" y="45315"/>
                </a:moveTo>
                <a:lnTo>
                  <a:pt x="1498786" y="51740"/>
                </a:lnTo>
                <a:lnTo>
                  <a:pt x="1508252" y="46227"/>
                </a:lnTo>
                <a:lnTo>
                  <a:pt x="1511427" y="46227"/>
                </a:lnTo>
                <a:lnTo>
                  <a:pt x="1511427" y="45338"/>
                </a:lnTo>
                <a:lnTo>
                  <a:pt x="1487802" y="45315"/>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32" name="Google Shape;1632;p8"/>
          <p:cNvSpPr/>
          <p:nvPr/>
        </p:nvSpPr>
        <p:spPr>
          <a:xfrm>
            <a:off x="4016374" y="2731107"/>
            <a:ext cx="1456245" cy="2976982"/>
          </a:xfrm>
          <a:custGeom>
            <a:avLst/>
            <a:gdLst/>
            <a:ahLst/>
            <a:cxnLst/>
            <a:rect l="l" t="t" r="r" b="b"/>
            <a:pathLst>
              <a:path w="1605914" h="3282950" extrusionOk="0">
                <a:moveTo>
                  <a:pt x="1605534" y="3282340"/>
                </a:moveTo>
                <a:lnTo>
                  <a:pt x="1605153" y="3275330"/>
                </a:lnTo>
                <a:lnTo>
                  <a:pt x="1600327" y="3183382"/>
                </a:lnTo>
                <a:lnTo>
                  <a:pt x="1600200" y="3179826"/>
                </a:lnTo>
                <a:lnTo>
                  <a:pt x="1597152" y="3177159"/>
                </a:lnTo>
                <a:lnTo>
                  <a:pt x="1593596" y="3177413"/>
                </a:lnTo>
                <a:lnTo>
                  <a:pt x="1590167" y="3177540"/>
                </a:lnTo>
                <a:lnTo>
                  <a:pt x="1587500" y="3180588"/>
                </a:lnTo>
                <a:lnTo>
                  <a:pt x="1587627" y="3184017"/>
                </a:lnTo>
                <a:lnTo>
                  <a:pt x="1591068" y="3248634"/>
                </a:lnTo>
                <a:lnTo>
                  <a:pt x="10668" y="840486"/>
                </a:lnTo>
                <a:lnTo>
                  <a:pt x="0" y="847344"/>
                </a:lnTo>
                <a:lnTo>
                  <a:pt x="1580375" y="3255594"/>
                </a:lnTo>
                <a:lnTo>
                  <a:pt x="1522476" y="3226816"/>
                </a:lnTo>
                <a:lnTo>
                  <a:pt x="1519301" y="3225292"/>
                </a:lnTo>
                <a:lnTo>
                  <a:pt x="1515491" y="3226562"/>
                </a:lnTo>
                <a:lnTo>
                  <a:pt x="1513967" y="3229610"/>
                </a:lnTo>
                <a:lnTo>
                  <a:pt x="1512443" y="3232785"/>
                </a:lnTo>
                <a:lnTo>
                  <a:pt x="1513713" y="3236595"/>
                </a:lnTo>
                <a:lnTo>
                  <a:pt x="1516888" y="3238119"/>
                </a:lnTo>
                <a:lnTo>
                  <a:pt x="1605534" y="3282340"/>
                </a:lnTo>
                <a:close/>
              </a:path>
              <a:path w="1605914" h="3282950" extrusionOk="0">
                <a:moveTo>
                  <a:pt x="1605534" y="1986915"/>
                </a:moveTo>
                <a:lnTo>
                  <a:pt x="1604352" y="1982851"/>
                </a:lnTo>
                <a:lnTo>
                  <a:pt x="1577975" y="1891792"/>
                </a:lnTo>
                <a:lnTo>
                  <a:pt x="1577086" y="1888363"/>
                </a:lnTo>
                <a:lnTo>
                  <a:pt x="1573530" y="1886458"/>
                </a:lnTo>
                <a:lnTo>
                  <a:pt x="1570101" y="1887347"/>
                </a:lnTo>
                <a:lnTo>
                  <a:pt x="1566799" y="1888363"/>
                </a:lnTo>
                <a:lnTo>
                  <a:pt x="1564767" y="1891919"/>
                </a:lnTo>
                <a:lnTo>
                  <a:pt x="1565783" y="1895221"/>
                </a:lnTo>
                <a:lnTo>
                  <a:pt x="1583753" y="1957451"/>
                </a:lnTo>
                <a:lnTo>
                  <a:pt x="9652" y="458343"/>
                </a:lnTo>
                <a:lnTo>
                  <a:pt x="1016" y="467487"/>
                </a:lnTo>
                <a:lnTo>
                  <a:pt x="1575054" y="1966658"/>
                </a:lnTo>
                <a:lnTo>
                  <a:pt x="1512062" y="1951736"/>
                </a:lnTo>
                <a:lnTo>
                  <a:pt x="1508633" y="1950847"/>
                </a:lnTo>
                <a:lnTo>
                  <a:pt x="1505204" y="1953006"/>
                </a:lnTo>
                <a:lnTo>
                  <a:pt x="1504442" y="1956435"/>
                </a:lnTo>
                <a:lnTo>
                  <a:pt x="1503553" y="1959864"/>
                </a:lnTo>
                <a:lnTo>
                  <a:pt x="1505712" y="1963293"/>
                </a:lnTo>
                <a:lnTo>
                  <a:pt x="1509141" y="1964055"/>
                </a:lnTo>
                <a:lnTo>
                  <a:pt x="1605534" y="1986915"/>
                </a:lnTo>
                <a:close/>
              </a:path>
              <a:path w="1605914" h="3282950" extrusionOk="0">
                <a:moveTo>
                  <a:pt x="1605534" y="767715"/>
                </a:moveTo>
                <a:lnTo>
                  <a:pt x="1549781" y="685800"/>
                </a:lnTo>
                <a:lnTo>
                  <a:pt x="1547749" y="682879"/>
                </a:lnTo>
                <a:lnTo>
                  <a:pt x="1543812" y="682244"/>
                </a:lnTo>
                <a:lnTo>
                  <a:pt x="1540891" y="684149"/>
                </a:lnTo>
                <a:lnTo>
                  <a:pt x="1537970" y="686181"/>
                </a:lnTo>
                <a:lnTo>
                  <a:pt x="1537208" y="690118"/>
                </a:lnTo>
                <a:lnTo>
                  <a:pt x="1539240" y="693039"/>
                </a:lnTo>
                <a:lnTo>
                  <a:pt x="1575574" y="746391"/>
                </a:lnTo>
                <a:lnTo>
                  <a:pt x="8001" y="0"/>
                </a:lnTo>
                <a:lnTo>
                  <a:pt x="2540" y="11430"/>
                </a:lnTo>
                <a:lnTo>
                  <a:pt x="1570215" y="757999"/>
                </a:lnTo>
                <a:lnTo>
                  <a:pt x="1502283" y="763651"/>
                </a:lnTo>
                <a:lnTo>
                  <a:pt x="1499616" y="766699"/>
                </a:lnTo>
                <a:lnTo>
                  <a:pt x="1499997" y="770255"/>
                </a:lnTo>
                <a:lnTo>
                  <a:pt x="1500251" y="773684"/>
                </a:lnTo>
                <a:lnTo>
                  <a:pt x="1503299" y="776351"/>
                </a:lnTo>
                <a:lnTo>
                  <a:pt x="1506855" y="775970"/>
                </a:lnTo>
                <a:lnTo>
                  <a:pt x="1600974" y="768096"/>
                </a:lnTo>
                <a:lnTo>
                  <a:pt x="1605534" y="767715"/>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2" name="Date Placeholder 1"/>
          <p:cNvSpPr>
            <a:spLocks noGrp="1"/>
          </p:cNvSpPr>
          <p:nvPr>
            <p:ph type="dt" idx="10"/>
          </p:nvPr>
        </p:nvSpPr>
        <p:spPr/>
        <p:txBody>
          <a:bodyPr/>
          <a:lstStyle/>
          <a:p>
            <a:fld id="{77C6D7E5-EF6A-43FF-BA19-87DE03E02D86}"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100</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636"/>
        <p:cNvGrpSpPr/>
        <p:nvPr/>
      </p:nvGrpSpPr>
      <p:grpSpPr>
        <a:xfrm>
          <a:off x="0" y="0"/>
          <a:ext cx="0" cy="0"/>
          <a:chOff x="0" y="0"/>
          <a:chExt cx="0" cy="0"/>
        </a:xfrm>
      </p:grpSpPr>
      <p:graphicFrame>
        <p:nvGraphicFramePr>
          <p:cNvPr id="1637" name="Google Shape;1637;p9"/>
          <p:cNvGraphicFramePr/>
          <p:nvPr/>
        </p:nvGraphicFramePr>
        <p:xfrm>
          <a:off x="1942908" y="588717"/>
          <a:ext cx="7946400" cy="552775"/>
        </p:xfrm>
        <a:graphic>
          <a:graphicData uri="http://schemas.openxmlformats.org/drawingml/2006/table">
            <a:tbl>
              <a:tblPr firstRow="1" bandRow="1">
                <a:noFill/>
                <a:tableStyleId>{B5A5B32E-2F8E-4EB1-B198-1ED1FC871F6B}</a:tableStyleId>
              </a:tblPr>
              <a:tblGrid>
                <a:gridCol w="662200"/>
                <a:gridCol w="662200"/>
                <a:gridCol w="662200"/>
                <a:gridCol w="662200"/>
                <a:gridCol w="662200"/>
                <a:gridCol w="662200"/>
                <a:gridCol w="662200"/>
                <a:gridCol w="662200"/>
                <a:gridCol w="662200"/>
                <a:gridCol w="662200"/>
                <a:gridCol w="662200"/>
                <a:gridCol w="662200"/>
              </a:tblGrid>
              <a:tr h="552775">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638" name="Google Shape;1638;p9"/>
          <p:cNvGraphicFramePr/>
          <p:nvPr/>
        </p:nvGraphicFramePr>
        <p:xfrm>
          <a:off x="5466803" y="1486764"/>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1212</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1456</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639" name="Google Shape;1639;p9"/>
          <p:cNvGraphicFramePr/>
          <p:nvPr/>
        </p:nvGraphicFramePr>
        <p:xfrm>
          <a:off x="5466803" y="2523237"/>
          <a:ext cx="3384075" cy="829200"/>
        </p:xfrm>
        <a:graphic>
          <a:graphicData uri="http://schemas.openxmlformats.org/drawingml/2006/table">
            <a:tbl>
              <a:tblPr firstRow="1" bandRow="1">
                <a:noFill/>
                <a:tableStyleId>{B5A5B32E-2F8E-4EB1-B198-1ED1FC871F6B}</a:tableStyleId>
              </a:tblPr>
              <a:tblGrid>
                <a:gridCol w="552200"/>
                <a:gridCol w="575825"/>
                <a:gridCol w="1128025"/>
                <a:gridCol w="112802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3333</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2345</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640" name="Google Shape;1640;p9"/>
          <p:cNvGraphicFramePr/>
          <p:nvPr/>
        </p:nvGraphicFramePr>
        <p:xfrm>
          <a:off x="5466803" y="3559711"/>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2378</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2134</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641" name="Google Shape;1641;p9"/>
          <p:cNvSpPr txBox="1"/>
          <p:nvPr/>
        </p:nvSpPr>
        <p:spPr>
          <a:xfrm>
            <a:off x="5589970" y="4663144"/>
            <a:ext cx="317852"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graphicFrame>
        <p:nvGraphicFramePr>
          <p:cNvPr id="1642" name="Google Shape;1642;p9"/>
          <p:cNvGraphicFramePr/>
          <p:nvPr/>
        </p:nvGraphicFramePr>
        <p:xfrm>
          <a:off x="2910226" y="1763157"/>
          <a:ext cx="1035900" cy="3523525"/>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a:t>
                      </a:r>
                      <a:r>
                        <a:rPr lang="en-US" sz="1500" u="none" strike="noStrike" cap="none">
                          <a:solidFill>
                            <a:srgbClr val="C00000"/>
                          </a:solidFill>
                          <a:latin typeface="Verdana"/>
                          <a:ea typeface="Verdana"/>
                          <a:cs typeface="Verdana"/>
                          <a:sym typeface="Verdana"/>
                        </a:rPr>
                        <a:t>3</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397325">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0</a:t>
                      </a:r>
                      <a:r>
                        <a:rPr lang="en-US" sz="1500" u="none" strike="noStrike" cap="none">
                          <a:latin typeface="Verdana"/>
                          <a:ea typeface="Verdana"/>
                          <a:cs typeface="Verdana"/>
                          <a:sym typeface="Verdana"/>
                        </a:rPr>
                        <a:t>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0</a:t>
                      </a:r>
                      <a:r>
                        <a:rPr lang="en-US" sz="1500" u="none" strike="noStrike" cap="none">
                          <a:latin typeface="Verdana"/>
                          <a:ea typeface="Verdana"/>
                          <a:cs typeface="Verdana"/>
                          <a:sym typeface="Verdana"/>
                        </a:rPr>
                        <a:t>01</a:t>
                      </a:r>
                      <a:endParaRPr sz="1500" u="none" strike="noStrike" cap="none">
                        <a:latin typeface="Verdana"/>
                        <a:ea typeface="Verdana"/>
                        <a:cs typeface="Verdana"/>
                        <a:sym typeface="Verdana"/>
                      </a:endParaRPr>
                    </a:p>
                  </a:txBody>
                  <a:tcPr marL="0" marR="0" marT="8637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0</a:t>
                      </a:r>
                      <a:r>
                        <a:rPr lang="en-US" sz="1500" u="none" strike="noStrike" cap="none">
                          <a:latin typeface="Verdana"/>
                          <a:ea typeface="Verdana"/>
                          <a:cs typeface="Verdana"/>
                          <a:sym typeface="Verdana"/>
                        </a:rPr>
                        <a:t>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6750">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0</a:t>
                      </a:r>
                      <a:r>
                        <a:rPr lang="en-US" sz="1500" u="none" strike="noStrike" cap="none">
                          <a:latin typeface="Verdana"/>
                          <a:ea typeface="Verdana"/>
                          <a:cs typeface="Verdana"/>
                          <a:sym typeface="Verdana"/>
                        </a:rPr>
                        <a:t>11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1</a:t>
                      </a:r>
                      <a:r>
                        <a:rPr lang="en-US" sz="1500" u="none" strike="noStrike" cap="none">
                          <a:latin typeface="Verdana"/>
                          <a:ea typeface="Verdana"/>
                          <a:cs typeface="Verdana"/>
                          <a:sym typeface="Verdana"/>
                        </a:rPr>
                        <a:t>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1</a:t>
                      </a:r>
                      <a:r>
                        <a:rPr lang="en-US" sz="1500" u="none" strike="noStrike" cap="none">
                          <a:latin typeface="Verdana"/>
                          <a:ea typeface="Verdana"/>
                          <a:cs typeface="Verdana"/>
                          <a:sym typeface="Verdana"/>
                        </a:rPr>
                        <a:t>01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1</a:t>
                      </a:r>
                      <a:r>
                        <a:rPr lang="en-US" sz="1500" u="none" strike="noStrike" cap="none">
                          <a:latin typeface="Verdana"/>
                          <a:ea typeface="Verdana"/>
                          <a:cs typeface="Verdana"/>
                          <a:sym typeface="Verdana"/>
                        </a:rPr>
                        <a:t>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1</a:t>
                      </a:r>
                      <a:r>
                        <a:rPr lang="en-US" sz="1500" u="none" strike="noStrike" cap="none">
                          <a:latin typeface="Verdana"/>
                          <a:ea typeface="Verdana"/>
                          <a:cs typeface="Verdana"/>
                          <a:sym typeface="Verdana"/>
                        </a:rPr>
                        <a:t>11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bl>
          </a:graphicData>
        </a:graphic>
      </p:graphicFrame>
      <p:sp>
        <p:nvSpPr>
          <p:cNvPr id="1643" name="Google Shape;1643;p9"/>
          <p:cNvSpPr/>
          <p:nvPr/>
        </p:nvSpPr>
        <p:spPr>
          <a:xfrm>
            <a:off x="4016834" y="2014328"/>
            <a:ext cx="1455670" cy="3140515"/>
          </a:xfrm>
          <a:custGeom>
            <a:avLst/>
            <a:gdLst/>
            <a:ahLst/>
            <a:cxnLst/>
            <a:rect l="l" t="t" r="r" b="b"/>
            <a:pathLst>
              <a:path w="1605279" h="3463290" extrusionOk="0">
                <a:moveTo>
                  <a:pt x="1528826" y="3463163"/>
                </a:moveTo>
                <a:lnTo>
                  <a:pt x="1527886" y="3457575"/>
                </a:lnTo>
                <a:lnTo>
                  <a:pt x="1512443" y="3365500"/>
                </a:lnTo>
                <a:lnTo>
                  <a:pt x="1511808" y="3361944"/>
                </a:lnTo>
                <a:lnTo>
                  <a:pt x="1508506" y="3359658"/>
                </a:lnTo>
                <a:lnTo>
                  <a:pt x="1505077" y="3360293"/>
                </a:lnTo>
                <a:lnTo>
                  <a:pt x="1501648" y="3360801"/>
                </a:lnTo>
                <a:lnTo>
                  <a:pt x="1499235" y="3364103"/>
                </a:lnTo>
                <a:lnTo>
                  <a:pt x="1499870" y="3367532"/>
                </a:lnTo>
                <a:lnTo>
                  <a:pt x="1510576" y="3431375"/>
                </a:lnTo>
                <a:lnTo>
                  <a:pt x="9652" y="1630299"/>
                </a:lnTo>
                <a:lnTo>
                  <a:pt x="0" y="1638427"/>
                </a:lnTo>
                <a:lnTo>
                  <a:pt x="1500797" y="3439503"/>
                </a:lnTo>
                <a:lnTo>
                  <a:pt x="1440053" y="3417443"/>
                </a:lnTo>
                <a:lnTo>
                  <a:pt x="1436751" y="3416300"/>
                </a:lnTo>
                <a:lnTo>
                  <a:pt x="1433068" y="3417951"/>
                </a:lnTo>
                <a:lnTo>
                  <a:pt x="1431925" y="3421253"/>
                </a:lnTo>
                <a:lnTo>
                  <a:pt x="1430655" y="3424555"/>
                </a:lnTo>
                <a:lnTo>
                  <a:pt x="1432433" y="3428238"/>
                </a:lnTo>
                <a:lnTo>
                  <a:pt x="1435735" y="3429381"/>
                </a:lnTo>
                <a:lnTo>
                  <a:pt x="1528826" y="3463163"/>
                </a:lnTo>
                <a:close/>
              </a:path>
              <a:path w="1605279" h="3463290" extrusionOk="0">
                <a:moveTo>
                  <a:pt x="1528826" y="2320163"/>
                </a:moveTo>
                <a:lnTo>
                  <a:pt x="1527886" y="2318131"/>
                </a:lnTo>
                <a:lnTo>
                  <a:pt x="1487297" y="2230120"/>
                </a:lnTo>
                <a:lnTo>
                  <a:pt x="1485900" y="2226945"/>
                </a:lnTo>
                <a:lnTo>
                  <a:pt x="1482090" y="2225548"/>
                </a:lnTo>
                <a:lnTo>
                  <a:pt x="1475740" y="2228596"/>
                </a:lnTo>
                <a:lnTo>
                  <a:pt x="1474343" y="2232279"/>
                </a:lnTo>
                <a:lnTo>
                  <a:pt x="1475867" y="2235454"/>
                </a:lnTo>
                <a:lnTo>
                  <a:pt x="1502841" y="2294153"/>
                </a:lnTo>
                <a:lnTo>
                  <a:pt x="8509" y="1248156"/>
                </a:lnTo>
                <a:lnTo>
                  <a:pt x="1143" y="1258570"/>
                </a:lnTo>
                <a:lnTo>
                  <a:pt x="1495577" y="2304643"/>
                </a:lnTo>
                <a:lnTo>
                  <a:pt x="1431163" y="2299335"/>
                </a:lnTo>
                <a:lnTo>
                  <a:pt x="1427607" y="2299081"/>
                </a:lnTo>
                <a:lnTo>
                  <a:pt x="1424559" y="2301621"/>
                </a:lnTo>
                <a:lnTo>
                  <a:pt x="1424051" y="2308606"/>
                </a:lnTo>
                <a:lnTo>
                  <a:pt x="1426591" y="2311654"/>
                </a:lnTo>
                <a:lnTo>
                  <a:pt x="1430147" y="2312035"/>
                </a:lnTo>
                <a:lnTo>
                  <a:pt x="1528826" y="2320163"/>
                </a:lnTo>
                <a:close/>
              </a:path>
              <a:path w="1605279" h="3463290" extrusionOk="0">
                <a:moveTo>
                  <a:pt x="1528826" y="1253363"/>
                </a:moveTo>
                <a:lnTo>
                  <a:pt x="1461262" y="1180973"/>
                </a:lnTo>
                <a:lnTo>
                  <a:pt x="1458849" y="1178433"/>
                </a:lnTo>
                <a:lnTo>
                  <a:pt x="1454785" y="1178306"/>
                </a:lnTo>
                <a:lnTo>
                  <a:pt x="1452245" y="1180592"/>
                </a:lnTo>
                <a:lnTo>
                  <a:pt x="1449705" y="1183005"/>
                </a:lnTo>
                <a:lnTo>
                  <a:pt x="1449578" y="1187069"/>
                </a:lnTo>
                <a:lnTo>
                  <a:pt x="1451991" y="1189609"/>
                </a:lnTo>
                <a:lnTo>
                  <a:pt x="1496174" y="1236967"/>
                </a:lnTo>
                <a:lnTo>
                  <a:pt x="6604" y="790067"/>
                </a:lnTo>
                <a:lnTo>
                  <a:pt x="3048" y="802259"/>
                </a:lnTo>
                <a:lnTo>
                  <a:pt x="1492567" y="1249057"/>
                </a:lnTo>
                <a:lnTo>
                  <a:pt x="1429512" y="1264285"/>
                </a:lnTo>
                <a:lnTo>
                  <a:pt x="1426083" y="1265047"/>
                </a:lnTo>
                <a:lnTo>
                  <a:pt x="1424051" y="1268476"/>
                </a:lnTo>
                <a:lnTo>
                  <a:pt x="1424813" y="1271905"/>
                </a:lnTo>
                <a:lnTo>
                  <a:pt x="1425702" y="1275334"/>
                </a:lnTo>
                <a:lnTo>
                  <a:pt x="1429131" y="1277366"/>
                </a:lnTo>
                <a:lnTo>
                  <a:pt x="1432560" y="1276604"/>
                </a:lnTo>
                <a:lnTo>
                  <a:pt x="1518831" y="1255776"/>
                </a:lnTo>
                <a:lnTo>
                  <a:pt x="1528826" y="1253363"/>
                </a:lnTo>
                <a:close/>
              </a:path>
              <a:path w="1605279" h="3463290" extrusionOk="0">
                <a:moveTo>
                  <a:pt x="1605026" y="34163"/>
                </a:moveTo>
                <a:lnTo>
                  <a:pt x="1593888" y="30226"/>
                </a:lnTo>
                <a:lnTo>
                  <a:pt x="1511681" y="1143"/>
                </a:lnTo>
                <a:lnTo>
                  <a:pt x="1508252" y="0"/>
                </a:lnTo>
                <a:lnTo>
                  <a:pt x="1504696" y="1651"/>
                </a:lnTo>
                <a:lnTo>
                  <a:pt x="1503553" y="4953"/>
                </a:lnTo>
                <a:lnTo>
                  <a:pt x="1502283" y="8255"/>
                </a:lnTo>
                <a:lnTo>
                  <a:pt x="1504061" y="11938"/>
                </a:lnTo>
                <a:lnTo>
                  <a:pt x="1568234" y="34645"/>
                </a:lnTo>
                <a:lnTo>
                  <a:pt x="3683" y="332740"/>
                </a:lnTo>
                <a:lnTo>
                  <a:pt x="5969" y="345186"/>
                </a:lnTo>
                <a:lnTo>
                  <a:pt x="1570761" y="47205"/>
                </a:lnTo>
                <a:lnTo>
                  <a:pt x="1521968" y="89662"/>
                </a:lnTo>
                <a:lnTo>
                  <a:pt x="1519301" y="91948"/>
                </a:lnTo>
                <a:lnTo>
                  <a:pt x="1519047" y="96012"/>
                </a:lnTo>
                <a:lnTo>
                  <a:pt x="1521333" y="98552"/>
                </a:lnTo>
                <a:lnTo>
                  <a:pt x="1523619" y="101219"/>
                </a:lnTo>
                <a:lnTo>
                  <a:pt x="1527683" y="101473"/>
                </a:lnTo>
                <a:lnTo>
                  <a:pt x="1530350" y="99187"/>
                </a:lnTo>
                <a:lnTo>
                  <a:pt x="1605026" y="34163"/>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nvGrpSpPr>
          <p:cNvPr id="1644" name="Google Shape;1644;p9"/>
          <p:cNvGrpSpPr/>
          <p:nvPr/>
        </p:nvGrpSpPr>
        <p:grpSpPr>
          <a:xfrm>
            <a:off x="3947621" y="2114405"/>
            <a:ext cx="4899295" cy="4359236"/>
            <a:chOff x="2672715" y="2331719"/>
            <a:chExt cx="5402833" cy="4807268"/>
          </a:xfrm>
        </p:grpSpPr>
        <p:sp>
          <p:nvSpPr>
            <p:cNvPr id="1645" name="Google Shape;1645;p9"/>
            <p:cNvSpPr/>
            <p:nvPr/>
          </p:nvSpPr>
          <p:spPr>
            <a:xfrm>
              <a:off x="2672715" y="2331719"/>
              <a:ext cx="1605280" cy="3406140"/>
            </a:xfrm>
            <a:custGeom>
              <a:avLst/>
              <a:gdLst/>
              <a:ahLst/>
              <a:cxnLst/>
              <a:rect l="l" t="t" r="r" b="b"/>
              <a:pathLst>
                <a:path w="1605279" h="3406140" extrusionOk="0">
                  <a:moveTo>
                    <a:pt x="1528953" y="1219200"/>
                  </a:moveTo>
                  <a:lnTo>
                    <a:pt x="1427988" y="1237234"/>
                  </a:lnTo>
                  <a:lnTo>
                    <a:pt x="1425702" y="1240536"/>
                  </a:lnTo>
                  <a:lnTo>
                    <a:pt x="1426210" y="1243965"/>
                  </a:lnTo>
                  <a:lnTo>
                    <a:pt x="1426845" y="1247394"/>
                  </a:lnTo>
                  <a:lnTo>
                    <a:pt x="1430147" y="1249680"/>
                  </a:lnTo>
                  <a:lnTo>
                    <a:pt x="1442897" y="1247394"/>
                  </a:lnTo>
                  <a:lnTo>
                    <a:pt x="1497558" y="1237640"/>
                  </a:lnTo>
                  <a:lnTo>
                    <a:pt x="889" y="2509774"/>
                  </a:lnTo>
                  <a:lnTo>
                    <a:pt x="9017" y="2519426"/>
                  </a:lnTo>
                  <a:lnTo>
                    <a:pt x="1505572" y="1247394"/>
                  </a:lnTo>
                  <a:lnTo>
                    <a:pt x="1484122" y="1308481"/>
                  </a:lnTo>
                  <a:lnTo>
                    <a:pt x="1482979" y="1311783"/>
                  </a:lnTo>
                  <a:lnTo>
                    <a:pt x="1484630" y="1315339"/>
                  </a:lnTo>
                  <a:lnTo>
                    <a:pt x="1487932" y="1316609"/>
                  </a:lnTo>
                  <a:lnTo>
                    <a:pt x="1491361" y="1317752"/>
                  </a:lnTo>
                  <a:lnTo>
                    <a:pt x="1494917" y="1315974"/>
                  </a:lnTo>
                  <a:lnTo>
                    <a:pt x="1496060" y="1312672"/>
                  </a:lnTo>
                  <a:lnTo>
                    <a:pt x="1527784" y="1222502"/>
                  </a:lnTo>
                  <a:lnTo>
                    <a:pt x="1528953" y="1219200"/>
                  </a:lnTo>
                  <a:close/>
                </a:path>
                <a:path w="1605279" h="3406140" extrusionOk="0">
                  <a:moveTo>
                    <a:pt x="1605153" y="3354324"/>
                  </a:moveTo>
                  <a:lnTo>
                    <a:pt x="1516634" y="3302635"/>
                  </a:lnTo>
                  <a:lnTo>
                    <a:pt x="1512697" y="3303651"/>
                  </a:lnTo>
                  <a:lnTo>
                    <a:pt x="1510919" y="3306699"/>
                  </a:lnTo>
                  <a:lnTo>
                    <a:pt x="1509141" y="3309620"/>
                  </a:lnTo>
                  <a:lnTo>
                    <a:pt x="1510157" y="3313557"/>
                  </a:lnTo>
                  <a:lnTo>
                    <a:pt x="1568945" y="3347961"/>
                  </a:lnTo>
                  <a:lnTo>
                    <a:pt x="4953" y="3346450"/>
                  </a:lnTo>
                  <a:lnTo>
                    <a:pt x="4953" y="3359150"/>
                  </a:lnTo>
                  <a:lnTo>
                    <a:pt x="1569161" y="3360661"/>
                  </a:lnTo>
                  <a:lnTo>
                    <a:pt x="1592580" y="3360674"/>
                  </a:lnTo>
                  <a:lnTo>
                    <a:pt x="1569123" y="3360674"/>
                  </a:lnTo>
                  <a:lnTo>
                    <a:pt x="1513078" y="3393313"/>
                  </a:lnTo>
                  <a:lnTo>
                    <a:pt x="1510157" y="3394964"/>
                  </a:lnTo>
                  <a:lnTo>
                    <a:pt x="1509141" y="3398901"/>
                  </a:lnTo>
                  <a:lnTo>
                    <a:pt x="1510792" y="3401949"/>
                  </a:lnTo>
                  <a:lnTo>
                    <a:pt x="1512570" y="3404997"/>
                  </a:lnTo>
                  <a:lnTo>
                    <a:pt x="1516507" y="3406013"/>
                  </a:lnTo>
                  <a:lnTo>
                    <a:pt x="1594256" y="3360674"/>
                  </a:lnTo>
                  <a:lnTo>
                    <a:pt x="1605153" y="3354324"/>
                  </a:lnTo>
                  <a:close/>
                </a:path>
                <a:path w="1605279" h="3406140" extrusionOk="0">
                  <a:moveTo>
                    <a:pt x="1605153" y="2286000"/>
                  </a:moveTo>
                  <a:lnTo>
                    <a:pt x="1597977" y="2285111"/>
                  </a:lnTo>
                  <a:lnTo>
                    <a:pt x="1506855" y="2273808"/>
                  </a:lnTo>
                  <a:lnTo>
                    <a:pt x="1503299" y="2273427"/>
                  </a:lnTo>
                  <a:lnTo>
                    <a:pt x="1500124" y="2275840"/>
                  </a:lnTo>
                  <a:lnTo>
                    <a:pt x="1499362" y="2282825"/>
                  </a:lnTo>
                  <a:lnTo>
                    <a:pt x="1501775" y="2286000"/>
                  </a:lnTo>
                  <a:lnTo>
                    <a:pt x="1505204" y="2286381"/>
                  </a:lnTo>
                  <a:lnTo>
                    <a:pt x="1569415" y="2294394"/>
                  </a:lnTo>
                  <a:lnTo>
                    <a:pt x="2413" y="2965958"/>
                  </a:lnTo>
                  <a:lnTo>
                    <a:pt x="7493" y="2977642"/>
                  </a:lnTo>
                  <a:lnTo>
                    <a:pt x="1574457" y="2306091"/>
                  </a:lnTo>
                  <a:lnTo>
                    <a:pt x="1535938" y="2358009"/>
                  </a:lnTo>
                  <a:lnTo>
                    <a:pt x="1533906" y="2360803"/>
                  </a:lnTo>
                  <a:lnTo>
                    <a:pt x="1534414" y="2364867"/>
                  </a:lnTo>
                  <a:lnTo>
                    <a:pt x="1537335" y="2366899"/>
                  </a:lnTo>
                  <a:lnTo>
                    <a:pt x="1540129" y="2369058"/>
                  </a:lnTo>
                  <a:lnTo>
                    <a:pt x="1544066" y="2368423"/>
                  </a:lnTo>
                  <a:lnTo>
                    <a:pt x="1546225" y="2365629"/>
                  </a:lnTo>
                  <a:lnTo>
                    <a:pt x="1605153" y="2286000"/>
                  </a:lnTo>
                  <a:close/>
                </a:path>
                <a:path w="1605279" h="3406140" extrusionOk="0">
                  <a:moveTo>
                    <a:pt x="1605153" y="0"/>
                  </a:moveTo>
                  <a:lnTo>
                    <a:pt x="1513205" y="36830"/>
                  </a:lnTo>
                  <a:lnTo>
                    <a:pt x="1509903" y="38227"/>
                  </a:lnTo>
                  <a:lnTo>
                    <a:pt x="1508379" y="41910"/>
                  </a:lnTo>
                  <a:lnTo>
                    <a:pt x="1509649" y="45212"/>
                  </a:lnTo>
                  <a:lnTo>
                    <a:pt x="1510919" y="48387"/>
                  </a:lnTo>
                  <a:lnTo>
                    <a:pt x="1514729" y="50038"/>
                  </a:lnTo>
                  <a:lnTo>
                    <a:pt x="1517904" y="48641"/>
                  </a:lnTo>
                  <a:lnTo>
                    <a:pt x="1577936" y="24638"/>
                  </a:lnTo>
                  <a:lnTo>
                    <a:pt x="0" y="2053463"/>
                  </a:lnTo>
                  <a:lnTo>
                    <a:pt x="9906" y="2061337"/>
                  </a:lnTo>
                  <a:lnTo>
                    <a:pt x="1588071" y="32372"/>
                  </a:lnTo>
                  <a:lnTo>
                    <a:pt x="1579499" y="96520"/>
                  </a:lnTo>
                  <a:lnTo>
                    <a:pt x="1578991" y="99949"/>
                  </a:lnTo>
                  <a:lnTo>
                    <a:pt x="1581404" y="103251"/>
                  </a:lnTo>
                  <a:lnTo>
                    <a:pt x="1584833" y="103632"/>
                  </a:lnTo>
                  <a:lnTo>
                    <a:pt x="1588389" y="104140"/>
                  </a:lnTo>
                  <a:lnTo>
                    <a:pt x="1591564" y="101727"/>
                  </a:lnTo>
                  <a:lnTo>
                    <a:pt x="1592072" y="98171"/>
                  </a:lnTo>
                  <a:lnTo>
                    <a:pt x="1604352" y="5969"/>
                  </a:lnTo>
                  <a:lnTo>
                    <a:pt x="1605153" y="0"/>
                  </a:lnTo>
                  <a:close/>
                </a:path>
              </a:pathLst>
            </a:custGeom>
            <a:solidFill>
              <a:srgbClr val="0F24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46" name="Google Shape;1646;p9"/>
            <p:cNvSpPr/>
            <p:nvPr/>
          </p:nvSpPr>
          <p:spPr>
            <a:xfrm>
              <a:off x="4354449" y="6599237"/>
              <a:ext cx="3714750" cy="533400"/>
            </a:xfrm>
            <a:custGeom>
              <a:avLst/>
              <a:gdLst/>
              <a:ahLst/>
              <a:cxnLst/>
              <a:rect l="l" t="t" r="r" b="b"/>
              <a:pathLst>
                <a:path w="3714750" h="533400" extrusionOk="0">
                  <a:moveTo>
                    <a:pt x="3714750" y="0"/>
                  </a:moveTo>
                  <a:lnTo>
                    <a:pt x="2476500" y="0"/>
                  </a:lnTo>
                  <a:lnTo>
                    <a:pt x="1238250" y="0"/>
                  </a:lnTo>
                  <a:lnTo>
                    <a:pt x="0" y="0"/>
                  </a:lnTo>
                  <a:lnTo>
                    <a:pt x="0" y="533400"/>
                  </a:lnTo>
                  <a:lnTo>
                    <a:pt x="1238250" y="533400"/>
                  </a:lnTo>
                  <a:lnTo>
                    <a:pt x="2476500" y="533400"/>
                  </a:lnTo>
                  <a:lnTo>
                    <a:pt x="3714750" y="533400"/>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47" name="Google Shape;1647;p9"/>
            <p:cNvSpPr/>
            <p:nvPr/>
          </p:nvSpPr>
          <p:spPr>
            <a:xfrm>
              <a:off x="4348098" y="6592887"/>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48" name="Google Shape;1648;p9"/>
            <p:cNvSpPr/>
            <p:nvPr/>
          </p:nvSpPr>
          <p:spPr>
            <a:xfrm>
              <a:off x="2673984" y="5679440"/>
              <a:ext cx="1680210" cy="1224915"/>
            </a:xfrm>
            <a:custGeom>
              <a:avLst/>
              <a:gdLst/>
              <a:ahLst/>
              <a:cxnLst/>
              <a:rect l="l" t="t" r="r" b="b"/>
              <a:pathLst>
                <a:path w="1680210" h="1224915" extrusionOk="0">
                  <a:moveTo>
                    <a:pt x="1579244" y="1201343"/>
                  </a:moveTo>
                  <a:lnTo>
                    <a:pt x="1576197" y="1203883"/>
                  </a:lnTo>
                  <a:lnTo>
                    <a:pt x="1575435" y="1210868"/>
                  </a:lnTo>
                  <a:lnTo>
                    <a:pt x="1577975" y="1213980"/>
                  </a:lnTo>
                  <a:lnTo>
                    <a:pt x="1680082" y="1224292"/>
                  </a:lnTo>
                  <a:lnTo>
                    <a:pt x="1679083" y="1222019"/>
                  </a:lnTo>
                  <a:lnTo>
                    <a:pt x="1666239" y="1222019"/>
                  </a:lnTo>
                  <a:lnTo>
                    <a:pt x="1647254" y="1208210"/>
                  </a:lnTo>
                  <a:lnTo>
                    <a:pt x="1579244" y="1201343"/>
                  </a:lnTo>
                  <a:close/>
                </a:path>
                <a:path w="1680210" h="1224915" extrusionOk="0">
                  <a:moveTo>
                    <a:pt x="1647254" y="1208210"/>
                  </a:moveTo>
                  <a:lnTo>
                    <a:pt x="1666239" y="1222019"/>
                  </a:lnTo>
                  <a:lnTo>
                    <a:pt x="1668088" y="1219441"/>
                  </a:lnTo>
                  <a:lnTo>
                    <a:pt x="1664080" y="1219441"/>
                  </a:lnTo>
                  <a:lnTo>
                    <a:pt x="1659707" y="1209468"/>
                  </a:lnTo>
                  <a:lnTo>
                    <a:pt x="1647254" y="1208210"/>
                  </a:lnTo>
                  <a:close/>
                </a:path>
                <a:path w="1680210" h="1224915" extrusionOk="0">
                  <a:moveTo>
                    <a:pt x="1635125" y="1128890"/>
                  </a:moveTo>
                  <a:lnTo>
                    <a:pt x="1631708" y="1130350"/>
                  </a:lnTo>
                  <a:lnTo>
                    <a:pt x="1628648" y="1131709"/>
                  </a:lnTo>
                  <a:lnTo>
                    <a:pt x="1627251" y="1135456"/>
                  </a:lnTo>
                  <a:lnTo>
                    <a:pt x="1654665" y="1197971"/>
                  </a:lnTo>
                  <a:lnTo>
                    <a:pt x="1673605" y="1211745"/>
                  </a:lnTo>
                  <a:lnTo>
                    <a:pt x="1666239" y="1222019"/>
                  </a:lnTo>
                  <a:lnTo>
                    <a:pt x="1679083" y="1222019"/>
                  </a:lnTo>
                  <a:lnTo>
                    <a:pt x="1640204" y="1133563"/>
                  </a:lnTo>
                  <a:lnTo>
                    <a:pt x="1638807" y="1130350"/>
                  </a:lnTo>
                  <a:lnTo>
                    <a:pt x="1635125" y="1128890"/>
                  </a:lnTo>
                  <a:close/>
                </a:path>
                <a:path w="1680210" h="1224915" extrusionOk="0">
                  <a:moveTo>
                    <a:pt x="1659707" y="1209468"/>
                  </a:moveTo>
                  <a:lnTo>
                    <a:pt x="1664080" y="1219441"/>
                  </a:lnTo>
                  <a:lnTo>
                    <a:pt x="1670557" y="1210564"/>
                  </a:lnTo>
                  <a:lnTo>
                    <a:pt x="1659707" y="1209468"/>
                  </a:lnTo>
                  <a:close/>
                </a:path>
                <a:path w="1680210" h="1224915" extrusionOk="0">
                  <a:moveTo>
                    <a:pt x="1654665" y="1197971"/>
                  </a:moveTo>
                  <a:lnTo>
                    <a:pt x="1659707" y="1209468"/>
                  </a:lnTo>
                  <a:lnTo>
                    <a:pt x="1670557" y="1210564"/>
                  </a:lnTo>
                  <a:lnTo>
                    <a:pt x="1664080" y="1219441"/>
                  </a:lnTo>
                  <a:lnTo>
                    <a:pt x="1668088" y="1219441"/>
                  </a:lnTo>
                  <a:lnTo>
                    <a:pt x="1673605" y="1211745"/>
                  </a:lnTo>
                  <a:lnTo>
                    <a:pt x="1654665" y="1197971"/>
                  </a:lnTo>
                  <a:close/>
                </a:path>
                <a:path w="1680210" h="1224915" extrusionOk="0">
                  <a:moveTo>
                    <a:pt x="7365" y="0"/>
                  </a:moveTo>
                  <a:lnTo>
                    <a:pt x="0" y="10160"/>
                  </a:lnTo>
                  <a:lnTo>
                    <a:pt x="1647254" y="1208210"/>
                  </a:lnTo>
                  <a:lnTo>
                    <a:pt x="1659707" y="1209468"/>
                  </a:lnTo>
                  <a:lnTo>
                    <a:pt x="1654665" y="1197971"/>
                  </a:lnTo>
                  <a:lnTo>
                    <a:pt x="7365" y="0"/>
                  </a:lnTo>
                  <a:close/>
                </a:path>
              </a:pathLst>
            </a:custGeom>
            <a:solidFill>
              <a:srgbClr val="0F24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649" name="Google Shape;1649;p9"/>
          <p:cNvSpPr txBox="1"/>
          <p:nvPr/>
        </p:nvSpPr>
        <p:spPr>
          <a:xfrm>
            <a:off x="5472561" y="5638416"/>
            <a:ext cx="552786" cy="295348"/>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43750" rIns="0" bIns="0" anchor="t" anchorCtr="0">
            <a:spAutoFit/>
          </a:bodyPr>
          <a:lstStyle/>
          <a:p>
            <a:pPr marL="135317" marR="0" lvl="0" indent="0" algn="l" rtl="0">
              <a:lnSpc>
                <a:spcPct val="100000"/>
              </a:lnSpc>
              <a:spcBef>
                <a:spcPts val="0"/>
              </a:spcBef>
              <a:spcAft>
                <a:spcPts val="0"/>
              </a:spcAft>
              <a:buNone/>
            </a:pPr>
            <a:r>
              <a:rPr lang="en-US" sz="1632" b="0" i="0" u="none" strike="noStrike" cap="none">
                <a:solidFill>
                  <a:srgbClr val="0D0D0D"/>
                </a:solidFill>
                <a:latin typeface="Arial"/>
                <a:ea typeface="Arial"/>
                <a:cs typeface="Arial"/>
                <a:sym typeface="Arial"/>
              </a:rPr>
              <a:t>l=</a:t>
            </a:r>
            <a:r>
              <a:rPr lang="en-US" sz="1632" b="0" i="0" u="none" strike="noStrike" cap="none">
                <a:solidFill>
                  <a:srgbClr val="C00000"/>
                </a:solidFill>
                <a:latin typeface="Arial"/>
                <a:ea typeface="Arial"/>
                <a:cs typeface="Arial"/>
                <a:sym typeface="Arial"/>
              </a:rPr>
              <a:t>3</a:t>
            </a:r>
            <a:endParaRPr sz="1632" b="0" i="0" u="none" strike="noStrike" cap="none">
              <a:solidFill>
                <a:srgbClr val="000000"/>
              </a:solidFill>
              <a:latin typeface="Arial"/>
              <a:ea typeface="Arial"/>
              <a:cs typeface="Arial"/>
              <a:sym typeface="Arial"/>
            </a:endParaRPr>
          </a:p>
        </p:txBody>
      </p:sp>
      <p:graphicFrame>
        <p:nvGraphicFramePr>
          <p:cNvPr id="1650" name="Google Shape;1650;p9"/>
          <p:cNvGraphicFramePr/>
          <p:nvPr/>
        </p:nvGraphicFramePr>
        <p:xfrm>
          <a:off x="5466803" y="4596184"/>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87325"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l=</a:t>
                      </a:r>
                      <a:r>
                        <a:rPr lang="en-US" sz="1600" u="none" strike="noStrike" cap="none">
                          <a:solidFill>
                            <a:srgbClr val="C00000"/>
                          </a:solidFill>
                          <a:latin typeface="Arial"/>
                          <a:ea typeface="Arial"/>
                          <a:cs typeface="Arial"/>
                          <a:sym typeface="Arial"/>
                        </a:rPr>
                        <a:t>3</a:t>
                      </a:r>
                      <a:endParaRPr sz="1600" u="none" strike="noStrike" cap="none">
                        <a:latin typeface="Arial"/>
                        <a:ea typeface="Arial"/>
                        <a:cs typeface="Arial"/>
                        <a:sym typeface="Arial"/>
                      </a:endParaRPr>
                    </a:p>
                  </a:txBody>
                  <a:tcPr marL="0" marR="0" marT="443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4988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3147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1235</a:t>
                      </a:r>
                      <a:endParaRPr sz="1500" u="none" strike="noStrike" cap="none">
                        <a:latin typeface="Verdana"/>
                        <a:ea typeface="Verdana"/>
                        <a:cs typeface="Verdana"/>
                        <a:sym typeface="Verdana"/>
                      </a:endParaRPr>
                    </a:p>
                  </a:txBody>
                  <a:tcPr marL="0" marR="0" marT="16467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38862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2" name="Date Placeholder 1"/>
          <p:cNvSpPr>
            <a:spLocks noGrp="1"/>
          </p:cNvSpPr>
          <p:nvPr>
            <p:ph type="dt" idx="10"/>
          </p:nvPr>
        </p:nvSpPr>
        <p:spPr/>
        <p:txBody>
          <a:bodyPr/>
          <a:lstStyle/>
          <a:p>
            <a:fld id="{5A2359BD-F85C-41CD-9EE5-8A9D18FD3818}"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101</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654"/>
        <p:cNvGrpSpPr/>
        <p:nvPr/>
      </p:nvGrpSpPr>
      <p:grpSpPr>
        <a:xfrm>
          <a:off x="0" y="0"/>
          <a:ext cx="0" cy="0"/>
          <a:chOff x="0" y="0"/>
          <a:chExt cx="0" cy="0"/>
        </a:xfrm>
      </p:grpSpPr>
      <p:sp>
        <p:nvSpPr>
          <p:cNvPr id="1655" name="Google Shape;1655;p16"/>
          <p:cNvSpPr txBox="1"/>
          <p:nvPr/>
        </p:nvSpPr>
        <p:spPr>
          <a:xfrm>
            <a:off x="8010943" y="415453"/>
            <a:ext cx="458927" cy="230832"/>
          </a:xfrm>
          <a:prstGeom prst="rect">
            <a:avLst/>
          </a:prstGeom>
          <a:noFill/>
          <a:ln>
            <a:noFill/>
          </a:ln>
        </p:spPr>
        <p:txBody>
          <a:bodyPr spcFirstLastPara="1" wrap="square" lIns="0" tIns="0" rIns="0" bIns="0" anchor="t" anchorCtr="0">
            <a:spAutoFit/>
          </a:bodyPr>
          <a:lstStyle/>
          <a:p>
            <a:pPr marL="0" marR="0" lvl="0" indent="0" algn="l" rtl="0">
              <a:lnSpc>
                <a:spcPct val="110539"/>
              </a:lnSpc>
              <a:spcBef>
                <a:spcPts val="0"/>
              </a:spcBef>
              <a:spcAft>
                <a:spcPts val="0"/>
              </a:spcAft>
              <a:buNone/>
            </a:pPr>
            <a:r>
              <a:rPr lang="en-US" sz="1632" b="0" i="0" u="none" strike="noStrike" cap="none">
                <a:solidFill>
                  <a:srgbClr val="000000"/>
                </a:solidFill>
                <a:latin typeface="Arial"/>
                <a:ea typeface="Arial"/>
                <a:cs typeface="Arial"/>
                <a:sym typeface="Arial"/>
              </a:rPr>
              <a:t>8231</a:t>
            </a:r>
            <a:endParaRPr sz="1632" b="0" i="0" u="none" strike="noStrike" cap="none">
              <a:solidFill>
                <a:srgbClr val="000000"/>
              </a:solidFill>
              <a:latin typeface="Arial"/>
              <a:ea typeface="Arial"/>
              <a:cs typeface="Arial"/>
              <a:sym typeface="Arial"/>
            </a:endParaRPr>
          </a:p>
        </p:txBody>
      </p:sp>
      <p:graphicFrame>
        <p:nvGraphicFramePr>
          <p:cNvPr id="1656" name="Google Shape;1656;p16"/>
          <p:cNvGraphicFramePr/>
          <p:nvPr/>
        </p:nvGraphicFramePr>
        <p:xfrm>
          <a:off x="5466803" y="1486764"/>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1212</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1456</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657" name="Google Shape;1657;p16"/>
          <p:cNvGraphicFramePr/>
          <p:nvPr/>
        </p:nvGraphicFramePr>
        <p:xfrm>
          <a:off x="5466803" y="2523237"/>
          <a:ext cx="3384075" cy="829200"/>
        </p:xfrm>
        <a:graphic>
          <a:graphicData uri="http://schemas.openxmlformats.org/drawingml/2006/table">
            <a:tbl>
              <a:tblPr firstRow="1" bandRow="1">
                <a:noFill/>
                <a:tableStyleId>{B5A5B32E-2F8E-4EB1-B198-1ED1FC871F6B}</a:tableStyleId>
              </a:tblPr>
              <a:tblGrid>
                <a:gridCol w="552200"/>
                <a:gridCol w="575825"/>
                <a:gridCol w="1128025"/>
                <a:gridCol w="112802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3333</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2345</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658" name="Google Shape;1658;p16"/>
          <p:cNvGraphicFramePr/>
          <p:nvPr/>
        </p:nvGraphicFramePr>
        <p:xfrm>
          <a:off x="5466803" y="3559711"/>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2378</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2134</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659" name="Google Shape;1659;p16"/>
          <p:cNvSpPr txBox="1"/>
          <p:nvPr/>
        </p:nvSpPr>
        <p:spPr>
          <a:xfrm>
            <a:off x="5589970" y="4663144"/>
            <a:ext cx="317852"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sp>
        <p:nvSpPr>
          <p:cNvPr id="1660" name="Google Shape;1660;p16"/>
          <p:cNvSpPr txBox="1"/>
          <p:nvPr/>
        </p:nvSpPr>
        <p:spPr>
          <a:xfrm>
            <a:off x="3258366" y="4982608"/>
            <a:ext cx="352401"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00000"/>
                </a:solidFill>
                <a:latin typeface="Verdana"/>
                <a:ea typeface="Verdana"/>
                <a:cs typeface="Verdana"/>
                <a:sym typeface="Verdana"/>
              </a:rPr>
              <a:t>111</a:t>
            </a:r>
            <a:endParaRPr sz="1451" b="0" i="0" u="none" strike="noStrike" cap="none">
              <a:solidFill>
                <a:srgbClr val="000000"/>
              </a:solidFill>
              <a:latin typeface="Verdana"/>
              <a:ea typeface="Verdana"/>
              <a:cs typeface="Verdana"/>
              <a:sym typeface="Verdana"/>
            </a:endParaRPr>
          </a:p>
        </p:txBody>
      </p:sp>
      <p:grpSp>
        <p:nvGrpSpPr>
          <p:cNvPr id="1661" name="Google Shape;1661;p16"/>
          <p:cNvGrpSpPr/>
          <p:nvPr/>
        </p:nvGrpSpPr>
        <p:grpSpPr>
          <a:xfrm>
            <a:off x="3947621" y="2014328"/>
            <a:ext cx="1524883" cy="4246549"/>
            <a:chOff x="2672715" y="2221356"/>
            <a:chExt cx="1681607" cy="4682999"/>
          </a:xfrm>
        </p:grpSpPr>
        <p:sp>
          <p:nvSpPr>
            <p:cNvPr id="1662" name="Google Shape;1662;p16"/>
            <p:cNvSpPr/>
            <p:nvPr/>
          </p:nvSpPr>
          <p:spPr>
            <a:xfrm>
              <a:off x="2749042" y="2221356"/>
              <a:ext cx="1605280" cy="3463290"/>
            </a:xfrm>
            <a:custGeom>
              <a:avLst/>
              <a:gdLst/>
              <a:ahLst/>
              <a:cxnLst/>
              <a:rect l="l" t="t" r="r" b="b"/>
              <a:pathLst>
                <a:path w="1605279" h="3463290" extrusionOk="0">
                  <a:moveTo>
                    <a:pt x="1528826" y="3463163"/>
                  </a:moveTo>
                  <a:lnTo>
                    <a:pt x="1527886" y="3457575"/>
                  </a:lnTo>
                  <a:lnTo>
                    <a:pt x="1512443" y="3365500"/>
                  </a:lnTo>
                  <a:lnTo>
                    <a:pt x="1511808" y="3361944"/>
                  </a:lnTo>
                  <a:lnTo>
                    <a:pt x="1508506" y="3359658"/>
                  </a:lnTo>
                  <a:lnTo>
                    <a:pt x="1505077" y="3360293"/>
                  </a:lnTo>
                  <a:lnTo>
                    <a:pt x="1501648" y="3360801"/>
                  </a:lnTo>
                  <a:lnTo>
                    <a:pt x="1499235" y="3364103"/>
                  </a:lnTo>
                  <a:lnTo>
                    <a:pt x="1499870" y="3367532"/>
                  </a:lnTo>
                  <a:lnTo>
                    <a:pt x="1510576" y="3431375"/>
                  </a:lnTo>
                  <a:lnTo>
                    <a:pt x="9652" y="1630299"/>
                  </a:lnTo>
                  <a:lnTo>
                    <a:pt x="0" y="1638427"/>
                  </a:lnTo>
                  <a:lnTo>
                    <a:pt x="1500797" y="3439503"/>
                  </a:lnTo>
                  <a:lnTo>
                    <a:pt x="1440053" y="3417443"/>
                  </a:lnTo>
                  <a:lnTo>
                    <a:pt x="1436751" y="3416300"/>
                  </a:lnTo>
                  <a:lnTo>
                    <a:pt x="1433068" y="3417951"/>
                  </a:lnTo>
                  <a:lnTo>
                    <a:pt x="1431925" y="3421253"/>
                  </a:lnTo>
                  <a:lnTo>
                    <a:pt x="1430655" y="3424555"/>
                  </a:lnTo>
                  <a:lnTo>
                    <a:pt x="1432433" y="3428238"/>
                  </a:lnTo>
                  <a:lnTo>
                    <a:pt x="1435735" y="3429381"/>
                  </a:lnTo>
                  <a:lnTo>
                    <a:pt x="1528826" y="3463163"/>
                  </a:lnTo>
                  <a:close/>
                </a:path>
                <a:path w="1605279" h="3463290" extrusionOk="0">
                  <a:moveTo>
                    <a:pt x="1528826" y="2320163"/>
                  </a:moveTo>
                  <a:lnTo>
                    <a:pt x="1527886" y="2318131"/>
                  </a:lnTo>
                  <a:lnTo>
                    <a:pt x="1487297" y="2230120"/>
                  </a:lnTo>
                  <a:lnTo>
                    <a:pt x="1485900" y="2226945"/>
                  </a:lnTo>
                  <a:lnTo>
                    <a:pt x="1482090" y="2225548"/>
                  </a:lnTo>
                  <a:lnTo>
                    <a:pt x="1475740" y="2228596"/>
                  </a:lnTo>
                  <a:lnTo>
                    <a:pt x="1474343" y="2232279"/>
                  </a:lnTo>
                  <a:lnTo>
                    <a:pt x="1475867" y="2235454"/>
                  </a:lnTo>
                  <a:lnTo>
                    <a:pt x="1502841" y="2294153"/>
                  </a:lnTo>
                  <a:lnTo>
                    <a:pt x="8509" y="1248156"/>
                  </a:lnTo>
                  <a:lnTo>
                    <a:pt x="1143" y="1258570"/>
                  </a:lnTo>
                  <a:lnTo>
                    <a:pt x="1495577" y="2304643"/>
                  </a:lnTo>
                  <a:lnTo>
                    <a:pt x="1431163" y="2299335"/>
                  </a:lnTo>
                  <a:lnTo>
                    <a:pt x="1427607" y="2299081"/>
                  </a:lnTo>
                  <a:lnTo>
                    <a:pt x="1424559" y="2301621"/>
                  </a:lnTo>
                  <a:lnTo>
                    <a:pt x="1424051" y="2308606"/>
                  </a:lnTo>
                  <a:lnTo>
                    <a:pt x="1426591" y="2311654"/>
                  </a:lnTo>
                  <a:lnTo>
                    <a:pt x="1430147" y="2312035"/>
                  </a:lnTo>
                  <a:lnTo>
                    <a:pt x="1528826" y="2320163"/>
                  </a:lnTo>
                  <a:close/>
                </a:path>
                <a:path w="1605279" h="3463290" extrusionOk="0">
                  <a:moveTo>
                    <a:pt x="1528826" y="1253363"/>
                  </a:moveTo>
                  <a:lnTo>
                    <a:pt x="1461262" y="1180973"/>
                  </a:lnTo>
                  <a:lnTo>
                    <a:pt x="1458849" y="1178433"/>
                  </a:lnTo>
                  <a:lnTo>
                    <a:pt x="1454785" y="1178306"/>
                  </a:lnTo>
                  <a:lnTo>
                    <a:pt x="1452245" y="1180592"/>
                  </a:lnTo>
                  <a:lnTo>
                    <a:pt x="1449705" y="1183005"/>
                  </a:lnTo>
                  <a:lnTo>
                    <a:pt x="1449578" y="1187069"/>
                  </a:lnTo>
                  <a:lnTo>
                    <a:pt x="1451991" y="1189609"/>
                  </a:lnTo>
                  <a:lnTo>
                    <a:pt x="1496174" y="1236967"/>
                  </a:lnTo>
                  <a:lnTo>
                    <a:pt x="6604" y="790067"/>
                  </a:lnTo>
                  <a:lnTo>
                    <a:pt x="3048" y="802259"/>
                  </a:lnTo>
                  <a:lnTo>
                    <a:pt x="1492567" y="1249057"/>
                  </a:lnTo>
                  <a:lnTo>
                    <a:pt x="1429512" y="1264285"/>
                  </a:lnTo>
                  <a:lnTo>
                    <a:pt x="1426083" y="1265047"/>
                  </a:lnTo>
                  <a:lnTo>
                    <a:pt x="1424051" y="1268476"/>
                  </a:lnTo>
                  <a:lnTo>
                    <a:pt x="1424813" y="1271905"/>
                  </a:lnTo>
                  <a:lnTo>
                    <a:pt x="1425702" y="1275334"/>
                  </a:lnTo>
                  <a:lnTo>
                    <a:pt x="1429131" y="1277366"/>
                  </a:lnTo>
                  <a:lnTo>
                    <a:pt x="1432560" y="1276604"/>
                  </a:lnTo>
                  <a:lnTo>
                    <a:pt x="1518831" y="1255776"/>
                  </a:lnTo>
                  <a:lnTo>
                    <a:pt x="1528826" y="1253363"/>
                  </a:lnTo>
                  <a:close/>
                </a:path>
                <a:path w="1605279" h="3463290" extrusionOk="0">
                  <a:moveTo>
                    <a:pt x="1605026" y="34163"/>
                  </a:moveTo>
                  <a:lnTo>
                    <a:pt x="1593888" y="30226"/>
                  </a:lnTo>
                  <a:lnTo>
                    <a:pt x="1511681" y="1143"/>
                  </a:lnTo>
                  <a:lnTo>
                    <a:pt x="1508252" y="0"/>
                  </a:lnTo>
                  <a:lnTo>
                    <a:pt x="1504696" y="1651"/>
                  </a:lnTo>
                  <a:lnTo>
                    <a:pt x="1503553" y="4953"/>
                  </a:lnTo>
                  <a:lnTo>
                    <a:pt x="1502283" y="8255"/>
                  </a:lnTo>
                  <a:lnTo>
                    <a:pt x="1504061" y="11938"/>
                  </a:lnTo>
                  <a:lnTo>
                    <a:pt x="1568234" y="34645"/>
                  </a:lnTo>
                  <a:lnTo>
                    <a:pt x="3683" y="332740"/>
                  </a:lnTo>
                  <a:lnTo>
                    <a:pt x="5969" y="345186"/>
                  </a:lnTo>
                  <a:lnTo>
                    <a:pt x="1570761" y="47205"/>
                  </a:lnTo>
                  <a:lnTo>
                    <a:pt x="1521968" y="89662"/>
                  </a:lnTo>
                  <a:lnTo>
                    <a:pt x="1519301" y="91948"/>
                  </a:lnTo>
                  <a:lnTo>
                    <a:pt x="1519047" y="96012"/>
                  </a:lnTo>
                  <a:lnTo>
                    <a:pt x="1521333" y="98552"/>
                  </a:lnTo>
                  <a:lnTo>
                    <a:pt x="1523619" y="101219"/>
                  </a:lnTo>
                  <a:lnTo>
                    <a:pt x="1527683" y="101473"/>
                  </a:lnTo>
                  <a:lnTo>
                    <a:pt x="1530350" y="99187"/>
                  </a:lnTo>
                  <a:lnTo>
                    <a:pt x="1605026" y="34163"/>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63" name="Google Shape;1663;p16"/>
            <p:cNvSpPr/>
            <p:nvPr/>
          </p:nvSpPr>
          <p:spPr>
            <a:xfrm>
              <a:off x="2672715" y="2331719"/>
              <a:ext cx="1605280" cy="2978150"/>
            </a:xfrm>
            <a:custGeom>
              <a:avLst/>
              <a:gdLst/>
              <a:ahLst/>
              <a:cxnLst/>
              <a:rect l="l" t="t" r="r" b="b"/>
              <a:pathLst>
                <a:path w="1605279" h="2978150" extrusionOk="0">
                  <a:moveTo>
                    <a:pt x="1528953" y="1219200"/>
                  </a:moveTo>
                  <a:lnTo>
                    <a:pt x="1427988" y="1237234"/>
                  </a:lnTo>
                  <a:lnTo>
                    <a:pt x="1425702" y="1240536"/>
                  </a:lnTo>
                  <a:lnTo>
                    <a:pt x="1426210" y="1243965"/>
                  </a:lnTo>
                  <a:lnTo>
                    <a:pt x="1426845" y="1247394"/>
                  </a:lnTo>
                  <a:lnTo>
                    <a:pt x="1430147" y="1249680"/>
                  </a:lnTo>
                  <a:lnTo>
                    <a:pt x="1442897" y="1247394"/>
                  </a:lnTo>
                  <a:lnTo>
                    <a:pt x="1497558" y="1237640"/>
                  </a:lnTo>
                  <a:lnTo>
                    <a:pt x="889" y="2509774"/>
                  </a:lnTo>
                  <a:lnTo>
                    <a:pt x="9017" y="2519426"/>
                  </a:lnTo>
                  <a:lnTo>
                    <a:pt x="1505572" y="1247394"/>
                  </a:lnTo>
                  <a:lnTo>
                    <a:pt x="1484122" y="1308481"/>
                  </a:lnTo>
                  <a:lnTo>
                    <a:pt x="1482979" y="1311783"/>
                  </a:lnTo>
                  <a:lnTo>
                    <a:pt x="1484630" y="1315339"/>
                  </a:lnTo>
                  <a:lnTo>
                    <a:pt x="1487932" y="1316609"/>
                  </a:lnTo>
                  <a:lnTo>
                    <a:pt x="1491361" y="1317752"/>
                  </a:lnTo>
                  <a:lnTo>
                    <a:pt x="1494917" y="1315974"/>
                  </a:lnTo>
                  <a:lnTo>
                    <a:pt x="1496060" y="1312672"/>
                  </a:lnTo>
                  <a:lnTo>
                    <a:pt x="1527784" y="1222502"/>
                  </a:lnTo>
                  <a:lnTo>
                    <a:pt x="1528953" y="1219200"/>
                  </a:lnTo>
                  <a:close/>
                </a:path>
                <a:path w="1605279" h="2978150" extrusionOk="0">
                  <a:moveTo>
                    <a:pt x="1605153" y="2286000"/>
                  </a:moveTo>
                  <a:lnTo>
                    <a:pt x="1597977" y="2285111"/>
                  </a:lnTo>
                  <a:lnTo>
                    <a:pt x="1506855" y="2273808"/>
                  </a:lnTo>
                  <a:lnTo>
                    <a:pt x="1503299" y="2273427"/>
                  </a:lnTo>
                  <a:lnTo>
                    <a:pt x="1500124" y="2275840"/>
                  </a:lnTo>
                  <a:lnTo>
                    <a:pt x="1499362" y="2282825"/>
                  </a:lnTo>
                  <a:lnTo>
                    <a:pt x="1501775" y="2286000"/>
                  </a:lnTo>
                  <a:lnTo>
                    <a:pt x="1505204" y="2286381"/>
                  </a:lnTo>
                  <a:lnTo>
                    <a:pt x="1569415" y="2294394"/>
                  </a:lnTo>
                  <a:lnTo>
                    <a:pt x="2413" y="2965958"/>
                  </a:lnTo>
                  <a:lnTo>
                    <a:pt x="7493" y="2977642"/>
                  </a:lnTo>
                  <a:lnTo>
                    <a:pt x="1574457" y="2306091"/>
                  </a:lnTo>
                  <a:lnTo>
                    <a:pt x="1535938" y="2358009"/>
                  </a:lnTo>
                  <a:lnTo>
                    <a:pt x="1533906" y="2360803"/>
                  </a:lnTo>
                  <a:lnTo>
                    <a:pt x="1534414" y="2364867"/>
                  </a:lnTo>
                  <a:lnTo>
                    <a:pt x="1537335" y="2366899"/>
                  </a:lnTo>
                  <a:lnTo>
                    <a:pt x="1540129" y="2369058"/>
                  </a:lnTo>
                  <a:lnTo>
                    <a:pt x="1544066" y="2368423"/>
                  </a:lnTo>
                  <a:lnTo>
                    <a:pt x="1546225" y="2365629"/>
                  </a:lnTo>
                  <a:lnTo>
                    <a:pt x="1605153" y="2286000"/>
                  </a:lnTo>
                  <a:close/>
                </a:path>
                <a:path w="1605279" h="2978150" extrusionOk="0">
                  <a:moveTo>
                    <a:pt x="1605153" y="0"/>
                  </a:moveTo>
                  <a:lnTo>
                    <a:pt x="1513205" y="36830"/>
                  </a:lnTo>
                  <a:lnTo>
                    <a:pt x="1509903" y="38227"/>
                  </a:lnTo>
                  <a:lnTo>
                    <a:pt x="1508379" y="41910"/>
                  </a:lnTo>
                  <a:lnTo>
                    <a:pt x="1509649" y="45212"/>
                  </a:lnTo>
                  <a:lnTo>
                    <a:pt x="1510919" y="48387"/>
                  </a:lnTo>
                  <a:lnTo>
                    <a:pt x="1514729" y="50038"/>
                  </a:lnTo>
                  <a:lnTo>
                    <a:pt x="1517904" y="48641"/>
                  </a:lnTo>
                  <a:lnTo>
                    <a:pt x="1577936" y="24638"/>
                  </a:lnTo>
                  <a:lnTo>
                    <a:pt x="0" y="2053463"/>
                  </a:lnTo>
                  <a:lnTo>
                    <a:pt x="9906" y="2061337"/>
                  </a:lnTo>
                  <a:lnTo>
                    <a:pt x="1588071" y="32372"/>
                  </a:lnTo>
                  <a:lnTo>
                    <a:pt x="1579499" y="96520"/>
                  </a:lnTo>
                  <a:lnTo>
                    <a:pt x="1578991" y="99949"/>
                  </a:lnTo>
                  <a:lnTo>
                    <a:pt x="1581404" y="103251"/>
                  </a:lnTo>
                  <a:lnTo>
                    <a:pt x="1584833" y="103632"/>
                  </a:lnTo>
                  <a:lnTo>
                    <a:pt x="1588389" y="104140"/>
                  </a:lnTo>
                  <a:lnTo>
                    <a:pt x="1591564" y="101727"/>
                  </a:lnTo>
                  <a:lnTo>
                    <a:pt x="1592072" y="98171"/>
                  </a:lnTo>
                  <a:lnTo>
                    <a:pt x="1604352" y="5969"/>
                  </a:lnTo>
                  <a:lnTo>
                    <a:pt x="1605153" y="0"/>
                  </a:lnTo>
                  <a:close/>
                </a:path>
              </a:pathLst>
            </a:custGeom>
            <a:solidFill>
              <a:srgbClr val="0F24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64" name="Google Shape;1664;p16"/>
            <p:cNvSpPr/>
            <p:nvPr/>
          </p:nvSpPr>
          <p:spPr>
            <a:xfrm>
              <a:off x="2673984" y="5679440"/>
              <a:ext cx="1680210" cy="1224915"/>
            </a:xfrm>
            <a:custGeom>
              <a:avLst/>
              <a:gdLst/>
              <a:ahLst/>
              <a:cxnLst/>
              <a:rect l="l" t="t" r="r" b="b"/>
              <a:pathLst>
                <a:path w="1680210" h="1224915" extrusionOk="0">
                  <a:moveTo>
                    <a:pt x="1579244" y="1201343"/>
                  </a:moveTo>
                  <a:lnTo>
                    <a:pt x="1576197" y="1203883"/>
                  </a:lnTo>
                  <a:lnTo>
                    <a:pt x="1575435" y="1210868"/>
                  </a:lnTo>
                  <a:lnTo>
                    <a:pt x="1577975" y="1213980"/>
                  </a:lnTo>
                  <a:lnTo>
                    <a:pt x="1680082" y="1224292"/>
                  </a:lnTo>
                  <a:lnTo>
                    <a:pt x="1679083" y="1222019"/>
                  </a:lnTo>
                  <a:lnTo>
                    <a:pt x="1666239" y="1222019"/>
                  </a:lnTo>
                  <a:lnTo>
                    <a:pt x="1647254" y="1208210"/>
                  </a:lnTo>
                  <a:lnTo>
                    <a:pt x="1579244" y="1201343"/>
                  </a:lnTo>
                  <a:close/>
                </a:path>
                <a:path w="1680210" h="1224915" extrusionOk="0">
                  <a:moveTo>
                    <a:pt x="1647254" y="1208210"/>
                  </a:moveTo>
                  <a:lnTo>
                    <a:pt x="1666239" y="1222019"/>
                  </a:lnTo>
                  <a:lnTo>
                    <a:pt x="1668088" y="1219441"/>
                  </a:lnTo>
                  <a:lnTo>
                    <a:pt x="1664080" y="1219441"/>
                  </a:lnTo>
                  <a:lnTo>
                    <a:pt x="1659707" y="1209468"/>
                  </a:lnTo>
                  <a:lnTo>
                    <a:pt x="1647254" y="1208210"/>
                  </a:lnTo>
                  <a:close/>
                </a:path>
                <a:path w="1680210" h="1224915" extrusionOk="0">
                  <a:moveTo>
                    <a:pt x="1635125" y="1128890"/>
                  </a:moveTo>
                  <a:lnTo>
                    <a:pt x="1631708" y="1130350"/>
                  </a:lnTo>
                  <a:lnTo>
                    <a:pt x="1628648" y="1131709"/>
                  </a:lnTo>
                  <a:lnTo>
                    <a:pt x="1627251" y="1135456"/>
                  </a:lnTo>
                  <a:lnTo>
                    <a:pt x="1654665" y="1197971"/>
                  </a:lnTo>
                  <a:lnTo>
                    <a:pt x="1673605" y="1211745"/>
                  </a:lnTo>
                  <a:lnTo>
                    <a:pt x="1666239" y="1222019"/>
                  </a:lnTo>
                  <a:lnTo>
                    <a:pt x="1679083" y="1222019"/>
                  </a:lnTo>
                  <a:lnTo>
                    <a:pt x="1640204" y="1133563"/>
                  </a:lnTo>
                  <a:lnTo>
                    <a:pt x="1638807" y="1130350"/>
                  </a:lnTo>
                  <a:lnTo>
                    <a:pt x="1635125" y="1128890"/>
                  </a:lnTo>
                  <a:close/>
                </a:path>
                <a:path w="1680210" h="1224915" extrusionOk="0">
                  <a:moveTo>
                    <a:pt x="1659707" y="1209468"/>
                  </a:moveTo>
                  <a:lnTo>
                    <a:pt x="1664080" y="1219441"/>
                  </a:lnTo>
                  <a:lnTo>
                    <a:pt x="1670557" y="1210564"/>
                  </a:lnTo>
                  <a:lnTo>
                    <a:pt x="1659707" y="1209468"/>
                  </a:lnTo>
                  <a:close/>
                </a:path>
                <a:path w="1680210" h="1224915" extrusionOk="0">
                  <a:moveTo>
                    <a:pt x="1654665" y="1197971"/>
                  </a:moveTo>
                  <a:lnTo>
                    <a:pt x="1659707" y="1209468"/>
                  </a:lnTo>
                  <a:lnTo>
                    <a:pt x="1670557" y="1210564"/>
                  </a:lnTo>
                  <a:lnTo>
                    <a:pt x="1664080" y="1219441"/>
                  </a:lnTo>
                  <a:lnTo>
                    <a:pt x="1668088" y="1219441"/>
                  </a:lnTo>
                  <a:lnTo>
                    <a:pt x="1673605" y="1211745"/>
                  </a:lnTo>
                  <a:lnTo>
                    <a:pt x="1654665" y="1197971"/>
                  </a:lnTo>
                  <a:close/>
                </a:path>
                <a:path w="1680210" h="1224915" extrusionOk="0">
                  <a:moveTo>
                    <a:pt x="7365" y="0"/>
                  </a:moveTo>
                  <a:lnTo>
                    <a:pt x="0" y="10160"/>
                  </a:lnTo>
                  <a:lnTo>
                    <a:pt x="1647254" y="1208210"/>
                  </a:lnTo>
                  <a:lnTo>
                    <a:pt x="1659707" y="1209468"/>
                  </a:lnTo>
                  <a:lnTo>
                    <a:pt x="1654665" y="1197971"/>
                  </a:lnTo>
                  <a:lnTo>
                    <a:pt x="7365" y="0"/>
                  </a:lnTo>
                  <a:close/>
                </a:path>
              </a:pathLst>
            </a:custGeom>
            <a:solidFill>
              <a:srgbClr val="0F24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graphicFrame>
        <p:nvGraphicFramePr>
          <p:cNvPr id="1665" name="Google Shape;1665;p16"/>
          <p:cNvGraphicFramePr/>
          <p:nvPr/>
        </p:nvGraphicFramePr>
        <p:xfrm>
          <a:off x="5466803" y="4596184"/>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87325"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l=</a:t>
                      </a:r>
                      <a:r>
                        <a:rPr lang="en-US" sz="1600" u="none" strike="noStrike" cap="none">
                          <a:solidFill>
                            <a:srgbClr val="C00000"/>
                          </a:solidFill>
                          <a:latin typeface="Arial"/>
                          <a:ea typeface="Arial"/>
                          <a:cs typeface="Arial"/>
                          <a:sym typeface="Arial"/>
                        </a:rPr>
                        <a:t>3</a:t>
                      </a:r>
                      <a:endParaRPr sz="1600" u="none" strike="noStrike" cap="none">
                        <a:latin typeface="Arial"/>
                        <a:ea typeface="Arial"/>
                        <a:cs typeface="Arial"/>
                        <a:sym typeface="Arial"/>
                      </a:endParaRPr>
                    </a:p>
                  </a:txBody>
                  <a:tcPr marL="0" marR="0" marT="443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1235</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666" name="Google Shape;1666;p16"/>
          <p:cNvSpPr/>
          <p:nvPr/>
        </p:nvSpPr>
        <p:spPr>
          <a:xfrm>
            <a:off x="8236894" y="802230"/>
            <a:ext cx="69098" cy="483688"/>
          </a:xfrm>
          <a:custGeom>
            <a:avLst/>
            <a:gdLst/>
            <a:ahLst/>
            <a:cxnLst/>
            <a:rect l="l" t="t" r="r" b="b"/>
            <a:pathLst>
              <a:path w="76200" h="533400" extrusionOk="0">
                <a:moveTo>
                  <a:pt x="57150" y="0"/>
                </a:moveTo>
                <a:lnTo>
                  <a:pt x="19050" y="0"/>
                </a:lnTo>
                <a:lnTo>
                  <a:pt x="19050" y="495299"/>
                </a:lnTo>
                <a:lnTo>
                  <a:pt x="0" y="495299"/>
                </a:lnTo>
                <a:lnTo>
                  <a:pt x="38100" y="533399"/>
                </a:lnTo>
                <a:lnTo>
                  <a:pt x="76200" y="495299"/>
                </a:lnTo>
                <a:lnTo>
                  <a:pt x="57150" y="495299"/>
                </a:lnTo>
                <a:lnTo>
                  <a:pt x="57150" y="0"/>
                </a:lnTo>
                <a:close/>
              </a:path>
            </a:pathLst>
          </a:custGeom>
          <a:solidFill>
            <a:srgbClr val="25252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aphicFrame>
        <p:nvGraphicFramePr>
          <p:cNvPr id="1667" name="Google Shape;1667;p16"/>
          <p:cNvGraphicFramePr/>
          <p:nvPr/>
        </p:nvGraphicFramePr>
        <p:xfrm>
          <a:off x="1942908" y="242074"/>
          <a:ext cx="7946400" cy="1001925"/>
        </p:xfrm>
        <a:graphic>
          <a:graphicData uri="http://schemas.openxmlformats.org/drawingml/2006/table">
            <a:tbl>
              <a:tblPr firstRow="1" bandRow="1">
                <a:noFill/>
                <a:tableStyleId>{B5A5B32E-2F8E-4EB1-B198-1ED1FC871F6B}</a:tableStyleId>
              </a:tblPr>
              <a:tblGrid>
                <a:gridCol w="662200"/>
                <a:gridCol w="662200"/>
                <a:gridCol w="662200"/>
                <a:gridCol w="662200"/>
                <a:gridCol w="662200"/>
                <a:gridCol w="662200"/>
                <a:gridCol w="662200"/>
                <a:gridCol w="662200"/>
                <a:gridCol w="644350"/>
                <a:gridCol w="380625"/>
                <a:gridCol w="310375"/>
                <a:gridCol w="651250"/>
                <a:gridCol w="662200"/>
              </a:tblGrid>
              <a:tr h="552775">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9050" cap="flat" cmpd="sng">
                      <a:solidFill>
                        <a:srgbClr val="1F487C"/>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gridSpan="2">
                  <a:txBody>
                    <a:bodyPr/>
                    <a:lstStyle/>
                    <a:p>
                      <a:pPr marL="128270"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9050" cap="flat" cmpd="sng">
                      <a:solidFill>
                        <a:srgbClr val="1F487C"/>
                      </a:solidFill>
                      <a:prstDash val="solid"/>
                      <a:round/>
                      <a:headEnd type="none" w="sm" len="sm"/>
                      <a:tailEnd type="none" w="sm" len="sm"/>
                    </a:lnR>
                    <a:lnT w="19050" cap="flat" cmpd="sng">
                      <a:solidFill>
                        <a:srgbClr val="1F487C"/>
                      </a:solidFill>
                      <a:prstDash val="solid"/>
                      <a:round/>
                      <a:headEnd type="none" w="sm" len="sm"/>
                      <a:tailEnd type="none" w="sm" len="sm"/>
                    </a:lnT>
                    <a:lnB w="12700" cap="flat" cmpd="sng">
                      <a:solidFill>
                        <a:srgbClr val="7E7E7E"/>
                      </a:solidFill>
                      <a:prstDash val="solid"/>
                      <a:round/>
                      <a:headEnd type="none" w="sm" len="sm"/>
                      <a:tailEnd type="none" w="sm" len="sm"/>
                    </a:lnB>
                    <a:solidFill>
                      <a:srgbClr val="FFFF79"/>
                    </a:solidFill>
                  </a:tcPr>
                </a:tc>
                <a:tc hMerge="1">
                  <a:txBody>
                    <a:bodyPr/>
                    <a:lstStyle/>
                    <a:p>
                      <a:endParaRPr lang="en-US"/>
                    </a:p>
                  </a:txBody>
                  <a:tcPr/>
                </a:tc>
                <a:tc>
                  <a:txBody>
                    <a:bodyPr/>
                    <a:lstStyle/>
                    <a:p>
                      <a:pPr marL="100330" marR="0" lvl="0" indent="0" algn="l" rtl="0">
                        <a:lnSpc>
                          <a:spcPct val="100000"/>
                        </a:lnSpc>
                        <a:spcBef>
                          <a:spcPts val="0"/>
                        </a:spcBef>
                        <a:spcAft>
                          <a:spcPts val="0"/>
                        </a:spcAft>
                        <a:buNone/>
                      </a:pPr>
                      <a:r>
                        <a:rPr lang="en-US" sz="1600" u="none" strike="noStrike" cap="none">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28575"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28575" cap="flat" cmpd="sng">
                      <a:solidFill>
                        <a:srgbClr val="7E7E7E"/>
                      </a:solidFill>
                      <a:prstDash val="solid"/>
                      <a:round/>
                      <a:headEnd type="none" w="sm" len="sm"/>
                      <a:tailEnd type="none" w="sm" len="sm"/>
                    </a:lnB>
                    <a:solidFill>
                      <a:srgbClr val="E8E8E8"/>
                    </a:solidFill>
                  </a:tcPr>
                </a:tc>
              </a:tr>
              <a:tr h="449150">
                <a:tc gridSpan="10">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R w="102100" cap="flat" cmpd="sng">
                      <a:solidFill>
                        <a:srgbClr val="252525"/>
                      </a:solidFill>
                      <a:prstDash val="solid"/>
                      <a:round/>
                      <a:headEnd type="none" w="sm" len="sm"/>
                      <a:tailEnd type="none" w="sm" len="sm"/>
                    </a:lnR>
                    <a:lnT w="12700" cap="flat" cmpd="sng">
                      <a:solidFill>
                        <a:srgbClr val="7E7E7E"/>
                      </a:solidFill>
                      <a:prstDash val="solid"/>
                      <a:round/>
                      <a:headEnd type="none" w="sm" len="sm"/>
                      <a:tailEnd type="none" w="sm" len="sm"/>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02100" cap="flat" cmpd="sng">
                      <a:solidFill>
                        <a:srgbClr val="252525"/>
                      </a:solidFill>
                      <a:prstDash val="solid"/>
                      <a:round/>
                      <a:headEnd type="none" w="sm" len="sm"/>
                      <a:tailEnd type="none" w="sm" len="sm"/>
                    </a:lnL>
                    <a:lnT w="28575" cap="flat" cmpd="sng">
                      <a:solidFill>
                        <a:srgbClr val="7E7E7E"/>
                      </a:solidFill>
                      <a:prstDash val="solid"/>
                      <a:round/>
                      <a:headEnd type="none" w="sm" len="sm"/>
                      <a:tailEnd type="none" w="sm" len="sm"/>
                    </a:lnT>
                  </a:tcPr>
                </a:tc>
                <a:tc hMerge="1">
                  <a:txBody>
                    <a:bodyPr/>
                    <a:lstStyle/>
                    <a:p>
                      <a:endParaRPr lang="en-US"/>
                    </a:p>
                  </a:txBody>
                  <a:tcPr/>
                </a:tc>
                <a:tc hMerge="1">
                  <a:txBody>
                    <a:bodyPr/>
                    <a:lstStyle/>
                    <a:p>
                      <a:endParaRPr lang="en-US"/>
                    </a:p>
                  </a:txBody>
                  <a:tcPr/>
                </a:tc>
              </a:tr>
            </a:tbl>
          </a:graphicData>
        </a:graphic>
      </p:graphicFrame>
      <p:grpSp>
        <p:nvGrpSpPr>
          <p:cNvPr id="1668" name="Google Shape;1668;p16"/>
          <p:cNvGrpSpPr/>
          <p:nvPr/>
        </p:nvGrpSpPr>
        <p:grpSpPr>
          <a:xfrm>
            <a:off x="7614318" y="1285227"/>
            <a:ext cx="1312866" cy="345491"/>
            <a:chOff x="6716267" y="1417320"/>
            <a:chExt cx="1447800" cy="381000"/>
          </a:xfrm>
        </p:grpSpPr>
        <p:sp>
          <p:nvSpPr>
            <p:cNvPr id="1669" name="Google Shape;1669;p16"/>
            <p:cNvSpPr/>
            <p:nvPr/>
          </p:nvSpPr>
          <p:spPr>
            <a:xfrm>
              <a:off x="6716267" y="1417320"/>
              <a:ext cx="1447800" cy="381000"/>
            </a:xfrm>
            <a:custGeom>
              <a:avLst/>
              <a:gdLst/>
              <a:ahLst/>
              <a:cxnLst/>
              <a:rect l="l" t="t" r="r" b="b"/>
              <a:pathLst>
                <a:path w="1447800" h="381000" extrusionOk="0">
                  <a:moveTo>
                    <a:pt x="1447800" y="0"/>
                  </a:moveTo>
                  <a:lnTo>
                    <a:pt x="0" y="0"/>
                  </a:lnTo>
                  <a:lnTo>
                    <a:pt x="0" y="381000"/>
                  </a:lnTo>
                  <a:lnTo>
                    <a:pt x="1447800" y="381000"/>
                  </a:lnTo>
                  <a:lnTo>
                    <a:pt x="1447800" y="0"/>
                  </a:lnTo>
                  <a:close/>
                </a:path>
              </a:pathLst>
            </a:custGeom>
            <a:solidFill>
              <a:srgbClr val="FFFF7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70" name="Google Shape;1670;p16"/>
            <p:cNvSpPr/>
            <p:nvPr/>
          </p:nvSpPr>
          <p:spPr>
            <a:xfrm>
              <a:off x="6716267" y="1417320"/>
              <a:ext cx="1447800" cy="381000"/>
            </a:xfrm>
            <a:custGeom>
              <a:avLst/>
              <a:gdLst/>
              <a:ahLst/>
              <a:cxnLst/>
              <a:rect l="l" t="t" r="r" b="b"/>
              <a:pathLst>
                <a:path w="1447800" h="381000" extrusionOk="0">
                  <a:moveTo>
                    <a:pt x="0" y="381000"/>
                  </a:moveTo>
                  <a:lnTo>
                    <a:pt x="1447800" y="381000"/>
                  </a:lnTo>
                  <a:lnTo>
                    <a:pt x="1447800" y="0"/>
                  </a:lnTo>
                  <a:lnTo>
                    <a:pt x="0" y="0"/>
                  </a:lnTo>
                  <a:lnTo>
                    <a:pt x="0" y="381000"/>
                  </a:lnTo>
                  <a:close/>
                </a:path>
              </a:pathLst>
            </a:custGeom>
            <a:noFill/>
            <a:ln w="15225" cap="flat" cmpd="sng">
              <a:solidFill>
                <a:srgbClr val="1F487C"/>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671" name="Google Shape;1671;p16"/>
          <p:cNvSpPr txBox="1"/>
          <p:nvPr/>
        </p:nvSpPr>
        <p:spPr>
          <a:xfrm>
            <a:off x="7849368" y="1321274"/>
            <a:ext cx="844150" cy="262787"/>
          </a:xfrm>
          <a:prstGeom prst="rect">
            <a:avLst/>
          </a:prstGeom>
          <a:noFill/>
          <a:ln>
            <a:noFill/>
          </a:ln>
        </p:spPr>
        <p:txBody>
          <a:bodyPr spcFirstLastPara="1" wrap="square" lIns="0" tIns="11500" rIns="0" bIns="0" anchor="t" anchorCtr="0">
            <a:spAutoFit/>
          </a:bodyPr>
          <a:lstStyle/>
          <a:p>
            <a:pPr marL="11516" marR="0" lvl="0" indent="0" algn="l" rtl="0">
              <a:lnSpc>
                <a:spcPct val="100000"/>
              </a:lnSpc>
              <a:spcBef>
                <a:spcPts val="0"/>
              </a:spcBef>
              <a:spcAft>
                <a:spcPts val="0"/>
              </a:spcAft>
              <a:buNone/>
            </a:pPr>
            <a:r>
              <a:rPr lang="en-US" sz="1632" b="0" i="0" u="none" strike="noStrike" cap="none">
                <a:solidFill>
                  <a:srgbClr val="0D0D0D"/>
                </a:solidFill>
                <a:latin typeface="Verdana"/>
                <a:ea typeface="Verdana"/>
                <a:cs typeface="Verdana"/>
                <a:sym typeface="Verdana"/>
              </a:rPr>
              <a:t>1001</a:t>
            </a:r>
            <a:r>
              <a:rPr lang="en-US" sz="1632" b="1" i="0" u="sng" strike="noStrike" cap="none">
                <a:solidFill>
                  <a:srgbClr val="0D0D0D"/>
                </a:solidFill>
                <a:latin typeface="Verdana"/>
                <a:ea typeface="Verdana"/>
                <a:cs typeface="Verdana"/>
                <a:sym typeface="Verdana"/>
              </a:rPr>
              <a:t>11</a:t>
            </a:r>
            <a:endParaRPr sz="1632" b="0" i="0" u="none" strike="noStrike" cap="none">
              <a:solidFill>
                <a:srgbClr val="000000"/>
              </a:solidFill>
              <a:latin typeface="Verdana"/>
              <a:ea typeface="Verdana"/>
              <a:cs typeface="Verdana"/>
              <a:sym typeface="Verdana"/>
            </a:endParaRPr>
          </a:p>
        </p:txBody>
      </p:sp>
      <p:graphicFrame>
        <p:nvGraphicFramePr>
          <p:cNvPr id="1672" name="Google Shape;1672;p16"/>
          <p:cNvGraphicFramePr/>
          <p:nvPr/>
        </p:nvGraphicFramePr>
        <p:xfrm>
          <a:off x="2909073" y="1762005"/>
          <a:ext cx="1035900" cy="3522950"/>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a:t>
                      </a:r>
                      <a:r>
                        <a:rPr lang="en-US" sz="1500" u="none" strike="noStrike" cap="none">
                          <a:solidFill>
                            <a:srgbClr val="C00000"/>
                          </a:solidFill>
                          <a:latin typeface="Verdana"/>
                          <a:ea typeface="Verdana"/>
                          <a:cs typeface="Verdana"/>
                          <a:sym typeface="Verdana"/>
                        </a:rPr>
                        <a:t>3</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000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001</a:t>
                      </a:r>
                      <a:endParaRPr sz="1500" u="none" strike="noStrike" cap="none">
                        <a:latin typeface="Verdana"/>
                        <a:ea typeface="Verdana"/>
                        <a:cs typeface="Verdana"/>
                        <a:sym typeface="Verdana"/>
                      </a:endParaRPr>
                    </a:p>
                  </a:txBody>
                  <a:tcPr marL="0" marR="0" marT="8637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010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6750">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0</a:t>
                      </a:r>
                      <a:r>
                        <a:rPr lang="en-US" sz="1500" u="none" strike="noStrike" cap="none">
                          <a:latin typeface="Verdana"/>
                          <a:ea typeface="Verdana"/>
                          <a:cs typeface="Verdana"/>
                          <a:sym typeface="Verdana"/>
                        </a:rPr>
                        <a:t>11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101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7947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r h="414600">
                <a:tc gridSpan="2">
                  <a:txBody>
                    <a:bodyPr/>
                    <a:lstStyle/>
                    <a:p>
                      <a:pPr marL="37719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a:t>
                      </a:r>
                      <a:endParaRPr sz="1500" u="none" strike="noStrike" cap="none">
                        <a:latin typeface="Verdana"/>
                        <a:ea typeface="Verdana"/>
                        <a:cs typeface="Verdana"/>
                        <a:sym typeface="Verdana"/>
                      </a:endParaRPr>
                    </a:p>
                  </a:txBody>
                  <a:tcPr marL="0" marR="0" marT="96150" marB="0">
                    <a:lnL w="19050" cap="flat" cmpd="sng">
                      <a:solidFill>
                        <a:srgbClr val="A6A6A6"/>
                      </a:solidFill>
                      <a:prstDash val="solid"/>
                      <a:round/>
                      <a:headEnd type="none" w="sm" len="sm"/>
                      <a:tailEnd type="none" w="sm" len="sm"/>
                    </a:lnL>
                    <a:lnR w="19050" cap="flat" cmpd="sng">
                      <a:solidFill>
                        <a:srgbClr val="A6A6A6"/>
                      </a:solidFill>
                      <a:prstDash val="solid"/>
                      <a:round/>
                      <a:headEnd type="none" w="sm" len="sm"/>
                      <a:tailEnd type="none" w="sm" len="sm"/>
                    </a:lnR>
                    <a:lnT w="19050" cap="flat" cmpd="sng">
                      <a:solidFill>
                        <a:srgbClr val="A6A6A6"/>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bl>
          </a:graphicData>
        </a:graphic>
      </p:graphicFrame>
      <p:graphicFrame>
        <p:nvGraphicFramePr>
          <p:cNvPr id="1673" name="Google Shape;1673;p16"/>
          <p:cNvGraphicFramePr/>
          <p:nvPr/>
        </p:nvGraphicFramePr>
        <p:xfrm>
          <a:off x="5466803" y="5632658"/>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49225"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l=</a:t>
                      </a:r>
                      <a:r>
                        <a:rPr lang="en-US" sz="1600" u="none" strike="noStrike" cap="none">
                          <a:solidFill>
                            <a:srgbClr val="C00000"/>
                          </a:solidFill>
                          <a:latin typeface="Arial"/>
                          <a:ea typeface="Arial"/>
                          <a:cs typeface="Arial"/>
                          <a:sym typeface="Arial"/>
                        </a:rPr>
                        <a:t>3</a:t>
                      </a:r>
                      <a:endParaRPr sz="1600" u="none" strike="noStrike" cap="none">
                        <a:latin typeface="Arial"/>
                        <a:ea typeface="Arial"/>
                        <a:cs typeface="Arial"/>
                        <a:sym typeface="Arial"/>
                      </a:endParaRPr>
                    </a:p>
                  </a:txBody>
                  <a:tcPr marL="0" marR="0" marT="43750"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39624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8231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2" name="Date Placeholder 1"/>
          <p:cNvSpPr>
            <a:spLocks noGrp="1"/>
          </p:cNvSpPr>
          <p:nvPr>
            <p:ph type="dt" idx="10"/>
          </p:nvPr>
        </p:nvSpPr>
        <p:spPr/>
        <p:txBody>
          <a:bodyPr/>
          <a:lstStyle/>
          <a:p>
            <a:fld id="{5FAD0A19-E83C-4616-8554-B016E55FA7FA}"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102</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677"/>
        <p:cNvGrpSpPr/>
        <p:nvPr/>
      </p:nvGrpSpPr>
      <p:grpSpPr>
        <a:xfrm>
          <a:off x="0" y="0"/>
          <a:ext cx="0" cy="0"/>
          <a:chOff x="0" y="0"/>
          <a:chExt cx="0" cy="0"/>
        </a:xfrm>
      </p:grpSpPr>
      <p:sp>
        <p:nvSpPr>
          <p:cNvPr id="1678" name="Google Shape;1678;p22"/>
          <p:cNvSpPr txBox="1"/>
          <p:nvPr/>
        </p:nvSpPr>
        <p:spPr>
          <a:xfrm>
            <a:off x="8673135" y="415453"/>
            <a:ext cx="458927" cy="230832"/>
          </a:xfrm>
          <a:prstGeom prst="rect">
            <a:avLst/>
          </a:prstGeom>
          <a:noFill/>
          <a:ln>
            <a:noFill/>
          </a:ln>
        </p:spPr>
        <p:txBody>
          <a:bodyPr spcFirstLastPara="1" wrap="square" lIns="0" tIns="0" rIns="0" bIns="0" anchor="t" anchorCtr="0">
            <a:spAutoFit/>
          </a:bodyPr>
          <a:lstStyle/>
          <a:p>
            <a:pPr marL="0" marR="0" lvl="0" indent="0" algn="l" rtl="0">
              <a:lnSpc>
                <a:spcPct val="110539"/>
              </a:lnSpc>
              <a:spcBef>
                <a:spcPts val="0"/>
              </a:spcBef>
              <a:spcAft>
                <a:spcPts val="0"/>
              </a:spcAft>
              <a:buNone/>
            </a:pPr>
            <a:r>
              <a:rPr lang="en-US" sz="1632" b="0" i="0" u="none" strike="noStrike" cap="none">
                <a:solidFill>
                  <a:srgbClr val="000000"/>
                </a:solidFill>
                <a:latin typeface="Arial"/>
                <a:ea typeface="Arial"/>
                <a:cs typeface="Arial"/>
                <a:sym typeface="Arial"/>
              </a:rPr>
              <a:t>2222</a:t>
            </a:r>
            <a:endParaRPr sz="1632" b="0" i="0" u="none" strike="noStrike" cap="none">
              <a:solidFill>
                <a:srgbClr val="000000"/>
              </a:solidFill>
              <a:latin typeface="Arial"/>
              <a:ea typeface="Arial"/>
              <a:cs typeface="Arial"/>
              <a:sym typeface="Arial"/>
            </a:endParaRPr>
          </a:p>
        </p:txBody>
      </p:sp>
      <p:graphicFrame>
        <p:nvGraphicFramePr>
          <p:cNvPr id="1679" name="Google Shape;1679;p22"/>
          <p:cNvGraphicFramePr/>
          <p:nvPr/>
        </p:nvGraphicFramePr>
        <p:xfrm>
          <a:off x="5466803" y="1486764"/>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1212</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1456</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680" name="Google Shape;1680;p22"/>
          <p:cNvGraphicFramePr/>
          <p:nvPr/>
        </p:nvGraphicFramePr>
        <p:xfrm>
          <a:off x="5466803" y="2523237"/>
          <a:ext cx="3384075" cy="829200"/>
        </p:xfrm>
        <a:graphic>
          <a:graphicData uri="http://schemas.openxmlformats.org/drawingml/2006/table">
            <a:tbl>
              <a:tblPr firstRow="1" bandRow="1">
                <a:noFill/>
                <a:tableStyleId>{B5A5B32E-2F8E-4EB1-B198-1ED1FC871F6B}</a:tableStyleId>
              </a:tblPr>
              <a:tblGrid>
                <a:gridCol w="552200"/>
                <a:gridCol w="575825"/>
                <a:gridCol w="1128025"/>
                <a:gridCol w="112802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3333</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2345</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681" name="Google Shape;1681;p22"/>
          <p:cNvSpPr txBox="1"/>
          <p:nvPr/>
        </p:nvSpPr>
        <p:spPr>
          <a:xfrm>
            <a:off x="5589970" y="4663144"/>
            <a:ext cx="317852"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sp>
        <p:nvSpPr>
          <p:cNvPr id="1682" name="Google Shape;1682;p22"/>
          <p:cNvSpPr txBox="1"/>
          <p:nvPr/>
        </p:nvSpPr>
        <p:spPr>
          <a:xfrm>
            <a:off x="3258366" y="4585178"/>
            <a:ext cx="352401"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00000"/>
                </a:solidFill>
                <a:latin typeface="Verdana"/>
                <a:ea typeface="Verdana"/>
                <a:cs typeface="Verdana"/>
                <a:sym typeface="Verdana"/>
              </a:rPr>
              <a:t>110</a:t>
            </a:r>
            <a:endParaRPr sz="1451" b="0" i="0" u="none" strike="noStrike" cap="none">
              <a:solidFill>
                <a:srgbClr val="000000"/>
              </a:solidFill>
              <a:latin typeface="Verdana"/>
              <a:ea typeface="Verdana"/>
              <a:cs typeface="Verdana"/>
              <a:sym typeface="Verdana"/>
            </a:endParaRPr>
          </a:p>
        </p:txBody>
      </p:sp>
      <p:graphicFrame>
        <p:nvGraphicFramePr>
          <p:cNvPr id="1683" name="Google Shape;1683;p22"/>
          <p:cNvGraphicFramePr/>
          <p:nvPr/>
        </p:nvGraphicFramePr>
        <p:xfrm>
          <a:off x="5466803" y="5632658"/>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49225"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l=</a:t>
                      </a:r>
                      <a:r>
                        <a:rPr lang="en-US" sz="1600" u="none" strike="noStrike" cap="none">
                          <a:solidFill>
                            <a:srgbClr val="C00000"/>
                          </a:solidFill>
                          <a:latin typeface="Arial"/>
                          <a:ea typeface="Arial"/>
                          <a:cs typeface="Arial"/>
                          <a:sym typeface="Arial"/>
                        </a:rPr>
                        <a:t>3</a:t>
                      </a:r>
                      <a:endParaRPr sz="1600" u="none" strike="noStrike" cap="none">
                        <a:latin typeface="Arial"/>
                        <a:ea typeface="Arial"/>
                        <a:cs typeface="Arial"/>
                        <a:sym typeface="Arial"/>
                      </a:endParaRPr>
                    </a:p>
                  </a:txBody>
                  <a:tcPr marL="0" marR="0" marT="43750"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36131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8211</a:t>
                      </a:r>
                      <a:endParaRPr sz="1500" u="none" strike="noStrike" cap="none">
                        <a:latin typeface="Verdana"/>
                        <a:ea typeface="Verdana"/>
                        <a:cs typeface="Verdana"/>
                        <a:sym typeface="Verdana"/>
                      </a:endParaRPr>
                    </a:p>
                  </a:txBody>
                  <a:tcPr marL="0" marR="0" marT="13070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pSp>
        <p:nvGrpSpPr>
          <p:cNvPr id="1684" name="Google Shape;1684;p22"/>
          <p:cNvGrpSpPr/>
          <p:nvPr/>
        </p:nvGrpSpPr>
        <p:grpSpPr>
          <a:xfrm>
            <a:off x="3947621" y="2014328"/>
            <a:ext cx="1524883" cy="4246549"/>
            <a:chOff x="2672715" y="2221356"/>
            <a:chExt cx="1681607" cy="4682999"/>
          </a:xfrm>
        </p:grpSpPr>
        <p:sp>
          <p:nvSpPr>
            <p:cNvPr id="1685" name="Google Shape;1685;p22"/>
            <p:cNvSpPr/>
            <p:nvPr/>
          </p:nvSpPr>
          <p:spPr>
            <a:xfrm>
              <a:off x="2749042" y="2221356"/>
              <a:ext cx="1605280" cy="3463290"/>
            </a:xfrm>
            <a:custGeom>
              <a:avLst/>
              <a:gdLst/>
              <a:ahLst/>
              <a:cxnLst/>
              <a:rect l="l" t="t" r="r" b="b"/>
              <a:pathLst>
                <a:path w="1605279" h="3463290" extrusionOk="0">
                  <a:moveTo>
                    <a:pt x="1528826" y="3463163"/>
                  </a:moveTo>
                  <a:lnTo>
                    <a:pt x="1527886" y="3457575"/>
                  </a:lnTo>
                  <a:lnTo>
                    <a:pt x="1512443" y="3365500"/>
                  </a:lnTo>
                  <a:lnTo>
                    <a:pt x="1511808" y="3361944"/>
                  </a:lnTo>
                  <a:lnTo>
                    <a:pt x="1508506" y="3359658"/>
                  </a:lnTo>
                  <a:lnTo>
                    <a:pt x="1505077" y="3360293"/>
                  </a:lnTo>
                  <a:lnTo>
                    <a:pt x="1501648" y="3360801"/>
                  </a:lnTo>
                  <a:lnTo>
                    <a:pt x="1499235" y="3364103"/>
                  </a:lnTo>
                  <a:lnTo>
                    <a:pt x="1499870" y="3367532"/>
                  </a:lnTo>
                  <a:lnTo>
                    <a:pt x="1510576" y="3431375"/>
                  </a:lnTo>
                  <a:lnTo>
                    <a:pt x="9652" y="1630299"/>
                  </a:lnTo>
                  <a:lnTo>
                    <a:pt x="0" y="1638427"/>
                  </a:lnTo>
                  <a:lnTo>
                    <a:pt x="1500797" y="3439503"/>
                  </a:lnTo>
                  <a:lnTo>
                    <a:pt x="1440053" y="3417443"/>
                  </a:lnTo>
                  <a:lnTo>
                    <a:pt x="1436751" y="3416300"/>
                  </a:lnTo>
                  <a:lnTo>
                    <a:pt x="1433068" y="3417951"/>
                  </a:lnTo>
                  <a:lnTo>
                    <a:pt x="1431925" y="3421253"/>
                  </a:lnTo>
                  <a:lnTo>
                    <a:pt x="1430655" y="3424555"/>
                  </a:lnTo>
                  <a:lnTo>
                    <a:pt x="1432433" y="3428238"/>
                  </a:lnTo>
                  <a:lnTo>
                    <a:pt x="1435735" y="3429381"/>
                  </a:lnTo>
                  <a:lnTo>
                    <a:pt x="1528826" y="3463163"/>
                  </a:lnTo>
                  <a:close/>
                </a:path>
                <a:path w="1605279" h="3463290" extrusionOk="0">
                  <a:moveTo>
                    <a:pt x="1528826" y="2320163"/>
                  </a:moveTo>
                  <a:lnTo>
                    <a:pt x="1527886" y="2318131"/>
                  </a:lnTo>
                  <a:lnTo>
                    <a:pt x="1487297" y="2230120"/>
                  </a:lnTo>
                  <a:lnTo>
                    <a:pt x="1485900" y="2226945"/>
                  </a:lnTo>
                  <a:lnTo>
                    <a:pt x="1482090" y="2225548"/>
                  </a:lnTo>
                  <a:lnTo>
                    <a:pt x="1475740" y="2228596"/>
                  </a:lnTo>
                  <a:lnTo>
                    <a:pt x="1474343" y="2232279"/>
                  </a:lnTo>
                  <a:lnTo>
                    <a:pt x="1475867" y="2235454"/>
                  </a:lnTo>
                  <a:lnTo>
                    <a:pt x="1502841" y="2294153"/>
                  </a:lnTo>
                  <a:lnTo>
                    <a:pt x="8509" y="1248156"/>
                  </a:lnTo>
                  <a:lnTo>
                    <a:pt x="1143" y="1258570"/>
                  </a:lnTo>
                  <a:lnTo>
                    <a:pt x="1495577" y="2304643"/>
                  </a:lnTo>
                  <a:lnTo>
                    <a:pt x="1431163" y="2299335"/>
                  </a:lnTo>
                  <a:lnTo>
                    <a:pt x="1427607" y="2299081"/>
                  </a:lnTo>
                  <a:lnTo>
                    <a:pt x="1424559" y="2301621"/>
                  </a:lnTo>
                  <a:lnTo>
                    <a:pt x="1424051" y="2308606"/>
                  </a:lnTo>
                  <a:lnTo>
                    <a:pt x="1426591" y="2311654"/>
                  </a:lnTo>
                  <a:lnTo>
                    <a:pt x="1430147" y="2312035"/>
                  </a:lnTo>
                  <a:lnTo>
                    <a:pt x="1528826" y="2320163"/>
                  </a:lnTo>
                  <a:close/>
                </a:path>
                <a:path w="1605279" h="3463290" extrusionOk="0">
                  <a:moveTo>
                    <a:pt x="1528826" y="1253363"/>
                  </a:moveTo>
                  <a:lnTo>
                    <a:pt x="1461262" y="1180973"/>
                  </a:lnTo>
                  <a:lnTo>
                    <a:pt x="1458849" y="1178433"/>
                  </a:lnTo>
                  <a:lnTo>
                    <a:pt x="1454785" y="1178306"/>
                  </a:lnTo>
                  <a:lnTo>
                    <a:pt x="1452245" y="1180592"/>
                  </a:lnTo>
                  <a:lnTo>
                    <a:pt x="1449705" y="1183005"/>
                  </a:lnTo>
                  <a:lnTo>
                    <a:pt x="1449578" y="1187069"/>
                  </a:lnTo>
                  <a:lnTo>
                    <a:pt x="1451991" y="1189609"/>
                  </a:lnTo>
                  <a:lnTo>
                    <a:pt x="1496174" y="1236967"/>
                  </a:lnTo>
                  <a:lnTo>
                    <a:pt x="6604" y="790067"/>
                  </a:lnTo>
                  <a:lnTo>
                    <a:pt x="3048" y="802259"/>
                  </a:lnTo>
                  <a:lnTo>
                    <a:pt x="1492567" y="1249057"/>
                  </a:lnTo>
                  <a:lnTo>
                    <a:pt x="1429512" y="1264285"/>
                  </a:lnTo>
                  <a:lnTo>
                    <a:pt x="1426083" y="1265047"/>
                  </a:lnTo>
                  <a:lnTo>
                    <a:pt x="1424051" y="1268476"/>
                  </a:lnTo>
                  <a:lnTo>
                    <a:pt x="1424813" y="1271905"/>
                  </a:lnTo>
                  <a:lnTo>
                    <a:pt x="1425702" y="1275334"/>
                  </a:lnTo>
                  <a:lnTo>
                    <a:pt x="1429131" y="1277366"/>
                  </a:lnTo>
                  <a:lnTo>
                    <a:pt x="1432560" y="1276604"/>
                  </a:lnTo>
                  <a:lnTo>
                    <a:pt x="1518831" y="1255776"/>
                  </a:lnTo>
                  <a:lnTo>
                    <a:pt x="1528826" y="1253363"/>
                  </a:lnTo>
                  <a:close/>
                </a:path>
                <a:path w="1605279" h="3463290" extrusionOk="0">
                  <a:moveTo>
                    <a:pt x="1605026" y="34163"/>
                  </a:moveTo>
                  <a:lnTo>
                    <a:pt x="1593888" y="30226"/>
                  </a:lnTo>
                  <a:lnTo>
                    <a:pt x="1511681" y="1143"/>
                  </a:lnTo>
                  <a:lnTo>
                    <a:pt x="1508252" y="0"/>
                  </a:lnTo>
                  <a:lnTo>
                    <a:pt x="1504696" y="1651"/>
                  </a:lnTo>
                  <a:lnTo>
                    <a:pt x="1503553" y="4953"/>
                  </a:lnTo>
                  <a:lnTo>
                    <a:pt x="1502283" y="8255"/>
                  </a:lnTo>
                  <a:lnTo>
                    <a:pt x="1504061" y="11938"/>
                  </a:lnTo>
                  <a:lnTo>
                    <a:pt x="1568234" y="34645"/>
                  </a:lnTo>
                  <a:lnTo>
                    <a:pt x="3683" y="332740"/>
                  </a:lnTo>
                  <a:lnTo>
                    <a:pt x="5969" y="345186"/>
                  </a:lnTo>
                  <a:lnTo>
                    <a:pt x="1570761" y="47205"/>
                  </a:lnTo>
                  <a:lnTo>
                    <a:pt x="1521968" y="89662"/>
                  </a:lnTo>
                  <a:lnTo>
                    <a:pt x="1519301" y="91948"/>
                  </a:lnTo>
                  <a:lnTo>
                    <a:pt x="1519047" y="96012"/>
                  </a:lnTo>
                  <a:lnTo>
                    <a:pt x="1521333" y="98552"/>
                  </a:lnTo>
                  <a:lnTo>
                    <a:pt x="1523619" y="101219"/>
                  </a:lnTo>
                  <a:lnTo>
                    <a:pt x="1527683" y="101473"/>
                  </a:lnTo>
                  <a:lnTo>
                    <a:pt x="1530350" y="99187"/>
                  </a:lnTo>
                  <a:lnTo>
                    <a:pt x="1605026" y="34163"/>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86" name="Google Shape;1686;p22"/>
            <p:cNvSpPr/>
            <p:nvPr/>
          </p:nvSpPr>
          <p:spPr>
            <a:xfrm>
              <a:off x="2672715" y="2331719"/>
              <a:ext cx="1605280" cy="2978150"/>
            </a:xfrm>
            <a:custGeom>
              <a:avLst/>
              <a:gdLst/>
              <a:ahLst/>
              <a:cxnLst/>
              <a:rect l="l" t="t" r="r" b="b"/>
              <a:pathLst>
                <a:path w="1605279" h="2978150" extrusionOk="0">
                  <a:moveTo>
                    <a:pt x="1528953" y="1219200"/>
                  </a:moveTo>
                  <a:lnTo>
                    <a:pt x="1427988" y="1237234"/>
                  </a:lnTo>
                  <a:lnTo>
                    <a:pt x="1425702" y="1240536"/>
                  </a:lnTo>
                  <a:lnTo>
                    <a:pt x="1426210" y="1243965"/>
                  </a:lnTo>
                  <a:lnTo>
                    <a:pt x="1426845" y="1247394"/>
                  </a:lnTo>
                  <a:lnTo>
                    <a:pt x="1430147" y="1249680"/>
                  </a:lnTo>
                  <a:lnTo>
                    <a:pt x="1442897" y="1247394"/>
                  </a:lnTo>
                  <a:lnTo>
                    <a:pt x="1497558" y="1237640"/>
                  </a:lnTo>
                  <a:lnTo>
                    <a:pt x="889" y="2509774"/>
                  </a:lnTo>
                  <a:lnTo>
                    <a:pt x="9017" y="2519426"/>
                  </a:lnTo>
                  <a:lnTo>
                    <a:pt x="1505572" y="1247394"/>
                  </a:lnTo>
                  <a:lnTo>
                    <a:pt x="1484122" y="1308481"/>
                  </a:lnTo>
                  <a:lnTo>
                    <a:pt x="1482979" y="1311783"/>
                  </a:lnTo>
                  <a:lnTo>
                    <a:pt x="1484630" y="1315339"/>
                  </a:lnTo>
                  <a:lnTo>
                    <a:pt x="1487932" y="1316609"/>
                  </a:lnTo>
                  <a:lnTo>
                    <a:pt x="1491361" y="1317752"/>
                  </a:lnTo>
                  <a:lnTo>
                    <a:pt x="1494917" y="1315974"/>
                  </a:lnTo>
                  <a:lnTo>
                    <a:pt x="1496060" y="1312672"/>
                  </a:lnTo>
                  <a:lnTo>
                    <a:pt x="1527784" y="1222502"/>
                  </a:lnTo>
                  <a:lnTo>
                    <a:pt x="1528953" y="1219200"/>
                  </a:lnTo>
                  <a:close/>
                </a:path>
                <a:path w="1605279" h="2978150" extrusionOk="0">
                  <a:moveTo>
                    <a:pt x="1605153" y="2286000"/>
                  </a:moveTo>
                  <a:lnTo>
                    <a:pt x="1597977" y="2285111"/>
                  </a:lnTo>
                  <a:lnTo>
                    <a:pt x="1506855" y="2273808"/>
                  </a:lnTo>
                  <a:lnTo>
                    <a:pt x="1503299" y="2273427"/>
                  </a:lnTo>
                  <a:lnTo>
                    <a:pt x="1500124" y="2275840"/>
                  </a:lnTo>
                  <a:lnTo>
                    <a:pt x="1499362" y="2282825"/>
                  </a:lnTo>
                  <a:lnTo>
                    <a:pt x="1501775" y="2286000"/>
                  </a:lnTo>
                  <a:lnTo>
                    <a:pt x="1505204" y="2286381"/>
                  </a:lnTo>
                  <a:lnTo>
                    <a:pt x="1569415" y="2294394"/>
                  </a:lnTo>
                  <a:lnTo>
                    <a:pt x="2413" y="2965958"/>
                  </a:lnTo>
                  <a:lnTo>
                    <a:pt x="7493" y="2977642"/>
                  </a:lnTo>
                  <a:lnTo>
                    <a:pt x="1574457" y="2306091"/>
                  </a:lnTo>
                  <a:lnTo>
                    <a:pt x="1535938" y="2358009"/>
                  </a:lnTo>
                  <a:lnTo>
                    <a:pt x="1533906" y="2360803"/>
                  </a:lnTo>
                  <a:lnTo>
                    <a:pt x="1534414" y="2364867"/>
                  </a:lnTo>
                  <a:lnTo>
                    <a:pt x="1537335" y="2366899"/>
                  </a:lnTo>
                  <a:lnTo>
                    <a:pt x="1540129" y="2369058"/>
                  </a:lnTo>
                  <a:lnTo>
                    <a:pt x="1544066" y="2368423"/>
                  </a:lnTo>
                  <a:lnTo>
                    <a:pt x="1546225" y="2365629"/>
                  </a:lnTo>
                  <a:lnTo>
                    <a:pt x="1605153" y="2286000"/>
                  </a:lnTo>
                  <a:close/>
                </a:path>
                <a:path w="1605279" h="2978150" extrusionOk="0">
                  <a:moveTo>
                    <a:pt x="1605153" y="0"/>
                  </a:moveTo>
                  <a:lnTo>
                    <a:pt x="1513205" y="36830"/>
                  </a:lnTo>
                  <a:lnTo>
                    <a:pt x="1509903" y="38227"/>
                  </a:lnTo>
                  <a:lnTo>
                    <a:pt x="1508379" y="41910"/>
                  </a:lnTo>
                  <a:lnTo>
                    <a:pt x="1509649" y="45212"/>
                  </a:lnTo>
                  <a:lnTo>
                    <a:pt x="1510919" y="48387"/>
                  </a:lnTo>
                  <a:lnTo>
                    <a:pt x="1514729" y="50038"/>
                  </a:lnTo>
                  <a:lnTo>
                    <a:pt x="1517904" y="48641"/>
                  </a:lnTo>
                  <a:lnTo>
                    <a:pt x="1577936" y="24638"/>
                  </a:lnTo>
                  <a:lnTo>
                    <a:pt x="0" y="2053463"/>
                  </a:lnTo>
                  <a:lnTo>
                    <a:pt x="9906" y="2061337"/>
                  </a:lnTo>
                  <a:lnTo>
                    <a:pt x="1588071" y="32372"/>
                  </a:lnTo>
                  <a:lnTo>
                    <a:pt x="1579499" y="96520"/>
                  </a:lnTo>
                  <a:lnTo>
                    <a:pt x="1578991" y="99949"/>
                  </a:lnTo>
                  <a:lnTo>
                    <a:pt x="1581404" y="103251"/>
                  </a:lnTo>
                  <a:lnTo>
                    <a:pt x="1584833" y="103632"/>
                  </a:lnTo>
                  <a:lnTo>
                    <a:pt x="1588389" y="104140"/>
                  </a:lnTo>
                  <a:lnTo>
                    <a:pt x="1591564" y="101727"/>
                  </a:lnTo>
                  <a:lnTo>
                    <a:pt x="1592072" y="98171"/>
                  </a:lnTo>
                  <a:lnTo>
                    <a:pt x="1604352" y="5969"/>
                  </a:lnTo>
                  <a:lnTo>
                    <a:pt x="1605153" y="0"/>
                  </a:lnTo>
                  <a:close/>
                </a:path>
              </a:pathLst>
            </a:custGeom>
            <a:solidFill>
              <a:srgbClr val="0F24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87" name="Google Shape;1687;p22"/>
            <p:cNvSpPr/>
            <p:nvPr/>
          </p:nvSpPr>
          <p:spPr>
            <a:xfrm>
              <a:off x="2673984" y="5679440"/>
              <a:ext cx="1680210" cy="1224915"/>
            </a:xfrm>
            <a:custGeom>
              <a:avLst/>
              <a:gdLst/>
              <a:ahLst/>
              <a:cxnLst/>
              <a:rect l="l" t="t" r="r" b="b"/>
              <a:pathLst>
                <a:path w="1680210" h="1224915" extrusionOk="0">
                  <a:moveTo>
                    <a:pt x="1579244" y="1201343"/>
                  </a:moveTo>
                  <a:lnTo>
                    <a:pt x="1576197" y="1203883"/>
                  </a:lnTo>
                  <a:lnTo>
                    <a:pt x="1575435" y="1210868"/>
                  </a:lnTo>
                  <a:lnTo>
                    <a:pt x="1577975" y="1213980"/>
                  </a:lnTo>
                  <a:lnTo>
                    <a:pt x="1680082" y="1224292"/>
                  </a:lnTo>
                  <a:lnTo>
                    <a:pt x="1679083" y="1222019"/>
                  </a:lnTo>
                  <a:lnTo>
                    <a:pt x="1666239" y="1222019"/>
                  </a:lnTo>
                  <a:lnTo>
                    <a:pt x="1647254" y="1208210"/>
                  </a:lnTo>
                  <a:lnTo>
                    <a:pt x="1579244" y="1201343"/>
                  </a:lnTo>
                  <a:close/>
                </a:path>
                <a:path w="1680210" h="1224915" extrusionOk="0">
                  <a:moveTo>
                    <a:pt x="1647254" y="1208210"/>
                  </a:moveTo>
                  <a:lnTo>
                    <a:pt x="1666239" y="1222019"/>
                  </a:lnTo>
                  <a:lnTo>
                    <a:pt x="1668088" y="1219441"/>
                  </a:lnTo>
                  <a:lnTo>
                    <a:pt x="1664080" y="1219441"/>
                  </a:lnTo>
                  <a:lnTo>
                    <a:pt x="1659707" y="1209468"/>
                  </a:lnTo>
                  <a:lnTo>
                    <a:pt x="1647254" y="1208210"/>
                  </a:lnTo>
                  <a:close/>
                </a:path>
                <a:path w="1680210" h="1224915" extrusionOk="0">
                  <a:moveTo>
                    <a:pt x="1635125" y="1128890"/>
                  </a:moveTo>
                  <a:lnTo>
                    <a:pt x="1631708" y="1130350"/>
                  </a:lnTo>
                  <a:lnTo>
                    <a:pt x="1628648" y="1131709"/>
                  </a:lnTo>
                  <a:lnTo>
                    <a:pt x="1627251" y="1135456"/>
                  </a:lnTo>
                  <a:lnTo>
                    <a:pt x="1654665" y="1197971"/>
                  </a:lnTo>
                  <a:lnTo>
                    <a:pt x="1673605" y="1211745"/>
                  </a:lnTo>
                  <a:lnTo>
                    <a:pt x="1666239" y="1222019"/>
                  </a:lnTo>
                  <a:lnTo>
                    <a:pt x="1679083" y="1222019"/>
                  </a:lnTo>
                  <a:lnTo>
                    <a:pt x="1640204" y="1133563"/>
                  </a:lnTo>
                  <a:lnTo>
                    <a:pt x="1638807" y="1130350"/>
                  </a:lnTo>
                  <a:lnTo>
                    <a:pt x="1635125" y="1128890"/>
                  </a:lnTo>
                  <a:close/>
                </a:path>
                <a:path w="1680210" h="1224915" extrusionOk="0">
                  <a:moveTo>
                    <a:pt x="1659707" y="1209468"/>
                  </a:moveTo>
                  <a:lnTo>
                    <a:pt x="1664080" y="1219441"/>
                  </a:lnTo>
                  <a:lnTo>
                    <a:pt x="1670557" y="1210564"/>
                  </a:lnTo>
                  <a:lnTo>
                    <a:pt x="1659707" y="1209468"/>
                  </a:lnTo>
                  <a:close/>
                </a:path>
                <a:path w="1680210" h="1224915" extrusionOk="0">
                  <a:moveTo>
                    <a:pt x="1654665" y="1197971"/>
                  </a:moveTo>
                  <a:lnTo>
                    <a:pt x="1659707" y="1209468"/>
                  </a:lnTo>
                  <a:lnTo>
                    <a:pt x="1670557" y="1210564"/>
                  </a:lnTo>
                  <a:lnTo>
                    <a:pt x="1664080" y="1219441"/>
                  </a:lnTo>
                  <a:lnTo>
                    <a:pt x="1668088" y="1219441"/>
                  </a:lnTo>
                  <a:lnTo>
                    <a:pt x="1673605" y="1211745"/>
                  </a:lnTo>
                  <a:lnTo>
                    <a:pt x="1654665" y="1197971"/>
                  </a:lnTo>
                  <a:close/>
                </a:path>
                <a:path w="1680210" h="1224915" extrusionOk="0">
                  <a:moveTo>
                    <a:pt x="7365" y="0"/>
                  </a:moveTo>
                  <a:lnTo>
                    <a:pt x="0" y="10160"/>
                  </a:lnTo>
                  <a:lnTo>
                    <a:pt x="1647254" y="1208210"/>
                  </a:lnTo>
                  <a:lnTo>
                    <a:pt x="1659707" y="1209468"/>
                  </a:lnTo>
                  <a:lnTo>
                    <a:pt x="1654665" y="1197971"/>
                  </a:lnTo>
                  <a:lnTo>
                    <a:pt x="7365" y="0"/>
                  </a:lnTo>
                  <a:close/>
                </a:path>
              </a:pathLst>
            </a:custGeom>
            <a:solidFill>
              <a:srgbClr val="0F24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graphicFrame>
        <p:nvGraphicFramePr>
          <p:cNvPr id="1688" name="Google Shape;1688;p22"/>
          <p:cNvGraphicFramePr/>
          <p:nvPr/>
        </p:nvGraphicFramePr>
        <p:xfrm>
          <a:off x="5466803" y="4596184"/>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87325"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l=</a:t>
                      </a:r>
                      <a:r>
                        <a:rPr lang="en-US" sz="1600" u="none" strike="noStrike" cap="none">
                          <a:solidFill>
                            <a:srgbClr val="C00000"/>
                          </a:solidFill>
                          <a:latin typeface="Arial"/>
                          <a:ea typeface="Arial"/>
                          <a:cs typeface="Arial"/>
                          <a:sym typeface="Arial"/>
                        </a:rPr>
                        <a:t>3</a:t>
                      </a:r>
                      <a:endParaRPr sz="1600" u="none" strike="noStrike" cap="none">
                        <a:latin typeface="Arial"/>
                        <a:ea typeface="Arial"/>
                        <a:cs typeface="Arial"/>
                        <a:sym typeface="Arial"/>
                      </a:endParaRPr>
                    </a:p>
                  </a:txBody>
                  <a:tcPr marL="0" marR="0" marT="443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1235</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689" name="Google Shape;1689;p22"/>
          <p:cNvSpPr/>
          <p:nvPr/>
        </p:nvSpPr>
        <p:spPr>
          <a:xfrm>
            <a:off x="8927876" y="802230"/>
            <a:ext cx="69098" cy="483688"/>
          </a:xfrm>
          <a:custGeom>
            <a:avLst/>
            <a:gdLst/>
            <a:ahLst/>
            <a:cxnLst/>
            <a:rect l="l" t="t" r="r" b="b"/>
            <a:pathLst>
              <a:path w="76200" h="533400" extrusionOk="0">
                <a:moveTo>
                  <a:pt x="57150" y="0"/>
                </a:moveTo>
                <a:lnTo>
                  <a:pt x="19050" y="0"/>
                </a:lnTo>
                <a:lnTo>
                  <a:pt x="19050" y="495299"/>
                </a:lnTo>
                <a:lnTo>
                  <a:pt x="0" y="495299"/>
                </a:lnTo>
                <a:lnTo>
                  <a:pt x="38100" y="533399"/>
                </a:lnTo>
                <a:lnTo>
                  <a:pt x="76200" y="495299"/>
                </a:lnTo>
                <a:lnTo>
                  <a:pt x="57150" y="495299"/>
                </a:lnTo>
                <a:lnTo>
                  <a:pt x="57150" y="0"/>
                </a:lnTo>
                <a:close/>
              </a:path>
            </a:pathLst>
          </a:custGeom>
          <a:solidFill>
            <a:srgbClr val="25252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aphicFrame>
        <p:nvGraphicFramePr>
          <p:cNvPr id="1690" name="Google Shape;1690;p22"/>
          <p:cNvGraphicFramePr/>
          <p:nvPr/>
        </p:nvGraphicFramePr>
        <p:xfrm>
          <a:off x="1942908" y="242074"/>
          <a:ext cx="7946950" cy="1001925"/>
        </p:xfrm>
        <a:graphic>
          <a:graphicData uri="http://schemas.openxmlformats.org/drawingml/2006/table">
            <a:tbl>
              <a:tblPr firstRow="1" bandRow="1">
                <a:noFill/>
                <a:tableStyleId>{B5A5B32E-2F8E-4EB1-B198-1ED1FC871F6B}</a:tableStyleId>
              </a:tblPr>
              <a:tblGrid>
                <a:gridCol w="662200"/>
                <a:gridCol w="662200"/>
                <a:gridCol w="662200"/>
                <a:gridCol w="662200"/>
                <a:gridCol w="662200"/>
                <a:gridCol w="662200"/>
                <a:gridCol w="662200"/>
                <a:gridCol w="662200"/>
                <a:gridCol w="662200"/>
                <a:gridCol w="668525"/>
                <a:gridCol w="385800"/>
                <a:gridCol w="310375"/>
                <a:gridCol w="622450"/>
              </a:tblGrid>
              <a:tr h="552775">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28575" cap="flat" cmpd="sng">
                      <a:solidFill>
                        <a:srgbClr val="1F487C"/>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gridSpan="2">
                  <a:txBody>
                    <a:bodyPr/>
                    <a:lstStyle/>
                    <a:p>
                      <a:pPr marL="133985"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28575" cap="flat" cmpd="sng">
                      <a:solidFill>
                        <a:srgbClr val="1F487C"/>
                      </a:solidFill>
                      <a:prstDash val="solid"/>
                      <a:round/>
                      <a:headEnd type="none" w="sm" len="sm"/>
                      <a:tailEnd type="none" w="sm" len="sm"/>
                    </a:lnL>
                    <a:lnR w="19050" cap="flat" cmpd="sng">
                      <a:solidFill>
                        <a:srgbClr val="1F487C"/>
                      </a:solidFill>
                      <a:prstDash val="solid"/>
                      <a:round/>
                      <a:headEnd type="none" w="sm" len="sm"/>
                      <a:tailEnd type="none" w="sm" len="sm"/>
                    </a:lnR>
                    <a:lnT w="19050" cap="flat" cmpd="sng">
                      <a:solidFill>
                        <a:srgbClr val="1F487C"/>
                      </a:solidFill>
                      <a:prstDash val="solid"/>
                      <a:round/>
                      <a:headEnd type="none" w="sm" len="sm"/>
                      <a:tailEnd type="none" w="sm" len="sm"/>
                    </a:lnT>
                    <a:lnB w="12700" cap="flat" cmpd="sng">
                      <a:solidFill>
                        <a:srgbClr val="7E7E7E"/>
                      </a:solidFill>
                      <a:prstDash val="solid"/>
                      <a:round/>
                      <a:headEnd type="none" w="sm" len="sm"/>
                      <a:tailEnd type="none" w="sm" len="sm"/>
                    </a:lnB>
                    <a:solidFill>
                      <a:srgbClr val="FFFF79"/>
                    </a:solidFill>
                  </a:tcPr>
                </a:tc>
                <a:tc hMerge="1">
                  <a:txBody>
                    <a:bodyPr/>
                    <a:lstStyle/>
                    <a:p>
                      <a:endParaRPr lang="en-US"/>
                    </a:p>
                  </a:txBody>
                  <a:tcPr/>
                </a:tc>
                <a:tc>
                  <a:txBody>
                    <a:bodyPr/>
                    <a:lstStyle/>
                    <a:p>
                      <a:pPr marL="68580" marR="0" lvl="0" indent="0" algn="l" rtl="0">
                        <a:lnSpc>
                          <a:spcPct val="100000"/>
                        </a:lnSpc>
                        <a:spcBef>
                          <a:spcPts val="0"/>
                        </a:spcBef>
                        <a:spcAft>
                          <a:spcPts val="0"/>
                        </a:spcAft>
                        <a:buNone/>
                      </a:pPr>
                      <a:r>
                        <a:rPr lang="en-US" sz="1600" u="none" strike="noStrike" cap="none">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28575" cap="flat" cmpd="sng">
                      <a:solidFill>
                        <a:srgbClr val="7E7E7E"/>
                      </a:solidFill>
                      <a:prstDash val="solid"/>
                      <a:round/>
                      <a:headEnd type="none" w="sm" len="sm"/>
                      <a:tailEnd type="none" w="sm" len="sm"/>
                    </a:lnB>
                    <a:solidFill>
                      <a:srgbClr val="E8E8E8"/>
                    </a:solidFill>
                  </a:tcPr>
                </a:tc>
              </a:tr>
              <a:tr h="449150">
                <a:tc gridSpan="11">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R w="102100" cap="flat" cmpd="sng">
                      <a:solidFill>
                        <a:srgbClr val="252525"/>
                      </a:solidFill>
                      <a:prstDash val="solid"/>
                      <a:round/>
                      <a:headEnd type="none" w="sm" len="sm"/>
                      <a:tailEnd type="none" w="sm" len="sm"/>
                    </a:lnR>
                    <a:lnT w="12700" cap="flat" cmpd="sng">
                      <a:solidFill>
                        <a:srgbClr val="7E7E7E"/>
                      </a:solidFill>
                      <a:prstDash val="solid"/>
                      <a:round/>
                      <a:headEnd type="none" w="sm" len="sm"/>
                      <a:tailEnd type="none" w="sm" len="sm"/>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02100" cap="flat" cmpd="sng">
                      <a:solidFill>
                        <a:srgbClr val="252525"/>
                      </a:solidFill>
                      <a:prstDash val="solid"/>
                      <a:round/>
                      <a:headEnd type="none" w="sm" len="sm"/>
                      <a:tailEnd type="none" w="sm" len="sm"/>
                    </a:lnL>
                    <a:lnT w="28575" cap="flat" cmpd="sng">
                      <a:solidFill>
                        <a:srgbClr val="7E7E7E"/>
                      </a:solidFill>
                      <a:prstDash val="solid"/>
                      <a:round/>
                      <a:headEnd type="none" w="sm" len="sm"/>
                      <a:tailEnd type="none" w="sm" len="sm"/>
                    </a:lnT>
                  </a:tcPr>
                </a:tc>
                <a:tc hMerge="1">
                  <a:txBody>
                    <a:bodyPr/>
                    <a:lstStyle/>
                    <a:p>
                      <a:endParaRPr lang="en-US"/>
                    </a:p>
                  </a:txBody>
                  <a:tcPr/>
                </a:tc>
              </a:tr>
            </a:tbl>
          </a:graphicData>
        </a:graphic>
      </p:graphicFrame>
      <p:grpSp>
        <p:nvGrpSpPr>
          <p:cNvPr id="1691" name="Google Shape;1691;p22"/>
          <p:cNvGrpSpPr/>
          <p:nvPr/>
        </p:nvGrpSpPr>
        <p:grpSpPr>
          <a:xfrm>
            <a:off x="8305300" y="1285227"/>
            <a:ext cx="1312866" cy="345491"/>
            <a:chOff x="7478267" y="1417320"/>
            <a:chExt cx="1447800" cy="381000"/>
          </a:xfrm>
        </p:grpSpPr>
        <p:sp>
          <p:nvSpPr>
            <p:cNvPr id="1692" name="Google Shape;1692;p22"/>
            <p:cNvSpPr/>
            <p:nvPr/>
          </p:nvSpPr>
          <p:spPr>
            <a:xfrm>
              <a:off x="7478267" y="1417320"/>
              <a:ext cx="1447800" cy="381000"/>
            </a:xfrm>
            <a:custGeom>
              <a:avLst/>
              <a:gdLst/>
              <a:ahLst/>
              <a:cxnLst/>
              <a:rect l="l" t="t" r="r" b="b"/>
              <a:pathLst>
                <a:path w="1447800" h="381000" extrusionOk="0">
                  <a:moveTo>
                    <a:pt x="1447800" y="0"/>
                  </a:moveTo>
                  <a:lnTo>
                    <a:pt x="0" y="0"/>
                  </a:lnTo>
                  <a:lnTo>
                    <a:pt x="0" y="381000"/>
                  </a:lnTo>
                  <a:lnTo>
                    <a:pt x="1447800" y="381000"/>
                  </a:lnTo>
                  <a:lnTo>
                    <a:pt x="1447800" y="0"/>
                  </a:lnTo>
                  <a:close/>
                </a:path>
              </a:pathLst>
            </a:custGeom>
            <a:solidFill>
              <a:srgbClr val="FFFF7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693" name="Google Shape;1693;p22"/>
            <p:cNvSpPr/>
            <p:nvPr/>
          </p:nvSpPr>
          <p:spPr>
            <a:xfrm>
              <a:off x="7478267" y="1417320"/>
              <a:ext cx="1447800" cy="381000"/>
            </a:xfrm>
            <a:custGeom>
              <a:avLst/>
              <a:gdLst/>
              <a:ahLst/>
              <a:cxnLst/>
              <a:rect l="l" t="t" r="r" b="b"/>
              <a:pathLst>
                <a:path w="1447800" h="381000" extrusionOk="0">
                  <a:moveTo>
                    <a:pt x="0" y="381000"/>
                  </a:moveTo>
                  <a:lnTo>
                    <a:pt x="1447800" y="381000"/>
                  </a:lnTo>
                  <a:lnTo>
                    <a:pt x="1447800" y="0"/>
                  </a:lnTo>
                  <a:lnTo>
                    <a:pt x="0" y="0"/>
                  </a:lnTo>
                  <a:lnTo>
                    <a:pt x="0" y="381000"/>
                  </a:lnTo>
                  <a:close/>
                </a:path>
              </a:pathLst>
            </a:custGeom>
            <a:noFill/>
            <a:ln w="15225" cap="flat" cmpd="sng">
              <a:solidFill>
                <a:srgbClr val="1F487C"/>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694" name="Google Shape;1694;p22"/>
          <p:cNvSpPr txBox="1"/>
          <p:nvPr/>
        </p:nvSpPr>
        <p:spPr>
          <a:xfrm>
            <a:off x="8540581" y="1321274"/>
            <a:ext cx="844150" cy="262787"/>
          </a:xfrm>
          <a:prstGeom prst="rect">
            <a:avLst/>
          </a:prstGeom>
          <a:noFill/>
          <a:ln>
            <a:noFill/>
          </a:ln>
        </p:spPr>
        <p:txBody>
          <a:bodyPr spcFirstLastPara="1" wrap="square" lIns="0" tIns="11500" rIns="0" bIns="0" anchor="t" anchorCtr="0">
            <a:spAutoFit/>
          </a:bodyPr>
          <a:lstStyle/>
          <a:p>
            <a:pPr marL="11516" marR="0" lvl="0" indent="0" algn="l" rtl="0">
              <a:lnSpc>
                <a:spcPct val="100000"/>
              </a:lnSpc>
              <a:spcBef>
                <a:spcPts val="0"/>
              </a:spcBef>
              <a:spcAft>
                <a:spcPts val="0"/>
              </a:spcAft>
              <a:buNone/>
            </a:pPr>
            <a:r>
              <a:rPr lang="en-US" sz="1632" b="0" i="0" u="none" strike="noStrike" cap="none">
                <a:solidFill>
                  <a:srgbClr val="0D0D0D"/>
                </a:solidFill>
                <a:latin typeface="Verdana"/>
                <a:ea typeface="Verdana"/>
                <a:cs typeface="Verdana"/>
                <a:sym typeface="Verdana"/>
              </a:rPr>
              <a:t>1011</a:t>
            </a:r>
            <a:r>
              <a:rPr lang="en-US" sz="1632" b="1" i="0" u="sng" strike="noStrike" cap="none">
                <a:solidFill>
                  <a:srgbClr val="0D0D0D"/>
                </a:solidFill>
                <a:latin typeface="Verdana"/>
                <a:ea typeface="Verdana"/>
                <a:cs typeface="Verdana"/>
                <a:sym typeface="Verdana"/>
              </a:rPr>
              <a:t>10</a:t>
            </a:r>
            <a:endParaRPr sz="1632" b="0" i="0" u="none" strike="noStrike" cap="none">
              <a:solidFill>
                <a:srgbClr val="000000"/>
              </a:solidFill>
              <a:latin typeface="Verdana"/>
              <a:ea typeface="Verdana"/>
              <a:cs typeface="Verdana"/>
              <a:sym typeface="Verdana"/>
            </a:endParaRPr>
          </a:p>
        </p:txBody>
      </p:sp>
      <p:graphicFrame>
        <p:nvGraphicFramePr>
          <p:cNvPr id="1695" name="Google Shape;1695;p22"/>
          <p:cNvGraphicFramePr/>
          <p:nvPr/>
        </p:nvGraphicFramePr>
        <p:xfrm>
          <a:off x="2909073" y="1763157"/>
          <a:ext cx="1035900" cy="3522925"/>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a:t>
                      </a:r>
                      <a:r>
                        <a:rPr lang="en-US" sz="1500" u="none" strike="noStrike" cap="none">
                          <a:solidFill>
                            <a:srgbClr val="C00000"/>
                          </a:solidFill>
                          <a:latin typeface="Verdana"/>
                          <a:ea typeface="Verdana"/>
                          <a:cs typeface="Verdana"/>
                          <a:sym typeface="Verdana"/>
                        </a:rPr>
                        <a:t>3</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000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001</a:t>
                      </a:r>
                      <a:endParaRPr sz="1500" u="none" strike="noStrike" cap="none">
                        <a:latin typeface="Verdana"/>
                        <a:ea typeface="Verdana"/>
                        <a:cs typeface="Verdana"/>
                        <a:sym typeface="Verdana"/>
                      </a:endParaRPr>
                    </a:p>
                  </a:txBody>
                  <a:tcPr marL="0" marR="0" marT="8637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010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6750">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0</a:t>
                      </a:r>
                      <a:r>
                        <a:rPr lang="en-US" sz="1500" u="none" strike="noStrike" cap="none">
                          <a:latin typeface="Verdana"/>
                          <a:ea typeface="Verdana"/>
                          <a:cs typeface="Verdana"/>
                          <a:sym typeface="Verdana"/>
                        </a:rPr>
                        <a:t>11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62200">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101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r h="422650">
                <a:tc gridSpan="2">
                  <a:txBody>
                    <a:bodyPr/>
                    <a:lstStyle/>
                    <a:p>
                      <a:pPr marL="37719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110</a:t>
                      </a:r>
                      <a:endParaRPr sz="1500" u="none" strike="noStrike" cap="none">
                        <a:latin typeface="Verdana"/>
                        <a:ea typeface="Verdana"/>
                        <a:cs typeface="Verdana"/>
                        <a:sym typeface="Verdana"/>
                      </a:endParaRPr>
                    </a:p>
                  </a:txBody>
                  <a:tcPr marL="0" marR="0" marT="96150" marB="0">
                    <a:lnL w="19050" cap="flat" cmpd="sng">
                      <a:solidFill>
                        <a:srgbClr val="A6A6A6"/>
                      </a:solidFill>
                      <a:prstDash val="solid"/>
                      <a:round/>
                      <a:headEnd type="none" w="sm" len="sm"/>
                      <a:tailEnd type="none" w="sm" len="sm"/>
                    </a:lnL>
                    <a:lnR w="19050" cap="flat" cmpd="sng">
                      <a:solidFill>
                        <a:srgbClr val="A6A6A6"/>
                      </a:solidFill>
                      <a:prstDash val="solid"/>
                      <a:round/>
                      <a:headEnd type="none" w="sm" len="sm"/>
                      <a:tailEnd type="none" w="sm" len="sm"/>
                    </a:lnR>
                    <a:lnT w="19050" cap="flat" cmpd="sng">
                      <a:solidFill>
                        <a:srgbClr val="A6A6A6"/>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r h="4065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111</a:t>
                      </a:r>
                      <a:endParaRPr sz="1500" u="none" strike="noStrike" cap="none">
                        <a:latin typeface="Verdana"/>
                        <a:ea typeface="Verdana"/>
                        <a:cs typeface="Verdana"/>
                        <a:sym typeface="Verdana"/>
                      </a:endParaRPr>
                    </a:p>
                  </a:txBody>
                  <a:tcPr marL="0" marR="0" marT="961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9050" cap="flat" cmpd="sng">
                      <a:solidFill>
                        <a:srgbClr val="A6A6A6"/>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bl>
          </a:graphicData>
        </a:graphic>
      </p:graphicFrame>
      <p:graphicFrame>
        <p:nvGraphicFramePr>
          <p:cNvPr id="1696" name="Google Shape;1696;p22"/>
          <p:cNvGraphicFramePr/>
          <p:nvPr/>
        </p:nvGraphicFramePr>
        <p:xfrm>
          <a:off x="5466803" y="3559711"/>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2378</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2134</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32004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2222</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2" name="Date Placeholder 1"/>
          <p:cNvSpPr>
            <a:spLocks noGrp="1"/>
          </p:cNvSpPr>
          <p:nvPr>
            <p:ph type="dt" idx="10"/>
          </p:nvPr>
        </p:nvSpPr>
        <p:spPr/>
        <p:txBody>
          <a:bodyPr/>
          <a:lstStyle/>
          <a:p>
            <a:fld id="{5DA44C1F-E6FB-48C8-92C0-94169FFE43CA}"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103</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700"/>
        <p:cNvGrpSpPr/>
        <p:nvPr/>
      </p:nvGrpSpPr>
      <p:grpSpPr>
        <a:xfrm>
          <a:off x="0" y="0"/>
          <a:ext cx="0" cy="0"/>
          <a:chOff x="0" y="0"/>
          <a:chExt cx="0" cy="0"/>
        </a:xfrm>
      </p:grpSpPr>
      <p:sp>
        <p:nvSpPr>
          <p:cNvPr id="1701" name="Google Shape;1701;p23"/>
          <p:cNvSpPr txBox="1"/>
          <p:nvPr/>
        </p:nvSpPr>
        <p:spPr>
          <a:xfrm>
            <a:off x="9335440" y="415453"/>
            <a:ext cx="458927" cy="230832"/>
          </a:xfrm>
          <a:prstGeom prst="rect">
            <a:avLst/>
          </a:prstGeom>
          <a:noFill/>
          <a:ln>
            <a:noFill/>
          </a:ln>
        </p:spPr>
        <p:txBody>
          <a:bodyPr spcFirstLastPara="1" wrap="square" lIns="0" tIns="0" rIns="0" bIns="0" anchor="t" anchorCtr="0">
            <a:spAutoFit/>
          </a:bodyPr>
          <a:lstStyle/>
          <a:p>
            <a:pPr marL="0" marR="0" lvl="0" indent="0" algn="l" rtl="0">
              <a:lnSpc>
                <a:spcPct val="110539"/>
              </a:lnSpc>
              <a:spcBef>
                <a:spcPts val="0"/>
              </a:spcBef>
              <a:spcAft>
                <a:spcPts val="0"/>
              </a:spcAft>
              <a:buNone/>
            </a:pPr>
            <a:r>
              <a:rPr lang="en-US" sz="1632" b="0" i="0" u="none" strike="noStrike" cap="none">
                <a:solidFill>
                  <a:srgbClr val="000000"/>
                </a:solidFill>
                <a:latin typeface="Arial"/>
                <a:ea typeface="Arial"/>
                <a:cs typeface="Arial"/>
                <a:sym typeface="Arial"/>
              </a:rPr>
              <a:t>9999</a:t>
            </a:r>
            <a:endParaRPr sz="1632" b="0" i="0" u="none" strike="noStrike" cap="none">
              <a:solidFill>
                <a:srgbClr val="000000"/>
              </a:solidFill>
              <a:latin typeface="Arial"/>
              <a:ea typeface="Arial"/>
              <a:cs typeface="Arial"/>
              <a:sym typeface="Arial"/>
            </a:endParaRPr>
          </a:p>
        </p:txBody>
      </p:sp>
      <p:graphicFrame>
        <p:nvGraphicFramePr>
          <p:cNvPr id="1702" name="Google Shape;1702;p23"/>
          <p:cNvGraphicFramePr/>
          <p:nvPr/>
        </p:nvGraphicFramePr>
        <p:xfrm>
          <a:off x="5466803" y="1486764"/>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1212</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1456</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703" name="Google Shape;1703;p23"/>
          <p:cNvGraphicFramePr/>
          <p:nvPr/>
        </p:nvGraphicFramePr>
        <p:xfrm>
          <a:off x="5466803" y="2523237"/>
          <a:ext cx="3384075" cy="829200"/>
        </p:xfrm>
        <a:graphic>
          <a:graphicData uri="http://schemas.openxmlformats.org/drawingml/2006/table">
            <a:tbl>
              <a:tblPr firstRow="1" bandRow="1">
                <a:noFill/>
                <a:tableStyleId>{B5A5B32E-2F8E-4EB1-B198-1ED1FC871F6B}</a:tableStyleId>
              </a:tblPr>
              <a:tblGrid>
                <a:gridCol w="552200"/>
                <a:gridCol w="575825"/>
                <a:gridCol w="1128025"/>
                <a:gridCol w="112802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3333</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385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2345</a:t>
                      </a:r>
                      <a:endParaRPr sz="1500" u="none" strike="noStrike" cap="none">
                        <a:latin typeface="Verdana"/>
                        <a:ea typeface="Verdana"/>
                        <a:cs typeface="Verdana"/>
                        <a:sym typeface="Verdana"/>
                      </a:endParaRPr>
                    </a:p>
                  </a:txBody>
                  <a:tcPr marL="0" marR="0" marT="1295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graphicFrame>
        <p:nvGraphicFramePr>
          <p:cNvPr id="1704" name="Google Shape;1704;p23"/>
          <p:cNvGraphicFramePr/>
          <p:nvPr/>
        </p:nvGraphicFramePr>
        <p:xfrm>
          <a:off x="5466803" y="3559711"/>
          <a:ext cx="3366800" cy="829200"/>
        </p:xfrm>
        <a:graphic>
          <a:graphicData uri="http://schemas.openxmlformats.org/drawingml/2006/table">
            <a:tbl>
              <a:tblPr firstRow="1" bandRow="1">
                <a:noFill/>
                <a:tableStyleId>{B5A5B32E-2F8E-4EB1-B198-1ED1FC871F6B}</a:tableStyleId>
              </a:tblPr>
              <a:tblGrid>
                <a:gridCol w="552200"/>
                <a:gridCol w="570050"/>
                <a:gridCol w="1122275"/>
                <a:gridCol w="1122275"/>
              </a:tblGrid>
              <a:tr h="345500">
                <a:tc>
                  <a:txBody>
                    <a:bodyPr/>
                    <a:lstStyle/>
                    <a:p>
                      <a:pPr marL="128904"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l=2</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gridSpan="3">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483700">
                <a:tc gridSpan="2">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2378</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c>
                  <a:txBody>
                    <a:bodyPr/>
                    <a:lstStyle/>
                    <a:p>
                      <a:pPr marL="36068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2134</a:t>
                      </a:r>
                      <a:endParaRPr sz="1500" u="none" strike="noStrike" cap="none">
                        <a:latin typeface="Verdana"/>
                        <a:ea typeface="Verdana"/>
                        <a:cs typeface="Verdana"/>
                        <a:sym typeface="Verdana"/>
                      </a:endParaRPr>
                    </a:p>
                  </a:txBody>
                  <a:tcPr marL="0" marR="0" marT="1301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r>
            </a:tbl>
          </a:graphicData>
        </a:graphic>
      </p:graphicFrame>
      <p:sp>
        <p:nvSpPr>
          <p:cNvPr id="1705" name="Google Shape;1705;p23"/>
          <p:cNvSpPr txBox="1"/>
          <p:nvPr/>
        </p:nvSpPr>
        <p:spPr>
          <a:xfrm>
            <a:off x="5589970" y="4663144"/>
            <a:ext cx="317852"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l=2</a:t>
            </a:r>
            <a:endParaRPr sz="1451" b="0" i="0" u="none" strike="noStrike" cap="none">
              <a:solidFill>
                <a:srgbClr val="000000"/>
              </a:solidFill>
              <a:latin typeface="Verdana"/>
              <a:ea typeface="Verdana"/>
              <a:cs typeface="Verdana"/>
              <a:sym typeface="Verdana"/>
            </a:endParaRPr>
          </a:p>
        </p:txBody>
      </p:sp>
      <p:sp>
        <p:nvSpPr>
          <p:cNvPr id="1706" name="Google Shape;1706;p23"/>
          <p:cNvSpPr txBox="1"/>
          <p:nvPr/>
        </p:nvSpPr>
        <p:spPr>
          <a:xfrm>
            <a:off x="3258366" y="4982608"/>
            <a:ext cx="352401" cy="223848"/>
          </a:xfrm>
          <a:prstGeom prst="rect">
            <a:avLst/>
          </a:prstGeom>
          <a:noFill/>
          <a:ln>
            <a:noFill/>
          </a:ln>
        </p:spPr>
        <p:txBody>
          <a:bodyPr spcFirstLastPara="1" wrap="square" lIns="0" tIns="575" rIns="0" bIns="0" anchor="t" anchorCtr="0">
            <a:spAutoFit/>
          </a:bodyPr>
          <a:lstStyle/>
          <a:p>
            <a:pPr marL="0" marR="0" lvl="0" indent="0" algn="l" rtl="0">
              <a:lnSpc>
                <a:spcPct val="100000"/>
              </a:lnSpc>
              <a:spcBef>
                <a:spcPts val="0"/>
              </a:spcBef>
              <a:spcAft>
                <a:spcPts val="0"/>
              </a:spcAft>
              <a:buNone/>
            </a:pPr>
            <a:r>
              <a:rPr lang="en-US" sz="1451" b="0" i="0" u="none" strike="noStrike" cap="none">
                <a:solidFill>
                  <a:srgbClr val="000000"/>
                </a:solidFill>
                <a:latin typeface="Verdana"/>
                <a:ea typeface="Verdana"/>
                <a:cs typeface="Verdana"/>
                <a:sym typeface="Verdana"/>
              </a:rPr>
              <a:t>111</a:t>
            </a:r>
            <a:endParaRPr sz="1451" b="0" i="0" u="none" strike="noStrike" cap="none">
              <a:solidFill>
                <a:srgbClr val="000000"/>
              </a:solidFill>
              <a:latin typeface="Verdana"/>
              <a:ea typeface="Verdana"/>
              <a:cs typeface="Verdana"/>
              <a:sym typeface="Verdana"/>
            </a:endParaRPr>
          </a:p>
        </p:txBody>
      </p:sp>
      <p:grpSp>
        <p:nvGrpSpPr>
          <p:cNvPr id="1707" name="Google Shape;1707;p23"/>
          <p:cNvGrpSpPr/>
          <p:nvPr/>
        </p:nvGrpSpPr>
        <p:grpSpPr>
          <a:xfrm>
            <a:off x="3947621" y="2014328"/>
            <a:ext cx="4899294" cy="3422782"/>
            <a:chOff x="2672715" y="2221356"/>
            <a:chExt cx="5402833" cy="3774568"/>
          </a:xfrm>
        </p:grpSpPr>
        <p:sp>
          <p:nvSpPr>
            <p:cNvPr id="1708" name="Google Shape;1708;p23"/>
            <p:cNvSpPr/>
            <p:nvPr/>
          </p:nvSpPr>
          <p:spPr>
            <a:xfrm>
              <a:off x="4354449" y="5456186"/>
              <a:ext cx="3714750" cy="533400"/>
            </a:xfrm>
            <a:custGeom>
              <a:avLst/>
              <a:gdLst/>
              <a:ahLst/>
              <a:cxnLst/>
              <a:rect l="l" t="t" r="r" b="b"/>
              <a:pathLst>
                <a:path w="3714750" h="533400" extrusionOk="0">
                  <a:moveTo>
                    <a:pt x="3714750" y="0"/>
                  </a:moveTo>
                  <a:lnTo>
                    <a:pt x="2476500" y="0"/>
                  </a:lnTo>
                  <a:lnTo>
                    <a:pt x="1238250" y="0"/>
                  </a:lnTo>
                  <a:lnTo>
                    <a:pt x="0" y="0"/>
                  </a:lnTo>
                  <a:lnTo>
                    <a:pt x="0" y="533387"/>
                  </a:lnTo>
                  <a:lnTo>
                    <a:pt x="1238250" y="533387"/>
                  </a:lnTo>
                  <a:lnTo>
                    <a:pt x="2476500" y="533387"/>
                  </a:lnTo>
                  <a:lnTo>
                    <a:pt x="3714750" y="533387"/>
                  </a:lnTo>
                  <a:lnTo>
                    <a:pt x="3714750" y="0"/>
                  </a:lnTo>
                  <a:close/>
                </a:path>
              </a:pathLst>
            </a:custGeom>
            <a:solidFill>
              <a:srgbClr val="E8E8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709" name="Google Shape;1709;p23"/>
            <p:cNvSpPr/>
            <p:nvPr/>
          </p:nvSpPr>
          <p:spPr>
            <a:xfrm>
              <a:off x="4348098" y="5449824"/>
              <a:ext cx="3727450" cy="546100"/>
            </a:xfrm>
            <a:custGeom>
              <a:avLst/>
              <a:gdLst/>
              <a:ahLst/>
              <a:cxnLst/>
              <a:rect l="l" t="t" r="r" b="b"/>
              <a:pathLst>
                <a:path w="3727450" h="546100" extrusionOk="0">
                  <a:moveTo>
                    <a:pt x="1244600" y="0"/>
                  </a:moveTo>
                  <a:lnTo>
                    <a:pt x="1244600" y="546100"/>
                  </a:lnTo>
                </a:path>
                <a:path w="3727450" h="546100" extrusionOk="0">
                  <a:moveTo>
                    <a:pt x="2482850" y="0"/>
                  </a:moveTo>
                  <a:lnTo>
                    <a:pt x="2482850" y="546100"/>
                  </a:lnTo>
                </a:path>
                <a:path w="3727450" h="546100" extrusionOk="0">
                  <a:moveTo>
                    <a:pt x="6350" y="0"/>
                  </a:moveTo>
                  <a:lnTo>
                    <a:pt x="6350" y="546100"/>
                  </a:lnTo>
                </a:path>
                <a:path w="3727450" h="546100" extrusionOk="0">
                  <a:moveTo>
                    <a:pt x="3721100" y="0"/>
                  </a:moveTo>
                  <a:lnTo>
                    <a:pt x="3721100" y="546100"/>
                  </a:lnTo>
                </a:path>
                <a:path w="3727450" h="546100" extrusionOk="0">
                  <a:moveTo>
                    <a:pt x="0" y="6350"/>
                  </a:moveTo>
                  <a:lnTo>
                    <a:pt x="3727450" y="6350"/>
                  </a:lnTo>
                </a:path>
                <a:path w="3727450" h="546100" extrusionOk="0">
                  <a:moveTo>
                    <a:pt x="0" y="539750"/>
                  </a:moveTo>
                  <a:lnTo>
                    <a:pt x="3727450" y="539750"/>
                  </a:lnTo>
                </a:path>
              </a:pathLst>
            </a:custGeom>
            <a:noFill/>
            <a:ln w="12700" cap="flat" cmpd="sng">
              <a:solidFill>
                <a:srgbClr val="7E7E7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710" name="Google Shape;1710;p23"/>
            <p:cNvSpPr/>
            <p:nvPr/>
          </p:nvSpPr>
          <p:spPr>
            <a:xfrm>
              <a:off x="2749042" y="2221356"/>
              <a:ext cx="1605280" cy="3463290"/>
            </a:xfrm>
            <a:custGeom>
              <a:avLst/>
              <a:gdLst/>
              <a:ahLst/>
              <a:cxnLst/>
              <a:rect l="l" t="t" r="r" b="b"/>
              <a:pathLst>
                <a:path w="1605279" h="3463290" extrusionOk="0">
                  <a:moveTo>
                    <a:pt x="1528826" y="3463163"/>
                  </a:moveTo>
                  <a:lnTo>
                    <a:pt x="1527886" y="3457575"/>
                  </a:lnTo>
                  <a:lnTo>
                    <a:pt x="1512443" y="3365500"/>
                  </a:lnTo>
                  <a:lnTo>
                    <a:pt x="1511808" y="3361944"/>
                  </a:lnTo>
                  <a:lnTo>
                    <a:pt x="1508506" y="3359658"/>
                  </a:lnTo>
                  <a:lnTo>
                    <a:pt x="1505077" y="3360293"/>
                  </a:lnTo>
                  <a:lnTo>
                    <a:pt x="1501648" y="3360801"/>
                  </a:lnTo>
                  <a:lnTo>
                    <a:pt x="1499235" y="3364103"/>
                  </a:lnTo>
                  <a:lnTo>
                    <a:pt x="1499870" y="3367532"/>
                  </a:lnTo>
                  <a:lnTo>
                    <a:pt x="1510576" y="3431375"/>
                  </a:lnTo>
                  <a:lnTo>
                    <a:pt x="9652" y="1630299"/>
                  </a:lnTo>
                  <a:lnTo>
                    <a:pt x="0" y="1638427"/>
                  </a:lnTo>
                  <a:lnTo>
                    <a:pt x="1500797" y="3439503"/>
                  </a:lnTo>
                  <a:lnTo>
                    <a:pt x="1440053" y="3417443"/>
                  </a:lnTo>
                  <a:lnTo>
                    <a:pt x="1436751" y="3416300"/>
                  </a:lnTo>
                  <a:lnTo>
                    <a:pt x="1433068" y="3417951"/>
                  </a:lnTo>
                  <a:lnTo>
                    <a:pt x="1431925" y="3421253"/>
                  </a:lnTo>
                  <a:lnTo>
                    <a:pt x="1430655" y="3424555"/>
                  </a:lnTo>
                  <a:lnTo>
                    <a:pt x="1432433" y="3428238"/>
                  </a:lnTo>
                  <a:lnTo>
                    <a:pt x="1435735" y="3429381"/>
                  </a:lnTo>
                  <a:lnTo>
                    <a:pt x="1528826" y="3463163"/>
                  </a:lnTo>
                  <a:close/>
                </a:path>
                <a:path w="1605279" h="3463290" extrusionOk="0">
                  <a:moveTo>
                    <a:pt x="1528826" y="2320163"/>
                  </a:moveTo>
                  <a:lnTo>
                    <a:pt x="1527886" y="2318131"/>
                  </a:lnTo>
                  <a:lnTo>
                    <a:pt x="1487297" y="2230120"/>
                  </a:lnTo>
                  <a:lnTo>
                    <a:pt x="1485900" y="2226945"/>
                  </a:lnTo>
                  <a:lnTo>
                    <a:pt x="1482090" y="2225548"/>
                  </a:lnTo>
                  <a:lnTo>
                    <a:pt x="1475740" y="2228596"/>
                  </a:lnTo>
                  <a:lnTo>
                    <a:pt x="1474343" y="2232279"/>
                  </a:lnTo>
                  <a:lnTo>
                    <a:pt x="1475867" y="2235454"/>
                  </a:lnTo>
                  <a:lnTo>
                    <a:pt x="1502841" y="2294153"/>
                  </a:lnTo>
                  <a:lnTo>
                    <a:pt x="8509" y="1248156"/>
                  </a:lnTo>
                  <a:lnTo>
                    <a:pt x="1143" y="1258570"/>
                  </a:lnTo>
                  <a:lnTo>
                    <a:pt x="1495577" y="2304643"/>
                  </a:lnTo>
                  <a:lnTo>
                    <a:pt x="1431163" y="2299335"/>
                  </a:lnTo>
                  <a:lnTo>
                    <a:pt x="1427607" y="2299081"/>
                  </a:lnTo>
                  <a:lnTo>
                    <a:pt x="1424559" y="2301621"/>
                  </a:lnTo>
                  <a:lnTo>
                    <a:pt x="1424051" y="2308606"/>
                  </a:lnTo>
                  <a:lnTo>
                    <a:pt x="1426591" y="2311654"/>
                  </a:lnTo>
                  <a:lnTo>
                    <a:pt x="1430147" y="2312035"/>
                  </a:lnTo>
                  <a:lnTo>
                    <a:pt x="1528826" y="2320163"/>
                  </a:lnTo>
                  <a:close/>
                </a:path>
                <a:path w="1605279" h="3463290" extrusionOk="0">
                  <a:moveTo>
                    <a:pt x="1528826" y="1253363"/>
                  </a:moveTo>
                  <a:lnTo>
                    <a:pt x="1461262" y="1180973"/>
                  </a:lnTo>
                  <a:lnTo>
                    <a:pt x="1458849" y="1178433"/>
                  </a:lnTo>
                  <a:lnTo>
                    <a:pt x="1454785" y="1178306"/>
                  </a:lnTo>
                  <a:lnTo>
                    <a:pt x="1452245" y="1180592"/>
                  </a:lnTo>
                  <a:lnTo>
                    <a:pt x="1449705" y="1183005"/>
                  </a:lnTo>
                  <a:lnTo>
                    <a:pt x="1449578" y="1187069"/>
                  </a:lnTo>
                  <a:lnTo>
                    <a:pt x="1451991" y="1189609"/>
                  </a:lnTo>
                  <a:lnTo>
                    <a:pt x="1496174" y="1236967"/>
                  </a:lnTo>
                  <a:lnTo>
                    <a:pt x="6604" y="790067"/>
                  </a:lnTo>
                  <a:lnTo>
                    <a:pt x="3048" y="802259"/>
                  </a:lnTo>
                  <a:lnTo>
                    <a:pt x="1492567" y="1249057"/>
                  </a:lnTo>
                  <a:lnTo>
                    <a:pt x="1429512" y="1264285"/>
                  </a:lnTo>
                  <a:lnTo>
                    <a:pt x="1426083" y="1265047"/>
                  </a:lnTo>
                  <a:lnTo>
                    <a:pt x="1424051" y="1268476"/>
                  </a:lnTo>
                  <a:lnTo>
                    <a:pt x="1424813" y="1271905"/>
                  </a:lnTo>
                  <a:lnTo>
                    <a:pt x="1425702" y="1275334"/>
                  </a:lnTo>
                  <a:lnTo>
                    <a:pt x="1429131" y="1277366"/>
                  </a:lnTo>
                  <a:lnTo>
                    <a:pt x="1432560" y="1276604"/>
                  </a:lnTo>
                  <a:lnTo>
                    <a:pt x="1518831" y="1255776"/>
                  </a:lnTo>
                  <a:lnTo>
                    <a:pt x="1528826" y="1253363"/>
                  </a:lnTo>
                  <a:close/>
                </a:path>
                <a:path w="1605279" h="3463290" extrusionOk="0">
                  <a:moveTo>
                    <a:pt x="1605026" y="34163"/>
                  </a:moveTo>
                  <a:lnTo>
                    <a:pt x="1593888" y="30226"/>
                  </a:lnTo>
                  <a:lnTo>
                    <a:pt x="1511681" y="1143"/>
                  </a:lnTo>
                  <a:lnTo>
                    <a:pt x="1508252" y="0"/>
                  </a:lnTo>
                  <a:lnTo>
                    <a:pt x="1504696" y="1651"/>
                  </a:lnTo>
                  <a:lnTo>
                    <a:pt x="1503553" y="4953"/>
                  </a:lnTo>
                  <a:lnTo>
                    <a:pt x="1502283" y="8255"/>
                  </a:lnTo>
                  <a:lnTo>
                    <a:pt x="1504061" y="11938"/>
                  </a:lnTo>
                  <a:lnTo>
                    <a:pt x="1568234" y="34645"/>
                  </a:lnTo>
                  <a:lnTo>
                    <a:pt x="3683" y="332740"/>
                  </a:lnTo>
                  <a:lnTo>
                    <a:pt x="5969" y="345186"/>
                  </a:lnTo>
                  <a:lnTo>
                    <a:pt x="1570761" y="47205"/>
                  </a:lnTo>
                  <a:lnTo>
                    <a:pt x="1521968" y="89662"/>
                  </a:lnTo>
                  <a:lnTo>
                    <a:pt x="1519301" y="91948"/>
                  </a:lnTo>
                  <a:lnTo>
                    <a:pt x="1519047" y="96012"/>
                  </a:lnTo>
                  <a:lnTo>
                    <a:pt x="1521333" y="98552"/>
                  </a:lnTo>
                  <a:lnTo>
                    <a:pt x="1523619" y="101219"/>
                  </a:lnTo>
                  <a:lnTo>
                    <a:pt x="1527683" y="101473"/>
                  </a:lnTo>
                  <a:lnTo>
                    <a:pt x="1530350" y="99187"/>
                  </a:lnTo>
                  <a:lnTo>
                    <a:pt x="1605026" y="34163"/>
                  </a:lnTo>
                  <a:close/>
                </a:path>
              </a:pathLst>
            </a:custGeom>
            <a:solidFill>
              <a:srgbClr val="497DB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711" name="Google Shape;1711;p23"/>
            <p:cNvSpPr/>
            <p:nvPr/>
          </p:nvSpPr>
          <p:spPr>
            <a:xfrm>
              <a:off x="2672715" y="2331719"/>
              <a:ext cx="1605280" cy="2978150"/>
            </a:xfrm>
            <a:custGeom>
              <a:avLst/>
              <a:gdLst/>
              <a:ahLst/>
              <a:cxnLst/>
              <a:rect l="l" t="t" r="r" b="b"/>
              <a:pathLst>
                <a:path w="1605279" h="2978150" extrusionOk="0">
                  <a:moveTo>
                    <a:pt x="1528953" y="1219200"/>
                  </a:moveTo>
                  <a:lnTo>
                    <a:pt x="1427988" y="1237234"/>
                  </a:lnTo>
                  <a:lnTo>
                    <a:pt x="1425702" y="1240536"/>
                  </a:lnTo>
                  <a:lnTo>
                    <a:pt x="1426210" y="1243965"/>
                  </a:lnTo>
                  <a:lnTo>
                    <a:pt x="1426845" y="1247394"/>
                  </a:lnTo>
                  <a:lnTo>
                    <a:pt x="1430147" y="1249680"/>
                  </a:lnTo>
                  <a:lnTo>
                    <a:pt x="1442897" y="1247394"/>
                  </a:lnTo>
                  <a:lnTo>
                    <a:pt x="1497558" y="1237640"/>
                  </a:lnTo>
                  <a:lnTo>
                    <a:pt x="889" y="2509774"/>
                  </a:lnTo>
                  <a:lnTo>
                    <a:pt x="9017" y="2519426"/>
                  </a:lnTo>
                  <a:lnTo>
                    <a:pt x="1505572" y="1247394"/>
                  </a:lnTo>
                  <a:lnTo>
                    <a:pt x="1484122" y="1308481"/>
                  </a:lnTo>
                  <a:lnTo>
                    <a:pt x="1482979" y="1311783"/>
                  </a:lnTo>
                  <a:lnTo>
                    <a:pt x="1484630" y="1315339"/>
                  </a:lnTo>
                  <a:lnTo>
                    <a:pt x="1487932" y="1316609"/>
                  </a:lnTo>
                  <a:lnTo>
                    <a:pt x="1491361" y="1317752"/>
                  </a:lnTo>
                  <a:lnTo>
                    <a:pt x="1494917" y="1315974"/>
                  </a:lnTo>
                  <a:lnTo>
                    <a:pt x="1496060" y="1312672"/>
                  </a:lnTo>
                  <a:lnTo>
                    <a:pt x="1527784" y="1222502"/>
                  </a:lnTo>
                  <a:lnTo>
                    <a:pt x="1528953" y="1219200"/>
                  </a:lnTo>
                  <a:close/>
                </a:path>
                <a:path w="1605279" h="2978150" extrusionOk="0">
                  <a:moveTo>
                    <a:pt x="1605153" y="2286000"/>
                  </a:moveTo>
                  <a:lnTo>
                    <a:pt x="1597977" y="2285111"/>
                  </a:lnTo>
                  <a:lnTo>
                    <a:pt x="1506855" y="2273808"/>
                  </a:lnTo>
                  <a:lnTo>
                    <a:pt x="1503299" y="2273427"/>
                  </a:lnTo>
                  <a:lnTo>
                    <a:pt x="1500124" y="2275840"/>
                  </a:lnTo>
                  <a:lnTo>
                    <a:pt x="1499362" y="2282825"/>
                  </a:lnTo>
                  <a:lnTo>
                    <a:pt x="1501775" y="2286000"/>
                  </a:lnTo>
                  <a:lnTo>
                    <a:pt x="1505204" y="2286381"/>
                  </a:lnTo>
                  <a:lnTo>
                    <a:pt x="1569415" y="2294394"/>
                  </a:lnTo>
                  <a:lnTo>
                    <a:pt x="2413" y="2965958"/>
                  </a:lnTo>
                  <a:lnTo>
                    <a:pt x="7493" y="2977642"/>
                  </a:lnTo>
                  <a:lnTo>
                    <a:pt x="1574457" y="2306091"/>
                  </a:lnTo>
                  <a:lnTo>
                    <a:pt x="1535938" y="2358009"/>
                  </a:lnTo>
                  <a:lnTo>
                    <a:pt x="1533906" y="2360803"/>
                  </a:lnTo>
                  <a:lnTo>
                    <a:pt x="1534414" y="2364867"/>
                  </a:lnTo>
                  <a:lnTo>
                    <a:pt x="1537335" y="2366899"/>
                  </a:lnTo>
                  <a:lnTo>
                    <a:pt x="1540129" y="2369058"/>
                  </a:lnTo>
                  <a:lnTo>
                    <a:pt x="1544066" y="2368423"/>
                  </a:lnTo>
                  <a:lnTo>
                    <a:pt x="1546225" y="2365629"/>
                  </a:lnTo>
                  <a:lnTo>
                    <a:pt x="1605153" y="2286000"/>
                  </a:lnTo>
                  <a:close/>
                </a:path>
                <a:path w="1605279" h="2978150" extrusionOk="0">
                  <a:moveTo>
                    <a:pt x="1605153" y="0"/>
                  </a:moveTo>
                  <a:lnTo>
                    <a:pt x="1513205" y="36830"/>
                  </a:lnTo>
                  <a:lnTo>
                    <a:pt x="1509903" y="38227"/>
                  </a:lnTo>
                  <a:lnTo>
                    <a:pt x="1508379" y="41910"/>
                  </a:lnTo>
                  <a:lnTo>
                    <a:pt x="1509649" y="45212"/>
                  </a:lnTo>
                  <a:lnTo>
                    <a:pt x="1510919" y="48387"/>
                  </a:lnTo>
                  <a:lnTo>
                    <a:pt x="1514729" y="50038"/>
                  </a:lnTo>
                  <a:lnTo>
                    <a:pt x="1517904" y="48641"/>
                  </a:lnTo>
                  <a:lnTo>
                    <a:pt x="1577936" y="24638"/>
                  </a:lnTo>
                  <a:lnTo>
                    <a:pt x="0" y="2053463"/>
                  </a:lnTo>
                  <a:lnTo>
                    <a:pt x="9906" y="2061337"/>
                  </a:lnTo>
                  <a:lnTo>
                    <a:pt x="1588071" y="32372"/>
                  </a:lnTo>
                  <a:lnTo>
                    <a:pt x="1579499" y="96520"/>
                  </a:lnTo>
                  <a:lnTo>
                    <a:pt x="1578991" y="99949"/>
                  </a:lnTo>
                  <a:lnTo>
                    <a:pt x="1581404" y="103251"/>
                  </a:lnTo>
                  <a:lnTo>
                    <a:pt x="1584833" y="103632"/>
                  </a:lnTo>
                  <a:lnTo>
                    <a:pt x="1588389" y="104140"/>
                  </a:lnTo>
                  <a:lnTo>
                    <a:pt x="1591564" y="101727"/>
                  </a:lnTo>
                  <a:lnTo>
                    <a:pt x="1592072" y="98171"/>
                  </a:lnTo>
                  <a:lnTo>
                    <a:pt x="1604352" y="5969"/>
                  </a:lnTo>
                  <a:lnTo>
                    <a:pt x="1605153" y="0"/>
                  </a:lnTo>
                  <a:close/>
                </a:path>
              </a:pathLst>
            </a:custGeom>
            <a:solidFill>
              <a:srgbClr val="0F24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712" name="Google Shape;1712;p23"/>
          <p:cNvSpPr txBox="1"/>
          <p:nvPr/>
        </p:nvSpPr>
        <p:spPr>
          <a:xfrm>
            <a:off x="5472561" y="5984195"/>
            <a:ext cx="1123422" cy="355254"/>
          </a:xfrm>
          <a:prstGeom prst="rect">
            <a:avLst/>
          </a:prstGeom>
          <a:solidFill>
            <a:srgbClr val="E8E8E8"/>
          </a:solidFill>
          <a:ln w="12700" cap="flat" cmpd="sng">
            <a:solidFill>
              <a:srgbClr val="7E7E7E"/>
            </a:solidFill>
            <a:prstDash val="solid"/>
            <a:round/>
            <a:headEnd type="none" w="sm" len="sm"/>
            <a:tailEnd type="none" w="sm" len="sm"/>
          </a:ln>
        </p:spPr>
        <p:txBody>
          <a:bodyPr spcFirstLastPara="1" wrap="square" lIns="0" tIns="130700" rIns="0" bIns="0" anchor="t" anchorCtr="0">
            <a:spAutoFit/>
          </a:bodyPr>
          <a:lstStyle/>
          <a:p>
            <a:pPr marL="327065"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1111</a:t>
            </a:r>
            <a:endParaRPr sz="1451" b="0" i="0" u="none" strike="noStrike" cap="none">
              <a:solidFill>
                <a:srgbClr val="000000"/>
              </a:solidFill>
              <a:latin typeface="Verdana"/>
              <a:ea typeface="Verdana"/>
              <a:cs typeface="Verdana"/>
              <a:sym typeface="Verdana"/>
            </a:endParaRPr>
          </a:p>
        </p:txBody>
      </p:sp>
      <p:sp>
        <p:nvSpPr>
          <p:cNvPr id="1713" name="Google Shape;1713;p23"/>
          <p:cNvSpPr txBox="1"/>
          <p:nvPr/>
        </p:nvSpPr>
        <p:spPr>
          <a:xfrm>
            <a:off x="6595464" y="5984195"/>
            <a:ext cx="1122846" cy="355254"/>
          </a:xfrm>
          <a:prstGeom prst="rect">
            <a:avLst/>
          </a:prstGeom>
          <a:solidFill>
            <a:srgbClr val="E8E8E8"/>
          </a:solidFill>
          <a:ln w="12700" cap="flat" cmpd="sng">
            <a:solidFill>
              <a:srgbClr val="7E7E7E"/>
            </a:solidFill>
            <a:prstDash val="solid"/>
            <a:round/>
            <a:headEnd type="none" w="sm" len="sm"/>
            <a:tailEnd type="none" w="sm" len="sm"/>
          </a:ln>
        </p:spPr>
        <p:txBody>
          <a:bodyPr spcFirstLastPara="1" wrap="square" lIns="0" tIns="130700" rIns="0" bIns="0" anchor="t" anchorCtr="0">
            <a:spAutoFit/>
          </a:bodyPr>
          <a:lstStyle/>
          <a:p>
            <a:pPr marL="327065"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1111</a:t>
            </a:r>
            <a:endParaRPr sz="1451" b="0" i="0" u="none" strike="noStrike" cap="none">
              <a:solidFill>
                <a:srgbClr val="000000"/>
              </a:solidFill>
              <a:latin typeface="Verdana"/>
              <a:ea typeface="Verdana"/>
              <a:cs typeface="Verdana"/>
              <a:sym typeface="Verdana"/>
            </a:endParaRPr>
          </a:p>
        </p:txBody>
      </p:sp>
      <p:sp>
        <p:nvSpPr>
          <p:cNvPr id="1714" name="Google Shape;1714;p23"/>
          <p:cNvSpPr txBox="1"/>
          <p:nvPr/>
        </p:nvSpPr>
        <p:spPr>
          <a:xfrm>
            <a:off x="7718311" y="5984195"/>
            <a:ext cx="1122846" cy="355254"/>
          </a:xfrm>
          <a:prstGeom prst="rect">
            <a:avLst/>
          </a:prstGeom>
          <a:solidFill>
            <a:srgbClr val="E8E8E8"/>
          </a:solidFill>
          <a:ln w="12700" cap="flat" cmpd="sng">
            <a:solidFill>
              <a:srgbClr val="7E7E7E"/>
            </a:solidFill>
            <a:prstDash val="solid"/>
            <a:round/>
            <a:headEnd type="none" w="sm" len="sm"/>
            <a:tailEnd type="none" w="sm" len="sm"/>
          </a:ln>
        </p:spPr>
        <p:txBody>
          <a:bodyPr spcFirstLastPara="1" wrap="square" lIns="0" tIns="130700" rIns="0" bIns="0" anchor="t" anchorCtr="0">
            <a:spAutoFit/>
          </a:bodyPr>
          <a:lstStyle/>
          <a:p>
            <a:pPr marL="327640" marR="0" lvl="0" indent="0" algn="l" rtl="0">
              <a:lnSpc>
                <a:spcPct val="100000"/>
              </a:lnSpc>
              <a:spcBef>
                <a:spcPts val="0"/>
              </a:spcBef>
              <a:spcAft>
                <a:spcPts val="0"/>
              </a:spcAft>
              <a:buNone/>
            </a:pPr>
            <a:r>
              <a:rPr lang="en-US" sz="1451" b="0" i="0" u="none" strike="noStrike" cap="none">
                <a:solidFill>
                  <a:srgbClr val="0D0D0D"/>
                </a:solidFill>
                <a:latin typeface="Verdana"/>
                <a:ea typeface="Verdana"/>
                <a:cs typeface="Verdana"/>
                <a:sym typeface="Verdana"/>
              </a:rPr>
              <a:t>8211</a:t>
            </a:r>
            <a:endParaRPr sz="1451" b="0" i="0" u="none" strike="noStrike" cap="none">
              <a:solidFill>
                <a:srgbClr val="000000"/>
              </a:solidFill>
              <a:latin typeface="Verdana"/>
              <a:ea typeface="Verdana"/>
              <a:cs typeface="Verdana"/>
              <a:sym typeface="Verdana"/>
            </a:endParaRPr>
          </a:p>
        </p:txBody>
      </p:sp>
      <p:grpSp>
        <p:nvGrpSpPr>
          <p:cNvPr id="1715" name="Google Shape;1715;p23"/>
          <p:cNvGrpSpPr/>
          <p:nvPr/>
        </p:nvGrpSpPr>
        <p:grpSpPr>
          <a:xfrm>
            <a:off x="3948772" y="5150122"/>
            <a:ext cx="2076286" cy="1110754"/>
            <a:chOff x="2673985" y="5679440"/>
            <a:chExt cx="2289682" cy="1224915"/>
          </a:xfrm>
        </p:grpSpPr>
        <p:sp>
          <p:nvSpPr>
            <p:cNvPr id="1716" name="Google Shape;1716;p23"/>
            <p:cNvSpPr/>
            <p:nvPr/>
          </p:nvSpPr>
          <p:spPr>
            <a:xfrm>
              <a:off x="4354067" y="6217920"/>
              <a:ext cx="609600" cy="381000"/>
            </a:xfrm>
            <a:custGeom>
              <a:avLst/>
              <a:gdLst/>
              <a:ahLst/>
              <a:cxnLst/>
              <a:rect l="l" t="t" r="r" b="b"/>
              <a:pathLst>
                <a:path w="609600" h="381000" extrusionOk="0">
                  <a:moveTo>
                    <a:pt x="609600" y="0"/>
                  </a:moveTo>
                  <a:lnTo>
                    <a:pt x="0" y="0"/>
                  </a:lnTo>
                  <a:lnTo>
                    <a:pt x="0" y="381000"/>
                  </a:lnTo>
                  <a:lnTo>
                    <a:pt x="609600" y="381000"/>
                  </a:lnTo>
                  <a:lnTo>
                    <a:pt x="609600" y="0"/>
                  </a:lnTo>
                  <a:close/>
                </a:path>
              </a:pathLst>
            </a:custGeom>
            <a:solidFill>
              <a:srgbClr val="F1F1F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717" name="Google Shape;1717;p23"/>
            <p:cNvSpPr/>
            <p:nvPr/>
          </p:nvSpPr>
          <p:spPr>
            <a:xfrm>
              <a:off x="4354067" y="6217920"/>
              <a:ext cx="609600" cy="381000"/>
            </a:xfrm>
            <a:custGeom>
              <a:avLst/>
              <a:gdLst/>
              <a:ahLst/>
              <a:cxnLst/>
              <a:rect l="l" t="t" r="r" b="b"/>
              <a:pathLst>
                <a:path w="609600" h="381000" extrusionOk="0">
                  <a:moveTo>
                    <a:pt x="0" y="381000"/>
                  </a:moveTo>
                  <a:lnTo>
                    <a:pt x="609600" y="381000"/>
                  </a:lnTo>
                  <a:lnTo>
                    <a:pt x="609600" y="0"/>
                  </a:lnTo>
                  <a:lnTo>
                    <a:pt x="0" y="0"/>
                  </a:lnTo>
                  <a:lnTo>
                    <a:pt x="0" y="381000"/>
                  </a:lnTo>
                  <a:close/>
                </a:path>
              </a:pathLst>
            </a:custGeom>
            <a:noFill/>
            <a:ln w="12175" cap="flat" cmpd="sng">
              <a:solidFill>
                <a:srgbClr val="BEBEB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718" name="Google Shape;1718;p23"/>
            <p:cNvSpPr/>
            <p:nvPr/>
          </p:nvSpPr>
          <p:spPr>
            <a:xfrm>
              <a:off x="2673985" y="5679440"/>
              <a:ext cx="1680210" cy="1224915"/>
            </a:xfrm>
            <a:custGeom>
              <a:avLst/>
              <a:gdLst/>
              <a:ahLst/>
              <a:cxnLst/>
              <a:rect l="l" t="t" r="r" b="b"/>
              <a:pathLst>
                <a:path w="1680210" h="1224915" extrusionOk="0">
                  <a:moveTo>
                    <a:pt x="1579244" y="1201343"/>
                  </a:moveTo>
                  <a:lnTo>
                    <a:pt x="1576197" y="1203883"/>
                  </a:lnTo>
                  <a:lnTo>
                    <a:pt x="1575435" y="1210868"/>
                  </a:lnTo>
                  <a:lnTo>
                    <a:pt x="1577975" y="1213980"/>
                  </a:lnTo>
                  <a:lnTo>
                    <a:pt x="1680082" y="1224292"/>
                  </a:lnTo>
                  <a:lnTo>
                    <a:pt x="1679083" y="1222019"/>
                  </a:lnTo>
                  <a:lnTo>
                    <a:pt x="1666239" y="1222019"/>
                  </a:lnTo>
                  <a:lnTo>
                    <a:pt x="1647254" y="1208210"/>
                  </a:lnTo>
                  <a:lnTo>
                    <a:pt x="1579244" y="1201343"/>
                  </a:lnTo>
                  <a:close/>
                </a:path>
                <a:path w="1680210" h="1224915" extrusionOk="0">
                  <a:moveTo>
                    <a:pt x="1647254" y="1208210"/>
                  </a:moveTo>
                  <a:lnTo>
                    <a:pt x="1666239" y="1222019"/>
                  </a:lnTo>
                  <a:lnTo>
                    <a:pt x="1668088" y="1219441"/>
                  </a:lnTo>
                  <a:lnTo>
                    <a:pt x="1664080" y="1219441"/>
                  </a:lnTo>
                  <a:lnTo>
                    <a:pt x="1659707" y="1209468"/>
                  </a:lnTo>
                  <a:lnTo>
                    <a:pt x="1647254" y="1208210"/>
                  </a:lnTo>
                  <a:close/>
                </a:path>
                <a:path w="1680210" h="1224915" extrusionOk="0">
                  <a:moveTo>
                    <a:pt x="1635125" y="1128890"/>
                  </a:moveTo>
                  <a:lnTo>
                    <a:pt x="1631708" y="1130350"/>
                  </a:lnTo>
                  <a:lnTo>
                    <a:pt x="1628648" y="1131709"/>
                  </a:lnTo>
                  <a:lnTo>
                    <a:pt x="1627251" y="1135456"/>
                  </a:lnTo>
                  <a:lnTo>
                    <a:pt x="1654665" y="1197971"/>
                  </a:lnTo>
                  <a:lnTo>
                    <a:pt x="1673605" y="1211745"/>
                  </a:lnTo>
                  <a:lnTo>
                    <a:pt x="1666239" y="1222019"/>
                  </a:lnTo>
                  <a:lnTo>
                    <a:pt x="1679083" y="1222019"/>
                  </a:lnTo>
                  <a:lnTo>
                    <a:pt x="1640204" y="1133563"/>
                  </a:lnTo>
                  <a:lnTo>
                    <a:pt x="1638807" y="1130350"/>
                  </a:lnTo>
                  <a:lnTo>
                    <a:pt x="1635125" y="1128890"/>
                  </a:lnTo>
                  <a:close/>
                </a:path>
                <a:path w="1680210" h="1224915" extrusionOk="0">
                  <a:moveTo>
                    <a:pt x="1659707" y="1209468"/>
                  </a:moveTo>
                  <a:lnTo>
                    <a:pt x="1664080" y="1219441"/>
                  </a:lnTo>
                  <a:lnTo>
                    <a:pt x="1670557" y="1210564"/>
                  </a:lnTo>
                  <a:lnTo>
                    <a:pt x="1659707" y="1209468"/>
                  </a:lnTo>
                  <a:close/>
                </a:path>
                <a:path w="1680210" h="1224915" extrusionOk="0">
                  <a:moveTo>
                    <a:pt x="1654665" y="1197971"/>
                  </a:moveTo>
                  <a:lnTo>
                    <a:pt x="1659707" y="1209468"/>
                  </a:lnTo>
                  <a:lnTo>
                    <a:pt x="1670557" y="1210564"/>
                  </a:lnTo>
                  <a:lnTo>
                    <a:pt x="1664080" y="1219441"/>
                  </a:lnTo>
                  <a:lnTo>
                    <a:pt x="1668088" y="1219441"/>
                  </a:lnTo>
                  <a:lnTo>
                    <a:pt x="1673605" y="1211745"/>
                  </a:lnTo>
                  <a:lnTo>
                    <a:pt x="1654665" y="1197971"/>
                  </a:lnTo>
                  <a:close/>
                </a:path>
                <a:path w="1680210" h="1224915" extrusionOk="0">
                  <a:moveTo>
                    <a:pt x="7365" y="0"/>
                  </a:moveTo>
                  <a:lnTo>
                    <a:pt x="0" y="10160"/>
                  </a:lnTo>
                  <a:lnTo>
                    <a:pt x="1647254" y="1208210"/>
                  </a:lnTo>
                  <a:lnTo>
                    <a:pt x="1659707" y="1209468"/>
                  </a:lnTo>
                  <a:lnTo>
                    <a:pt x="1654665" y="1197971"/>
                  </a:lnTo>
                  <a:lnTo>
                    <a:pt x="7365" y="0"/>
                  </a:lnTo>
                  <a:close/>
                </a:path>
              </a:pathLst>
            </a:custGeom>
            <a:solidFill>
              <a:srgbClr val="0F24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719" name="Google Shape;1719;p23"/>
          <p:cNvSpPr txBox="1"/>
          <p:nvPr/>
        </p:nvSpPr>
        <p:spPr>
          <a:xfrm>
            <a:off x="5478089" y="5670847"/>
            <a:ext cx="541845" cy="262787"/>
          </a:xfrm>
          <a:prstGeom prst="rect">
            <a:avLst/>
          </a:prstGeom>
          <a:noFill/>
          <a:ln>
            <a:noFill/>
          </a:ln>
        </p:spPr>
        <p:txBody>
          <a:bodyPr spcFirstLastPara="1" wrap="square" lIns="0" tIns="11500" rIns="0" bIns="0" anchor="t" anchorCtr="0">
            <a:spAutoFit/>
          </a:bodyPr>
          <a:lstStyle/>
          <a:p>
            <a:pPr marL="129559" marR="0" lvl="0" indent="0" algn="l" rtl="0">
              <a:lnSpc>
                <a:spcPct val="100000"/>
              </a:lnSpc>
              <a:spcBef>
                <a:spcPts val="0"/>
              </a:spcBef>
              <a:spcAft>
                <a:spcPts val="0"/>
              </a:spcAft>
              <a:buNone/>
            </a:pPr>
            <a:r>
              <a:rPr lang="en-US" sz="1632" b="0" i="0" u="none" strike="noStrike" cap="none">
                <a:solidFill>
                  <a:srgbClr val="0D0D0D"/>
                </a:solidFill>
                <a:latin typeface="Arial"/>
                <a:ea typeface="Arial"/>
                <a:cs typeface="Arial"/>
                <a:sym typeface="Arial"/>
              </a:rPr>
              <a:t>l=</a:t>
            </a:r>
            <a:r>
              <a:rPr lang="en-US" sz="1632" b="0" i="0" u="none" strike="noStrike" cap="none">
                <a:solidFill>
                  <a:srgbClr val="C00000"/>
                </a:solidFill>
                <a:latin typeface="Arial"/>
                <a:ea typeface="Arial"/>
                <a:cs typeface="Arial"/>
                <a:sym typeface="Arial"/>
              </a:rPr>
              <a:t>3</a:t>
            </a:r>
            <a:endParaRPr sz="1632" b="0" i="0" u="none" strike="noStrike" cap="none">
              <a:solidFill>
                <a:srgbClr val="000000"/>
              </a:solidFill>
              <a:latin typeface="Arial"/>
              <a:ea typeface="Arial"/>
              <a:cs typeface="Arial"/>
              <a:sym typeface="Arial"/>
            </a:endParaRPr>
          </a:p>
        </p:txBody>
      </p:sp>
      <p:sp>
        <p:nvSpPr>
          <p:cNvPr id="1720" name="Google Shape;1720;p23"/>
          <p:cNvSpPr txBox="1"/>
          <p:nvPr/>
        </p:nvSpPr>
        <p:spPr>
          <a:xfrm>
            <a:off x="5472561" y="4601943"/>
            <a:ext cx="552786" cy="295929"/>
          </a:xfrm>
          <a:prstGeom prst="rect">
            <a:avLst/>
          </a:prstGeom>
          <a:solidFill>
            <a:srgbClr val="F1F1F1"/>
          </a:solidFill>
          <a:ln w="12175" cap="flat" cmpd="sng">
            <a:solidFill>
              <a:srgbClr val="BEBEBE"/>
            </a:solidFill>
            <a:prstDash val="solid"/>
            <a:round/>
            <a:headEnd type="none" w="sm" len="sm"/>
            <a:tailEnd type="none" w="sm" len="sm"/>
          </a:ln>
        </p:spPr>
        <p:txBody>
          <a:bodyPr spcFirstLastPara="1" wrap="square" lIns="0" tIns="44325" rIns="0" bIns="0" anchor="t" anchorCtr="0">
            <a:spAutoFit/>
          </a:bodyPr>
          <a:lstStyle/>
          <a:p>
            <a:pPr marL="169866" marR="0" lvl="0" indent="0" algn="l" rtl="0">
              <a:lnSpc>
                <a:spcPct val="100000"/>
              </a:lnSpc>
              <a:spcBef>
                <a:spcPts val="0"/>
              </a:spcBef>
              <a:spcAft>
                <a:spcPts val="0"/>
              </a:spcAft>
              <a:buNone/>
            </a:pPr>
            <a:r>
              <a:rPr lang="en-US" sz="1632" b="0" i="0" u="none" strike="noStrike" cap="none">
                <a:solidFill>
                  <a:srgbClr val="0D0D0D"/>
                </a:solidFill>
                <a:latin typeface="Arial"/>
                <a:ea typeface="Arial"/>
                <a:cs typeface="Arial"/>
                <a:sym typeface="Arial"/>
              </a:rPr>
              <a:t>l=</a:t>
            </a:r>
            <a:r>
              <a:rPr lang="en-US" sz="1632" b="0" i="0" u="none" strike="noStrike" cap="none">
                <a:solidFill>
                  <a:srgbClr val="C00000"/>
                </a:solidFill>
                <a:latin typeface="Arial"/>
                <a:ea typeface="Arial"/>
                <a:cs typeface="Arial"/>
                <a:sym typeface="Arial"/>
              </a:rPr>
              <a:t>3</a:t>
            </a:r>
            <a:endParaRPr sz="1632" b="0" i="0" u="none" strike="noStrike" cap="none">
              <a:solidFill>
                <a:srgbClr val="000000"/>
              </a:solidFill>
              <a:latin typeface="Arial"/>
              <a:ea typeface="Arial"/>
              <a:cs typeface="Arial"/>
              <a:sym typeface="Arial"/>
            </a:endParaRPr>
          </a:p>
        </p:txBody>
      </p:sp>
      <p:graphicFrame>
        <p:nvGraphicFramePr>
          <p:cNvPr id="1721" name="Google Shape;1721;p23"/>
          <p:cNvGraphicFramePr/>
          <p:nvPr/>
        </p:nvGraphicFramePr>
        <p:xfrm>
          <a:off x="2909073" y="1762005"/>
          <a:ext cx="1035900" cy="3522950"/>
        </p:xfrm>
        <a:graphic>
          <a:graphicData uri="http://schemas.openxmlformats.org/drawingml/2006/table">
            <a:tbl>
              <a:tblPr firstRow="1" bandRow="1">
                <a:noFill/>
                <a:tableStyleId>{B5A5B32E-2F8E-4EB1-B198-1ED1FC871F6B}</a:tableStyleId>
              </a:tblPr>
              <a:tblGrid>
                <a:gridCol w="552200"/>
                <a:gridCol w="483700"/>
              </a:tblGrid>
              <a:tr h="345500">
                <a:tc>
                  <a:txBody>
                    <a:bodyPr/>
                    <a:lstStyle/>
                    <a:p>
                      <a:pPr marL="93345"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g=</a:t>
                      </a:r>
                      <a:r>
                        <a:rPr lang="en-US" sz="1500" u="none" strike="noStrike" cap="none">
                          <a:solidFill>
                            <a:srgbClr val="C00000"/>
                          </a:solidFill>
                          <a:latin typeface="Verdana"/>
                          <a:ea typeface="Verdana"/>
                          <a:cs typeface="Verdana"/>
                          <a:sym typeface="Verdana"/>
                        </a:rPr>
                        <a:t>3</a:t>
                      </a:r>
                      <a:endParaRPr sz="1500" u="none" strike="noStrike" cap="none">
                        <a:latin typeface="Verdana"/>
                        <a:ea typeface="Verdana"/>
                        <a:cs typeface="Verdana"/>
                        <a:sym typeface="Verdana"/>
                      </a:endParaRPr>
                    </a:p>
                  </a:txBody>
                  <a:tcPr marL="0" marR="0" marT="61025" marB="0">
                    <a:lnL w="12700" cap="flat" cmpd="sng">
                      <a:solidFill>
                        <a:srgbClr val="BEBEBE"/>
                      </a:solidFill>
                      <a:prstDash val="solid"/>
                      <a:round/>
                      <a:headEnd type="none" w="sm" len="sm"/>
                      <a:tailEnd type="none" w="sm" len="sm"/>
                    </a:lnL>
                    <a:lnR w="12700" cap="flat" cmpd="sng">
                      <a:solidFill>
                        <a:srgbClr val="BEBEB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BEBEBE"/>
                      </a:solidFill>
                      <a:prstDash val="solid"/>
                      <a:round/>
                      <a:headEnd type="none" w="sm" len="sm"/>
                      <a:tailEnd type="none" w="sm" len="sm"/>
                    </a:lnB>
                    <a:solidFill>
                      <a:srgbClr val="F1F1F1"/>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BEBEBE"/>
                      </a:solidFill>
                      <a:prstDash val="solid"/>
                      <a:round/>
                      <a:headEnd type="none" w="sm" len="sm"/>
                      <a:tailEnd type="none" w="sm" len="sm"/>
                    </a:lnL>
                    <a:lnB w="12700" cap="flat" cmpd="sng">
                      <a:solidFill>
                        <a:srgbClr val="BEBEBE"/>
                      </a:solidFill>
                      <a:prstDash val="solid"/>
                      <a:round/>
                      <a:headEnd type="none" w="sm" len="sm"/>
                      <a:tailEnd type="none" w="sm" len="sm"/>
                    </a:lnB>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000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BEBEB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001</a:t>
                      </a:r>
                      <a:endParaRPr sz="1500" u="none" strike="noStrike" cap="none">
                        <a:latin typeface="Verdana"/>
                        <a:ea typeface="Verdana"/>
                        <a:cs typeface="Verdana"/>
                        <a:sym typeface="Verdana"/>
                      </a:endParaRPr>
                    </a:p>
                  </a:txBody>
                  <a:tcPr marL="0" marR="0" marT="8637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010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6750">
                <a:tc gridSpan="2">
                  <a:txBody>
                    <a:bodyPr/>
                    <a:lstStyle/>
                    <a:p>
                      <a:pPr marL="369570" marR="0" lvl="0" indent="0" algn="l" rtl="0">
                        <a:lnSpc>
                          <a:spcPct val="100000"/>
                        </a:lnSpc>
                        <a:spcBef>
                          <a:spcPts val="0"/>
                        </a:spcBef>
                        <a:spcAft>
                          <a:spcPts val="0"/>
                        </a:spcAft>
                        <a:buNone/>
                      </a:pPr>
                      <a:r>
                        <a:rPr lang="en-US" sz="1500" b="1" u="none" strike="noStrike" cap="none">
                          <a:latin typeface="Verdana"/>
                          <a:ea typeface="Verdana"/>
                          <a:cs typeface="Verdana"/>
                          <a:sym typeface="Verdana"/>
                        </a:rPr>
                        <a:t>0</a:t>
                      </a:r>
                      <a:r>
                        <a:rPr lang="en-US" sz="1500" u="none" strike="noStrike" cap="none">
                          <a:latin typeface="Verdana"/>
                          <a:ea typeface="Verdana"/>
                          <a:cs typeface="Verdana"/>
                          <a:sym typeface="Verdana"/>
                        </a:rPr>
                        <a:t>11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100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9732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101</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hMerge="1">
                  <a:txBody>
                    <a:bodyPr/>
                    <a:lstStyle/>
                    <a:p>
                      <a:endParaRPr lang="en-US"/>
                    </a:p>
                  </a:txBody>
                  <a:tcPr/>
                </a:tc>
              </a:tr>
              <a:tr h="379475">
                <a:tc gridSpan="2">
                  <a:txBody>
                    <a:bodyPr/>
                    <a:lstStyle/>
                    <a:p>
                      <a:pPr marL="377190" marR="0" lvl="0" indent="0" algn="l" rtl="0">
                        <a:lnSpc>
                          <a:spcPct val="100000"/>
                        </a:lnSpc>
                        <a:spcBef>
                          <a:spcPts val="0"/>
                        </a:spcBef>
                        <a:spcAft>
                          <a:spcPts val="0"/>
                        </a:spcAft>
                        <a:buNone/>
                      </a:pPr>
                      <a:r>
                        <a:rPr lang="en-US" sz="1500" u="none" strike="noStrike" cap="none">
                          <a:latin typeface="Verdana"/>
                          <a:ea typeface="Verdana"/>
                          <a:cs typeface="Verdana"/>
                          <a:sym typeface="Verdana"/>
                        </a:rPr>
                        <a:t>110</a:t>
                      </a:r>
                      <a:endParaRPr sz="1500" u="none" strike="noStrike" cap="none">
                        <a:latin typeface="Verdana"/>
                        <a:ea typeface="Verdana"/>
                        <a:cs typeface="Verdana"/>
                        <a:sym typeface="Verdana"/>
                      </a:endParaRPr>
                    </a:p>
                  </a:txBody>
                  <a:tcPr marL="0" marR="0" marT="86950"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r h="414600">
                <a:tc gridSpan="2">
                  <a:txBody>
                    <a:bodyPr/>
                    <a:lstStyle/>
                    <a:p>
                      <a:pPr marL="377190" marR="0" lvl="0" indent="0" algn="l" rtl="0">
                        <a:lnSpc>
                          <a:spcPct val="100000"/>
                        </a:lnSpc>
                        <a:spcBef>
                          <a:spcPts val="0"/>
                        </a:spcBef>
                        <a:spcAft>
                          <a:spcPts val="0"/>
                        </a:spcAft>
                        <a:buNone/>
                      </a:pPr>
                      <a:r>
                        <a:rPr lang="en-US" sz="1500" u="none" strike="noStrike" cap="none">
                          <a:solidFill>
                            <a:srgbClr val="0D0D0D"/>
                          </a:solidFill>
                          <a:latin typeface="Verdana"/>
                          <a:ea typeface="Verdana"/>
                          <a:cs typeface="Verdana"/>
                          <a:sym typeface="Verdana"/>
                        </a:rPr>
                        <a:t>111</a:t>
                      </a:r>
                      <a:endParaRPr sz="1500" u="none" strike="noStrike" cap="none">
                        <a:latin typeface="Verdana"/>
                        <a:ea typeface="Verdana"/>
                        <a:cs typeface="Verdana"/>
                        <a:sym typeface="Verdana"/>
                      </a:endParaRPr>
                    </a:p>
                  </a:txBody>
                  <a:tcPr marL="0" marR="0" marT="96150" marB="0">
                    <a:lnL w="19050" cap="flat" cmpd="sng">
                      <a:solidFill>
                        <a:srgbClr val="A6A6A6"/>
                      </a:solidFill>
                      <a:prstDash val="solid"/>
                      <a:round/>
                      <a:headEnd type="none" w="sm" len="sm"/>
                      <a:tailEnd type="none" w="sm" len="sm"/>
                    </a:lnL>
                    <a:lnR w="19050" cap="flat" cmpd="sng">
                      <a:solidFill>
                        <a:srgbClr val="A6A6A6"/>
                      </a:solidFill>
                      <a:prstDash val="solid"/>
                      <a:round/>
                      <a:headEnd type="none" w="sm" len="sm"/>
                      <a:tailEnd type="none" w="sm" len="sm"/>
                    </a:lnR>
                    <a:lnT w="19050" cap="flat" cmpd="sng">
                      <a:solidFill>
                        <a:srgbClr val="A6A6A6"/>
                      </a:solidFill>
                      <a:prstDash val="solid"/>
                      <a:round/>
                      <a:headEnd type="none" w="sm" len="sm"/>
                      <a:tailEnd type="none" w="sm" len="sm"/>
                    </a:lnT>
                    <a:lnB w="19050" cap="flat" cmpd="sng">
                      <a:solidFill>
                        <a:srgbClr val="A6A6A6"/>
                      </a:solidFill>
                      <a:prstDash val="solid"/>
                      <a:round/>
                      <a:headEnd type="none" w="sm" len="sm"/>
                      <a:tailEnd type="none" w="sm" len="sm"/>
                    </a:lnB>
                    <a:solidFill>
                      <a:srgbClr val="E8E8E8"/>
                    </a:solidFill>
                  </a:tcPr>
                </a:tc>
                <a:tc hMerge="1">
                  <a:txBody>
                    <a:bodyPr/>
                    <a:lstStyle/>
                    <a:p>
                      <a:endParaRPr lang="en-US"/>
                    </a:p>
                  </a:txBody>
                  <a:tcPr/>
                </a:tc>
              </a:tr>
            </a:tbl>
          </a:graphicData>
        </a:graphic>
      </p:graphicFrame>
      <p:sp>
        <p:nvSpPr>
          <p:cNvPr id="1722" name="Google Shape;1722;p23"/>
          <p:cNvSpPr/>
          <p:nvPr/>
        </p:nvSpPr>
        <p:spPr>
          <a:xfrm>
            <a:off x="9480662" y="802230"/>
            <a:ext cx="69098" cy="483688"/>
          </a:xfrm>
          <a:custGeom>
            <a:avLst/>
            <a:gdLst/>
            <a:ahLst/>
            <a:cxnLst/>
            <a:rect l="l" t="t" r="r" b="b"/>
            <a:pathLst>
              <a:path w="76200" h="533400" extrusionOk="0">
                <a:moveTo>
                  <a:pt x="57150" y="0"/>
                </a:moveTo>
                <a:lnTo>
                  <a:pt x="19050" y="0"/>
                </a:lnTo>
                <a:lnTo>
                  <a:pt x="19050" y="495299"/>
                </a:lnTo>
                <a:lnTo>
                  <a:pt x="0" y="495299"/>
                </a:lnTo>
                <a:lnTo>
                  <a:pt x="38100" y="533399"/>
                </a:lnTo>
                <a:lnTo>
                  <a:pt x="76200" y="495299"/>
                </a:lnTo>
                <a:lnTo>
                  <a:pt x="57150" y="495299"/>
                </a:lnTo>
                <a:lnTo>
                  <a:pt x="57150" y="0"/>
                </a:lnTo>
                <a:close/>
              </a:path>
            </a:pathLst>
          </a:custGeom>
          <a:solidFill>
            <a:srgbClr val="25252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aphicFrame>
        <p:nvGraphicFramePr>
          <p:cNvPr id="1723" name="Google Shape;1723;p23"/>
          <p:cNvGraphicFramePr/>
          <p:nvPr/>
        </p:nvGraphicFramePr>
        <p:xfrm>
          <a:off x="1941756" y="242074"/>
          <a:ext cx="7945825" cy="1001925"/>
        </p:xfrm>
        <a:graphic>
          <a:graphicData uri="http://schemas.openxmlformats.org/drawingml/2006/table">
            <a:tbl>
              <a:tblPr firstRow="1" bandRow="1">
                <a:noFill/>
                <a:tableStyleId>{B5A5B32E-2F8E-4EB1-B198-1ED1FC871F6B}</a:tableStyleId>
              </a:tblPr>
              <a:tblGrid>
                <a:gridCol w="662200"/>
                <a:gridCol w="662200"/>
                <a:gridCol w="662200"/>
                <a:gridCol w="662200"/>
                <a:gridCol w="662200"/>
                <a:gridCol w="662200"/>
                <a:gridCol w="662200"/>
                <a:gridCol w="662200"/>
                <a:gridCol w="662200"/>
                <a:gridCol w="662200"/>
                <a:gridCol w="632825"/>
                <a:gridCol w="311525"/>
                <a:gridCol w="379475"/>
              </a:tblGrid>
              <a:tr h="552775">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3333</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1760" marR="0" lvl="0" indent="0" algn="l" rtl="0">
                        <a:lnSpc>
                          <a:spcPct val="100000"/>
                        </a:lnSpc>
                        <a:spcBef>
                          <a:spcPts val="0"/>
                        </a:spcBef>
                        <a:spcAft>
                          <a:spcPts val="0"/>
                        </a:spcAft>
                        <a:buNone/>
                      </a:pPr>
                      <a:r>
                        <a:rPr lang="en-US" sz="1600" u="none" strike="noStrike" cap="none">
                          <a:solidFill>
                            <a:srgbClr val="BEBEBE"/>
                          </a:solidFill>
                          <a:latin typeface="Arial"/>
                          <a:ea typeface="Arial"/>
                          <a:cs typeface="Arial"/>
                          <a:sym typeface="Arial"/>
                        </a:rPr>
                        <a:t>1235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2378</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1212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1456</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2134</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2395"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2345</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1111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8231</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2700" cap="flat" cmpd="sng">
                      <a:solidFill>
                        <a:srgbClr val="7E7E7E"/>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a:txBody>
                    <a:bodyPr/>
                    <a:lstStyle/>
                    <a:p>
                      <a:pPr marL="113029" marR="0" lvl="0" indent="0" algn="l" rtl="0">
                        <a:lnSpc>
                          <a:spcPct val="100000"/>
                        </a:lnSpc>
                        <a:spcBef>
                          <a:spcPts val="0"/>
                        </a:spcBef>
                        <a:spcAft>
                          <a:spcPts val="0"/>
                        </a:spcAft>
                        <a:buNone/>
                      </a:pPr>
                      <a:r>
                        <a:rPr lang="en-US" sz="1600" u="none" strike="noStrike" cap="none">
                          <a:solidFill>
                            <a:srgbClr val="A6A6A6"/>
                          </a:solidFill>
                          <a:latin typeface="Arial"/>
                          <a:ea typeface="Arial"/>
                          <a:cs typeface="Arial"/>
                          <a:sym typeface="Arial"/>
                        </a:rPr>
                        <a:t>2222</a:t>
                      </a:r>
                      <a:endParaRPr sz="1600" u="none" strike="noStrike" cap="none">
                        <a:latin typeface="Arial"/>
                        <a:ea typeface="Arial"/>
                        <a:cs typeface="Arial"/>
                        <a:sym typeface="Arial"/>
                      </a:endParaRPr>
                    </a:p>
                  </a:txBody>
                  <a:tcPr marL="0" marR="0" marT="146825" marB="0">
                    <a:lnL w="12700" cap="flat" cmpd="sng">
                      <a:solidFill>
                        <a:srgbClr val="7E7E7E"/>
                      </a:solidFill>
                      <a:prstDash val="solid"/>
                      <a:round/>
                      <a:headEnd type="none" w="sm" len="sm"/>
                      <a:tailEnd type="none" w="sm" len="sm"/>
                    </a:lnL>
                    <a:lnR w="19050" cap="flat" cmpd="sng">
                      <a:solidFill>
                        <a:srgbClr val="1F487C"/>
                      </a:solidFill>
                      <a:prstDash val="solid"/>
                      <a:round/>
                      <a:headEnd type="none" w="sm" len="sm"/>
                      <a:tailEnd type="none" w="sm" len="sm"/>
                    </a:lnR>
                    <a:lnT w="12700" cap="flat" cmpd="sng">
                      <a:solidFill>
                        <a:srgbClr val="7E7E7E"/>
                      </a:solidFill>
                      <a:prstDash val="solid"/>
                      <a:round/>
                      <a:headEnd type="none" w="sm" len="sm"/>
                      <a:tailEnd type="none" w="sm" len="sm"/>
                    </a:lnT>
                    <a:lnB w="12700" cap="flat" cmpd="sng">
                      <a:solidFill>
                        <a:srgbClr val="7E7E7E"/>
                      </a:solidFill>
                      <a:prstDash val="solid"/>
                      <a:round/>
                      <a:headEnd type="none" w="sm" len="sm"/>
                      <a:tailEnd type="none" w="sm" len="sm"/>
                    </a:lnB>
                    <a:solidFill>
                      <a:srgbClr val="E8E8E8"/>
                    </a:solidFill>
                  </a:tcPr>
                </a:tc>
                <a:tc gridSpan="2">
                  <a:txBody>
                    <a:bodyPr/>
                    <a:lstStyle/>
                    <a:p>
                      <a:pPr marL="128270" marR="0" lvl="0" indent="0" algn="l" rtl="0">
                        <a:lnSpc>
                          <a:spcPct val="100000"/>
                        </a:lnSpc>
                        <a:spcBef>
                          <a:spcPts val="0"/>
                        </a:spcBef>
                        <a:spcAft>
                          <a:spcPts val="0"/>
                        </a:spcAft>
                        <a:buNone/>
                      </a:pPr>
                      <a:r>
                        <a:rPr lang="en-US" sz="1600" u="none" strike="noStrike" cap="none">
                          <a:solidFill>
                            <a:srgbClr val="0D0D0D"/>
                          </a:solidFill>
                          <a:latin typeface="Arial"/>
                          <a:ea typeface="Arial"/>
                          <a:cs typeface="Arial"/>
                          <a:sym typeface="Arial"/>
                        </a:rPr>
                        <a:t>9999</a:t>
                      </a:r>
                      <a:endParaRPr sz="1600" u="none" strike="noStrike" cap="none">
                        <a:latin typeface="Arial"/>
                        <a:ea typeface="Arial"/>
                        <a:cs typeface="Arial"/>
                        <a:sym typeface="Arial"/>
                      </a:endParaRPr>
                    </a:p>
                  </a:txBody>
                  <a:tcPr marL="0" marR="0" marT="146825" marB="0">
                    <a:lnL w="19050" cap="flat" cmpd="sng">
                      <a:solidFill>
                        <a:srgbClr val="1F487C"/>
                      </a:solidFill>
                      <a:prstDash val="solid"/>
                      <a:round/>
                      <a:headEnd type="none" w="sm" len="sm"/>
                      <a:tailEnd type="none" w="sm" len="sm"/>
                    </a:lnL>
                    <a:lnR w="19050" cap="flat" cmpd="sng">
                      <a:solidFill>
                        <a:srgbClr val="1F487C"/>
                      </a:solidFill>
                      <a:prstDash val="solid"/>
                      <a:round/>
                      <a:headEnd type="none" w="sm" len="sm"/>
                      <a:tailEnd type="none" w="sm" len="sm"/>
                    </a:lnR>
                    <a:lnT w="19050" cap="flat" cmpd="sng">
                      <a:solidFill>
                        <a:srgbClr val="1F487C"/>
                      </a:solidFill>
                      <a:prstDash val="solid"/>
                      <a:round/>
                      <a:headEnd type="none" w="sm" len="sm"/>
                      <a:tailEnd type="none" w="sm" len="sm"/>
                    </a:lnT>
                    <a:lnB w="12700" cap="flat" cmpd="sng">
                      <a:solidFill>
                        <a:srgbClr val="7E7E7E"/>
                      </a:solidFill>
                      <a:prstDash val="solid"/>
                      <a:round/>
                      <a:headEnd type="none" w="sm" len="sm"/>
                      <a:tailEnd type="none" w="sm" len="sm"/>
                    </a:lnB>
                    <a:solidFill>
                      <a:srgbClr val="FFFF79"/>
                    </a:solidFill>
                  </a:tcPr>
                </a:tc>
                <a:tc hMerge="1">
                  <a:txBody>
                    <a:bodyPr/>
                    <a:lstStyle/>
                    <a:p>
                      <a:endParaRPr lang="en-US"/>
                    </a:p>
                  </a:txBody>
                  <a:tcPr/>
                </a:tc>
              </a:tr>
              <a:tr h="449150">
                <a:tc gridSpan="12">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R w="102100" cap="flat" cmpd="sng">
                      <a:solidFill>
                        <a:srgbClr val="252525"/>
                      </a:solidFill>
                      <a:prstDash val="solid"/>
                      <a:round/>
                      <a:headEnd type="none" w="sm" len="sm"/>
                      <a:tailEnd type="none" w="sm" len="sm"/>
                    </a:lnR>
                    <a:lnT w="12700" cap="flat" cmpd="sng">
                      <a:solidFill>
                        <a:srgbClr val="7E7E7E"/>
                      </a:solidFill>
                      <a:prstDash val="solid"/>
                      <a:round/>
                      <a:headEnd type="none" w="sm" len="sm"/>
                      <a:tailEnd type="none" w="sm" len="sm"/>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02100" cap="flat" cmpd="sng">
                      <a:solidFill>
                        <a:srgbClr val="252525"/>
                      </a:solidFill>
                      <a:prstDash val="solid"/>
                      <a:round/>
                      <a:headEnd type="none" w="sm" len="sm"/>
                      <a:tailEnd type="none" w="sm" len="sm"/>
                    </a:lnL>
                    <a:lnT w="28575" cap="flat" cmpd="sng">
                      <a:solidFill>
                        <a:srgbClr val="1F487C"/>
                      </a:solidFill>
                      <a:prstDash val="solid"/>
                      <a:round/>
                      <a:headEnd type="none" w="sm" len="sm"/>
                      <a:tailEnd type="none" w="sm" len="sm"/>
                    </a:lnT>
                  </a:tcPr>
                </a:tc>
              </a:tr>
            </a:tbl>
          </a:graphicData>
        </a:graphic>
      </p:graphicFrame>
      <p:sp>
        <p:nvSpPr>
          <p:cNvPr id="1724" name="Google Shape;1724;p23"/>
          <p:cNvSpPr txBox="1"/>
          <p:nvPr/>
        </p:nvSpPr>
        <p:spPr>
          <a:xfrm>
            <a:off x="8858087" y="1285227"/>
            <a:ext cx="1312866" cy="298836"/>
          </a:xfrm>
          <a:prstGeom prst="rect">
            <a:avLst/>
          </a:prstGeom>
          <a:solidFill>
            <a:srgbClr val="FFFF79"/>
          </a:solidFill>
          <a:ln w="15225" cap="flat" cmpd="sng">
            <a:solidFill>
              <a:srgbClr val="1F487C"/>
            </a:solidFill>
            <a:prstDash val="solid"/>
            <a:round/>
            <a:headEnd type="none" w="sm" len="sm"/>
            <a:tailEnd type="none" w="sm" len="sm"/>
          </a:ln>
        </p:spPr>
        <p:txBody>
          <a:bodyPr spcFirstLastPara="1" wrap="square" lIns="0" tIns="47200" rIns="0" bIns="0" anchor="t" anchorCtr="0">
            <a:spAutoFit/>
          </a:bodyPr>
          <a:lstStyle/>
          <a:p>
            <a:pPr marL="246450" marR="0" lvl="0" indent="0" algn="l" rtl="0">
              <a:lnSpc>
                <a:spcPct val="100000"/>
              </a:lnSpc>
              <a:spcBef>
                <a:spcPts val="0"/>
              </a:spcBef>
              <a:spcAft>
                <a:spcPts val="0"/>
              </a:spcAft>
              <a:buNone/>
            </a:pPr>
            <a:r>
              <a:rPr lang="en-US" sz="1632" b="0" i="0" u="none" strike="noStrike" cap="none">
                <a:solidFill>
                  <a:srgbClr val="0D0D0D"/>
                </a:solidFill>
                <a:latin typeface="Verdana"/>
                <a:ea typeface="Verdana"/>
                <a:cs typeface="Verdana"/>
                <a:sym typeface="Verdana"/>
              </a:rPr>
              <a:t>0011</a:t>
            </a:r>
            <a:r>
              <a:rPr lang="en-US" sz="1632" b="1" i="0" u="sng" strike="noStrike" cap="none">
                <a:solidFill>
                  <a:srgbClr val="0D0D0D"/>
                </a:solidFill>
                <a:latin typeface="Verdana"/>
                <a:ea typeface="Verdana"/>
                <a:cs typeface="Verdana"/>
                <a:sym typeface="Verdana"/>
              </a:rPr>
              <a:t>11</a:t>
            </a:r>
            <a:endParaRPr sz="1632" b="0" i="0" u="none" strike="noStrike" cap="none">
              <a:solidFill>
                <a:srgbClr val="000000"/>
              </a:solidFill>
              <a:latin typeface="Verdana"/>
              <a:ea typeface="Verdana"/>
              <a:cs typeface="Verdana"/>
              <a:sym typeface="Verdana"/>
            </a:endParaRPr>
          </a:p>
        </p:txBody>
      </p:sp>
      <p:grpSp>
        <p:nvGrpSpPr>
          <p:cNvPr id="1725" name="Google Shape;1725;p23"/>
          <p:cNvGrpSpPr/>
          <p:nvPr/>
        </p:nvGrpSpPr>
        <p:grpSpPr>
          <a:xfrm>
            <a:off x="5558217" y="5034794"/>
            <a:ext cx="4616683" cy="972882"/>
            <a:chOff x="4583429" y="5532882"/>
            <a:chExt cx="4495800" cy="1028700"/>
          </a:xfrm>
        </p:grpSpPr>
        <p:sp>
          <p:nvSpPr>
            <p:cNvPr id="1726" name="Google Shape;1726;p23"/>
            <p:cNvSpPr/>
            <p:nvPr/>
          </p:nvSpPr>
          <p:spPr>
            <a:xfrm>
              <a:off x="4583429" y="5532882"/>
              <a:ext cx="4495800" cy="1028700"/>
            </a:xfrm>
            <a:custGeom>
              <a:avLst/>
              <a:gdLst/>
              <a:ahLst/>
              <a:cxnLst/>
              <a:rect l="l" t="t" r="r" b="b"/>
              <a:pathLst>
                <a:path w="4495800" h="1028700" extrusionOk="0">
                  <a:moveTo>
                    <a:pt x="1873250" y="914399"/>
                  </a:moveTo>
                  <a:lnTo>
                    <a:pt x="749300" y="914399"/>
                  </a:lnTo>
                  <a:lnTo>
                    <a:pt x="1311275" y="1028699"/>
                  </a:lnTo>
                  <a:lnTo>
                    <a:pt x="1873250" y="914399"/>
                  </a:lnTo>
                  <a:close/>
                </a:path>
                <a:path w="4495800" h="1028700" extrusionOk="0">
                  <a:moveTo>
                    <a:pt x="4343400" y="0"/>
                  </a:moveTo>
                  <a:lnTo>
                    <a:pt x="152400" y="0"/>
                  </a:lnTo>
                  <a:lnTo>
                    <a:pt x="104217" y="7766"/>
                  </a:lnTo>
                  <a:lnTo>
                    <a:pt x="62380" y="29394"/>
                  </a:lnTo>
                  <a:lnTo>
                    <a:pt x="29394" y="62380"/>
                  </a:lnTo>
                  <a:lnTo>
                    <a:pt x="7766" y="104217"/>
                  </a:lnTo>
                  <a:lnTo>
                    <a:pt x="0" y="152399"/>
                  </a:lnTo>
                  <a:lnTo>
                    <a:pt x="0" y="761999"/>
                  </a:lnTo>
                  <a:lnTo>
                    <a:pt x="7766" y="810168"/>
                  </a:lnTo>
                  <a:lnTo>
                    <a:pt x="29394" y="852003"/>
                  </a:lnTo>
                  <a:lnTo>
                    <a:pt x="62380" y="884994"/>
                  </a:lnTo>
                  <a:lnTo>
                    <a:pt x="104217" y="906630"/>
                  </a:lnTo>
                  <a:lnTo>
                    <a:pt x="152400" y="914399"/>
                  </a:lnTo>
                  <a:lnTo>
                    <a:pt x="4343400" y="914399"/>
                  </a:lnTo>
                  <a:lnTo>
                    <a:pt x="4391582" y="906630"/>
                  </a:lnTo>
                  <a:lnTo>
                    <a:pt x="4433419" y="884994"/>
                  </a:lnTo>
                  <a:lnTo>
                    <a:pt x="4466405" y="852003"/>
                  </a:lnTo>
                  <a:lnTo>
                    <a:pt x="4488033" y="810168"/>
                  </a:lnTo>
                  <a:lnTo>
                    <a:pt x="4495800" y="761999"/>
                  </a:lnTo>
                  <a:lnTo>
                    <a:pt x="4495800" y="152399"/>
                  </a:lnTo>
                  <a:lnTo>
                    <a:pt x="4488033" y="104217"/>
                  </a:lnTo>
                  <a:lnTo>
                    <a:pt x="4466405" y="62380"/>
                  </a:lnTo>
                  <a:lnTo>
                    <a:pt x="4433419" y="29394"/>
                  </a:lnTo>
                  <a:lnTo>
                    <a:pt x="4391582" y="7766"/>
                  </a:lnTo>
                  <a:lnTo>
                    <a:pt x="4343400" y="0"/>
                  </a:lnTo>
                  <a:close/>
                </a:path>
              </a:pathLst>
            </a:custGeom>
            <a:solidFill>
              <a:srgbClr val="FFFF7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sp>
          <p:nvSpPr>
            <p:cNvPr id="1727" name="Google Shape;1727;p23"/>
            <p:cNvSpPr/>
            <p:nvPr/>
          </p:nvSpPr>
          <p:spPr>
            <a:xfrm>
              <a:off x="4583429" y="5532882"/>
              <a:ext cx="4495800" cy="1028700"/>
            </a:xfrm>
            <a:custGeom>
              <a:avLst/>
              <a:gdLst/>
              <a:ahLst/>
              <a:cxnLst/>
              <a:rect l="l" t="t" r="r" b="b"/>
              <a:pathLst>
                <a:path w="4495800" h="1028700" extrusionOk="0">
                  <a:moveTo>
                    <a:pt x="0" y="152399"/>
                  </a:moveTo>
                  <a:lnTo>
                    <a:pt x="7766" y="104217"/>
                  </a:lnTo>
                  <a:lnTo>
                    <a:pt x="29394" y="62380"/>
                  </a:lnTo>
                  <a:lnTo>
                    <a:pt x="62380" y="29394"/>
                  </a:lnTo>
                  <a:lnTo>
                    <a:pt x="104217" y="7766"/>
                  </a:lnTo>
                  <a:lnTo>
                    <a:pt x="152400" y="0"/>
                  </a:lnTo>
                  <a:lnTo>
                    <a:pt x="749300" y="0"/>
                  </a:lnTo>
                  <a:lnTo>
                    <a:pt x="1873250" y="0"/>
                  </a:lnTo>
                  <a:lnTo>
                    <a:pt x="4343400" y="0"/>
                  </a:lnTo>
                  <a:lnTo>
                    <a:pt x="4391582" y="7766"/>
                  </a:lnTo>
                  <a:lnTo>
                    <a:pt x="4433419" y="29394"/>
                  </a:lnTo>
                  <a:lnTo>
                    <a:pt x="4466405" y="62380"/>
                  </a:lnTo>
                  <a:lnTo>
                    <a:pt x="4488033" y="104217"/>
                  </a:lnTo>
                  <a:lnTo>
                    <a:pt x="4495800" y="152399"/>
                  </a:lnTo>
                  <a:lnTo>
                    <a:pt x="4495800" y="533399"/>
                  </a:lnTo>
                  <a:lnTo>
                    <a:pt x="4495800" y="761999"/>
                  </a:lnTo>
                  <a:lnTo>
                    <a:pt x="4488033" y="810168"/>
                  </a:lnTo>
                  <a:lnTo>
                    <a:pt x="4466405" y="852003"/>
                  </a:lnTo>
                  <a:lnTo>
                    <a:pt x="4433419" y="884994"/>
                  </a:lnTo>
                  <a:lnTo>
                    <a:pt x="4391582" y="906630"/>
                  </a:lnTo>
                  <a:lnTo>
                    <a:pt x="4343400" y="914399"/>
                  </a:lnTo>
                  <a:lnTo>
                    <a:pt x="1873250" y="914399"/>
                  </a:lnTo>
                  <a:lnTo>
                    <a:pt x="1311275" y="1028699"/>
                  </a:lnTo>
                  <a:lnTo>
                    <a:pt x="749300" y="914399"/>
                  </a:lnTo>
                  <a:lnTo>
                    <a:pt x="152400" y="914399"/>
                  </a:lnTo>
                  <a:lnTo>
                    <a:pt x="104217" y="906630"/>
                  </a:lnTo>
                  <a:lnTo>
                    <a:pt x="62380" y="884994"/>
                  </a:lnTo>
                  <a:lnTo>
                    <a:pt x="29394" y="852003"/>
                  </a:lnTo>
                  <a:lnTo>
                    <a:pt x="7766" y="810168"/>
                  </a:lnTo>
                  <a:lnTo>
                    <a:pt x="0" y="761999"/>
                  </a:lnTo>
                  <a:lnTo>
                    <a:pt x="0" y="533399"/>
                  </a:lnTo>
                  <a:lnTo>
                    <a:pt x="0" y="152399"/>
                  </a:lnTo>
                  <a:close/>
                </a:path>
              </a:pathLst>
            </a:custGeom>
            <a:noFill/>
            <a:ln w="19800"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270" b="0" i="0" u="none" strike="noStrike" cap="none">
                <a:solidFill>
                  <a:srgbClr val="000000"/>
                </a:solidFill>
                <a:latin typeface="Arial"/>
                <a:ea typeface="Arial"/>
                <a:cs typeface="Arial"/>
                <a:sym typeface="Arial"/>
              </a:endParaRPr>
            </a:p>
          </p:txBody>
        </p:sp>
      </p:grpSp>
      <p:sp>
        <p:nvSpPr>
          <p:cNvPr id="1728" name="Google Shape;1728;p23"/>
          <p:cNvSpPr txBox="1"/>
          <p:nvPr/>
        </p:nvSpPr>
        <p:spPr>
          <a:xfrm>
            <a:off x="6078541" y="5157082"/>
            <a:ext cx="3809040" cy="457564"/>
          </a:xfrm>
          <a:prstGeom prst="rect">
            <a:avLst/>
          </a:prstGeom>
          <a:noFill/>
          <a:ln>
            <a:noFill/>
          </a:ln>
        </p:spPr>
        <p:txBody>
          <a:bodyPr spcFirstLastPara="1" wrap="square" lIns="0" tIns="10925" rIns="0" bIns="0" anchor="t" anchorCtr="0">
            <a:spAutoFit/>
          </a:bodyPr>
          <a:lstStyle/>
          <a:p>
            <a:pPr marL="211324" marR="27638" lvl="0" indent="-177351" algn="l" rtl="0">
              <a:lnSpc>
                <a:spcPct val="100000"/>
              </a:lnSpc>
              <a:spcBef>
                <a:spcPts val="0"/>
              </a:spcBef>
              <a:spcAft>
                <a:spcPts val="0"/>
              </a:spcAft>
              <a:buNone/>
            </a:pPr>
            <a:r>
              <a:rPr lang="en-US" sz="1451" b="0" i="0" u="none" strike="noStrike" cap="none" dirty="0" smtClean="0">
                <a:solidFill>
                  <a:srgbClr val="252525"/>
                </a:solidFill>
                <a:latin typeface="Verdana"/>
                <a:ea typeface="Verdana"/>
                <a:cs typeface="Verdana"/>
                <a:sym typeface="Verdana"/>
              </a:rPr>
              <a:t>Bucket </a:t>
            </a:r>
            <a:r>
              <a:rPr lang="en-US" sz="1451" b="0" i="0" u="none" strike="noStrike" cap="none" dirty="0">
                <a:solidFill>
                  <a:srgbClr val="252525"/>
                </a:solidFill>
                <a:latin typeface="Verdana"/>
                <a:ea typeface="Verdana"/>
                <a:cs typeface="Verdana"/>
                <a:sym typeface="Verdana"/>
              </a:rPr>
              <a:t>overflow occurs again. As g = l, directory structure should be doubled</a:t>
            </a:r>
            <a:endParaRPr sz="1451" b="0" i="0" u="none" strike="noStrike" cap="none" dirty="0">
              <a:solidFill>
                <a:srgbClr val="000000"/>
              </a:solidFill>
              <a:latin typeface="Verdana"/>
              <a:ea typeface="Verdana"/>
              <a:cs typeface="Verdana"/>
              <a:sym typeface="Verdana"/>
            </a:endParaRPr>
          </a:p>
        </p:txBody>
      </p:sp>
      <p:sp>
        <p:nvSpPr>
          <p:cNvPr id="1729" name="Google Shape;1729;p23"/>
          <p:cNvSpPr txBox="1"/>
          <p:nvPr/>
        </p:nvSpPr>
        <p:spPr>
          <a:xfrm>
            <a:off x="6602200" y="5694004"/>
            <a:ext cx="3357023" cy="234314"/>
          </a:xfrm>
          <a:prstGeom prst="rect">
            <a:avLst/>
          </a:prstGeom>
          <a:noFill/>
          <a:ln>
            <a:noFill/>
          </a:ln>
        </p:spPr>
        <p:txBody>
          <a:bodyPr spcFirstLastPara="1" wrap="square" lIns="0" tIns="10925" rIns="0" bIns="0" anchor="t" anchorCtr="0">
            <a:spAutoFit/>
          </a:bodyPr>
          <a:lstStyle/>
          <a:p>
            <a:pPr marL="11516" marR="0" lvl="0" indent="0" algn="l" rtl="0">
              <a:lnSpc>
                <a:spcPct val="100000"/>
              </a:lnSpc>
              <a:spcBef>
                <a:spcPts val="0"/>
              </a:spcBef>
              <a:spcAft>
                <a:spcPts val="0"/>
              </a:spcAft>
              <a:buNone/>
            </a:pPr>
            <a:r>
              <a:rPr lang="en-US" sz="1451" b="0" i="0" u="none" strike="noStrike" cap="none" dirty="0">
                <a:solidFill>
                  <a:srgbClr val="252525"/>
                </a:solidFill>
                <a:latin typeface="Verdana"/>
                <a:ea typeface="Verdana"/>
                <a:cs typeface="Verdana"/>
                <a:sym typeface="Verdana"/>
              </a:rPr>
              <a:t>again and same process will repeat.</a:t>
            </a:r>
            <a:endParaRPr sz="1451" b="0" i="0" u="none" strike="noStrike" cap="none" dirty="0">
              <a:solidFill>
                <a:srgbClr val="000000"/>
              </a:solidFill>
              <a:latin typeface="Verdana"/>
              <a:ea typeface="Verdana"/>
              <a:cs typeface="Verdana"/>
              <a:sym typeface="Verdana"/>
            </a:endParaRPr>
          </a:p>
        </p:txBody>
      </p:sp>
      <p:sp>
        <p:nvSpPr>
          <p:cNvPr id="2" name="Date Placeholder 1"/>
          <p:cNvSpPr>
            <a:spLocks noGrp="1"/>
          </p:cNvSpPr>
          <p:nvPr>
            <p:ph type="dt" idx="10"/>
          </p:nvPr>
        </p:nvSpPr>
        <p:spPr/>
        <p:txBody>
          <a:bodyPr/>
          <a:lstStyle/>
          <a:p>
            <a:fld id="{D3E4C2FF-96C1-4660-A0C1-997CBE4AB80A}" type="datetime1">
              <a:rPr lang="en-US" smtClean="0"/>
              <a:t>3/3/2025</a:t>
            </a:fld>
            <a:endParaRPr lang="en-US"/>
          </a:p>
        </p:txBody>
      </p:sp>
      <p:sp>
        <p:nvSpPr>
          <p:cNvPr id="3" name="Footer Placeholder 2"/>
          <p:cNvSpPr>
            <a:spLocks noGrp="1"/>
          </p:cNvSpPr>
          <p:nvPr>
            <p:ph type="ftr" idx="11"/>
          </p:nvPr>
        </p:nvSpPr>
        <p:spPr/>
        <p:txBody>
          <a:bodyPr/>
          <a:lstStyle/>
          <a:p>
            <a:r>
              <a:rPr lang="en-IN" smtClean="0"/>
              <a:t>Advanced Data Structures</a:t>
            </a:r>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104</a:t>
            </a:fld>
            <a:endParaRPr lang="en-US" sz="1050" b="0" i="0" u="none" strike="noStrike" cap="none">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735"/>
        <p:cNvGrpSpPr/>
        <p:nvPr/>
      </p:nvGrpSpPr>
      <p:grpSpPr>
        <a:xfrm>
          <a:off x="0" y="0"/>
          <a:ext cx="0" cy="0"/>
          <a:chOff x="0" y="0"/>
          <a:chExt cx="0" cy="0"/>
        </a:xfrm>
      </p:grpSpPr>
      <p:sp>
        <p:nvSpPr>
          <p:cNvPr id="1736" name="Google Shape;1736;p91"/>
          <p:cNvSpPr txBox="1">
            <a:spLocks noGrp="1"/>
          </p:cNvSpPr>
          <p:nvPr>
            <p:ph type="title"/>
          </p:nvPr>
        </p:nvSpPr>
        <p:spPr>
          <a:xfrm>
            <a:off x="1369996" y="194108"/>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110000"/>
              </a:lnSpc>
              <a:spcBef>
                <a:spcPts val="0"/>
              </a:spcBef>
              <a:spcAft>
                <a:spcPts val="0"/>
              </a:spcAft>
              <a:buClr>
                <a:srgbClr val="3F3F3F"/>
              </a:buClr>
              <a:buSzPts val="4800"/>
              <a:buFont typeface="Times New Roman"/>
              <a:buNone/>
            </a:pPr>
            <a:r>
              <a:rPr lang="en-US" sz="4800" b="0" i="1" u="none" strike="noStrike" cap="none">
                <a:solidFill>
                  <a:srgbClr val="3F3F3F"/>
                </a:solidFill>
                <a:latin typeface="Times New Roman"/>
                <a:ea typeface="Times New Roman"/>
                <a:cs typeface="Times New Roman"/>
                <a:sym typeface="Times New Roman"/>
              </a:rPr>
              <a:t> </a:t>
            </a:r>
            <a:r>
              <a:rPr lang="en-US" sz="4800" b="0" i="1" u="none" strike="noStrike" cap="none">
                <a:solidFill>
                  <a:srgbClr val="00B050"/>
                </a:solidFill>
                <a:latin typeface="Times New Roman"/>
                <a:ea typeface="Times New Roman"/>
                <a:cs typeface="Times New Roman"/>
                <a:sym typeface="Times New Roman"/>
              </a:rPr>
              <a:t> </a:t>
            </a:r>
            <a:r>
              <a:rPr lang="en-US" sz="4800" b="1" i="1" u="none" strike="noStrike" cap="none">
                <a:solidFill>
                  <a:schemeClr val="dk1"/>
                </a:solidFill>
                <a:latin typeface="Times New Roman"/>
                <a:ea typeface="Times New Roman"/>
                <a:cs typeface="Times New Roman"/>
                <a:sym typeface="Times New Roman"/>
              </a:rPr>
              <a:t>FAQ</a:t>
            </a:r>
            <a:endParaRPr sz="4800" b="1" i="0" u="none" strike="noStrike" cap="none">
              <a:solidFill>
                <a:schemeClr val="dk1"/>
              </a:solidFill>
              <a:latin typeface="Times New Roman"/>
              <a:ea typeface="Times New Roman"/>
              <a:cs typeface="Times New Roman"/>
              <a:sym typeface="Times New Roman"/>
            </a:endParaRPr>
          </a:p>
        </p:txBody>
      </p:sp>
      <p:sp>
        <p:nvSpPr>
          <p:cNvPr id="1737" name="Google Shape;1737;p91"/>
          <p:cNvSpPr txBox="1">
            <a:spLocks noGrp="1"/>
          </p:cNvSpPr>
          <p:nvPr>
            <p:ph type="body" idx="1"/>
          </p:nvPr>
        </p:nvSpPr>
        <p:spPr>
          <a:xfrm>
            <a:off x="762000" y="1981200"/>
            <a:ext cx="10121900" cy="4242366"/>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000"/>
              <a:buFont typeface="Calibri"/>
              <a:buChar char=" "/>
            </a:pPr>
            <a:r>
              <a:rPr lang="en-US" sz="2000" b="0" i="0" u="none" strike="noStrike" cap="none">
                <a:solidFill>
                  <a:srgbClr val="3F3F3F"/>
                </a:solidFill>
                <a:latin typeface="Calibri"/>
                <a:ea typeface="Calibri"/>
                <a:cs typeface="Calibri"/>
                <a:sym typeface="Calibri"/>
              </a:rPr>
              <a:t>What is hashing?</a:t>
            </a: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2000"/>
              <a:buFont typeface="Calibri"/>
              <a:buChar char=" "/>
            </a:pPr>
            <a:r>
              <a:rPr lang="en-US" sz="2000" b="0" i="0" u="none" strike="noStrike" cap="none">
                <a:solidFill>
                  <a:srgbClr val="3F3F3F"/>
                </a:solidFill>
                <a:latin typeface="Calibri"/>
                <a:ea typeface="Calibri"/>
                <a:cs typeface="Calibri"/>
                <a:sym typeface="Calibri"/>
              </a:rPr>
              <a:t>Why there is need of hashing?</a:t>
            </a: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2000"/>
              <a:buFont typeface="Calibri"/>
              <a:buChar char=" "/>
            </a:pPr>
            <a:r>
              <a:rPr lang="en-US" sz="2000" b="0" i="0" u="none" strike="noStrike" cap="none">
                <a:solidFill>
                  <a:srgbClr val="3F3F3F"/>
                </a:solidFill>
                <a:latin typeface="Calibri"/>
                <a:ea typeface="Calibri"/>
                <a:cs typeface="Calibri"/>
                <a:sym typeface="Calibri"/>
              </a:rPr>
              <a:t>What is the time complexity of hashing?</a:t>
            </a: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2000"/>
              <a:buFont typeface="Calibri"/>
              <a:buChar char=" "/>
            </a:pPr>
            <a:r>
              <a:rPr lang="en-US" sz="2000" b="0" i="0" u="none" strike="noStrike" cap="none">
                <a:solidFill>
                  <a:srgbClr val="3F3F3F"/>
                </a:solidFill>
                <a:latin typeface="Calibri"/>
                <a:ea typeface="Calibri"/>
                <a:cs typeface="Calibri"/>
                <a:sym typeface="Calibri"/>
              </a:rPr>
              <a:t>What is collision?</a:t>
            </a: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2000"/>
              <a:buFont typeface="Calibri"/>
              <a:buChar char=" "/>
            </a:pPr>
            <a:r>
              <a:rPr lang="en-US" sz="2000" b="0" i="0" u="none" strike="noStrike" cap="none">
                <a:solidFill>
                  <a:srgbClr val="3F3F3F"/>
                </a:solidFill>
                <a:latin typeface="Calibri"/>
                <a:ea typeface="Calibri"/>
                <a:cs typeface="Calibri"/>
                <a:sym typeface="Calibri"/>
              </a:rPr>
              <a:t>Define hash function, hash key</a:t>
            </a: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2000"/>
              <a:buFont typeface="Calibri"/>
              <a:buChar char=" "/>
            </a:pPr>
            <a:r>
              <a:rPr lang="en-US" sz="2000" b="0" i="0" u="none" strike="noStrike" cap="none">
                <a:solidFill>
                  <a:srgbClr val="3F3F3F"/>
                </a:solidFill>
                <a:latin typeface="Calibri"/>
                <a:ea typeface="Calibri"/>
                <a:cs typeface="Calibri"/>
                <a:sym typeface="Calibri"/>
              </a:rPr>
              <a:t>What are the collision resolution techniques?</a:t>
            </a: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3200"/>
              <a:buFont typeface="Calibri"/>
              <a:buChar char=" "/>
            </a:pPr>
            <a:r>
              <a:rPr lang="en-US" sz="3200" b="0" i="0" u="none" strike="noStrike" cap="none">
                <a:solidFill>
                  <a:srgbClr val="3F3F3F"/>
                </a:solidFill>
                <a:latin typeface="Calibri"/>
                <a:ea typeface="Calibri"/>
                <a:cs typeface="Calibri"/>
                <a:sym typeface="Calibri"/>
              </a:rPr>
              <a:t/>
            </a:r>
            <a:br>
              <a:rPr lang="en-US" sz="3200" b="0" i="0" u="none" strike="noStrike" cap="none">
                <a:solidFill>
                  <a:srgbClr val="3F3F3F"/>
                </a:solidFill>
                <a:latin typeface="Calibri"/>
                <a:ea typeface="Calibri"/>
                <a:cs typeface="Calibri"/>
                <a:sym typeface="Calibri"/>
              </a:rPr>
            </a:br>
            <a:endParaRPr sz="3200" b="0" i="0" u="none" strike="noStrike" cap="none">
              <a:solidFill>
                <a:schemeClr val="dk1"/>
              </a:solidFill>
              <a:latin typeface="Times New Roman"/>
              <a:ea typeface="Times New Roman"/>
              <a:cs typeface="Times New Roman"/>
              <a:sym typeface="Times New Roman"/>
            </a:endParaRPr>
          </a:p>
        </p:txBody>
      </p:sp>
      <p:pic>
        <p:nvPicPr>
          <p:cNvPr id="1741" name="Google Shape;1741;p91"/>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747"/>
        <p:cNvGrpSpPr/>
        <p:nvPr/>
      </p:nvGrpSpPr>
      <p:grpSpPr>
        <a:xfrm>
          <a:off x="0" y="0"/>
          <a:ext cx="0" cy="0"/>
          <a:chOff x="0" y="0"/>
          <a:chExt cx="0" cy="0"/>
        </a:xfrm>
      </p:grpSpPr>
      <p:sp>
        <p:nvSpPr>
          <p:cNvPr id="1748" name="Google Shape;1748;p92"/>
          <p:cNvSpPr txBox="1">
            <a:spLocks noGrp="1"/>
          </p:cNvSpPr>
          <p:nvPr>
            <p:ph type="title"/>
          </p:nvPr>
        </p:nvSpPr>
        <p:spPr>
          <a:xfrm>
            <a:off x="1369996" y="194108"/>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110000"/>
              </a:lnSpc>
              <a:spcBef>
                <a:spcPts val="0"/>
              </a:spcBef>
              <a:spcAft>
                <a:spcPts val="0"/>
              </a:spcAft>
              <a:buClr>
                <a:srgbClr val="3F3F3F"/>
              </a:buClr>
              <a:buSzPts val="4800"/>
              <a:buFont typeface="Times New Roman"/>
              <a:buNone/>
            </a:pPr>
            <a:r>
              <a:rPr lang="en-US" sz="4800" b="0" i="1" u="none" strike="noStrike" cap="none">
                <a:solidFill>
                  <a:srgbClr val="3F3F3F"/>
                </a:solidFill>
                <a:latin typeface="Times New Roman"/>
                <a:ea typeface="Times New Roman"/>
                <a:cs typeface="Times New Roman"/>
                <a:sym typeface="Times New Roman"/>
              </a:rPr>
              <a:t> </a:t>
            </a:r>
            <a:r>
              <a:rPr lang="en-US" sz="4800" b="0" i="1" u="none" strike="noStrike" cap="none">
                <a:solidFill>
                  <a:srgbClr val="00B050"/>
                </a:solidFill>
                <a:latin typeface="Times New Roman"/>
                <a:ea typeface="Times New Roman"/>
                <a:cs typeface="Times New Roman"/>
                <a:sym typeface="Times New Roman"/>
              </a:rPr>
              <a:t> </a:t>
            </a:r>
            <a:r>
              <a:rPr lang="en-US" sz="4800" b="1" i="1" u="none" strike="noStrike" cap="none">
                <a:solidFill>
                  <a:schemeClr val="dk1"/>
                </a:solidFill>
                <a:latin typeface="Times New Roman"/>
                <a:ea typeface="Times New Roman"/>
                <a:cs typeface="Times New Roman"/>
                <a:sym typeface="Times New Roman"/>
              </a:rPr>
              <a:t>MCQs</a:t>
            </a:r>
            <a:endParaRPr sz="4800" b="1" i="0" u="none" strike="noStrike" cap="none">
              <a:solidFill>
                <a:schemeClr val="dk1"/>
              </a:solidFill>
              <a:latin typeface="Times New Roman"/>
              <a:ea typeface="Times New Roman"/>
              <a:cs typeface="Times New Roman"/>
              <a:sym typeface="Times New Roman"/>
            </a:endParaRPr>
          </a:p>
        </p:txBody>
      </p:sp>
      <p:sp>
        <p:nvSpPr>
          <p:cNvPr id="1749" name="Google Shape;1749;p92"/>
          <p:cNvSpPr txBox="1">
            <a:spLocks noGrp="1"/>
          </p:cNvSpPr>
          <p:nvPr>
            <p:ph type="body" idx="1"/>
          </p:nvPr>
        </p:nvSpPr>
        <p:spPr>
          <a:xfrm>
            <a:off x="762000" y="1981200"/>
            <a:ext cx="10121900" cy="4242366"/>
          </a:xfrm>
          <a:prstGeom prst="rect">
            <a:avLst/>
          </a:prstGeom>
          <a:noFill/>
          <a:ln>
            <a:noFill/>
          </a:ln>
        </p:spPr>
        <p:txBody>
          <a:bodyPr spcFirstLastPara="1" wrap="square" lIns="0" tIns="45700" rIns="0" bIns="45700" anchor="t" anchorCtr="0">
            <a:noAutofit/>
          </a:bodyPr>
          <a:lstStyle/>
          <a:p>
            <a:pPr marL="0" marR="0" lvl="0" indent="0" algn="l" rtl="0">
              <a:lnSpc>
                <a:spcPct val="90000"/>
              </a:lnSpc>
              <a:spcBef>
                <a:spcPts val="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A hash table of length 10 uses open addressing with hash function h(k)=k mod 10, and linear probing. After inserting 6 values into an empty hash table, the table is as shown below.   Which one of the following choices gives a possible order in which the key values could have been inserted in the table?</a:t>
            </a:r>
            <a:endParaRPr/>
          </a:p>
          <a:p>
            <a:pPr marL="0" marR="0" lvl="0" indent="0" algn="l" rtl="0">
              <a:lnSpc>
                <a:spcPct val="90000"/>
              </a:lnSpc>
              <a:spcBef>
                <a:spcPts val="1400"/>
              </a:spcBef>
              <a:spcAft>
                <a:spcPts val="0"/>
              </a:spcAft>
              <a:buClr>
                <a:schemeClr val="accent1"/>
              </a:buClr>
              <a:buSzPts val="2000"/>
              <a:buFont typeface="Arial"/>
              <a:buNone/>
            </a:pPr>
            <a:endParaRPr sz="2000" b="0" i="0" u="none" strike="noStrike" cap="none">
              <a:solidFill>
                <a:srgbClr val="3F3F3F"/>
              </a:solidFill>
              <a:latin typeface="Times New Roman"/>
              <a:ea typeface="Times New Roman"/>
              <a:cs typeface="Times New Roman"/>
              <a:sym typeface="Times New Roman"/>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A)46, 42, 34, 52, 23, 33</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B)34, 42, 23, 52, 33, 46</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C)46, 34, 42, 23, 52, 33</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D)42, 46, 33, 23, 34, 52</a:t>
            </a:r>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3200"/>
              <a:buFont typeface="Calibri"/>
              <a:buChar char=" "/>
            </a:pPr>
            <a:r>
              <a:rPr lang="en-US" sz="3200" b="0" i="0" u="none" strike="noStrike" cap="none">
                <a:solidFill>
                  <a:srgbClr val="3F3F3F"/>
                </a:solidFill>
                <a:latin typeface="Calibri"/>
                <a:ea typeface="Calibri"/>
                <a:cs typeface="Calibri"/>
                <a:sym typeface="Calibri"/>
              </a:rPr>
              <a:t/>
            </a:r>
            <a:br>
              <a:rPr lang="en-US" sz="3200" b="0" i="0" u="none" strike="noStrike" cap="none">
                <a:solidFill>
                  <a:srgbClr val="3F3F3F"/>
                </a:solidFill>
                <a:latin typeface="Calibri"/>
                <a:ea typeface="Calibri"/>
                <a:cs typeface="Calibri"/>
                <a:sym typeface="Calibri"/>
              </a:rPr>
            </a:br>
            <a:endParaRPr sz="3200" b="0" i="0" u="none" strike="noStrike" cap="none">
              <a:solidFill>
                <a:schemeClr val="dk1"/>
              </a:solidFill>
              <a:latin typeface="Times New Roman"/>
              <a:ea typeface="Times New Roman"/>
              <a:cs typeface="Times New Roman"/>
              <a:sym typeface="Times New Roman"/>
            </a:endParaRPr>
          </a:p>
        </p:txBody>
      </p:sp>
      <p:pic>
        <p:nvPicPr>
          <p:cNvPr id="1753" name="Google Shape;1753;p92"/>
          <p:cNvPicPr preferRelativeResize="0"/>
          <p:nvPr/>
        </p:nvPicPr>
        <p:blipFill rotWithShape="1">
          <a:blip r:embed="rId3">
            <a:alphaModFix/>
          </a:blip>
          <a:srcRect/>
          <a:stretch/>
        </p:blipFill>
        <p:spPr>
          <a:xfrm>
            <a:off x="195070" y="286604"/>
            <a:ext cx="1269598" cy="1148496"/>
          </a:xfrm>
          <a:prstGeom prst="rect">
            <a:avLst/>
          </a:prstGeom>
          <a:noFill/>
          <a:ln>
            <a:noFill/>
          </a:ln>
        </p:spPr>
      </p:pic>
      <p:pic>
        <p:nvPicPr>
          <p:cNvPr id="1754" name="Google Shape;1754;p92" descr="http://geeksforgeeks.org/wp-content/uploads/gate2010_1.GIF"/>
          <p:cNvPicPr preferRelativeResize="0"/>
          <p:nvPr/>
        </p:nvPicPr>
        <p:blipFill rotWithShape="1">
          <a:blip r:embed="rId4">
            <a:alphaModFix/>
          </a:blip>
          <a:srcRect/>
          <a:stretch/>
        </p:blipFill>
        <p:spPr>
          <a:xfrm>
            <a:off x="5208587" y="3045107"/>
            <a:ext cx="1854365" cy="3191233"/>
          </a:xfrm>
          <a:prstGeom prst="rect">
            <a:avLst/>
          </a:prstGeom>
          <a:noFill/>
          <a:ln>
            <a:noFill/>
          </a:ln>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760"/>
        <p:cNvGrpSpPr/>
        <p:nvPr/>
      </p:nvGrpSpPr>
      <p:grpSpPr>
        <a:xfrm>
          <a:off x="0" y="0"/>
          <a:ext cx="0" cy="0"/>
          <a:chOff x="0" y="0"/>
          <a:chExt cx="0" cy="0"/>
        </a:xfrm>
      </p:grpSpPr>
      <p:sp>
        <p:nvSpPr>
          <p:cNvPr id="1761" name="Google Shape;1761;p93"/>
          <p:cNvSpPr txBox="1">
            <a:spLocks noGrp="1"/>
          </p:cNvSpPr>
          <p:nvPr>
            <p:ph type="title"/>
          </p:nvPr>
        </p:nvSpPr>
        <p:spPr>
          <a:xfrm>
            <a:off x="1369996" y="194108"/>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110000"/>
              </a:lnSpc>
              <a:spcBef>
                <a:spcPts val="0"/>
              </a:spcBef>
              <a:spcAft>
                <a:spcPts val="0"/>
              </a:spcAft>
              <a:buClr>
                <a:srgbClr val="3F3F3F"/>
              </a:buClr>
              <a:buSzPts val="4800"/>
              <a:buFont typeface="Times New Roman"/>
              <a:buNone/>
            </a:pPr>
            <a:r>
              <a:rPr lang="en-US" sz="4800" b="0" i="1" u="none" strike="noStrike" cap="none">
                <a:solidFill>
                  <a:srgbClr val="3F3F3F"/>
                </a:solidFill>
                <a:latin typeface="Times New Roman"/>
                <a:ea typeface="Times New Roman"/>
                <a:cs typeface="Times New Roman"/>
                <a:sym typeface="Times New Roman"/>
              </a:rPr>
              <a:t> </a:t>
            </a:r>
            <a:r>
              <a:rPr lang="en-US" sz="4800" b="0" i="1" u="none" strike="noStrike" cap="none">
                <a:solidFill>
                  <a:srgbClr val="00B050"/>
                </a:solidFill>
                <a:latin typeface="Times New Roman"/>
                <a:ea typeface="Times New Roman"/>
                <a:cs typeface="Times New Roman"/>
                <a:sym typeface="Times New Roman"/>
              </a:rPr>
              <a:t> </a:t>
            </a:r>
            <a:r>
              <a:rPr lang="en-US" sz="4800" b="1" i="1" u="none" strike="noStrike" cap="none">
                <a:solidFill>
                  <a:schemeClr val="dk1"/>
                </a:solidFill>
                <a:latin typeface="Times New Roman"/>
                <a:ea typeface="Times New Roman"/>
                <a:cs typeface="Times New Roman"/>
                <a:sym typeface="Times New Roman"/>
              </a:rPr>
              <a:t>MCQs</a:t>
            </a:r>
            <a:endParaRPr sz="4800" b="1" i="0" u="none" strike="noStrike" cap="none">
              <a:solidFill>
                <a:schemeClr val="dk1"/>
              </a:solidFill>
              <a:latin typeface="Times New Roman"/>
              <a:ea typeface="Times New Roman"/>
              <a:cs typeface="Times New Roman"/>
              <a:sym typeface="Times New Roman"/>
            </a:endParaRPr>
          </a:p>
        </p:txBody>
      </p:sp>
      <p:sp>
        <p:nvSpPr>
          <p:cNvPr id="1762" name="Google Shape;1762;p93"/>
          <p:cNvSpPr txBox="1">
            <a:spLocks noGrp="1"/>
          </p:cNvSpPr>
          <p:nvPr>
            <p:ph type="body" idx="1"/>
          </p:nvPr>
        </p:nvSpPr>
        <p:spPr>
          <a:xfrm>
            <a:off x="762000" y="1981200"/>
            <a:ext cx="10121900" cy="4242366"/>
          </a:xfrm>
          <a:prstGeom prst="rect">
            <a:avLst/>
          </a:prstGeom>
          <a:noFill/>
          <a:ln>
            <a:noFill/>
          </a:ln>
        </p:spPr>
        <p:txBody>
          <a:bodyPr spcFirstLastPara="1" wrap="square" lIns="0" tIns="45700" rIns="0" bIns="45700" anchor="t" anchorCtr="0">
            <a:noAutofit/>
          </a:bodyPr>
          <a:lstStyle/>
          <a:p>
            <a:pPr marL="0" marR="0" lvl="0" indent="0" algn="l" rtl="0">
              <a:lnSpc>
                <a:spcPct val="90000"/>
              </a:lnSpc>
              <a:spcBef>
                <a:spcPts val="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How many different insertion sequences of the key values using the same hash function and linear probing will result in the hash table shown above?</a:t>
            </a:r>
            <a:endParaRPr/>
          </a:p>
          <a:p>
            <a:pPr marL="0" marR="0" lvl="0" indent="0" algn="l" rtl="0">
              <a:lnSpc>
                <a:spcPct val="90000"/>
              </a:lnSpc>
              <a:spcBef>
                <a:spcPts val="1400"/>
              </a:spcBef>
              <a:spcAft>
                <a:spcPts val="0"/>
              </a:spcAft>
              <a:buClr>
                <a:schemeClr val="accent1"/>
              </a:buClr>
              <a:buSzPts val="2000"/>
              <a:buFont typeface="Arial"/>
              <a:buNone/>
            </a:pPr>
            <a:endParaRPr sz="2000" b="0" i="0" u="none" strike="noStrike" cap="none">
              <a:solidFill>
                <a:srgbClr val="3F3F3F"/>
              </a:solidFill>
              <a:latin typeface="Times New Roman"/>
              <a:ea typeface="Times New Roman"/>
              <a:cs typeface="Times New Roman"/>
              <a:sym typeface="Times New Roman"/>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A.10</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B.20</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C.30</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D.40</a:t>
            </a:r>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3200"/>
              <a:buFont typeface="Calibri"/>
              <a:buChar char=" "/>
            </a:pPr>
            <a:r>
              <a:rPr lang="en-US" sz="3200" b="0" i="0" u="none" strike="noStrike" cap="none">
                <a:solidFill>
                  <a:srgbClr val="3F3F3F"/>
                </a:solidFill>
                <a:latin typeface="Calibri"/>
                <a:ea typeface="Calibri"/>
                <a:cs typeface="Calibri"/>
                <a:sym typeface="Calibri"/>
              </a:rPr>
              <a:t/>
            </a:r>
            <a:br>
              <a:rPr lang="en-US" sz="3200" b="0" i="0" u="none" strike="noStrike" cap="none">
                <a:solidFill>
                  <a:srgbClr val="3F3F3F"/>
                </a:solidFill>
                <a:latin typeface="Calibri"/>
                <a:ea typeface="Calibri"/>
                <a:cs typeface="Calibri"/>
                <a:sym typeface="Calibri"/>
              </a:rPr>
            </a:br>
            <a:endParaRPr sz="3200" b="0" i="0" u="none" strike="noStrike" cap="none">
              <a:solidFill>
                <a:schemeClr val="dk1"/>
              </a:solidFill>
              <a:latin typeface="Times New Roman"/>
              <a:ea typeface="Times New Roman"/>
              <a:cs typeface="Times New Roman"/>
              <a:sym typeface="Times New Roman"/>
            </a:endParaRPr>
          </a:p>
        </p:txBody>
      </p:sp>
      <p:pic>
        <p:nvPicPr>
          <p:cNvPr id="1766" name="Google Shape;1766;p93"/>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772"/>
        <p:cNvGrpSpPr/>
        <p:nvPr/>
      </p:nvGrpSpPr>
      <p:grpSpPr>
        <a:xfrm>
          <a:off x="0" y="0"/>
          <a:ext cx="0" cy="0"/>
          <a:chOff x="0" y="0"/>
          <a:chExt cx="0" cy="0"/>
        </a:xfrm>
      </p:grpSpPr>
      <p:sp>
        <p:nvSpPr>
          <p:cNvPr id="1773" name="Google Shape;1773;p94"/>
          <p:cNvSpPr txBox="1">
            <a:spLocks noGrp="1"/>
          </p:cNvSpPr>
          <p:nvPr>
            <p:ph type="title"/>
          </p:nvPr>
        </p:nvSpPr>
        <p:spPr>
          <a:xfrm>
            <a:off x="1369996" y="194108"/>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110000"/>
              </a:lnSpc>
              <a:spcBef>
                <a:spcPts val="0"/>
              </a:spcBef>
              <a:spcAft>
                <a:spcPts val="0"/>
              </a:spcAft>
              <a:buClr>
                <a:srgbClr val="3F3F3F"/>
              </a:buClr>
              <a:buSzPts val="4800"/>
              <a:buFont typeface="Times New Roman"/>
              <a:buNone/>
            </a:pPr>
            <a:r>
              <a:rPr lang="en-US" sz="4800" b="0" i="1" u="none" strike="noStrike" cap="none">
                <a:solidFill>
                  <a:srgbClr val="3F3F3F"/>
                </a:solidFill>
                <a:latin typeface="Times New Roman"/>
                <a:ea typeface="Times New Roman"/>
                <a:cs typeface="Times New Roman"/>
                <a:sym typeface="Times New Roman"/>
              </a:rPr>
              <a:t> </a:t>
            </a:r>
            <a:r>
              <a:rPr lang="en-US" sz="4800" b="0" i="1" u="none" strike="noStrike" cap="none">
                <a:solidFill>
                  <a:srgbClr val="00B050"/>
                </a:solidFill>
                <a:latin typeface="Times New Roman"/>
                <a:ea typeface="Times New Roman"/>
                <a:cs typeface="Times New Roman"/>
                <a:sym typeface="Times New Roman"/>
              </a:rPr>
              <a:t> </a:t>
            </a:r>
            <a:r>
              <a:rPr lang="en-US" sz="4800" b="1" i="1" u="none" strike="noStrike" cap="none">
                <a:solidFill>
                  <a:schemeClr val="dk1"/>
                </a:solidFill>
                <a:latin typeface="Times New Roman"/>
                <a:ea typeface="Times New Roman"/>
                <a:cs typeface="Times New Roman"/>
                <a:sym typeface="Times New Roman"/>
              </a:rPr>
              <a:t>MCQs</a:t>
            </a:r>
            <a:endParaRPr sz="4800" b="1" i="0" u="none" strike="noStrike" cap="none">
              <a:solidFill>
                <a:schemeClr val="dk1"/>
              </a:solidFill>
              <a:latin typeface="Times New Roman"/>
              <a:ea typeface="Times New Roman"/>
              <a:cs typeface="Times New Roman"/>
              <a:sym typeface="Times New Roman"/>
            </a:endParaRPr>
          </a:p>
        </p:txBody>
      </p:sp>
      <p:sp>
        <p:nvSpPr>
          <p:cNvPr id="1774" name="Google Shape;1774;p94"/>
          <p:cNvSpPr txBox="1">
            <a:spLocks noGrp="1"/>
          </p:cNvSpPr>
          <p:nvPr>
            <p:ph type="body" idx="1"/>
          </p:nvPr>
        </p:nvSpPr>
        <p:spPr>
          <a:xfrm>
            <a:off x="762000" y="1981200"/>
            <a:ext cx="10121900" cy="4242366"/>
          </a:xfrm>
          <a:prstGeom prst="rect">
            <a:avLst/>
          </a:prstGeom>
          <a:noFill/>
          <a:ln>
            <a:noFill/>
          </a:ln>
        </p:spPr>
        <p:txBody>
          <a:bodyPr spcFirstLastPara="1" wrap="square" lIns="0" tIns="45700" rIns="0" bIns="45700" anchor="t" anchorCtr="0">
            <a:noAutofit/>
          </a:bodyPr>
          <a:lstStyle/>
          <a:p>
            <a:pPr marL="91440" marR="0" lvl="0" indent="-91440" algn="l" rtl="0">
              <a:lnSpc>
                <a:spcPct val="90000"/>
              </a:lnSpc>
              <a:spcBef>
                <a:spcPts val="0"/>
              </a:spcBef>
              <a:spcAft>
                <a:spcPts val="0"/>
              </a:spcAft>
              <a:buClr>
                <a:schemeClr val="accent1"/>
              </a:buClr>
              <a:buSzPts val="2000"/>
              <a:buFont typeface="Calibri"/>
              <a:buChar char=" "/>
            </a:pPr>
            <a:r>
              <a:rPr lang="en-US" sz="2000" b="0" i="0" u="none" strike="noStrike" cap="none">
                <a:solidFill>
                  <a:srgbClr val="3F3F3F"/>
                </a:solidFill>
                <a:latin typeface="Times New Roman"/>
                <a:ea typeface="Times New Roman"/>
                <a:cs typeface="Times New Roman"/>
                <a:sym typeface="Times New Roman"/>
              </a:rPr>
              <a:t>The keys 12, 18, 13, 2, 3, 23, 5 and 15 are inserted into an initially empty hash table of length 10 using open addressing with hash function h(k) = k mod 10 and linear probing. What is the resultant hash table? </a:t>
            </a:r>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Times New Roman"/>
              <a:ea typeface="Times New Roman"/>
              <a:cs typeface="Times New Roman"/>
              <a:sym typeface="Times New Roman"/>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3200"/>
              <a:buFont typeface="Calibri"/>
              <a:buChar char=" "/>
            </a:pPr>
            <a:r>
              <a:rPr lang="en-US" sz="3200" b="0" i="0" u="none" strike="noStrike" cap="none">
                <a:solidFill>
                  <a:srgbClr val="3F3F3F"/>
                </a:solidFill>
                <a:latin typeface="Calibri"/>
                <a:ea typeface="Calibri"/>
                <a:cs typeface="Calibri"/>
                <a:sym typeface="Calibri"/>
              </a:rPr>
              <a:t/>
            </a:r>
            <a:br>
              <a:rPr lang="en-US" sz="3200" b="0" i="0" u="none" strike="noStrike" cap="none">
                <a:solidFill>
                  <a:srgbClr val="3F3F3F"/>
                </a:solidFill>
                <a:latin typeface="Calibri"/>
                <a:ea typeface="Calibri"/>
                <a:cs typeface="Calibri"/>
                <a:sym typeface="Calibri"/>
              </a:rPr>
            </a:br>
            <a:endParaRPr sz="3200" b="0" i="0" u="none" strike="noStrike" cap="none">
              <a:solidFill>
                <a:schemeClr val="dk1"/>
              </a:solidFill>
              <a:latin typeface="Times New Roman"/>
              <a:ea typeface="Times New Roman"/>
              <a:cs typeface="Times New Roman"/>
              <a:sym typeface="Times New Roman"/>
            </a:endParaRPr>
          </a:p>
        </p:txBody>
      </p:sp>
      <p:pic>
        <p:nvPicPr>
          <p:cNvPr id="1778" name="Google Shape;1778;p94"/>
          <p:cNvPicPr preferRelativeResize="0"/>
          <p:nvPr/>
        </p:nvPicPr>
        <p:blipFill rotWithShape="1">
          <a:blip r:embed="rId3">
            <a:alphaModFix/>
          </a:blip>
          <a:srcRect/>
          <a:stretch/>
        </p:blipFill>
        <p:spPr>
          <a:xfrm>
            <a:off x="195070" y="286604"/>
            <a:ext cx="1269598" cy="1148496"/>
          </a:xfrm>
          <a:prstGeom prst="rect">
            <a:avLst/>
          </a:prstGeom>
          <a:noFill/>
          <a:ln>
            <a:noFill/>
          </a:ln>
        </p:spPr>
      </p:pic>
      <p:pic>
        <p:nvPicPr>
          <p:cNvPr id="1779" name="Google Shape;1779;p94"/>
          <p:cNvPicPr preferRelativeResize="0"/>
          <p:nvPr/>
        </p:nvPicPr>
        <p:blipFill rotWithShape="1">
          <a:blip r:embed="rId4">
            <a:alphaModFix/>
          </a:blip>
          <a:srcRect/>
          <a:stretch/>
        </p:blipFill>
        <p:spPr>
          <a:xfrm>
            <a:off x="1122363" y="3124200"/>
            <a:ext cx="5888037" cy="2595563"/>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785"/>
        <p:cNvGrpSpPr/>
        <p:nvPr/>
      </p:nvGrpSpPr>
      <p:grpSpPr>
        <a:xfrm>
          <a:off x="0" y="0"/>
          <a:ext cx="0" cy="0"/>
          <a:chOff x="0" y="0"/>
          <a:chExt cx="0" cy="0"/>
        </a:xfrm>
      </p:grpSpPr>
      <p:sp>
        <p:nvSpPr>
          <p:cNvPr id="1786" name="Google Shape;1786;p95"/>
          <p:cNvSpPr txBox="1">
            <a:spLocks noGrp="1"/>
          </p:cNvSpPr>
          <p:nvPr>
            <p:ph type="title"/>
          </p:nvPr>
        </p:nvSpPr>
        <p:spPr>
          <a:xfrm>
            <a:off x="1369996" y="194108"/>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110000"/>
              </a:lnSpc>
              <a:spcBef>
                <a:spcPts val="0"/>
              </a:spcBef>
              <a:spcAft>
                <a:spcPts val="0"/>
              </a:spcAft>
              <a:buClr>
                <a:srgbClr val="3F3F3F"/>
              </a:buClr>
              <a:buSzPts val="4800"/>
              <a:buFont typeface="Times New Roman"/>
              <a:buNone/>
            </a:pPr>
            <a:r>
              <a:rPr lang="en-US" sz="4800" b="0" i="1" u="none" strike="noStrike" cap="none">
                <a:solidFill>
                  <a:srgbClr val="3F3F3F"/>
                </a:solidFill>
                <a:latin typeface="Times New Roman"/>
                <a:ea typeface="Times New Roman"/>
                <a:cs typeface="Times New Roman"/>
                <a:sym typeface="Times New Roman"/>
              </a:rPr>
              <a:t> </a:t>
            </a:r>
            <a:r>
              <a:rPr lang="en-US" sz="4800" b="0" i="1" u="none" strike="noStrike" cap="none">
                <a:solidFill>
                  <a:srgbClr val="00B050"/>
                </a:solidFill>
                <a:latin typeface="Times New Roman"/>
                <a:ea typeface="Times New Roman"/>
                <a:cs typeface="Times New Roman"/>
                <a:sym typeface="Times New Roman"/>
              </a:rPr>
              <a:t> </a:t>
            </a:r>
            <a:r>
              <a:rPr lang="en-US" sz="4800" b="1" i="1" u="none" strike="noStrike" cap="none">
                <a:solidFill>
                  <a:schemeClr val="dk1"/>
                </a:solidFill>
                <a:latin typeface="Times New Roman"/>
                <a:ea typeface="Times New Roman"/>
                <a:cs typeface="Times New Roman"/>
                <a:sym typeface="Times New Roman"/>
              </a:rPr>
              <a:t>MCQs</a:t>
            </a:r>
            <a:endParaRPr sz="4800" b="1" i="0" u="none" strike="noStrike" cap="none">
              <a:solidFill>
                <a:schemeClr val="dk1"/>
              </a:solidFill>
              <a:latin typeface="Times New Roman"/>
              <a:ea typeface="Times New Roman"/>
              <a:cs typeface="Times New Roman"/>
              <a:sym typeface="Times New Roman"/>
            </a:endParaRPr>
          </a:p>
        </p:txBody>
      </p:sp>
      <p:sp>
        <p:nvSpPr>
          <p:cNvPr id="1787" name="Google Shape;1787;p95"/>
          <p:cNvSpPr txBox="1">
            <a:spLocks noGrp="1"/>
          </p:cNvSpPr>
          <p:nvPr>
            <p:ph type="body" idx="1"/>
          </p:nvPr>
        </p:nvSpPr>
        <p:spPr>
          <a:xfrm>
            <a:off x="762000" y="1981200"/>
            <a:ext cx="10121900" cy="4242366"/>
          </a:xfrm>
          <a:prstGeom prst="rect">
            <a:avLst/>
          </a:prstGeom>
          <a:noFill/>
          <a:ln>
            <a:noFill/>
          </a:ln>
        </p:spPr>
        <p:txBody>
          <a:bodyPr spcFirstLastPara="1" wrap="square" lIns="0" tIns="45700" rIns="0" bIns="45700" anchor="t" anchorCtr="0">
            <a:noAutofit/>
          </a:bodyPr>
          <a:lstStyle/>
          <a:p>
            <a:pPr marL="0" marR="0" lvl="0" indent="0" algn="l" rtl="0">
              <a:lnSpc>
                <a:spcPct val="90000"/>
              </a:lnSpc>
              <a:spcBef>
                <a:spcPts val="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Consider a hash table of size seven, with starting index zero, and a hash function (3x + 4)mod7. Assuming the hash table is initially empty, which of the following is the contents of the table when the sequence 1, 3, 8, 10 is inserted into the table using closed hashing? Note that ‘_’ denotes an empty location in the table.</a:t>
            </a:r>
            <a:endParaRPr/>
          </a:p>
          <a:p>
            <a:pPr marL="0" marR="0" lvl="0" indent="0" algn="l" rtl="0">
              <a:lnSpc>
                <a:spcPct val="90000"/>
              </a:lnSpc>
              <a:spcBef>
                <a:spcPts val="1400"/>
              </a:spcBef>
              <a:spcAft>
                <a:spcPts val="0"/>
              </a:spcAft>
              <a:buClr>
                <a:schemeClr val="accent1"/>
              </a:buClr>
              <a:buSzPts val="2000"/>
              <a:buFont typeface="Arial"/>
              <a:buNone/>
            </a:pPr>
            <a:endParaRPr sz="2000" b="0" i="0" u="none" strike="noStrike" cap="none">
              <a:solidFill>
                <a:srgbClr val="3F3F3F"/>
              </a:solidFill>
              <a:latin typeface="Times New Roman"/>
              <a:ea typeface="Times New Roman"/>
              <a:cs typeface="Times New Roman"/>
              <a:sym typeface="Times New Roman"/>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A 8, _, _, _, _, _, 10</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B 1, 8, 10, _, _, _, 3</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C 1, _, _, _, _, _,3</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D 1, 10, 8, _, _, _, 3</a:t>
            </a:r>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Times New Roman"/>
              <a:ea typeface="Times New Roman"/>
              <a:cs typeface="Times New Roman"/>
              <a:sym typeface="Times New Roman"/>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3200"/>
              <a:buFont typeface="Calibri"/>
              <a:buChar char=" "/>
            </a:pPr>
            <a:r>
              <a:rPr lang="en-US" sz="3200" b="0" i="0" u="none" strike="noStrike" cap="none">
                <a:solidFill>
                  <a:srgbClr val="3F3F3F"/>
                </a:solidFill>
                <a:latin typeface="Calibri"/>
                <a:ea typeface="Calibri"/>
                <a:cs typeface="Calibri"/>
                <a:sym typeface="Calibri"/>
              </a:rPr>
              <a:t/>
            </a:r>
            <a:br>
              <a:rPr lang="en-US" sz="3200" b="0" i="0" u="none" strike="noStrike" cap="none">
                <a:solidFill>
                  <a:srgbClr val="3F3F3F"/>
                </a:solidFill>
                <a:latin typeface="Calibri"/>
                <a:ea typeface="Calibri"/>
                <a:cs typeface="Calibri"/>
                <a:sym typeface="Calibri"/>
              </a:rPr>
            </a:br>
            <a:endParaRPr sz="3200" b="0" i="0" u="none" strike="noStrike" cap="none">
              <a:solidFill>
                <a:schemeClr val="dk1"/>
              </a:solidFill>
              <a:latin typeface="Times New Roman"/>
              <a:ea typeface="Times New Roman"/>
              <a:cs typeface="Times New Roman"/>
              <a:sym typeface="Times New Roman"/>
            </a:endParaRPr>
          </a:p>
        </p:txBody>
      </p:sp>
      <p:pic>
        <p:nvPicPr>
          <p:cNvPr id="1791" name="Google Shape;1791;p95"/>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797"/>
        <p:cNvGrpSpPr/>
        <p:nvPr/>
      </p:nvGrpSpPr>
      <p:grpSpPr>
        <a:xfrm>
          <a:off x="0" y="0"/>
          <a:ext cx="0" cy="0"/>
          <a:chOff x="0" y="0"/>
          <a:chExt cx="0" cy="0"/>
        </a:xfrm>
      </p:grpSpPr>
      <p:sp>
        <p:nvSpPr>
          <p:cNvPr id="1798" name="Google Shape;1798;p96"/>
          <p:cNvSpPr txBox="1">
            <a:spLocks noGrp="1"/>
          </p:cNvSpPr>
          <p:nvPr>
            <p:ph type="title"/>
          </p:nvPr>
        </p:nvSpPr>
        <p:spPr>
          <a:xfrm>
            <a:off x="1369996" y="194108"/>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110000"/>
              </a:lnSpc>
              <a:spcBef>
                <a:spcPts val="0"/>
              </a:spcBef>
              <a:spcAft>
                <a:spcPts val="0"/>
              </a:spcAft>
              <a:buClr>
                <a:srgbClr val="3F3F3F"/>
              </a:buClr>
              <a:buSzPts val="4800"/>
              <a:buFont typeface="Times New Roman"/>
              <a:buNone/>
            </a:pPr>
            <a:r>
              <a:rPr lang="en-US" sz="4800" b="0" i="1" u="none" strike="noStrike" cap="none">
                <a:solidFill>
                  <a:srgbClr val="3F3F3F"/>
                </a:solidFill>
                <a:latin typeface="Times New Roman"/>
                <a:ea typeface="Times New Roman"/>
                <a:cs typeface="Times New Roman"/>
                <a:sym typeface="Times New Roman"/>
              </a:rPr>
              <a:t> </a:t>
            </a:r>
            <a:r>
              <a:rPr lang="en-US" sz="4800" b="0" i="1" u="none" strike="noStrike" cap="none">
                <a:solidFill>
                  <a:srgbClr val="00B050"/>
                </a:solidFill>
                <a:latin typeface="Times New Roman"/>
                <a:ea typeface="Times New Roman"/>
                <a:cs typeface="Times New Roman"/>
                <a:sym typeface="Times New Roman"/>
              </a:rPr>
              <a:t> </a:t>
            </a:r>
            <a:r>
              <a:rPr lang="en-US" sz="4800" b="1" i="1" u="none" strike="noStrike" cap="none">
                <a:solidFill>
                  <a:schemeClr val="dk1"/>
                </a:solidFill>
                <a:latin typeface="Times New Roman"/>
                <a:ea typeface="Times New Roman"/>
                <a:cs typeface="Times New Roman"/>
                <a:sym typeface="Times New Roman"/>
              </a:rPr>
              <a:t>MCQs</a:t>
            </a:r>
            <a:endParaRPr sz="4800" b="1" i="0" u="none" strike="noStrike" cap="none">
              <a:solidFill>
                <a:schemeClr val="dk1"/>
              </a:solidFill>
              <a:latin typeface="Times New Roman"/>
              <a:ea typeface="Times New Roman"/>
              <a:cs typeface="Times New Roman"/>
              <a:sym typeface="Times New Roman"/>
            </a:endParaRPr>
          </a:p>
        </p:txBody>
      </p:sp>
      <p:sp>
        <p:nvSpPr>
          <p:cNvPr id="1799" name="Google Shape;1799;p96"/>
          <p:cNvSpPr txBox="1">
            <a:spLocks noGrp="1"/>
          </p:cNvSpPr>
          <p:nvPr>
            <p:ph type="body" idx="1"/>
          </p:nvPr>
        </p:nvSpPr>
        <p:spPr>
          <a:xfrm>
            <a:off x="762000" y="1981200"/>
            <a:ext cx="10121900" cy="4242366"/>
          </a:xfrm>
          <a:prstGeom prst="rect">
            <a:avLst/>
          </a:prstGeom>
          <a:noFill/>
          <a:ln>
            <a:noFill/>
          </a:ln>
        </p:spPr>
        <p:txBody>
          <a:bodyPr spcFirstLastPara="1" wrap="square" lIns="0" tIns="45700" rIns="0" bIns="45700" anchor="t" anchorCtr="0">
            <a:noAutofit/>
          </a:bodyPr>
          <a:lstStyle/>
          <a:p>
            <a:pPr marL="0" marR="0" lvl="0" indent="0" algn="l" rtl="0">
              <a:lnSpc>
                <a:spcPct val="90000"/>
              </a:lnSpc>
              <a:spcBef>
                <a:spcPts val="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Given the following input (4322, 1334, 1471, 9679, 1989, 6171, 6173, 4199) and the hash function x mod 10, which of the following statements are true? i. 9679, 1989, 4199 hash to the same value ii. 1471, 6171 has to the same value iii. All elements hash to the same value iv. Each element hashes to a different value (GATE CS 2004)</a:t>
            </a:r>
            <a:endParaRPr/>
          </a:p>
          <a:p>
            <a:pPr marL="0" marR="0" lvl="0" indent="0" algn="l" rtl="0">
              <a:lnSpc>
                <a:spcPct val="90000"/>
              </a:lnSpc>
              <a:spcBef>
                <a:spcPts val="1400"/>
              </a:spcBef>
              <a:spcAft>
                <a:spcPts val="0"/>
              </a:spcAft>
              <a:buClr>
                <a:schemeClr val="accent1"/>
              </a:buClr>
              <a:buSzPts val="2000"/>
              <a:buFont typeface="Arial"/>
              <a:buNone/>
            </a:pPr>
            <a:endParaRPr sz="2000" b="0" i="0" u="none" strike="noStrike" cap="none">
              <a:solidFill>
                <a:srgbClr val="3F3F3F"/>
              </a:solidFill>
              <a:latin typeface="Times New Roman"/>
              <a:ea typeface="Times New Roman"/>
              <a:cs typeface="Times New Roman"/>
              <a:sym typeface="Times New Roman"/>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A i only</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B ii only</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C i and ii only</a:t>
            </a:r>
            <a:endParaRPr/>
          </a:p>
          <a:p>
            <a:pPr marL="0" marR="0" lvl="0" indent="0" algn="l" rtl="0">
              <a:lnSpc>
                <a:spcPct val="90000"/>
              </a:lnSpc>
              <a:spcBef>
                <a:spcPts val="1400"/>
              </a:spcBef>
              <a:spcAft>
                <a:spcPts val="0"/>
              </a:spcAft>
              <a:buClr>
                <a:schemeClr val="accent1"/>
              </a:buClr>
              <a:buSzPts val="2000"/>
              <a:buFont typeface="Arial"/>
              <a:buNone/>
            </a:pPr>
            <a:r>
              <a:rPr lang="en-US" sz="2000" b="0" i="0" u="none" strike="noStrike" cap="none">
                <a:solidFill>
                  <a:srgbClr val="3F3F3F"/>
                </a:solidFill>
                <a:latin typeface="Times New Roman"/>
                <a:ea typeface="Times New Roman"/>
                <a:cs typeface="Times New Roman"/>
                <a:sym typeface="Times New Roman"/>
              </a:rPr>
              <a:t>D iii or iv</a:t>
            </a:r>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Times New Roman"/>
              <a:ea typeface="Times New Roman"/>
              <a:cs typeface="Times New Roman"/>
              <a:sym typeface="Times New Roman"/>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3200"/>
              <a:buFont typeface="Calibri"/>
              <a:buChar char=" "/>
            </a:pPr>
            <a:r>
              <a:rPr lang="en-US" sz="3200" b="0" i="0" u="none" strike="noStrike" cap="none">
                <a:solidFill>
                  <a:srgbClr val="3F3F3F"/>
                </a:solidFill>
                <a:latin typeface="Calibri"/>
                <a:ea typeface="Calibri"/>
                <a:cs typeface="Calibri"/>
                <a:sym typeface="Calibri"/>
              </a:rPr>
              <a:t/>
            </a:r>
            <a:br>
              <a:rPr lang="en-US" sz="3200" b="0" i="0" u="none" strike="noStrike" cap="none">
                <a:solidFill>
                  <a:srgbClr val="3F3F3F"/>
                </a:solidFill>
                <a:latin typeface="Calibri"/>
                <a:ea typeface="Calibri"/>
                <a:cs typeface="Calibri"/>
                <a:sym typeface="Calibri"/>
              </a:rPr>
            </a:br>
            <a:endParaRPr sz="3200" b="0" i="0" u="none" strike="noStrike" cap="none">
              <a:solidFill>
                <a:schemeClr val="dk1"/>
              </a:solidFill>
              <a:latin typeface="Times New Roman"/>
              <a:ea typeface="Times New Roman"/>
              <a:cs typeface="Times New Roman"/>
              <a:sym typeface="Times New Roman"/>
            </a:endParaRPr>
          </a:p>
        </p:txBody>
      </p:sp>
      <p:pic>
        <p:nvPicPr>
          <p:cNvPr id="1803" name="Google Shape;1803;p96"/>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0" name="Google Shape;1810;p97"/>
          <p:cNvSpPr txBox="1">
            <a:spLocks noGrp="1"/>
          </p:cNvSpPr>
          <p:nvPr>
            <p:ph type="title"/>
          </p:nvPr>
        </p:nvSpPr>
        <p:spPr>
          <a:xfrm>
            <a:off x="1369996" y="194108"/>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110000"/>
              </a:lnSpc>
              <a:spcBef>
                <a:spcPts val="0"/>
              </a:spcBef>
              <a:spcAft>
                <a:spcPts val="0"/>
              </a:spcAft>
              <a:buClr>
                <a:srgbClr val="3F3F3F"/>
              </a:buClr>
              <a:buSzPts val="4800"/>
              <a:buFont typeface="Times New Roman"/>
              <a:buNone/>
            </a:pPr>
            <a:r>
              <a:rPr lang="en-US" sz="4800" b="0" i="1" u="none" strike="noStrike" cap="none">
                <a:solidFill>
                  <a:srgbClr val="3F3F3F"/>
                </a:solidFill>
                <a:latin typeface="Times New Roman"/>
                <a:ea typeface="Times New Roman"/>
                <a:cs typeface="Times New Roman"/>
                <a:sym typeface="Times New Roman"/>
              </a:rPr>
              <a:t> </a:t>
            </a:r>
            <a:r>
              <a:rPr lang="en-US" sz="4800" b="0" i="1" u="none" strike="noStrike" cap="none">
                <a:solidFill>
                  <a:srgbClr val="00B050"/>
                </a:solidFill>
                <a:latin typeface="Times New Roman"/>
                <a:ea typeface="Times New Roman"/>
                <a:cs typeface="Times New Roman"/>
                <a:sym typeface="Times New Roman"/>
              </a:rPr>
              <a:t> </a:t>
            </a:r>
            <a:r>
              <a:rPr lang="en-US" sz="4800" b="1" i="1" u="none" strike="noStrike" cap="none">
                <a:solidFill>
                  <a:schemeClr val="dk1"/>
                </a:solidFill>
                <a:latin typeface="Times New Roman"/>
                <a:ea typeface="Times New Roman"/>
                <a:cs typeface="Times New Roman"/>
                <a:sym typeface="Times New Roman"/>
              </a:rPr>
              <a:t>Practice Assignments</a:t>
            </a:r>
            <a:endParaRPr sz="4800" b="1" i="0" u="none" strike="noStrike" cap="none">
              <a:solidFill>
                <a:schemeClr val="dk1"/>
              </a:solidFill>
              <a:latin typeface="Times New Roman"/>
              <a:ea typeface="Times New Roman"/>
              <a:cs typeface="Times New Roman"/>
              <a:sym typeface="Times New Roman"/>
            </a:endParaRPr>
          </a:p>
        </p:txBody>
      </p:sp>
      <p:sp>
        <p:nvSpPr>
          <p:cNvPr id="1811" name="Google Shape;1811;p97"/>
          <p:cNvSpPr txBox="1">
            <a:spLocks noGrp="1"/>
          </p:cNvSpPr>
          <p:nvPr>
            <p:ph type="body" idx="1"/>
          </p:nvPr>
        </p:nvSpPr>
        <p:spPr>
          <a:xfrm>
            <a:off x="762000" y="1981200"/>
            <a:ext cx="10121900" cy="4242366"/>
          </a:xfrm>
          <a:prstGeom prst="rect">
            <a:avLst/>
          </a:prstGeom>
          <a:noFill/>
          <a:ln>
            <a:noFill/>
          </a:ln>
        </p:spPr>
        <p:txBody>
          <a:bodyPr spcFirstLastPara="1" wrap="square" lIns="0" tIns="45700" rIns="0" bIns="45700" anchor="t" anchorCtr="0">
            <a:noAutofit/>
          </a:bodyPr>
          <a:lstStyle/>
          <a:p>
            <a:pPr marL="457200" marR="0" lvl="0" indent="-457200" algn="l" rtl="0">
              <a:lnSpc>
                <a:spcPct val="90000"/>
              </a:lnSpc>
              <a:spcBef>
                <a:spcPts val="0"/>
              </a:spcBef>
              <a:spcAft>
                <a:spcPts val="0"/>
              </a:spcAft>
              <a:buClr>
                <a:schemeClr val="accent1"/>
              </a:buClr>
              <a:buSzPts val="2000"/>
              <a:buFont typeface="Calibri"/>
              <a:buAutoNum type="arabicPeriod"/>
            </a:pPr>
            <a:r>
              <a:rPr lang="en-US" sz="2000" b="0" i="0" u="none" strike="noStrike" cap="none">
                <a:solidFill>
                  <a:srgbClr val="3F3F3F"/>
                </a:solidFill>
                <a:latin typeface="Calibri"/>
                <a:ea typeface="Calibri"/>
                <a:cs typeface="Calibri"/>
                <a:sym typeface="Calibri"/>
              </a:rPr>
              <a:t>Write a pseudo code to implement quadratic probing</a:t>
            </a:r>
            <a:endParaRPr/>
          </a:p>
          <a:p>
            <a:pPr marL="457200" marR="0" lvl="0" indent="-457200" algn="l" rtl="0">
              <a:lnSpc>
                <a:spcPct val="90000"/>
              </a:lnSpc>
              <a:spcBef>
                <a:spcPts val="1400"/>
              </a:spcBef>
              <a:spcAft>
                <a:spcPts val="0"/>
              </a:spcAft>
              <a:buClr>
                <a:schemeClr val="accent1"/>
              </a:buClr>
              <a:buSzPts val="2000"/>
              <a:buFont typeface="Calibri"/>
              <a:buAutoNum type="arabicPeriod"/>
            </a:pPr>
            <a:r>
              <a:rPr lang="en-US" sz="2000" b="0" i="0" u="none" strike="noStrike" cap="none">
                <a:solidFill>
                  <a:srgbClr val="3F3F3F"/>
                </a:solidFill>
                <a:latin typeface="Calibri"/>
                <a:ea typeface="Calibri"/>
                <a:cs typeface="Calibri"/>
                <a:sym typeface="Calibri"/>
              </a:rPr>
              <a:t>Store roll numbers of the students in a database and implement double hashing onto it.</a:t>
            </a:r>
            <a:endParaRPr sz="2000" b="0" i="0" u="none" strike="noStrike" cap="none">
              <a:solidFill>
                <a:srgbClr val="3F3F3F"/>
              </a:solidFill>
              <a:latin typeface="Calibri"/>
              <a:ea typeface="Calibri"/>
              <a:cs typeface="Calibri"/>
              <a:sym typeface="Calibri"/>
            </a:endParaRPr>
          </a:p>
          <a:p>
            <a:pPr marL="457200" marR="0" lvl="0" indent="-457200" algn="l" rtl="0">
              <a:lnSpc>
                <a:spcPct val="90000"/>
              </a:lnSpc>
              <a:spcBef>
                <a:spcPts val="1400"/>
              </a:spcBef>
              <a:spcAft>
                <a:spcPts val="0"/>
              </a:spcAft>
              <a:buClr>
                <a:schemeClr val="accent1"/>
              </a:buClr>
              <a:buSzPts val="2000"/>
              <a:buFont typeface="Calibri"/>
              <a:buAutoNum type="arabicPeriod"/>
            </a:pPr>
            <a:r>
              <a:rPr lang="en-US" sz="2000" b="0" i="0" u="none" strike="noStrike" cap="none">
                <a:solidFill>
                  <a:srgbClr val="3F3F3F"/>
                </a:solidFill>
                <a:latin typeface="Calibri"/>
                <a:ea typeface="Calibri"/>
                <a:cs typeface="Calibri"/>
                <a:sym typeface="Calibri"/>
              </a:rPr>
              <a:t>Store roll numbers of the students in a database and implement linear probing with and without replacement onto it.</a:t>
            </a:r>
            <a:endParaRPr/>
          </a:p>
          <a:p>
            <a:pPr marL="457200" marR="0" lvl="0" indent="-457200" algn="l" rtl="0">
              <a:lnSpc>
                <a:spcPct val="90000"/>
              </a:lnSpc>
              <a:spcBef>
                <a:spcPts val="1400"/>
              </a:spcBef>
              <a:spcAft>
                <a:spcPts val="0"/>
              </a:spcAft>
              <a:buClr>
                <a:schemeClr val="accent1"/>
              </a:buClr>
              <a:buSzPts val="2000"/>
              <a:buFont typeface="Calibri"/>
              <a:buAutoNum type="arabicPeriod"/>
            </a:pPr>
            <a:r>
              <a:rPr lang="en-US" sz="2000" b="0" i="0" u="none" strike="noStrike" cap="none">
                <a:solidFill>
                  <a:srgbClr val="3F3F3F"/>
                </a:solidFill>
                <a:latin typeface="Calibri"/>
                <a:ea typeface="Calibri"/>
                <a:cs typeface="Calibri"/>
                <a:sym typeface="Calibri"/>
              </a:rPr>
              <a:t>Implement chaining method by identifying one suitable application.</a:t>
            </a: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3200"/>
              <a:buFont typeface="Calibri"/>
              <a:buChar char=" "/>
            </a:pPr>
            <a:r>
              <a:rPr lang="en-US" sz="3200" b="0" i="0" u="none" strike="noStrike" cap="none">
                <a:solidFill>
                  <a:srgbClr val="3F3F3F"/>
                </a:solidFill>
                <a:latin typeface="Calibri"/>
                <a:ea typeface="Calibri"/>
                <a:cs typeface="Calibri"/>
                <a:sym typeface="Calibri"/>
              </a:rPr>
              <a:t/>
            </a:r>
            <a:br>
              <a:rPr lang="en-US" sz="3200" b="0" i="0" u="none" strike="noStrike" cap="none">
                <a:solidFill>
                  <a:srgbClr val="3F3F3F"/>
                </a:solidFill>
                <a:latin typeface="Calibri"/>
                <a:ea typeface="Calibri"/>
                <a:cs typeface="Calibri"/>
                <a:sym typeface="Calibri"/>
              </a:rPr>
            </a:br>
            <a:endParaRPr sz="3200" b="0" i="0" u="none" strike="noStrike" cap="none">
              <a:solidFill>
                <a:schemeClr val="dk1"/>
              </a:solidFill>
              <a:latin typeface="Times New Roman"/>
              <a:ea typeface="Times New Roman"/>
              <a:cs typeface="Times New Roman"/>
              <a:sym typeface="Times New Roman"/>
            </a:endParaRPr>
          </a:p>
        </p:txBody>
      </p:sp>
      <p:pic>
        <p:nvPicPr>
          <p:cNvPr id="1815" name="Google Shape;1815;p97"/>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98"/>
          <p:cNvSpPr txBox="1">
            <a:spLocks noGrp="1"/>
          </p:cNvSpPr>
          <p:nvPr>
            <p:ph type="title"/>
          </p:nvPr>
        </p:nvSpPr>
        <p:spPr>
          <a:xfrm>
            <a:off x="1369996" y="194108"/>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110000"/>
              </a:lnSpc>
              <a:spcBef>
                <a:spcPts val="0"/>
              </a:spcBef>
              <a:spcAft>
                <a:spcPts val="0"/>
              </a:spcAft>
              <a:buClr>
                <a:srgbClr val="3F3F3F"/>
              </a:buClr>
              <a:buSzPts val="4800"/>
              <a:buFont typeface="Times New Roman"/>
              <a:buNone/>
            </a:pPr>
            <a:r>
              <a:rPr lang="en-US" sz="4800" b="0" i="1" u="none" strike="noStrike" cap="none">
                <a:solidFill>
                  <a:srgbClr val="3F3F3F"/>
                </a:solidFill>
                <a:latin typeface="Times New Roman"/>
                <a:ea typeface="Times New Roman"/>
                <a:cs typeface="Times New Roman"/>
                <a:sym typeface="Times New Roman"/>
              </a:rPr>
              <a:t> </a:t>
            </a:r>
            <a:r>
              <a:rPr lang="en-US" sz="4800" b="0" i="1" u="none" strike="noStrike" cap="none">
                <a:solidFill>
                  <a:srgbClr val="00B050"/>
                </a:solidFill>
                <a:latin typeface="Times New Roman"/>
                <a:ea typeface="Times New Roman"/>
                <a:cs typeface="Times New Roman"/>
                <a:sym typeface="Times New Roman"/>
              </a:rPr>
              <a:t> </a:t>
            </a:r>
            <a:r>
              <a:rPr lang="en-US" sz="4800" b="1" i="1" u="none" strike="noStrike" cap="none">
                <a:solidFill>
                  <a:schemeClr val="dk1"/>
                </a:solidFill>
                <a:latin typeface="Times New Roman"/>
                <a:ea typeface="Times New Roman"/>
                <a:cs typeface="Times New Roman"/>
                <a:sym typeface="Times New Roman"/>
              </a:rPr>
              <a:t>Takeaway</a:t>
            </a:r>
            <a:endParaRPr sz="4800" b="1" i="0" u="none" strike="noStrike" cap="none">
              <a:solidFill>
                <a:schemeClr val="dk1"/>
              </a:solidFill>
              <a:latin typeface="Times New Roman"/>
              <a:ea typeface="Times New Roman"/>
              <a:cs typeface="Times New Roman"/>
              <a:sym typeface="Times New Roman"/>
            </a:endParaRPr>
          </a:p>
        </p:txBody>
      </p:sp>
      <p:sp>
        <p:nvSpPr>
          <p:cNvPr id="1823" name="Google Shape;1823;p98"/>
          <p:cNvSpPr txBox="1">
            <a:spLocks noGrp="1"/>
          </p:cNvSpPr>
          <p:nvPr>
            <p:ph type="body" idx="1"/>
          </p:nvPr>
        </p:nvSpPr>
        <p:spPr>
          <a:xfrm>
            <a:off x="762000" y="1981200"/>
            <a:ext cx="10121900" cy="4242366"/>
          </a:xfrm>
          <a:prstGeom prst="rect">
            <a:avLst/>
          </a:prstGeom>
          <a:noFill/>
          <a:ln>
            <a:noFill/>
          </a:ln>
        </p:spPr>
        <p:txBody>
          <a:bodyPr spcFirstLastPara="1" wrap="square" lIns="0" tIns="45700" rIns="0" bIns="45700" anchor="t" anchorCtr="0">
            <a:noAutofit/>
          </a:bodyPr>
          <a:lstStyle/>
          <a:p>
            <a:pPr marL="91440" marR="0" lvl="0" indent="35560" algn="l" rtl="0">
              <a:lnSpc>
                <a:spcPct val="90000"/>
              </a:lnSpc>
              <a:spcBef>
                <a:spcPts val="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3200"/>
              <a:buFont typeface="Calibri"/>
              <a:buChar char=" "/>
            </a:pPr>
            <a:r>
              <a:rPr lang="en-US" sz="3200" b="0" i="0" u="none" strike="noStrike" cap="none">
                <a:solidFill>
                  <a:srgbClr val="3F3F3F"/>
                </a:solidFill>
                <a:latin typeface="Calibri"/>
                <a:ea typeface="Calibri"/>
                <a:cs typeface="Calibri"/>
                <a:sym typeface="Calibri"/>
              </a:rPr>
              <a:t/>
            </a:r>
            <a:br>
              <a:rPr lang="en-US" sz="3200" b="0" i="0" u="none" strike="noStrike" cap="none">
                <a:solidFill>
                  <a:srgbClr val="3F3F3F"/>
                </a:solidFill>
                <a:latin typeface="Calibri"/>
                <a:ea typeface="Calibri"/>
                <a:cs typeface="Calibri"/>
                <a:sym typeface="Calibri"/>
              </a:rPr>
            </a:br>
            <a:endParaRPr sz="3200" b="0" i="0" u="none" strike="noStrike" cap="none">
              <a:solidFill>
                <a:schemeClr val="dk1"/>
              </a:solidFill>
              <a:latin typeface="Times New Roman"/>
              <a:ea typeface="Times New Roman"/>
              <a:cs typeface="Times New Roman"/>
              <a:sym typeface="Times New Roman"/>
            </a:endParaRPr>
          </a:p>
        </p:txBody>
      </p:sp>
      <p:pic>
        <p:nvPicPr>
          <p:cNvPr id="1827" name="Google Shape;1827;p98"/>
          <p:cNvPicPr preferRelativeResize="0"/>
          <p:nvPr/>
        </p:nvPicPr>
        <p:blipFill rotWithShape="1">
          <a:blip r:embed="rId3">
            <a:alphaModFix/>
          </a:blip>
          <a:srcRect/>
          <a:stretch/>
        </p:blipFill>
        <p:spPr>
          <a:xfrm>
            <a:off x="195070" y="286604"/>
            <a:ext cx="1269598" cy="1148496"/>
          </a:xfrm>
          <a:prstGeom prst="rect">
            <a:avLst/>
          </a:prstGeom>
          <a:noFill/>
          <a:ln>
            <a:noFill/>
          </a:ln>
        </p:spPr>
      </p:pic>
      <p:sp>
        <p:nvSpPr>
          <p:cNvPr id="1828" name="Google Shape;1828;p98"/>
          <p:cNvSpPr txBox="1"/>
          <p:nvPr/>
        </p:nvSpPr>
        <p:spPr>
          <a:xfrm>
            <a:off x="914400" y="2133600"/>
            <a:ext cx="10121900" cy="4242366"/>
          </a:xfrm>
          <a:prstGeom prst="rect">
            <a:avLst/>
          </a:prstGeom>
          <a:noFill/>
          <a:ln>
            <a:noFill/>
          </a:ln>
        </p:spPr>
        <p:txBody>
          <a:bodyPr spcFirstLastPara="1" wrap="square" lIns="0" tIns="45700" rIns="0" bIns="45700" anchor="t" anchorCtr="0">
            <a:noAutofit/>
          </a:bodyPr>
          <a:lstStyle/>
          <a:p>
            <a:pPr marL="91440" marR="0" lvl="0" indent="35560" algn="l" rtl="0">
              <a:lnSpc>
                <a:spcPct val="90000"/>
              </a:lnSpc>
              <a:spcBef>
                <a:spcPts val="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35560" algn="l" rtl="0">
              <a:lnSpc>
                <a:spcPct val="90000"/>
              </a:lnSpc>
              <a:spcBef>
                <a:spcPts val="1400"/>
              </a:spcBef>
              <a:spcAft>
                <a:spcPts val="0"/>
              </a:spcAft>
              <a:buClr>
                <a:schemeClr val="accent1"/>
              </a:buClr>
              <a:buSzPts val="2000"/>
              <a:buFont typeface="Calibri"/>
              <a:buNone/>
            </a:pPr>
            <a:endParaRPr sz="2000" b="0" i="0" u="none" strike="noStrike" cap="none">
              <a:solidFill>
                <a:srgbClr val="3F3F3F"/>
              </a:solidFill>
              <a:latin typeface="Calibri"/>
              <a:ea typeface="Calibri"/>
              <a:cs typeface="Calibri"/>
              <a:sym typeface="Calibri"/>
            </a:endParaRPr>
          </a:p>
          <a:p>
            <a:pPr marL="91440" marR="0" lvl="0" indent="-91440" algn="l" rtl="0">
              <a:lnSpc>
                <a:spcPct val="90000"/>
              </a:lnSpc>
              <a:spcBef>
                <a:spcPts val="1400"/>
              </a:spcBef>
              <a:spcAft>
                <a:spcPts val="0"/>
              </a:spcAft>
              <a:buClr>
                <a:schemeClr val="accent1"/>
              </a:buClr>
              <a:buSzPts val="3200"/>
              <a:buFont typeface="Calibri"/>
              <a:buChar char=" "/>
            </a:pPr>
            <a:r>
              <a:rPr lang="en-US" sz="3200" b="0" i="0" u="none" strike="noStrike" cap="none">
                <a:solidFill>
                  <a:srgbClr val="3F3F3F"/>
                </a:solidFill>
                <a:latin typeface="Calibri"/>
                <a:ea typeface="Calibri"/>
                <a:cs typeface="Calibri"/>
                <a:sym typeface="Calibri"/>
              </a:rPr>
              <a:t/>
            </a:r>
            <a:br>
              <a:rPr lang="en-US" sz="3200" b="0" i="0" u="none" strike="noStrike" cap="none">
                <a:solidFill>
                  <a:srgbClr val="3F3F3F"/>
                </a:solidFill>
                <a:latin typeface="Calibri"/>
                <a:ea typeface="Calibri"/>
                <a:cs typeface="Calibri"/>
                <a:sym typeface="Calibri"/>
              </a:rPr>
            </a:br>
            <a:endParaRPr sz="3200" b="0" i="0" u="none" strike="noStrike" cap="none">
              <a:solidFill>
                <a:schemeClr val="dk1"/>
              </a:solidFill>
              <a:latin typeface="Times New Roman"/>
              <a:ea typeface="Times New Roman"/>
              <a:cs typeface="Times New Roman"/>
              <a:sym typeface="Times New Roman"/>
            </a:endParaRPr>
          </a:p>
        </p:txBody>
      </p:sp>
      <p:sp>
        <p:nvSpPr>
          <p:cNvPr id="1829" name="Google Shape;1829;p98"/>
          <p:cNvSpPr/>
          <p:nvPr/>
        </p:nvSpPr>
        <p:spPr>
          <a:xfrm>
            <a:off x="1249585" y="2133600"/>
            <a:ext cx="10178811" cy="203132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Hashing is one of efficient searching technique.</a:t>
            </a: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Hashing’s best case time complexity is O(1)</a:t>
            </a: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Hashing collision is resolved by using different collision resolution techniques.</a:t>
            </a:r>
            <a:endParaRPr sz="24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99"/>
          <p:cNvSpPr txBox="1">
            <a:spLocks noGrp="1"/>
          </p:cNvSpPr>
          <p:nvPr>
            <p:ph type="title"/>
          </p:nvPr>
        </p:nvSpPr>
        <p:spPr>
          <a:xfrm>
            <a:off x="1541780" y="362804"/>
            <a:ext cx="10058400" cy="968440"/>
          </a:xfrm>
          <a:prstGeom prst="rect">
            <a:avLst/>
          </a:prstGeom>
          <a:noFill/>
          <a:ln>
            <a:noFill/>
          </a:ln>
        </p:spPr>
        <p:txBody>
          <a:bodyPr spcFirstLastPara="1" wrap="square" lIns="91425" tIns="45700" rIns="91425" bIns="45700" anchor="b" anchorCtr="0">
            <a:noAutofit/>
          </a:bodyPr>
          <a:lstStyle/>
          <a:p>
            <a:pPr marL="0" marR="0" lvl="0" indent="0" algn="l" rtl="0">
              <a:lnSpc>
                <a:spcPct val="110000"/>
              </a:lnSpc>
              <a:spcBef>
                <a:spcPts val="0"/>
              </a:spcBef>
              <a:spcAft>
                <a:spcPts val="0"/>
              </a:spcAft>
              <a:buClr>
                <a:srgbClr val="00B050"/>
              </a:buClr>
              <a:buSzPts val="4800"/>
              <a:buFont typeface="Times New Roman"/>
              <a:buNone/>
            </a:pPr>
            <a:r>
              <a:rPr lang="en-US" sz="4800" b="0" i="0" u="none" strike="noStrike" cap="none">
                <a:solidFill>
                  <a:srgbClr val="00B050"/>
                </a:solidFill>
                <a:latin typeface="Times New Roman"/>
                <a:ea typeface="Times New Roman"/>
                <a:cs typeface="Times New Roman"/>
                <a:sym typeface="Times New Roman"/>
              </a:rPr>
              <a:t>References</a:t>
            </a:r>
            <a:endParaRPr sz="4800" b="0" i="0" u="none" strike="noStrike" cap="none">
              <a:solidFill>
                <a:srgbClr val="00B050"/>
              </a:solidFill>
              <a:latin typeface="Times New Roman"/>
              <a:ea typeface="Times New Roman"/>
              <a:cs typeface="Times New Roman"/>
              <a:sym typeface="Times New Roman"/>
            </a:endParaRPr>
          </a:p>
        </p:txBody>
      </p:sp>
      <p:sp>
        <p:nvSpPr>
          <p:cNvPr id="1837" name="Google Shape;1837;p99"/>
          <p:cNvSpPr txBox="1">
            <a:spLocks noGrp="1"/>
          </p:cNvSpPr>
          <p:nvPr>
            <p:ph type="body" idx="1"/>
          </p:nvPr>
        </p:nvSpPr>
        <p:spPr>
          <a:xfrm>
            <a:off x="995680" y="1816101"/>
            <a:ext cx="10216803" cy="4539828"/>
          </a:xfrm>
          <a:prstGeom prst="rect">
            <a:avLst/>
          </a:prstGeom>
          <a:noFill/>
          <a:ln>
            <a:noFill/>
          </a:ln>
        </p:spPr>
        <p:txBody>
          <a:bodyPr spcFirstLastPara="1" wrap="square" lIns="0" tIns="45700" rIns="0" bIns="45700" anchor="t" anchorCtr="0">
            <a:noAutofit/>
          </a:bodyPr>
          <a:lstStyle/>
          <a:p>
            <a:pPr marL="0" marR="0" lvl="0" indent="0" algn="l" rtl="0">
              <a:lnSpc>
                <a:spcPct val="90000"/>
              </a:lnSpc>
              <a:spcBef>
                <a:spcPts val="0"/>
              </a:spcBef>
              <a:spcAft>
                <a:spcPts val="0"/>
              </a:spcAft>
              <a:buClr>
                <a:schemeClr val="accent1"/>
              </a:buClr>
              <a:buSzPts val="2400"/>
              <a:buFont typeface="Calibri"/>
              <a:buNone/>
            </a:pPr>
            <a:r>
              <a:rPr lang="en-US" sz="2400" b="0" i="0" u="none" strike="noStrike" cap="none">
                <a:solidFill>
                  <a:srgbClr val="3F3F3F"/>
                </a:solidFill>
                <a:latin typeface="Times New Roman"/>
                <a:ea typeface="Times New Roman"/>
                <a:cs typeface="Times New Roman"/>
                <a:sym typeface="Times New Roman"/>
              </a:rPr>
              <a:t>1. Horowitz, Sahani, Dinesh Mehta, “Fundamentals of Data Structures in C++”, </a:t>
            </a:r>
            <a:endParaRPr sz="2400" b="0" i="0" u="none" strike="noStrike" cap="none">
              <a:solidFill>
                <a:srgbClr val="3F3F3F"/>
              </a:solidFill>
              <a:latin typeface="Times New Roman"/>
              <a:ea typeface="Times New Roman"/>
              <a:cs typeface="Times New Roman"/>
              <a:sym typeface="Times New Roman"/>
            </a:endParaRPr>
          </a:p>
          <a:p>
            <a:pPr marL="0" marR="0" lvl="0" indent="0" algn="l" rtl="0">
              <a:lnSpc>
                <a:spcPct val="90000"/>
              </a:lnSpc>
              <a:spcBef>
                <a:spcPts val="1400"/>
              </a:spcBef>
              <a:spcAft>
                <a:spcPts val="0"/>
              </a:spcAft>
              <a:buClr>
                <a:schemeClr val="accent1"/>
              </a:buClr>
              <a:buSzPts val="2400"/>
              <a:buFont typeface="Calibri"/>
              <a:buNone/>
            </a:pPr>
            <a:r>
              <a:rPr lang="en-US" sz="2400" b="0" i="0" u="none" strike="noStrike" cap="none">
                <a:solidFill>
                  <a:srgbClr val="3F3F3F"/>
                </a:solidFill>
                <a:latin typeface="Times New Roman"/>
                <a:ea typeface="Times New Roman"/>
                <a:cs typeface="Times New Roman"/>
                <a:sym typeface="Times New Roman"/>
              </a:rPr>
              <a:t>Galgotia Publisher, ISBN: 8175152788, 9788175152786.</a:t>
            </a:r>
            <a:endParaRPr sz="2400" b="0" i="0" u="none" strike="noStrike" cap="none">
              <a:solidFill>
                <a:srgbClr val="3F3F3F"/>
              </a:solidFill>
              <a:latin typeface="Times New Roman"/>
              <a:ea typeface="Times New Roman"/>
              <a:cs typeface="Times New Roman"/>
              <a:sym typeface="Times New Roman"/>
            </a:endParaRPr>
          </a:p>
          <a:p>
            <a:pPr marL="0" marR="0" lvl="0" indent="0" algn="l" rtl="0">
              <a:lnSpc>
                <a:spcPct val="90000"/>
              </a:lnSpc>
              <a:spcBef>
                <a:spcPts val="1400"/>
              </a:spcBef>
              <a:spcAft>
                <a:spcPts val="0"/>
              </a:spcAft>
              <a:buClr>
                <a:schemeClr val="accent1"/>
              </a:buClr>
              <a:buSzPts val="2400"/>
              <a:buFont typeface="Calibri"/>
              <a:buNone/>
            </a:pPr>
            <a:r>
              <a:rPr lang="en-US" sz="2400" b="0" i="0" u="none" strike="noStrike" cap="none">
                <a:solidFill>
                  <a:srgbClr val="3F3F3F"/>
                </a:solidFill>
                <a:latin typeface="Times New Roman"/>
                <a:ea typeface="Times New Roman"/>
                <a:cs typeface="Times New Roman"/>
                <a:sym typeface="Times New Roman"/>
              </a:rPr>
              <a:t>2. Peter Brass, “Advanced Data Structures”, Cambridge University Press,</a:t>
            </a:r>
            <a:endParaRPr/>
          </a:p>
          <a:p>
            <a:pPr marL="0" marR="0" lvl="0" indent="0" algn="l" rtl="0">
              <a:lnSpc>
                <a:spcPct val="90000"/>
              </a:lnSpc>
              <a:spcBef>
                <a:spcPts val="1400"/>
              </a:spcBef>
              <a:spcAft>
                <a:spcPts val="0"/>
              </a:spcAft>
              <a:buClr>
                <a:schemeClr val="accent1"/>
              </a:buClr>
              <a:buSzPts val="2400"/>
              <a:buFont typeface="Calibri"/>
              <a:buNone/>
            </a:pPr>
            <a:r>
              <a:rPr lang="en-US" sz="2400" b="0" i="0" u="none" strike="noStrike" cap="none">
                <a:solidFill>
                  <a:srgbClr val="3F3F3F"/>
                </a:solidFill>
                <a:latin typeface="Times New Roman"/>
                <a:ea typeface="Times New Roman"/>
                <a:cs typeface="Times New Roman"/>
                <a:sym typeface="Times New Roman"/>
              </a:rPr>
              <a:t> ISBN: 978-1-107-43982</a:t>
            </a:r>
            <a:endParaRPr sz="2400" b="0" i="0" u="none" strike="noStrike" cap="none">
              <a:solidFill>
                <a:srgbClr val="3F3F3F"/>
              </a:solidFill>
              <a:latin typeface="Times New Roman"/>
              <a:ea typeface="Times New Roman"/>
              <a:cs typeface="Times New Roman"/>
              <a:sym typeface="Times New Roman"/>
            </a:endParaRPr>
          </a:p>
          <a:p>
            <a:pPr marL="91440" marR="0" lvl="0" indent="60960" algn="l" rtl="0">
              <a:lnSpc>
                <a:spcPct val="110000"/>
              </a:lnSpc>
              <a:spcBef>
                <a:spcPts val="1400"/>
              </a:spcBef>
              <a:spcAft>
                <a:spcPts val="0"/>
              </a:spcAft>
              <a:buClr>
                <a:schemeClr val="accent1"/>
              </a:buClr>
              <a:buSzPts val="2400"/>
              <a:buFont typeface="Noto Sans Symbols"/>
              <a:buNone/>
            </a:pPr>
            <a:endParaRPr sz="2400" b="0" i="0" u="none" strike="noStrike" cap="none">
              <a:solidFill>
                <a:srgbClr val="00B050"/>
              </a:solidFill>
              <a:latin typeface="Times New Roman"/>
              <a:ea typeface="Times New Roman"/>
              <a:cs typeface="Times New Roman"/>
              <a:sym typeface="Times New Roman"/>
            </a:endParaRPr>
          </a:p>
        </p:txBody>
      </p:sp>
      <p:pic>
        <p:nvPicPr>
          <p:cNvPr id="1841" name="Google Shape;1841;p99"/>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theme/theme1.xml><?xml version="1.0" encoding="utf-8"?>
<a:theme xmlns:a="http://schemas.openxmlformats.org/drawingml/2006/main" name="Retrospect">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6182</Words>
  <Application>Microsoft Office PowerPoint</Application>
  <PresentationFormat>Widescreen</PresentationFormat>
  <Paragraphs>1981</Paragraphs>
  <Slides>113</Slides>
  <Notes>113</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113</vt:i4>
      </vt:variant>
    </vt:vector>
  </HeadingPairs>
  <TitlesOfParts>
    <vt:vector size="122" baseType="lpstr">
      <vt:lpstr>Nunito</vt:lpstr>
      <vt:lpstr>Calibri</vt:lpstr>
      <vt:lpstr>Verdana</vt:lpstr>
      <vt:lpstr>Times New Roman</vt:lpstr>
      <vt:lpstr>Constantia</vt:lpstr>
      <vt:lpstr>SimSun</vt:lpstr>
      <vt:lpstr>Arial</vt:lpstr>
      <vt:lpstr>Noto Sans Symbols</vt:lpstr>
      <vt:lpstr>Retrospect</vt:lpstr>
      <vt:lpstr>PowerPoint Presentation</vt:lpstr>
      <vt:lpstr>Hashing</vt:lpstr>
      <vt:lpstr>Introduction to Hashing</vt:lpstr>
      <vt:lpstr>Introduction to Hashing</vt:lpstr>
      <vt:lpstr>Introduction to Hashing</vt:lpstr>
      <vt:lpstr>Example</vt:lpstr>
      <vt:lpstr>Hash Tables – Conceptual View</vt:lpstr>
      <vt:lpstr>Key terms</vt:lpstr>
      <vt:lpstr>Key terms</vt:lpstr>
      <vt:lpstr>Key Terms</vt:lpstr>
      <vt:lpstr>Hashing</vt:lpstr>
      <vt:lpstr>PowerPoint Presentation</vt:lpstr>
      <vt:lpstr>Basic Idea</vt:lpstr>
      <vt:lpstr>Hash Functions</vt:lpstr>
      <vt:lpstr>     Characteristics of a good hashing function </vt:lpstr>
      <vt:lpstr>     Characteristics of a good hashing function </vt:lpstr>
      <vt:lpstr> Division Method </vt:lpstr>
      <vt:lpstr>Hash Tables: Insert Example</vt:lpstr>
      <vt:lpstr>PowerPoint Presentation</vt:lpstr>
      <vt:lpstr>Multiplication Method</vt:lpstr>
      <vt:lpstr>Mid-Square Hashing </vt:lpstr>
      <vt:lpstr>Keys and addresses using mid-square </vt:lpstr>
      <vt:lpstr>Keys and addresses using mid-square </vt:lpstr>
      <vt:lpstr>Folding Technique  </vt:lpstr>
      <vt:lpstr>Folding Technique (contd…) </vt:lpstr>
      <vt:lpstr>Folding Technique </vt:lpstr>
      <vt:lpstr>PowerPoint Presentation</vt:lpstr>
      <vt:lpstr>PowerPoint Presentation</vt:lpstr>
      <vt:lpstr>PowerPoint Presentation</vt:lpstr>
      <vt:lpstr>Universal Hashing</vt:lpstr>
      <vt:lpstr> Issues </vt:lpstr>
      <vt:lpstr>Do you see any problems  with this approach?</vt:lpstr>
      <vt:lpstr>Collision Resolution Strategies</vt:lpstr>
      <vt:lpstr>Collision Resolution Strategies</vt:lpstr>
      <vt:lpstr>Collision Resolution Strategies </vt:lpstr>
      <vt:lpstr>Open Addressing</vt:lpstr>
      <vt:lpstr>Linear Probing </vt:lpstr>
      <vt:lpstr>Example Linear (Closed) Hashing</vt:lpstr>
      <vt:lpstr>Linear Probing </vt:lpstr>
      <vt:lpstr> Linear Probing</vt:lpstr>
      <vt:lpstr>PowerPoint Presentation</vt:lpstr>
      <vt:lpstr>Linear Probing </vt:lpstr>
      <vt:lpstr>Open addressing using linear probing without replacement</vt:lpstr>
      <vt:lpstr>Linear Probing without replacement Example</vt:lpstr>
      <vt:lpstr>Linear Probing without replacement Example(cont.)</vt:lpstr>
      <vt:lpstr>Linear probing (chaining)with and without replacement</vt:lpstr>
      <vt:lpstr>PowerPoint Presentation</vt:lpstr>
      <vt:lpstr>Open addressing using linear probing without replacement</vt:lpstr>
      <vt:lpstr>Linear Probing without replacement Example</vt:lpstr>
      <vt:lpstr>Functions for Linear Probing without replacement insert function</vt:lpstr>
      <vt:lpstr>Functions for Linear Probing without replacement- search function</vt:lpstr>
      <vt:lpstr>Functions for Linear Probing with replacement insert function</vt:lpstr>
      <vt:lpstr>Functions for Linear Probing with replacement- search function</vt:lpstr>
      <vt:lpstr>Clustering</vt:lpstr>
      <vt:lpstr>Quadratic Probing </vt:lpstr>
      <vt:lpstr>  Open addressing using quadratic probing </vt:lpstr>
      <vt:lpstr>Open addressing using quadratic probing</vt:lpstr>
      <vt:lpstr>Quadratic Probing</vt:lpstr>
      <vt:lpstr>PowerPoint Presentation</vt:lpstr>
      <vt:lpstr>Quadratic Probing Operation</vt:lpstr>
      <vt:lpstr>Double Hashing </vt:lpstr>
      <vt:lpstr>Open addressing using double hash function </vt:lpstr>
      <vt:lpstr>Open addressing using double hash</vt:lpstr>
      <vt:lpstr>Double Hashing Example</vt:lpstr>
      <vt:lpstr>89,18,49,58,69,23 Prime number R = 7 Table size M = 10</vt:lpstr>
      <vt:lpstr>Rehashing</vt:lpstr>
      <vt:lpstr>Rehashing (contd…) </vt:lpstr>
      <vt:lpstr> </vt:lpstr>
      <vt:lpstr>Chaining </vt:lpstr>
      <vt:lpstr>Chaining </vt:lpstr>
      <vt:lpstr>Comparison : Rehashing and chaining </vt:lpstr>
      <vt:lpstr>PowerPoint Presentation</vt:lpstr>
      <vt:lpstr>PowerPoint Presentation</vt:lpstr>
      <vt:lpstr>PowerPoint Presentation</vt:lpstr>
      <vt:lpstr>PowerPoint Presentation</vt:lpstr>
      <vt:lpstr>Separate Chaining-Used with Open Hashing</vt:lpstr>
      <vt:lpstr>Separate Chaining-Used with Open Hashing</vt:lpstr>
      <vt:lpstr>Separate Chaining-Used with Open Hashing</vt:lpstr>
      <vt:lpstr>Separate Chaining-Used with Open Hashing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Extendible Hashing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FAQ</vt:lpstr>
      <vt:lpstr>  MCQs</vt:lpstr>
      <vt:lpstr>  MCQs</vt:lpstr>
      <vt:lpstr>  MCQs</vt:lpstr>
      <vt:lpstr>  MCQs</vt:lpstr>
      <vt:lpstr>  MCQs</vt:lpstr>
      <vt:lpstr>  Practice Assignments</vt:lpstr>
      <vt:lpstr>  Takeaway</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Hashing</dc:title>
  <dc:creator>Administrator</dc:creator>
  <cp:lastModifiedBy>Mamta Bhamare</cp:lastModifiedBy>
  <cp:revision>7</cp:revision>
  <dcterms:modified xsi:type="dcterms:W3CDTF">2025-03-03T04:34:32Z</dcterms:modified>
</cp:coreProperties>
</file>