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</p:sldIdLst>
  <p:sldSz cy="6858000" cx="12192000"/>
  <p:notesSz cx="6858000" cy="9144000"/>
  <p:embeddedFontLst>
    <p:embeddedFont>
      <p:font typeface="Tahoma"/>
      <p:regular r:id="rId170"/>
      <p:bold r:id="rId171"/>
    </p:embeddedFont>
    <p:embeddedFont>
      <p:font typeface="Helvetica Neue"/>
      <p:regular r:id="rId172"/>
      <p:bold r:id="rId173"/>
      <p:italic r:id="rId174"/>
      <p:boldItalic r:id="rId1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6" roundtripDataSignature="AMtx7mg2SP+AVspQv4ckXtPvXWGE04VP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0851B8-20AD-4561-AA70-2C478105AFDF}">
  <a:tblStyle styleId="{D60851B8-20AD-4561-AA70-2C478105AFD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FAC38A5-4750-412C-82DB-E6BB03D30E54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AF1"/>
          </a:solidFill>
        </a:fill>
      </a:tcStyle>
    </a:wholeTbl>
    <a:band1H>
      <a:tcTxStyle b="off" i="off"/>
      <a:tcStyle>
        <a:fill>
          <a:solidFill>
            <a:srgbClr val="CED2E2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ED2E2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176" Type="http://customschemas.google.com/relationships/presentationmetadata" Target="metadata"/><Relationship Id="rId36" Type="http://schemas.openxmlformats.org/officeDocument/2006/relationships/slide" Target="slides/slide30.xml"/><Relationship Id="rId175" Type="http://schemas.openxmlformats.org/officeDocument/2006/relationships/font" Target="fonts/HelveticaNeue-boldItalic.fntdata"/><Relationship Id="rId39" Type="http://schemas.openxmlformats.org/officeDocument/2006/relationships/slide" Target="slides/slide33.xml"/><Relationship Id="rId174" Type="http://schemas.openxmlformats.org/officeDocument/2006/relationships/font" Target="fonts/HelveticaNeue-italic.fntdata"/><Relationship Id="rId38" Type="http://schemas.openxmlformats.org/officeDocument/2006/relationships/slide" Target="slides/slide32.xml"/><Relationship Id="rId173" Type="http://schemas.openxmlformats.org/officeDocument/2006/relationships/font" Target="fonts/HelveticaNeue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slide" Target="slides/slide144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3.xml"/><Relationship Id="rId4" Type="http://schemas.openxmlformats.org/officeDocument/2006/relationships/tableStyles" Target="tableStyles.xml"/><Relationship Id="rId148" Type="http://schemas.openxmlformats.org/officeDocument/2006/relationships/slide" Target="slides/slide142.xml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172" Type="http://schemas.openxmlformats.org/officeDocument/2006/relationships/font" Target="fonts/HelveticaNeue-regular.fntdata"/><Relationship Id="rId65" Type="http://schemas.openxmlformats.org/officeDocument/2006/relationships/slide" Target="slides/slide59.xml"/><Relationship Id="rId171" Type="http://schemas.openxmlformats.org/officeDocument/2006/relationships/font" Target="fonts/Tahoma-bold.fntdata"/><Relationship Id="rId68" Type="http://schemas.openxmlformats.org/officeDocument/2006/relationships/slide" Target="slides/slide62.xml"/><Relationship Id="rId170" Type="http://schemas.openxmlformats.org/officeDocument/2006/relationships/font" Target="fonts/Tahoma-regular.fntdata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165" Type="http://schemas.openxmlformats.org/officeDocument/2006/relationships/slide" Target="slides/slide159.xml"/><Relationship Id="rId69" Type="http://schemas.openxmlformats.org/officeDocument/2006/relationships/slide" Target="slides/slide63.xml"/><Relationship Id="rId164" Type="http://schemas.openxmlformats.org/officeDocument/2006/relationships/slide" Target="slides/slide158.xml"/><Relationship Id="rId163" Type="http://schemas.openxmlformats.org/officeDocument/2006/relationships/slide" Target="slides/slide157.xml"/><Relationship Id="rId162" Type="http://schemas.openxmlformats.org/officeDocument/2006/relationships/slide" Target="slides/slide156.xml"/><Relationship Id="rId169" Type="http://schemas.openxmlformats.org/officeDocument/2006/relationships/slide" Target="slides/slide163.xml"/><Relationship Id="rId168" Type="http://schemas.openxmlformats.org/officeDocument/2006/relationships/slide" Target="slides/slide162.xml"/><Relationship Id="rId167" Type="http://schemas.openxmlformats.org/officeDocument/2006/relationships/slide" Target="slides/slide161.xml"/><Relationship Id="rId166" Type="http://schemas.openxmlformats.org/officeDocument/2006/relationships/slide" Target="slides/slide160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161" Type="http://schemas.openxmlformats.org/officeDocument/2006/relationships/slide" Target="slides/slide155.xml"/><Relationship Id="rId54" Type="http://schemas.openxmlformats.org/officeDocument/2006/relationships/slide" Target="slides/slide48.xml"/><Relationship Id="rId160" Type="http://schemas.openxmlformats.org/officeDocument/2006/relationships/slide" Target="slides/slide154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159" Type="http://schemas.openxmlformats.org/officeDocument/2006/relationships/slide" Target="slides/slide153.xml"/><Relationship Id="rId59" Type="http://schemas.openxmlformats.org/officeDocument/2006/relationships/slide" Target="slides/slide53.xml"/><Relationship Id="rId154" Type="http://schemas.openxmlformats.org/officeDocument/2006/relationships/slide" Target="slides/slide148.xml"/><Relationship Id="rId58" Type="http://schemas.openxmlformats.org/officeDocument/2006/relationships/slide" Target="slides/slide52.xml"/><Relationship Id="rId153" Type="http://schemas.openxmlformats.org/officeDocument/2006/relationships/slide" Target="slides/slide147.xml"/><Relationship Id="rId152" Type="http://schemas.openxmlformats.org/officeDocument/2006/relationships/slide" Target="slides/slide146.xml"/><Relationship Id="rId151" Type="http://schemas.openxmlformats.org/officeDocument/2006/relationships/slide" Target="slides/slide145.xml"/><Relationship Id="rId158" Type="http://schemas.openxmlformats.org/officeDocument/2006/relationships/slide" Target="slides/slide152.xml"/><Relationship Id="rId157" Type="http://schemas.openxmlformats.org/officeDocument/2006/relationships/slide" Target="slides/slide151.xml"/><Relationship Id="rId156" Type="http://schemas.openxmlformats.org/officeDocument/2006/relationships/slide" Target="slides/slide150.xml"/><Relationship Id="rId155" Type="http://schemas.openxmlformats.org/officeDocument/2006/relationships/slide" Target="slides/slide14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2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3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4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6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7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8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p9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9" name="Google Shape;299;p10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p1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" name="Google Shape;378;p14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8" name="Google Shape;448;p16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7" name="Google Shape;45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5" name="Google Shape;515;p18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2" name="Google Shape;57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5" name="Google Shape;595;p2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5" name="Google Shape;60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6" name="Google Shape;606;p22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7" name="Google Shape;617;p23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8" name="Google Shape;64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9" name="Google Shape;649;p24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2" name="Google Shape;66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3" name="Google Shape;663;p25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" name="Google Shape;67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3" name="Google Shape;67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674" name="Google Shape;674;p26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MIT-WPU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1" name="Google Shape;83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2" name="Google Shape;832;p28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2" name="Google Shape;84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843" name="Google Shape;843;p29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MIT-WPU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3" name="Google Shape;85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9" name="Google Shape;88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7" name="Google Shape;92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5" name="Google Shape;96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3" name="Google Shape;100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1" name="Google Shape;104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9" name="Google Shape;107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7" name="Google Shape;111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5" name="Google Shape;115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3" name="Google Shape;119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1" name="Google Shape;123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9" name="Google Shape;126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7" name="Google Shape;130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5" name="Google Shape;134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3" name="Google Shape;138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1" name="Google Shape;1421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9" name="Google Shape;145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7" name="Google Shape;149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5" name="Google Shape;153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3" name="Google Shape;1573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1" name="Google Shape;161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9" name="Google Shape;1649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7" name="Google Shape;1687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5" name="Google Shape;172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3" name="Google Shape;1763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1" name="Google Shape;180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2" name="Google Shape;183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1" name="Google Shape;1871;p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0" name="Google Shape;1910;p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9" name="Google Shape;1949;p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1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8" name="Google Shape;1988;p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1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7" name="Google Shape;2027;p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1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6" name="Google Shape;2066;p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1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5" name="Google Shape;2105;p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4" name="Google Shape;2144;p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p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3" name="Google Shape;2183;p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p1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2" name="Google Shape;2222;p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1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1" name="Google Shape;2261;p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1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0" name="Google Shape;2300;p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7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1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9" name="Google Shape;2339;p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p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8" name="Google Shape;2378;p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p1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7" name="Google Shape;2417;p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4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p1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6" name="Google Shape;2456;p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3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Google Shape;2494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5" name="Google Shape;2495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6" name="Google Shape;2496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497" name="Google Shape;2497;p56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MIT-WPU</a:t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3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5" name="Google Shape;252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6" name="Google Shape;2526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527" name="Google Shape;2527;p57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MIT-WPU</a:t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5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Google Shape;2536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7" name="Google Shape;253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6" name="Shape 2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Google Shape;2567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8" name="Google Shape;2568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8" name="Shape 2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9" name="Google Shape;2599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0" name="Google Shape;2600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0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631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2" name="Google Shape;2632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2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Google Shape;2663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4" name="Google Shape;2664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4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6" name="Google Shape;2696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7" name="Google Shape;2697;p63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  <p:sp>
        <p:nvSpPr>
          <p:cNvPr id="2698" name="Google Shape;2698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8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0" name="Google Shape;273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0" name="Shape 2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1" name="Google Shape;2761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2" name="Google Shape;2762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2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4" name="Google Shape;2794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4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6" name="Google Shape;2826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6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8" name="Google Shape;2858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8" name="Shape 2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9" name="Google Shape;2889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0" name="Google Shape;2890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1" name="Google Shape;2891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892" name="Google Shape;2892;p69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MIT-WPU</a:t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8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0" name="Google Shape;2920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1" name="Google Shape;2921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2" name="Google Shape;2922;p70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9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Google Shape;2930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1" name="Google Shape;2931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2" name="Google Shape;2932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3" name="Google Shape;2933;p7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2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" name="Google Shape;2973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4" name="Google Shape;2974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5" name="Google Shape;2975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6" name="Google Shape;2976;p72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3" name="Shape 3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4" name="Google Shape;3034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5" name="Google Shape;3035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6" name="Google Shape;3036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7" name="Google Shape;3037;p73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6" name="Shape 3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7" name="Google Shape;3047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8" name="Google Shape;3048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9" name="Google Shape;3049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50" name="Google Shape;3050;p74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9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Google Shape;3060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1" name="Google Shape;3061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2" name="Google Shape;3062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3" name="Google Shape;3063;p75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1" name="Shape 3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" name="Google Shape;3072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3" name="Google Shape;3073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4" name="Google Shape;3074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5" name="Google Shape;3075;p76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3" name="Shape 3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Google Shape;3084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5" name="Google Shape;3085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6" name="Google Shape;3086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7" name="Google Shape;3087;p77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4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6" name="Google Shape;3096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7" name="Google Shape;3097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8" name="Google Shape;3098;p78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2" name="Shape 3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" name="Google Shape;3143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4" name="Google Shape;3144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5" name="Google Shape;3145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6" name="Google Shape;3146;p79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2" name="Shape 3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3" name="Google Shape;3193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4" name="Google Shape;3194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5" name="Google Shape;3195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6" name="Google Shape;3196;p80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2" name="Shape 3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3" name="Google Shape;3243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4" name="Google Shape;3244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5" name="Google Shape;3245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6" name="Google Shape;3246;p8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2" name="Shape 3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3" name="Google Shape;3293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4" name="Google Shape;3294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5" name="Google Shape;3295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6" name="Google Shape;3296;p82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3" name="Shape 3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4" name="Google Shape;3344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5" name="Google Shape;3345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6" name="Google Shape;3346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7" name="Google Shape;3347;p83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3" name="Shape 3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4" name="Google Shape;3394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5" name="Google Shape;3395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6" name="Google Shape;3396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7" name="Google Shape;3397;p84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3" name="Shape 3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4" name="Google Shape;3444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5" name="Google Shape;3445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6" name="Google Shape;3446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7" name="Google Shape;3447;p85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3" name="Shape 3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4" name="Google Shape;3494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5" name="Google Shape;3495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6" name="Google Shape;3496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97" name="Google Shape;3497;p86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3" name="Shape 3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4" name="Google Shape;3544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5" name="Google Shape;3545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6" name="Google Shape;3546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7" name="Google Shape;3547;p87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3" name="Shape 3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" name="Google Shape;3594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5" name="Google Shape;3595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6" name="Google Shape;3596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7" name="Google Shape;3597;p88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3" name="Shape 3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4" name="Google Shape;3644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5" name="Google Shape;3645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6" name="Google Shape;3646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7" name="Google Shape;3647;p89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3" name="Shape 3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4" name="Google Shape;3694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5" name="Google Shape;3695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6" name="Google Shape;3696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97" name="Google Shape;3697;p90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3" name="Shape 3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4" name="Google Shape;3744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5" name="Google Shape;3745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6" name="Google Shape;3746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47" name="Google Shape;3747;p9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3" name="Shape 3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4" name="Google Shape;3784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5" name="Google Shape;3785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6" name="Google Shape;3786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7" name="Google Shape;3787;p92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7" name="Shape 3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8" name="Google Shape;3798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9" name="Google Shape;3799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0" name="Google Shape;3800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1" name="Google Shape;3801;p94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2" name="Shape 3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3" name="Google Shape;3853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4" name="Google Shape;3854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5" name="Google Shape;3855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56" name="Google Shape;3856;p95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4" name="Shape 3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5" name="Google Shape;3905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6" name="Google Shape;3906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7" name="Google Shape;3907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8" name="Google Shape;3908;p96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6" name="Shape 3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7" name="Google Shape;3957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8" name="Google Shape;3958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9" name="Google Shape;3959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60" name="Google Shape;3960;p97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8" name="Shape 4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9" name="Google Shape;4009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0" name="Google Shape;4010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1" name="Google Shape;4011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2" name="Google Shape;4012;p98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0" name="Shape 4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1" name="Google Shape;4061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2" name="Google Shape;4062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3" name="Google Shape;4063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64" name="Google Shape;4064;p99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2" name="Shape 4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Google Shape;4113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4" name="Google Shape;4114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5" name="Google Shape;4115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6" name="Google Shape;4116;p100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4" name="Shape 4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5" name="Google Shape;4165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6" name="Google Shape;4166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7" name="Google Shape;4167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68" name="Google Shape;4168;p10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7" name="Shape 4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" name="Google Shape;4218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9" name="Google Shape;4219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0" name="Google Shape;4220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21" name="Google Shape;4221;p102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9" name="Shape 4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" name="Google Shape;4270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1" name="Google Shape;4271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2" name="Google Shape;4272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3" name="Google Shape;4273;p103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1" name="Shape 4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2" name="Google Shape;4322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3" name="Google Shape;4323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4" name="Google Shape;4324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25" name="Google Shape;4325;p104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4" name="Shape 4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5" name="Google Shape;4375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6" name="Google Shape;4376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7" name="Google Shape;4377;p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78" name="Google Shape;4378;p105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6" name="Shape 4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7" name="Google Shape;4427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8" name="Google Shape;4428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9" name="Google Shape;4429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0" name="Google Shape;4430;p106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8" name="Shape 4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9" name="Google Shape;4479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0" name="Google Shape;4480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1" name="Google Shape;4481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82" name="Google Shape;4482;p107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0" name="Shape 4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1" name="Google Shape;4531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2" name="Google Shape;4532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33" name="Google Shape;4533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4" name="Google Shape;4534;p108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3" name="Shape 4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4" name="Google Shape;4584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5" name="Google Shape;4585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6" name="Google Shape;4586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87" name="Google Shape;4587;p109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5" name="Shape 4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6" name="Google Shape;4636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7" name="Google Shape;4637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8" name="Google Shape;4638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9" name="Google Shape;4639;p110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2" name="Shape 4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3" name="Google Shape;4673;p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4" name="Google Shape;4674;p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5" name="Google Shape;4675;p1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76" name="Google Shape;4676;p170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4" name="Shape 4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5" name="Google Shape;4685;gd5047cd82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6" name="Google Shape;4686;gd5047cd82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87" name="Google Shape;4687;gd5047cd828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2" name="Shape 4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3" name="Google Shape;4703;gd5047cd828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4" name="Google Shape;4704;gd5047cd828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5" name="Google Shape;4705;gd5047cd828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8" name="Shape 4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9" name="Google Shape;4719;gd5047cd828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0" name="Google Shape;4720;gd5047cd828_1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1" name="Google Shape;4721;gd5047cd828_1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6" name="Shape 4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7" name="Google Shape;4737;gd5047cd828_1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8" name="Google Shape;4738;gd5047cd828_1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39" name="Google Shape;4739;gd5047cd828_1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2" name="Shape 4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3" name="Google Shape;4753;gd5047cd828_1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4" name="Google Shape;4754;gd5047cd828_1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55" name="Google Shape;4755;gd5047cd828_1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0" name="Shape 4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" name="Google Shape;4771;gd5047cd828_1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2" name="Google Shape;4772;gd5047cd828_1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73" name="Google Shape;4773;gd5047cd828_1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5" name="Shape 4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6" name="Google Shape;4786;gd5047cd828_1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7" name="Google Shape;4787;gd5047cd828_1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8" name="Google Shape;4788;gd5047cd828_1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3" name="Shape 4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4" name="Google Shape;4804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5" name="Google Shape;4805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6" name="Google Shape;4806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07" name="Google Shape;4807;p11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5" name="Shape 4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" name="Google Shape;4816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7" name="Google Shape;4817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8" name="Google Shape;4818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19" name="Google Shape;4819;p112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2" name="Shape 4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" name="Google Shape;4853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4" name="Google Shape;4854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5" name="Google Shape;4855;p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56" name="Google Shape;4856;p113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3" name="Shape 4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" name="Google Shape;4864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5" name="Google Shape;4865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6" name="Google Shape;4866;p1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67" name="Google Shape;4867;p114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4" name="Shape 4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5" name="Google Shape;4875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6" name="Google Shape;4876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7" name="Google Shape;4877;p1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78" name="Google Shape;4878;p115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5" name="Shape 4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6" name="Google Shape;4886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7" name="Google Shape;4887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88" name="Google Shape;4888;p1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89" name="Google Shape;4889;p116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0" name="Shape 4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1" name="Google Shape;4901;p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2" name="Google Shape;4902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03" name="Google Shape;4903;p1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04" name="Google Shape;4904;p117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3" name="Shape 4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4" name="Google Shape;4914;p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5" name="Google Shape;4915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6" name="Google Shape;4916;p1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17" name="Google Shape;4917;p118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5" name="Shape 4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6" name="Google Shape;4926;p1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7" name="Google Shape;4927;p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4" name="Shape 4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" name="Google Shape;4935;p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6" name="Google Shape;4936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7" name="Google Shape;4937;p1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38" name="Google Shape;4938;p119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1" name="Shape 5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2" name="Google Shape;5032;p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3" name="Google Shape;5033;p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34" name="Google Shape;5034;p1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35" name="Google Shape;5035;p120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0" name="Shape 5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Google Shape;5141;p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2" name="Google Shape;5142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3" name="Google Shape;5143;p1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44" name="Google Shape;5144;p12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0" name="Shape 5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1" name="Google Shape;5261;p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2" name="Google Shape;5262;p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3" name="Google Shape;5263;p1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64" name="Google Shape;5264;p122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2" name="Shape 5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3" name="Google Shape;5383;p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4" name="Google Shape;5384;p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5" name="Google Shape;5385;p1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86" name="Google Shape;5386;p123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5" name="Shape 5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6" name="Google Shape;5516;p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7" name="Google Shape;5517;p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8" name="Google Shape;5518;p1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19" name="Google Shape;5519;p124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0" name="Shape 5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1" name="Google Shape;5631;p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2" name="Google Shape;5632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33" name="Google Shape;5633;p1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34" name="Google Shape;5634;p125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0" name="Shape 5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1" name="Google Shape;5751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2" name="Google Shape;5752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53" name="Google Shape;5753;p126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  <p:sp>
        <p:nvSpPr>
          <p:cNvPr id="5754" name="Google Shape;5754;p1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1" name="Shape 5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2" name="Google Shape;5762;p1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63" name="Google Shape;5763;p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64" name="Google Shape;5764;p1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3" name="Shape 5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4" name="Google Shape;5864;p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5" name="Google Shape;5865;p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6" name="Google Shape;5866;p1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67" name="Google Shape;5867;p127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6" name="Shape 5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" name="Google Shape;5877;p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8" name="Google Shape;5878;p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79" name="Google Shape;5879;p1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80" name="Google Shape;5880;p128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7" name="Shape 5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" name="Google Shape;5888;p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9" name="Google Shape;5889;p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90" name="Google Shape;5890;p1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91" name="Google Shape;5891;p129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0" name="Shape 5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1" name="Google Shape;5901;p1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02" name="Google Shape;5902;p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9" name="Shape 5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0" name="Google Shape;5910;p1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1" name="Google Shape;5911;p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8" name="Shape 5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9" name="Google Shape;5919;p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20" name="Google Shape;5920;p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7" name="Shape 5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" name="Google Shape;5928;p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29" name="Google Shape;5929;p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7" name="Shape 5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8" name="Google Shape;5968;p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9" name="Google Shape;5969;p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70" name="Google Shape;5970;p1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71" name="Google Shape;5971;p134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MIT-WPU</a:t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8" name="Shape 5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9" name="Google Shape;5979;p1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80" name="Google Shape;5980;p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1" name="Google Shape;5981;p1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6" name="Shape 6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7" name="Google Shape;6007;p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08" name="Google Shape;6008;p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3" name="Shape 6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4" name="Google Shape;6074;p1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75" name="Google Shape;6075;p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3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38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8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3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138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13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0"/>
          <p:cNvSpPr txBox="1"/>
          <p:nvPr>
            <p:ph type="title"/>
          </p:nvPr>
        </p:nvSpPr>
        <p:spPr>
          <a:xfrm>
            <a:off x="1534585" y="214314"/>
            <a:ext cx="10390716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0"/>
          <p:cNvSpPr txBox="1"/>
          <p:nvPr>
            <p:ph idx="1" type="body"/>
          </p:nvPr>
        </p:nvSpPr>
        <p:spPr>
          <a:xfrm>
            <a:off x="1576917" y="2017713"/>
            <a:ext cx="508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" name="Google Shape;36;p140"/>
          <p:cNvSpPr txBox="1"/>
          <p:nvPr>
            <p:ph idx="2" type="body"/>
          </p:nvPr>
        </p:nvSpPr>
        <p:spPr>
          <a:xfrm>
            <a:off x="6860117" y="2017713"/>
            <a:ext cx="508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7" name="Google Shape;37;p140"/>
          <p:cNvSpPr txBox="1"/>
          <p:nvPr>
            <p:ph idx="3" type="body"/>
          </p:nvPr>
        </p:nvSpPr>
        <p:spPr>
          <a:xfrm>
            <a:off x="6860117" y="4151313"/>
            <a:ext cx="508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8" name="Google Shape;38;p14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4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4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3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143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6" name="Google Shape;56;p14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4"/>
          <p:cNvSpPr txBox="1"/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4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4"/>
          <p:cNvSpPr txBox="1"/>
          <p:nvPr>
            <p:ph idx="11" type="ftr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4"/>
          <p:cNvSpPr txBox="1"/>
          <p:nvPr>
            <p:ph idx="12" type="sldNum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8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148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8" name="Google Shape;68;p148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148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14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Table">
  <p:cSld name="1_Title and Tab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5"/>
          <p:cNvSpPr txBox="1"/>
          <p:nvPr>
            <p:ph type="title"/>
          </p:nvPr>
        </p:nvSpPr>
        <p:spPr>
          <a:xfrm>
            <a:off x="912284" y="1"/>
            <a:ext cx="9160933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45"/>
          <p:cNvSpPr txBox="1"/>
          <p:nvPr>
            <p:ph idx="10" type="dt"/>
          </p:nvPr>
        </p:nvSpPr>
        <p:spPr>
          <a:xfrm>
            <a:off x="18288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5"/>
          <p:cNvSpPr txBox="1"/>
          <p:nvPr>
            <p:ph idx="11" type="ftr"/>
          </p:nvPr>
        </p:nvSpPr>
        <p:spPr>
          <a:xfrm>
            <a:off x="4741333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5"/>
          <p:cNvSpPr txBox="1"/>
          <p:nvPr>
            <p:ph idx="12" type="sldNum"/>
          </p:nvPr>
        </p:nvSpPr>
        <p:spPr>
          <a:xfrm>
            <a:off x="8957733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4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7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47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8" name="Google Shape;88;p14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1" name="Google Shape;91;p14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7" name="Google Shape;97;p14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8" name="Google Shape;98;p14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0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0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50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7" name="Google Shape;107;p15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5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3" name="Google Shape;113;p15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5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5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2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2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1" name="Google Shape;121;p15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5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7"/>
          <p:cNvSpPr/>
          <p:nvPr/>
        </p:nvSpPr>
        <p:spPr>
          <a:xfrm>
            <a:off x="0" y="6334316"/>
            <a:ext cx="12192000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3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3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37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5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5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5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5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5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5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5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5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5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5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5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5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5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5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5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5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5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5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5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5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5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8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5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5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5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5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5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5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5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5.png"/><Relationship Id="rId4" Type="http://schemas.openxmlformats.org/officeDocument/2006/relationships/image" Target="../media/image19.gif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5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5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5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5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5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5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5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5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5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5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5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5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5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5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5.png"/><Relationship Id="rId4" Type="http://schemas.openxmlformats.org/officeDocument/2006/relationships/image" Target="../media/image24.jpg"/><Relationship Id="rId5" Type="http://schemas.openxmlformats.org/officeDocument/2006/relationships/image" Target="../media/image21.jp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5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5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5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5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5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5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5.pn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5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5.pn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5.pn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26.jp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5.pn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5.png"/><Relationship Id="rId4" Type="http://schemas.openxmlformats.org/officeDocument/2006/relationships/image" Target="../media/image25.jpg"/><Relationship Id="rId5" Type="http://schemas.openxmlformats.org/officeDocument/2006/relationships/image" Target="../media/image27.pn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5.pn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5.pn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5.pn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5.pn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5.pn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3"/>
          <p:cNvSpPr txBox="1"/>
          <p:nvPr>
            <p:ph idx="1" type="subTitle"/>
          </p:nvPr>
        </p:nvSpPr>
        <p:spPr>
          <a:xfrm>
            <a:off x="1108842" y="5157192"/>
            <a:ext cx="97382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SCHOOL OF COMPUTER  ENGINEERING AND TECHNOLOGY</a:t>
            </a:r>
            <a:endParaRPr b="1" i="0" sz="15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172" y="1181100"/>
            <a:ext cx="10193528" cy="15525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0784"/>
              </a:srgbClr>
            </a:outerShdw>
          </a:effectLst>
        </p:spPr>
      </p:pic>
      <p:sp>
        <p:nvSpPr>
          <p:cNvPr id="130" name="Google Shape;130;p153"/>
          <p:cNvSpPr/>
          <p:nvPr/>
        </p:nvSpPr>
        <p:spPr>
          <a:xfrm>
            <a:off x="1108842" y="3356993"/>
            <a:ext cx="11083159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 2PM09A /AID 2PM07A  -  Design and  Analysis of Algorithm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3"/>
          <p:cNvSpPr txBox="1"/>
          <p:nvPr/>
        </p:nvSpPr>
        <p:spPr>
          <a:xfrm>
            <a:off x="4976370" y="4086664"/>
            <a:ext cx="230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S. Y. B. Tech CSE /AIDS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53"/>
          <p:cNvSpPr txBox="1"/>
          <p:nvPr/>
        </p:nvSpPr>
        <p:spPr>
          <a:xfrm>
            <a:off x="8365589" y="3742006"/>
            <a:ext cx="2400884" cy="689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Semester - IV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 txBox="1"/>
          <p:nvPr>
            <p:ph type="title"/>
          </p:nvPr>
        </p:nvSpPr>
        <p:spPr>
          <a:xfrm>
            <a:off x="1841499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 sz="3600"/>
              <a:t>Graph</a:t>
            </a:r>
            <a:endParaRPr sz="3600"/>
          </a:p>
        </p:txBody>
      </p:sp>
      <p:sp>
        <p:nvSpPr>
          <p:cNvPr id="140" name="Google Shape;140;p2"/>
          <p:cNvSpPr txBox="1"/>
          <p:nvPr>
            <p:ph idx="1" type="body"/>
          </p:nvPr>
        </p:nvSpPr>
        <p:spPr>
          <a:xfrm>
            <a:off x="995680" y="1983317"/>
            <a:ext cx="10499634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032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 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Graph-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Basic Terminology, Graphs (Directed, Undirected), Various Representations, Traversals &amp; Applications of graph- Prim’s and Kruskal’s Algorithms, Dijsktra's Single source shortest path, Analysis complexity of algorithm, topological sorting.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Font typeface="Times New Roman"/>
              <a:buChar char=" "/>
            </a:pPr>
            <a:r>
              <a:t/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4200"/>
          </a:p>
        </p:txBody>
      </p:sp>
      <p:sp>
        <p:nvSpPr>
          <p:cNvPr id="141" name="Google Shape;141;p2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6870699" y="1983317"/>
            <a:ext cx="4341783" cy="3923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/>
          <p:nvPr>
            <p:ph type="title"/>
          </p:nvPr>
        </p:nvSpPr>
        <p:spPr>
          <a:xfrm>
            <a:off x="1841499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3"/>
          <p:cNvSpPr txBox="1"/>
          <p:nvPr>
            <p:ph idx="1" type="body"/>
          </p:nvPr>
        </p:nvSpPr>
        <p:spPr>
          <a:xfrm>
            <a:off x="995680" y="1983317"/>
            <a:ext cx="9697720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032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Terminology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representation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graph and traversals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spanning tree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sorting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</p:txBody>
      </p:sp>
      <p:sp>
        <p:nvSpPr>
          <p:cNvPr id="153" name="Google Shape;153;p3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6870699" y="1983317"/>
            <a:ext cx="4341783" cy="3923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5245" y="2305050"/>
            <a:ext cx="2181225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>
            <p:ph type="title"/>
          </p:nvPr>
        </p:nvSpPr>
        <p:spPr>
          <a:xfrm>
            <a:off x="161798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Terminology</a:t>
            </a:r>
            <a:endParaRPr sz="3600">
              <a:solidFill>
                <a:srgbClr val="262626"/>
              </a:solidFill>
            </a:endParaRPr>
          </a:p>
        </p:txBody>
      </p:sp>
      <p:sp>
        <p:nvSpPr>
          <p:cNvPr id="165" name="Google Shape;165;p4"/>
          <p:cNvSpPr txBox="1"/>
          <p:nvPr>
            <p:ph idx="1" type="body"/>
          </p:nvPr>
        </p:nvSpPr>
        <p:spPr>
          <a:xfrm>
            <a:off x="1097280" y="2120900"/>
            <a:ext cx="10058400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77800" lvl="0" marL="9144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Graph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and Incident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Subgraph and path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path and cycle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components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</a:t>
            </a:r>
            <a:endParaRPr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sz="2800"/>
          </a:p>
        </p:txBody>
      </p:sp>
      <p:sp>
        <p:nvSpPr>
          <p:cNvPr id="166" name="Google Shape;166;p4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>
            <p:ph type="title"/>
          </p:nvPr>
        </p:nvSpPr>
        <p:spPr>
          <a:xfrm>
            <a:off x="1757364" y="490539"/>
            <a:ext cx="7373937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Applications</a:t>
            </a:r>
            <a:endParaRPr b="1" sz="3600">
              <a:solidFill>
                <a:srgbClr val="262626"/>
              </a:solidFill>
            </a:endParaRPr>
          </a:p>
        </p:txBody>
      </p:sp>
      <p:pic>
        <p:nvPicPr>
          <p:cNvPr descr="BasicHyperText" id="175" name="Google Shape;175;p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7701" y="4111626"/>
            <a:ext cx="1357313" cy="1770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369_" id="176" name="Google Shape;17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11335" y="2082801"/>
            <a:ext cx="1920875" cy="139858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/>
          <p:cNvSpPr txBox="1"/>
          <p:nvPr/>
        </p:nvSpPr>
        <p:spPr>
          <a:xfrm>
            <a:off x="7998622" y="3397251"/>
            <a:ext cx="21002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Computer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8632825" y="5911851"/>
            <a:ext cx="946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Circuits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4471686" y="5922963"/>
            <a:ext cx="1178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Hypertext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a" id="180" name="Google Shape;180;p5"/>
          <p:cNvPicPr preferRelativeResize="0"/>
          <p:nvPr>
            <p:ph idx="3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7512" y="2188370"/>
            <a:ext cx="1997075" cy="136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"/>
          <p:cNvSpPr txBox="1"/>
          <p:nvPr/>
        </p:nvSpPr>
        <p:spPr>
          <a:xfrm>
            <a:off x="4718050" y="3494088"/>
            <a:ext cx="742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ircuits" id="182" name="Google Shape;18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28051" y="4024313"/>
            <a:ext cx="1154113" cy="178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3100" y="1925639"/>
            <a:ext cx="2057676" cy="15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"/>
          <p:cNvSpPr txBox="1"/>
          <p:nvPr/>
        </p:nvSpPr>
        <p:spPr>
          <a:xfrm>
            <a:off x="800100" y="3479800"/>
            <a:ext cx="17048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Social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chemeClr val="dk1"/>
                </a:solidFill>
              </a:rPr>
              <a:t>2/22/2024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7" name="Google Shape;187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</a:rPr>
              <a:t>‹#›</a:t>
            </a:fld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/>
          <p:nvPr>
            <p:ph type="title"/>
          </p:nvPr>
        </p:nvSpPr>
        <p:spPr>
          <a:xfrm>
            <a:off x="189230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 b="1" sz="3600">
              <a:solidFill>
                <a:srgbClr val="262626"/>
              </a:solidFill>
            </a:endParaRPr>
          </a:p>
        </p:txBody>
      </p:sp>
      <p:sp>
        <p:nvSpPr>
          <p:cNvPr id="195" name="Google Shape;195;p6"/>
          <p:cNvSpPr txBox="1"/>
          <p:nvPr>
            <p:ph idx="1" type="body"/>
          </p:nvPr>
        </p:nvSpPr>
        <p:spPr>
          <a:xfrm>
            <a:off x="482600" y="1727200"/>
            <a:ext cx="10490200" cy="1486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03200" lvl="0" marL="9144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G consists of two sets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880" lvl="2" marL="566928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 finite, nonempty set of vertices V(G)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880" lvl="2" marL="566928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 finite, possible empty set of edges E(G)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880" lvl="2" marL="566928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G(V,E) represents a graph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6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9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931863" y="36131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246063" y="43751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1617663" y="43751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931863" y="49847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6"/>
          <p:cNvCxnSpPr/>
          <p:nvPr/>
        </p:nvCxnSpPr>
        <p:spPr>
          <a:xfrm>
            <a:off x="1154113" y="4064000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6"/>
          <p:cNvCxnSpPr/>
          <p:nvPr/>
        </p:nvCxnSpPr>
        <p:spPr>
          <a:xfrm>
            <a:off x="696913" y="459740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6"/>
          <p:cNvCxnSpPr/>
          <p:nvPr/>
        </p:nvCxnSpPr>
        <p:spPr>
          <a:xfrm flipH="1">
            <a:off x="585789" y="3987801"/>
            <a:ext cx="407987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6"/>
          <p:cNvCxnSpPr/>
          <p:nvPr/>
        </p:nvCxnSpPr>
        <p:spPr>
          <a:xfrm>
            <a:off x="1306514" y="3987801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6"/>
          <p:cNvCxnSpPr/>
          <p:nvPr/>
        </p:nvCxnSpPr>
        <p:spPr>
          <a:xfrm>
            <a:off x="571501" y="4803775"/>
            <a:ext cx="354013" cy="3127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6"/>
          <p:cNvCxnSpPr/>
          <p:nvPr/>
        </p:nvCxnSpPr>
        <p:spPr>
          <a:xfrm flipH="1">
            <a:off x="1360489" y="4776789"/>
            <a:ext cx="327025" cy="3397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6"/>
          <p:cNvSpPr/>
          <p:nvPr/>
        </p:nvSpPr>
        <p:spPr>
          <a:xfrm>
            <a:off x="38100" y="5432866"/>
            <a:ext cx="6616689" cy="831639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 Set:  V(G1)={0,1,2,3}               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Set:    E(G1)={(0,1),(0,2),(0,3),(1,2),(1,3),(2,3)}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586039" y="4498976"/>
            <a:ext cx="1370568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7916863" y="41211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231063" y="48831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8602663" y="48831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6"/>
          <p:cNvCxnSpPr/>
          <p:nvPr/>
        </p:nvCxnSpPr>
        <p:spPr>
          <a:xfrm>
            <a:off x="7681913" y="510540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216" name="Google Shape;216;p6"/>
          <p:cNvCxnSpPr/>
          <p:nvPr/>
        </p:nvCxnSpPr>
        <p:spPr>
          <a:xfrm>
            <a:off x="8291514" y="4495801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stealth"/>
            <a:tailEnd len="sm" w="sm" type="none"/>
          </a:ln>
        </p:spPr>
      </p:cxnSp>
      <p:sp>
        <p:nvSpPr>
          <p:cNvPr id="217" name="Google Shape;217;p6"/>
          <p:cNvSpPr/>
          <p:nvPr/>
        </p:nvSpPr>
        <p:spPr>
          <a:xfrm>
            <a:off x="9419297" y="4700243"/>
            <a:ext cx="1409040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G2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6922275" y="5519106"/>
            <a:ext cx="4850626" cy="831639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 Set:           V(G2)={0,1,2}               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Set:              E(G2)={(2,0),(2,1)}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 txBox="1"/>
          <p:nvPr>
            <p:ph type="title"/>
          </p:nvPr>
        </p:nvSpPr>
        <p:spPr>
          <a:xfrm>
            <a:off x="189230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and Undirected Graph</a:t>
            </a:r>
            <a:endParaRPr b="1" sz="3600">
              <a:solidFill>
                <a:srgbClr val="262626"/>
              </a:solidFill>
            </a:endParaRPr>
          </a:p>
        </p:txBody>
      </p:sp>
      <p:sp>
        <p:nvSpPr>
          <p:cNvPr id="226" name="Google Shape;226;p7"/>
          <p:cNvSpPr txBox="1"/>
          <p:nvPr>
            <p:ph idx="1" type="body"/>
          </p:nvPr>
        </p:nvSpPr>
        <p:spPr>
          <a:xfrm>
            <a:off x="469899" y="1854200"/>
            <a:ext cx="11508741" cy="1936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03200" lvl="0" marL="9144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undirected graph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one in which the pair of vertices in an edge is unordered,</a:t>
            </a:r>
            <a:endParaRPr/>
          </a:p>
          <a:p>
            <a:pPr indent="-91440" lvl="0" marL="9144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(v0, v1) = (v1,v0)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one in which each edge is a directed pair of vertices,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2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&lt;v0, v1&gt; != &lt;v1,v0&gt;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7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9" name="Google Shape;2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9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7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401763" y="40068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715963" y="47688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2087563" y="47688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401763" y="53784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7"/>
          <p:cNvCxnSpPr/>
          <p:nvPr/>
        </p:nvCxnSpPr>
        <p:spPr>
          <a:xfrm>
            <a:off x="1624013" y="4457700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7"/>
          <p:cNvCxnSpPr/>
          <p:nvPr/>
        </p:nvCxnSpPr>
        <p:spPr>
          <a:xfrm>
            <a:off x="1166813" y="499110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7"/>
          <p:cNvCxnSpPr/>
          <p:nvPr/>
        </p:nvCxnSpPr>
        <p:spPr>
          <a:xfrm flipH="1">
            <a:off x="1055689" y="4381501"/>
            <a:ext cx="407987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7"/>
          <p:cNvCxnSpPr/>
          <p:nvPr/>
        </p:nvCxnSpPr>
        <p:spPr>
          <a:xfrm>
            <a:off x="1776414" y="4381501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7"/>
          <p:cNvCxnSpPr/>
          <p:nvPr/>
        </p:nvCxnSpPr>
        <p:spPr>
          <a:xfrm>
            <a:off x="1041401" y="5197475"/>
            <a:ext cx="354013" cy="3127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7"/>
          <p:cNvCxnSpPr/>
          <p:nvPr/>
        </p:nvCxnSpPr>
        <p:spPr>
          <a:xfrm flipH="1">
            <a:off x="1830389" y="5170489"/>
            <a:ext cx="327025" cy="3397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7"/>
          <p:cNvSpPr/>
          <p:nvPr/>
        </p:nvSpPr>
        <p:spPr>
          <a:xfrm>
            <a:off x="6911977" y="40068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6380163" y="48656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751763" y="48958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611939" y="5781676"/>
            <a:ext cx="2090316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706439" y="5870576"/>
            <a:ext cx="2398092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Undirected Graph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6" name="Google Shape;246;p7"/>
          <p:cNvCxnSpPr>
            <a:stCxn id="241" idx="5"/>
            <a:endCxn id="243" idx="1"/>
          </p:cNvCxnSpPr>
          <p:nvPr/>
        </p:nvCxnSpPr>
        <p:spPr>
          <a:xfrm>
            <a:off x="7291381" y="4386254"/>
            <a:ext cx="525600" cy="574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247" name="Google Shape;247;p7"/>
          <p:cNvCxnSpPr>
            <a:stCxn id="243" idx="2"/>
            <a:endCxn id="242" idx="6"/>
          </p:cNvCxnSpPr>
          <p:nvPr/>
        </p:nvCxnSpPr>
        <p:spPr>
          <a:xfrm rot="10800000">
            <a:off x="6824763" y="5087800"/>
            <a:ext cx="927000" cy="30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 txBox="1"/>
          <p:nvPr>
            <p:ph type="title"/>
          </p:nvPr>
        </p:nvSpPr>
        <p:spPr>
          <a:xfrm>
            <a:off x="1643380" y="372895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</a:t>
            </a:r>
            <a:endParaRPr b="1" sz="3600">
              <a:solidFill>
                <a:srgbClr val="262626"/>
              </a:solidFill>
            </a:endParaRPr>
          </a:p>
        </p:txBody>
      </p:sp>
      <p:sp>
        <p:nvSpPr>
          <p:cNvPr id="255" name="Google Shape;255;p8"/>
          <p:cNvSpPr txBox="1"/>
          <p:nvPr>
            <p:ph idx="1" type="body"/>
          </p:nvPr>
        </p:nvSpPr>
        <p:spPr>
          <a:xfrm>
            <a:off x="635000" y="2120900"/>
            <a:ext cx="10896600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of a vertex is the number of edges incident to that vertex.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For directed graph,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880" lvl="1" marL="384048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in-degree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of a vertex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the number of edges that have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as the head</a:t>
            </a:r>
            <a:endParaRPr/>
          </a:p>
          <a:p>
            <a:pPr indent="-182880" lvl="1" marL="384048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out-degree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of a vertex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the number of edges that have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as the tail</a:t>
            </a:r>
            <a:endParaRPr/>
          </a:p>
          <a:p>
            <a:pPr indent="-182880" lvl="1" marL="384048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82880" lvl="1" marL="384048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25000"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the degree of a vertex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in a graph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vertices and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edges,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880" lvl="1" marL="384048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the number of edges (of undirected graph) are :-   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880" lvl="1" marL="384048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8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8" name="Google Shape;2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8908" y="4859382"/>
            <a:ext cx="1899195" cy="1045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/>
          <p:cNvSpPr txBox="1"/>
          <p:nvPr>
            <p:ph type="title"/>
          </p:nvPr>
        </p:nvSpPr>
        <p:spPr>
          <a:xfrm>
            <a:off x="1643380" y="372895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for Degree</a:t>
            </a:r>
            <a:endParaRPr sz="3600">
              <a:solidFill>
                <a:srgbClr val="262626"/>
              </a:solidFill>
            </a:endParaRPr>
          </a:p>
        </p:txBody>
      </p:sp>
      <p:sp>
        <p:nvSpPr>
          <p:cNvPr id="267" name="Google Shape;267;p9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9" name="Google Shape;2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/>
          <p:nvPr/>
        </p:nvSpPr>
        <p:spPr>
          <a:xfrm>
            <a:off x="2917825" y="4732338"/>
            <a:ext cx="3555460" cy="52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Undirected Graph : 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4416425" y="2090738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4335463" y="25527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3649663" y="33147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021263" y="33147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335463" y="39243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9"/>
          <p:cNvCxnSpPr/>
          <p:nvPr/>
        </p:nvCxnSpPr>
        <p:spPr>
          <a:xfrm>
            <a:off x="4592637" y="3028950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9"/>
          <p:cNvCxnSpPr/>
          <p:nvPr/>
        </p:nvCxnSpPr>
        <p:spPr>
          <a:xfrm>
            <a:off x="4100513" y="353695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9"/>
          <p:cNvCxnSpPr/>
          <p:nvPr/>
        </p:nvCxnSpPr>
        <p:spPr>
          <a:xfrm flipH="1">
            <a:off x="3989388" y="2927350"/>
            <a:ext cx="407987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9"/>
          <p:cNvCxnSpPr/>
          <p:nvPr/>
        </p:nvCxnSpPr>
        <p:spPr>
          <a:xfrm>
            <a:off x="4710113" y="2927350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9"/>
          <p:cNvCxnSpPr/>
          <p:nvPr/>
        </p:nvCxnSpPr>
        <p:spPr>
          <a:xfrm>
            <a:off x="3975100" y="3743325"/>
            <a:ext cx="354013" cy="3127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9"/>
          <p:cNvCxnSpPr/>
          <p:nvPr/>
        </p:nvCxnSpPr>
        <p:spPr>
          <a:xfrm flipH="1">
            <a:off x="4764088" y="3716338"/>
            <a:ext cx="327025" cy="3397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9"/>
          <p:cNvSpPr txBox="1"/>
          <p:nvPr/>
        </p:nvSpPr>
        <p:spPr>
          <a:xfrm>
            <a:off x="5386388" y="3392488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3321050" y="3338513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4681538" y="4168775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8429625" y="193357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8428038" y="30368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8443913" y="405606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9"/>
          <p:cNvCxnSpPr/>
          <p:nvPr/>
        </p:nvCxnSpPr>
        <p:spPr>
          <a:xfrm>
            <a:off x="8666163" y="3492500"/>
            <a:ext cx="0" cy="558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9" name="Google Shape;289;p9"/>
          <p:cNvCxnSpPr/>
          <p:nvPr/>
        </p:nvCxnSpPr>
        <p:spPr>
          <a:xfrm rot="10800000">
            <a:off x="8843963" y="2322513"/>
            <a:ext cx="0" cy="7207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90" name="Google Shape;290;p9"/>
          <p:cNvCxnSpPr/>
          <p:nvPr/>
        </p:nvCxnSpPr>
        <p:spPr>
          <a:xfrm>
            <a:off x="8475663" y="2349500"/>
            <a:ext cx="0" cy="7350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91" name="Google Shape;291;p9"/>
          <p:cNvSpPr/>
          <p:nvPr/>
        </p:nvSpPr>
        <p:spPr>
          <a:xfrm>
            <a:off x="8245475" y="4738688"/>
            <a:ext cx="2971967" cy="52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Graph: 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9174163" y="1955800"/>
            <a:ext cx="151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in:1, out: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9191625" y="3032125"/>
            <a:ext cx="158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in: 1, out: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9226550" y="4037013"/>
            <a:ext cx="158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in: 1, out: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 txBox="1"/>
          <p:nvPr>
            <p:ph type="title"/>
          </p:nvPr>
        </p:nvSpPr>
        <p:spPr>
          <a:xfrm>
            <a:off x="189230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and Incident</a:t>
            </a:r>
            <a:endParaRPr sz="3600">
              <a:solidFill>
                <a:srgbClr val="262626"/>
              </a:solidFill>
            </a:endParaRPr>
          </a:p>
        </p:txBody>
      </p:sp>
      <p:sp>
        <p:nvSpPr>
          <p:cNvPr id="302" name="Google Shape;302;p10"/>
          <p:cNvSpPr txBox="1"/>
          <p:nvPr>
            <p:ph idx="1" type="body"/>
          </p:nvPr>
        </p:nvSpPr>
        <p:spPr>
          <a:xfrm>
            <a:off x="1097280" y="1854200"/>
            <a:ext cx="10058400" cy="4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286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Noto Sans Symbols"/>
              <a:buChar char="▪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(v0, v1) is an edge in an undirected graph,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v0 and v1 are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edge (v0, v1) is incident on vertices v0 and v1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600"/>
              <a:buFont typeface="Noto Sans Symbols"/>
              <a:buChar char="▪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&lt;v0, v1&gt; is an edge in a directed graph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v0 is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to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v1, and v1 is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from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v0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edge &lt;v0, v1&gt; is incident on v0 and v1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600"/>
              <a:buFont typeface="Noto Sans Symbols"/>
              <a:buNone/>
            </a:pPr>
            <a:r>
              <a:t/>
            </a:r>
            <a:endParaRPr sz="3600"/>
          </a:p>
        </p:txBody>
      </p:sp>
      <p:sp>
        <p:nvSpPr>
          <p:cNvPr id="303" name="Google Shape;303;p10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5" name="Google Shape;3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9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0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 txBox="1"/>
          <p:nvPr>
            <p:ph type="title"/>
          </p:nvPr>
        </p:nvSpPr>
        <p:spPr>
          <a:xfrm>
            <a:off x="189230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graph</a:t>
            </a:r>
            <a:endParaRPr b="1" sz="3600">
              <a:solidFill>
                <a:srgbClr val="262626"/>
              </a:solidFill>
            </a:endParaRPr>
          </a:p>
        </p:txBody>
      </p:sp>
      <p:sp>
        <p:nvSpPr>
          <p:cNvPr id="314" name="Google Shape;314;p11"/>
          <p:cNvSpPr txBox="1"/>
          <p:nvPr>
            <p:ph idx="1" type="body"/>
          </p:nvPr>
        </p:nvSpPr>
        <p:spPr>
          <a:xfrm>
            <a:off x="1097280" y="1854200"/>
            <a:ext cx="10306594" cy="43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032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complete graph is a graph that has the maximum number of edges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undirected graph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with n vertices, the maximum number of edges is </a:t>
            </a:r>
            <a:r>
              <a:rPr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n(n-1)/2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2011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with n vertices, the maximum number of edges is </a:t>
            </a:r>
            <a:r>
              <a:rPr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n(n-1)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</p:txBody>
      </p:sp>
      <p:sp>
        <p:nvSpPr>
          <p:cNvPr id="315" name="Google Shape;315;p11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7" name="Google Shape;3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9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1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2014538" y="431800"/>
            <a:ext cx="7682720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for Graph</a:t>
            </a:r>
            <a:endParaRPr b="1" i="0" sz="36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1058863" y="19621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373063" y="27241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1744663" y="27241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1058863" y="33337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12"/>
          <p:cNvCxnSpPr/>
          <p:nvPr/>
        </p:nvCxnSpPr>
        <p:spPr>
          <a:xfrm>
            <a:off x="1281113" y="2413000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12"/>
          <p:cNvCxnSpPr/>
          <p:nvPr/>
        </p:nvCxnSpPr>
        <p:spPr>
          <a:xfrm>
            <a:off x="823913" y="294640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12"/>
          <p:cNvCxnSpPr/>
          <p:nvPr/>
        </p:nvCxnSpPr>
        <p:spPr>
          <a:xfrm flipH="1">
            <a:off x="712789" y="2336801"/>
            <a:ext cx="407987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12"/>
          <p:cNvCxnSpPr/>
          <p:nvPr/>
        </p:nvCxnSpPr>
        <p:spPr>
          <a:xfrm>
            <a:off x="1433514" y="2336801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12"/>
          <p:cNvCxnSpPr/>
          <p:nvPr/>
        </p:nvCxnSpPr>
        <p:spPr>
          <a:xfrm>
            <a:off x="698501" y="3152775"/>
            <a:ext cx="354013" cy="3127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12"/>
          <p:cNvCxnSpPr/>
          <p:nvPr/>
        </p:nvCxnSpPr>
        <p:spPr>
          <a:xfrm flipH="1">
            <a:off x="1487489" y="3125789"/>
            <a:ext cx="327025" cy="3397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12"/>
          <p:cNvSpPr/>
          <p:nvPr/>
        </p:nvSpPr>
        <p:spPr>
          <a:xfrm>
            <a:off x="10396538" y="184467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0394950" y="29479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10410825" y="396716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12"/>
          <p:cNvCxnSpPr/>
          <p:nvPr/>
        </p:nvCxnSpPr>
        <p:spPr>
          <a:xfrm>
            <a:off x="10633075" y="3403600"/>
            <a:ext cx="0" cy="558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9" name="Google Shape;339;p12"/>
          <p:cNvCxnSpPr/>
          <p:nvPr/>
        </p:nvCxnSpPr>
        <p:spPr>
          <a:xfrm rot="10800000">
            <a:off x="10810875" y="2233614"/>
            <a:ext cx="0" cy="7207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0" name="Google Shape;340;p12"/>
          <p:cNvCxnSpPr/>
          <p:nvPr/>
        </p:nvCxnSpPr>
        <p:spPr>
          <a:xfrm>
            <a:off x="10442575" y="2260601"/>
            <a:ext cx="0" cy="7350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1" name="Google Shape;341;p12"/>
          <p:cNvSpPr/>
          <p:nvPr/>
        </p:nvSpPr>
        <p:spPr>
          <a:xfrm>
            <a:off x="5254625" y="17526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568825" y="25146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5940425" y="25146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12"/>
          <p:cNvCxnSpPr/>
          <p:nvPr/>
        </p:nvCxnSpPr>
        <p:spPr>
          <a:xfrm flipH="1">
            <a:off x="4908550" y="2127251"/>
            <a:ext cx="407988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12"/>
          <p:cNvCxnSpPr/>
          <p:nvPr/>
        </p:nvCxnSpPr>
        <p:spPr>
          <a:xfrm>
            <a:off x="5629276" y="2127251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12"/>
          <p:cNvSpPr/>
          <p:nvPr/>
        </p:nvSpPr>
        <p:spPr>
          <a:xfrm>
            <a:off x="4198938" y="341153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4946650" y="342423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12"/>
          <p:cNvCxnSpPr/>
          <p:nvPr/>
        </p:nvCxnSpPr>
        <p:spPr>
          <a:xfrm flipH="1">
            <a:off x="4413251" y="2955926"/>
            <a:ext cx="263525" cy="4603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12"/>
          <p:cNvCxnSpPr/>
          <p:nvPr/>
        </p:nvCxnSpPr>
        <p:spPr>
          <a:xfrm>
            <a:off x="4864100" y="2970214"/>
            <a:ext cx="298450" cy="4587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12"/>
          <p:cNvSpPr/>
          <p:nvPr/>
        </p:nvSpPr>
        <p:spPr>
          <a:xfrm>
            <a:off x="5591175" y="34131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6348413" y="341153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12"/>
          <p:cNvCxnSpPr/>
          <p:nvPr/>
        </p:nvCxnSpPr>
        <p:spPr>
          <a:xfrm flipH="1">
            <a:off x="5788025" y="2940051"/>
            <a:ext cx="273050" cy="461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12"/>
          <p:cNvCxnSpPr/>
          <p:nvPr/>
        </p:nvCxnSpPr>
        <p:spPr>
          <a:xfrm>
            <a:off x="6264275" y="2952751"/>
            <a:ext cx="273050" cy="4492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12"/>
          <p:cNvSpPr/>
          <p:nvPr/>
        </p:nvSpPr>
        <p:spPr>
          <a:xfrm>
            <a:off x="820739" y="3965576"/>
            <a:ext cx="55562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648201" y="3910013"/>
            <a:ext cx="5556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10447339" y="4449763"/>
            <a:ext cx="5556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377825" y="4470401"/>
            <a:ext cx="9067026" cy="9547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V(G</a:t>
            </a:r>
            <a:r>
              <a:rPr b="0" i="0" lang="en-US" sz="1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)={0,1,2,3}               E(G</a:t>
            </a:r>
            <a:r>
              <a:rPr b="0" i="0" lang="en-US" sz="1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)={(0,1),(0,2),(0,3),(1,2),(1,3),(2,3)}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V(G</a:t>
            </a:r>
            <a:r>
              <a:rPr b="0" i="0" lang="en-US" sz="1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1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)={0,1,2,3,4,5,6}      E(G</a:t>
            </a:r>
            <a:r>
              <a:rPr b="0" i="0" lang="en-US" sz="1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1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)={(0,1),(0,2),(1,3),(1,4),(2,5),(2,6)}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V(G</a:t>
            </a:r>
            <a:r>
              <a:rPr b="0" i="0" lang="en-US" sz="1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1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)={0,1,2}                  E(G</a:t>
            </a:r>
            <a:r>
              <a:rPr b="0" i="0" lang="en-US" sz="1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1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)={&lt;0,1&gt;,&lt;1,0&gt;,&lt;1,2&gt;}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 txBox="1"/>
          <p:nvPr/>
        </p:nvSpPr>
        <p:spPr>
          <a:xfrm>
            <a:off x="1609726" y="3581400"/>
            <a:ext cx="20685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 txBox="1"/>
          <p:nvPr/>
        </p:nvSpPr>
        <p:spPr>
          <a:xfrm>
            <a:off x="5365750" y="4010025"/>
            <a:ext cx="2305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incomplete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 txBox="1"/>
          <p:nvPr/>
        </p:nvSpPr>
        <p:spPr>
          <a:xfrm>
            <a:off x="9444851" y="4896793"/>
            <a:ext cx="20970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"/>
          <p:cNvSpPr txBox="1"/>
          <p:nvPr>
            <p:ph type="title"/>
          </p:nvPr>
        </p:nvSpPr>
        <p:spPr>
          <a:xfrm>
            <a:off x="2166424" y="365760"/>
            <a:ext cx="898925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Graph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553a" id="368" name="Google Shape;368;p13"/>
          <p:cNvPicPr preferRelativeResize="0"/>
          <p:nvPr/>
        </p:nvPicPr>
        <p:blipFill rotWithShape="1">
          <a:blip r:embed="rId3">
            <a:alphaModFix/>
          </a:blip>
          <a:srcRect b="0" l="0" r="60785" t="19006"/>
          <a:stretch/>
        </p:blipFill>
        <p:spPr>
          <a:xfrm>
            <a:off x="1828800" y="2187882"/>
            <a:ext cx="4267200" cy="3068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553a" id="369" name="Google Shape;369;p13"/>
          <p:cNvPicPr preferRelativeResize="0"/>
          <p:nvPr/>
        </p:nvPicPr>
        <p:blipFill rotWithShape="1">
          <a:blip r:embed="rId3">
            <a:alphaModFix/>
          </a:blip>
          <a:srcRect b="0" l="54902" r="0" t="0"/>
          <a:stretch/>
        </p:blipFill>
        <p:spPr>
          <a:xfrm>
            <a:off x="6807200" y="2100200"/>
            <a:ext cx="3947584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372" name="Google Shape;372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3" name="Google Shape;373;p13"/>
          <p:cNvSpPr txBox="1"/>
          <p:nvPr/>
        </p:nvSpPr>
        <p:spPr>
          <a:xfrm>
            <a:off x="3352892" y="5496610"/>
            <a:ext cx="6327774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of edges (complete undirected graph) : n(n-1)/2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of edges (complete directed graph): n(n-1)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"/>
          <p:cNvSpPr txBox="1"/>
          <p:nvPr>
            <p:ph type="title"/>
          </p:nvPr>
        </p:nvSpPr>
        <p:spPr>
          <a:xfrm>
            <a:off x="1757680" y="447469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Subgraph and Path</a:t>
            </a:r>
            <a:endParaRPr b="1" sz="3600">
              <a:solidFill>
                <a:srgbClr val="262626"/>
              </a:solidFill>
            </a:endParaRPr>
          </a:p>
        </p:txBody>
      </p:sp>
      <p:sp>
        <p:nvSpPr>
          <p:cNvPr id="381" name="Google Shape;381;p14"/>
          <p:cNvSpPr txBox="1"/>
          <p:nvPr>
            <p:ph idx="1" type="body"/>
          </p:nvPr>
        </p:nvSpPr>
        <p:spPr>
          <a:xfrm>
            <a:off x="1097280" y="2006600"/>
            <a:ext cx="107188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03200" lvl="0" marL="9144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subgraph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of G is a graph G’ such that V(G’) is a subset of V(G) and E(G’) is a subset of E(G)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from vertex v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to vertex v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in a graph G, is a sequence of vertices, v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i1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i2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..., v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such that (v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i1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), (v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i1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i2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), ..., (v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are edges in an undirected graph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of a path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the number of edges on it</a:t>
            </a:r>
            <a:endParaRPr/>
          </a:p>
          <a:p>
            <a:pPr indent="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14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4" name="Google Shape;3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15"/>
          <p:cNvGrpSpPr/>
          <p:nvPr/>
        </p:nvGrpSpPr>
        <p:grpSpPr>
          <a:xfrm>
            <a:off x="6588125" y="609600"/>
            <a:ext cx="4243388" cy="1295400"/>
            <a:chOff x="828" y="564"/>
            <a:chExt cx="2673" cy="816"/>
          </a:xfrm>
        </p:grpSpPr>
        <p:sp>
          <p:nvSpPr>
            <p:cNvPr id="390" name="Google Shape;390;p15"/>
            <p:cNvSpPr/>
            <p:nvPr/>
          </p:nvSpPr>
          <p:spPr>
            <a:xfrm>
              <a:off x="828" y="564"/>
              <a:ext cx="347" cy="336"/>
            </a:xfrm>
            <a:prstGeom prst="ellipse">
              <a:avLst/>
            </a:prstGeom>
            <a:solidFill>
              <a:srgbClr val="D3E5F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1" name="Google Shape;391;p15"/>
            <p:cNvGrpSpPr/>
            <p:nvPr/>
          </p:nvGrpSpPr>
          <p:grpSpPr>
            <a:xfrm>
              <a:off x="1422" y="564"/>
              <a:ext cx="941" cy="816"/>
              <a:chOff x="1008" y="720"/>
              <a:chExt cx="912" cy="816"/>
            </a:xfrm>
          </p:grpSpPr>
          <p:sp>
            <p:nvSpPr>
              <p:cNvPr id="392" name="Google Shape;392;p15"/>
              <p:cNvSpPr/>
              <p:nvPr/>
            </p:nvSpPr>
            <p:spPr>
              <a:xfrm>
                <a:off x="1296" y="720"/>
                <a:ext cx="336" cy="336"/>
              </a:xfrm>
              <a:prstGeom prst="ellipse">
                <a:avLst/>
              </a:prstGeom>
              <a:solidFill>
                <a:srgbClr val="D3E5F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5"/>
              <p:cNvSpPr/>
              <p:nvPr/>
            </p:nvSpPr>
            <p:spPr>
              <a:xfrm>
                <a:off x="1008" y="1200"/>
                <a:ext cx="336" cy="336"/>
              </a:xfrm>
              <a:prstGeom prst="ellipse">
                <a:avLst/>
              </a:prstGeom>
              <a:solidFill>
                <a:srgbClr val="D3E5F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5"/>
              <p:cNvSpPr/>
              <p:nvPr/>
            </p:nvSpPr>
            <p:spPr>
              <a:xfrm>
                <a:off x="1584" y="1200"/>
                <a:ext cx="336" cy="336"/>
              </a:xfrm>
              <a:prstGeom prst="ellipse">
                <a:avLst/>
              </a:prstGeom>
              <a:solidFill>
                <a:srgbClr val="D3E5F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95" name="Google Shape;395;p15"/>
              <p:cNvCxnSpPr/>
              <p:nvPr/>
            </p:nvCxnSpPr>
            <p:spPr>
              <a:xfrm flipH="1">
                <a:off x="1200" y="1008"/>
                <a:ext cx="144" cy="192"/>
              </a:xfrm>
              <a:prstGeom prst="straightConnector1">
                <a:avLst/>
              </a:prstGeom>
              <a:solidFill>
                <a:srgbClr val="D3E5F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6" name="Google Shape;396;p15"/>
              <p:cNvCxnSpPr/>
              <p:nvPr/>
            </p:nvCxnSpPr>
            <p:spPr>
              <a:xfrm>
                <a:off x="1584" y="1008"/>
                <a:ext cx="96" cy="192"/>
              </a:xfrm>
              <a:prstGeom prst="straightConnector1">
                <a:avLst/>
              </a:prstGeom>
              <a:solidFill>
                <a:srgbClr val="D3E5F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97" name="Google Shape;397;p15"/>
            <p:cNvSpPr/>
            <p:nvPr/>
          </p:nvSpPr>
          <p:spPr>
            <a:xfrm>
              <a:off x="2858" y="1044"/>
              <a:ext cx="346" cy="336"/>
            </a:xfrm>
            <a:prstGeom prst="ellipse">
              <a:avLst/>
            </a:prstGeom>
            <a:solidFill>
              <a:srgbClr val="D3E5F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2561" y="564"/>
              <a:ext cx="346" cy="336"/>
            </a:xfrm>
            <a:prstGeom prst="ellipse">
              <a:avLst/>
            </a:prstGeom>
            <a:solidFill>
              <a:srgbClr val="D3E5F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3155" y="564"/>
              <a:ext cx="346" cy="336"/>
            </a:xfrm>
            <a:prstGeom prst="ellipse">
              <a:avLst/>
            </a:prstGeom>
            <a:solidFill>
              <a:srgbClr val="D3E5F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0" name="Google Shape;400;p15"/>
            <p:cNvCxnSpPr/>
            <p:nvPr/>
          </p:nvCxnSpPr>
          <p:spPr>
            <a:xfrm rot="10800000">
              <a:off x="2759" y="900"/>
              <a:ext cx="148" cy="192"/>
            </a:xfrm>
            <a:prstGeom prst="straightConnector1">
              <a:avLst/>
            </a:prstGeom>
            <a:solidFill>
              <a:srgbClr val="D3E5F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1" name="Google Shape;401;p15"/>
            <p:cNvCxnSpPr/>
            <p:nvPr/>
          </p:nvCxnSpPr>
          <p:spPr>
            <a:xfrm flipH="1" rot="10800000">
              <a:off x="3155" y="900"/>
              <a:ext cx="99" cy="192"/>
            </a:xfrm>
            <a:prstGeom prst="straightConnector1">
              <a:avLst/>
            </a:prstGeom>
            <a:solidFill>
              <a:srgbClr val="D3E5F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02" name="Google Shape;402;p15"/>
          <p:cNvSpPr txBox="1"/>
          <p:nvPr/>
        </p:nvSpPr>
        <p:spPr>
          <a:xfrm>
            <a:off x="6450013" y="1970882"/>
            <a:ext cx="518157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(i)                    (ii)                       (iii)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(a) Some of the subgraph of G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3" name="Google Shape;403;p15"/>
          <p:cNvGrpSpPr/>
          <p:nvPr/>
        </p:nvGrpSpPr>
        <p:grpSpPr>
          <a:xfrm>
            <a:off x="5451475" y="3181348"/>
            <a:ext cx="5713413" cy="2247900"/>
            <a:chOff x="924" y="2400"/>
            <a:chExt cx="3599" cy="1416"/>
          </a:xfrm>
        </p:grpSpPr>
        <p:sp>
          <p:nvSpPr>
            <p:cNvPr id="404" name="Google Shape;404;p15"/>
            <p:cNvSpPr/>
            <p:nvPr/>
          </p:nvSpPr>
          <p:spPr>
            <a:xfrm>
              <a:off x="924" y="2448"/>
              <a:ext cx="347" cy="336"/>
            </a:xfrm>
            <a:prstGeom prst="ellipse">
              <a:avLst/>
            </a:prstGeom>
            <a:solidFill>
              <a:srgbClr val="D3E5F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5" name="Google Shape;405;p15"/>
            <p:cNvGrpSpPr/>
            <p:nvPr/>
          </p:nvGrpSpPr>
          <p:grpSpPr>
            <a:xfrm>
              <a:off x="1848" y="2436"/>
              <a:ext cx="347" cy="864"/>
              <a:chOff x="1692" y="2568"/>
              <a:chExt cx="347" cy="864"/>
            </a:xfrm>
          </p:grpSpPr>
          <p:sp>
            <p:nvSpPr>
              <p:cNvPr id="406" name="Google Shape;406;p15"/>
              <p:cNvSpPr/>
              <p:nvPr/>
            </p:nvSpPr>
            <p:spPr>
              <a:xfrm>
                <a:off x="1692" y="2568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5"/>
              <p:cNvSpPr/>
              <p:nvPr/>
            </p:nvSpPr>
            <p:spPr>
              <a:xfrm>
                <a:off x="1692" y="3096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8" name="Google Shape;408;p15"/>
            <p:cNvGrpSpPr/>
            <p:nvPr/>
          </p:nvGrpSpPr>
          <p:grpSpPr>
            <a:xfrm>
              <a:off x="2952" y="2400"/>
              <a:ext cx="347" cy="1416"/>
              <a:chOff x="2940" y="2544"/>
              <a:chExt cx="347" cy="1416"/>
            </a:xfrm>
          </p:grpSpPr>
          <p:sp>
            <p:nvSpPr>
              <p:cNvPr id="409" name="Google Shape;409;p15"/>
              <p:cNvSpPr/>
              <p:nvPr/>
            </p:nvSpPr>
            <p:spPr>
              <a:xfrm>
                <a:off x="2940" y="2544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5"/>
              <p:cNvSpPr/>
              <p:nvPr/>
            </p:nvSpPr>
            <p:spPr>
              <a:xfrm>
                <a:off x="2940" y="3072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5"/>
              <p:cNvSpPr/>
              <p:nvPr/>
            </p:nvSpPr>
            <p:spPr>
              <a:xfrm>
                <a:off x="2940" y="3624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2" name="Google Shape;412;p15"/>
            <p:cNvGrpSpPr/>
            <p:nvPr/>
          </p:nvGrpSpPr>
          <p:grpSpPr>
            <a:xfrm>
              <a:off x="4176" y="2400"/>
              <a:ext cx="347" cy="1416"/>
              <a:chOff x="2940" y="2544"/>
              <a:chExt cx="347" cy="1416"/>
            </a:xfrm>
          </p:grpSpPr>
          <p:sp>
            <p:nvSpPr>
              <p:cNvPr id="413" name="Google Shape;413;p15"/>
              <p:cNvSpPr/>
              <p:nvPr/>
            </p:nvSpPr>
            <p:spPr>
              <a:xfrm>
                <a:off x="2940" y="2544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5"/>
              <p:cNvSpPr/>
              <p:nvPr/>
            </p:nvSpPr>
            <p:spPr>
              <a:xfrm>
                <a:off x="2940" y="3072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5"/>
              <p:cNvSpPr/>
              <p:nvPr/>
            </p:nvSpPr>
            <p:spPr>
              <a:xfrm>
                <a:off x="2940" y="3624"/>
                <a:ext cx="347" cy="336"/>
              </a:xfrm>
              <a:prstGeom prst="ellipse">
                <a:avLst/>
              </a:prstGeom>
              <a:solidFill>
                <a:srgbClr val="D3E5F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16" name="Google Shape;416;p15"/>
            <p:cNvCxnSpPr/>
            <p:nvPr/>
          </p:nvCxnSpPr>
          <p:spPr>
            <a:xfrm>
              <a:off x="2016" y="2772"/>
              <a:ext cx="0" cy="192"/>
            </a:xfrm>
            <a:prstGeom prst="straightConnector1">
              <a:avLst/>
            </a:prstGeom>
            <a:solidFill>
              <a:srgbClr val="D3E5F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7" name="Google Shape;417;p15"/>
            <p:cNvCxnSpPr/>
            <p:nvPr/>
          </p:nvCxnSpPr>
          <p:spPr>
            <a:xfrm>
              <a:off x="3132" y="2736"/>
              <a:ext cx="0" cy="192"/>
            </a:xfrm>
            <a:prstGeom prst="straightConnector1">
              <a:avLst/>
            </a:prstGeom>
            <a:solidFill>
              <a:srgbClr val="D3E5F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8" name="Google Shape;418;p15"/>
            <p:cNvCxnSpPr/>
            <p:nvPr/>
          </p:nvCxnSpPr>
          <p:spPr>
            <a:xfrm>
              <a:off x="3132" y="3264"/>
              <a:ext cx="0" cy="216"/>
            </a:xfrm>
            <a:prstGeom prst="straightConnector1">
              <a:avLst/>
            </a:prstGeom>
            <a:solidFill>
              <a:srgbClr val="D3E5F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19" name="Google Shape;419;p15"/>
          <p:cNvSpPr/>
          <p:nvPr/>
        </p:nvSpPr>
        <p:spPr>
          <a:xfrm>
            <a:off x="5730875" y="5478464"/>
            <a:ext cx="5918200" cy="7016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(i)                    (ii)                       (iii)                           (iv)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(b) Some of the subgraph of G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2951163" y="5016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2265363" y="12636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3636963" y="12636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2951163" y="18732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15"/>
          <p:cNvCxnSpPr/>
          <p:nvPr/>
        </p:nvCxnSpPr>
        <p:spPr>
          <a:xfrm>
            <a:off x="3173413" y="952500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15"/>
          <p:cNvCxnSpPr/>
          <p:nvPr/>
        </p:nvCxnSpPr>
        <p:spPr>
          <a:xfrm>
            <a:off x="2716213" y="148590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15"/>
          <p:cNvCxnSpPr/>
          <p:nvPr/>
        </p:nvCxnSpPr>
        <p:spPr>
          <a:xfrm flipH="1">
            <a:off x="2605089" y="876301"/>
            <a:ext cx="407987" cy="434975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15"/>
          <p:cNvCxnSpPr/>
          <p:nvPr/>
        </p:nvCxnSpPr>
        <p:spPr>
          <a:xfrm>
            <a:off x="3325814" y="876301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15"/>
          <p:cNvCxnSpPr/>
          <p:nvPr/>
        </p:nvCxnSpPr>
        <p:spPr>
          <a:xfrm>
            <a:off x="2590801" y="1692275"/>
            <a:ext cx="354013" cy="312738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p15"/>
          <p:cNvCxnSpPr/>
          <p:nvPr/>
        </p:nvCxnSpPr>
        <p:spPr>
          <a:xfrm flipH="1">
            <a:off x="3379789" y="1665289"/>
            <a:ext cx="327025" cy="339725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15"/>
          <p:cNvSpPr/>
          <p:nvPr/>
        </p:nvSpPr>
        <p:spPr>
          <a:xfrm>
            <a:off x="2878139" y="2517776"/>
            <a:ext cx="55562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2943225" y="348773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2941638" y="45910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2957513" y="56102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p15"/>
          <p:cNvCxnSpPr/>
          <p:nvPr/>
        </p:nvCxnSpPr>
        <p:spPr>
          <a:xfrm>
            <a:off x="3179763" y="5046663"/>
            <a:ext cx="0" cy="5588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35" name="Google Shape;435;p15"/>
          <p:cNvCxnSpPr/>
          <p:nvPr/>
        </p:nvCxnSpPr>
        <p:spPr>
          <a:xfrm rot="10800000">
            <a:off x="3357563" y="3876676"/>
            <a:ext cx="0" cy="720725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36" name="Google Shape;436;p15"/>
          <p:cNvCxnSpPr/>
          <p:nvPr/>
        </p:nvCxnSpPr>
        <p:spPr>
          <a:xfrm>
            <a:off x="2989263" y="3903663"/>
            <a:ext cx="0" cy="735012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37" name="Google Shape;437;p15"/>
          <p:cNvSpPr/>
          <p:nvPr/>
        </p:nvSpPr>
        <p:spPr>
          <a:xfrm>
            <a:off x="1809297" y="5545593"/>
            <a:ext cx="5556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" name="Google Shape;438;p15"/>
          <p:cNvCxnSpPr>
            <a:stCxn id="413" idx="2"/>
            <a:endCxn id="414" idx="2"/>
          </p:cNvCxnSpPr>
          <p:nvPr/>
        </p:nvCxnSpPr>
        <p:spPr>
          <a:xfrm>
            <a:off x="10614025" y="3448048"/>
            <a:ext cx="0" cy="838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39" name="Google Shape;439;p15"/>
          <p:cNvCxnSpPr>
            <a:stCxn id="414" idx="6"/>
            <a:endCxn id="413" idx="6"/>
          </p:cNvCxnSpPr>
          <p:nvPr/>
        </p:nvCxnSpPr>
        <p:spPr>
          <a:xfrm rot="10800000">
            <a:off x="11164888" y="3448048"/>
            <a:ext cx="0" cy="838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40" name="Google Shape;440;p15"/>
          <p:cNvSpPr txBox="1"/>
          <p:nvPr/>
        </p:nvSpPr>
        <p:spPr>
          <a:xfrm>
            <a:off x="3880393" y="120897"/>
            <a:ext cx="3955054" cy="40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96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for Subgraph</a:t>
            </a:r>
            <a:endParaRPr b="1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1" name="Google Shape;4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43" name="Google Shape;443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6"/>
          <p:cNvSpPr txBox="1"/>
          <p:nvPr>
            <p:ph type="title"/>
          </p:nvPr>
        </p:nvSpPr>
        <p:spPr>
          <a:xfrm>
            <a:off x="1643380" y="372895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path and cycle</a:t>
            </a:r>
            <a:endParaRPr b="1" sz="3600">
              <a:solidFill>
                <a:srgbClr val="262626"/>
              </a:solidFill>
            </a:endParaRPr>
          </a:p>
        </p:txBody>
      </p:sp>
      <p:sp>
        <p:nvSpPr>
          <p:cNvPr id="451" name="Google Shape;451;p16"/>
          <p:cNvSpPr txBox="1"/>
          <p:nvPr>
            <p:ph idx="1" type="body"/>
          </p:nvPr>
        </p:nvSpPr>
        <p:spPr>
          <a:xfrm>
            <a:off x="635000" y="2120900"/>
            <a:ext cx="10896600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path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a path in which all the vertices, are distinct.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a path, in which the first and the last vertices are same.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 an undirected graph G, two </a:t>
            </a:r>
            <a:r>
              <a:rPr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vertices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v0 and v1, are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if there is a path in G from v0 to v1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 undirected </a:t>
            </a:r>
            <a:r>
              <a:rPr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if, for every pair of distinct vertices vi, vj, there is a path from vi to vj.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16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4" name="Google Shape;4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60" name="Google Shape;460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1" name="Google Shape;4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7"/>
          <p:cNvSpPr txBox="1"/>
          <p:nvPr>
            <p:ph type="title"/>
          </p:nvPr>
        </p:nvSpPr>
        <p:spPr>
          <a:xfrm>
            <a:off x="1643380" y="372895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for Graph</a:t>
            </a:r>
            <a:endParaRPr b="1" sz="3600">
              <a:solidFill>
                <a:srgbClr val="262626"/>
              </a:solidFill>
            </a:endParaRPr>
          </a:p>
        </p:txBody>
      </p:sp>
      <p:sp>
        <p:nvSpPr>
          <p:cNvPr id="463" name="Google Shape;463;p17"/>
          <p:cNvSpPr txBox="1"/>
          <p:nvPr/>
        </p:nvSpPr>
        <p:spPr>
          <a:xfrm>
            <a:off x="2762250" y="609758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7"/>
          <p:cNvSpPr txBox="1"/>
          <p:nvPr/>
        </p:nvSpPr>
        <p:spPr>
          <a:xfrm>
            <a:off x="6191250" y="609758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1449388" y="185896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763588" y="262096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2135188" y="262096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1449388" y="323056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9" name="Google Shape;469;p17"/>
          <p:cNvCxnSpPr/>
          <p:nvPr/>
        </p:nvCxnSpPr>
        <p:spPr>
          <a:xfrm>
            <a:off x="1671638" y="2309813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17"/>
          <p:cNvCxnSpPr/>
          <p:nvPr/>
        </p:nvCxnSpPr>
        <p:spPr>
          <a:xfrm>
            <a:off x="1214438" y="2843213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p17"/>
          <p:cNvCxnSpPr/>
          <p:nvPr/>
        </p:nvCxnSpPr>
        <p:spPr>
          <a:xfrm flipH="1">
            <a:off x="1103313" y="2233613"/>
            <a:ext cx="407987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17"/>
          <p:cNvCxnSpPr/>
          <p:nvPr/>
        </p:nvCxnSpPr>
        <p:spPr>
          <a:xfrm>
            <a:off x="1824038" y="2233613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3" name="Google Shape;473;p17"/>
          <p:cNvCxnSpPr/>
          <p:nvPr/>
        </p:nvCxnSpPr>
        <p:spPr>
          <a:xfrm>
            <a:off x="1089025" y="3049588"/>
            <a:ext cx="354013" cy="3127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4" name="Google Shape;474;p17"/>
          <p:cNvCxnSpPr/>
          <p:nvPr/>
        </p:nvCxnSpPr>
        <p:spPr>
          <a:xfrm flipH="1">
            <a:off x="1878013" y="3022600"/>
            <a:ext cx="327025" cy="3397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5" name="Google Shape;475;p17"/>
          <p:cNvSpPr/>
          <p:nvPr/>
        </p:nvSpPr>
        <p:spPr>
          <a:xfrm>
            <a:off x="4883150" y="190341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4210050" y="266541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5581650" y="266541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p17"/>
          <p:cNvCxnSpPr/>
          <p:nvPr/>
        </p:nvCxnSpPr>
        <p:spPr>
          <a:xfrm flipH="1">
            <a:off x="4549775" y="2278063"/>
            <a:ext cx="407988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9" name="Google Shape;479;p17"/>
          <p:cNvCxnSpPr/>
          <p:nvPr/>
        </p:nvCxnSpPr>
        <p:spPr>
          <a:xfrm>
            <a:off x="5270500" y="2278063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0" name="Google Shape;480;p17"/>
          <p:cNvSpPr/>
          <p:nvPr/>
        </p:nvSpPr>
        <p:spPr>
          <a:xfrm>
            <a:off x="3827463" y="35623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4587875" y="35750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p17"/>
          <p:cNvCxnSpPr/>
          <p:nvPr/>
        </p:nvCxnSpPr>
        <p:spPr>
          <a:xfrm flipH="1">
            <a:off x="4054475" y="3106738"/>
            <a:ext cx="263525" cy="4603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p17"/>
          <p:cNvCxnSpPr/>
          <p:nvPr/>
        </p:nvCxnSpPr>
        <p:spPr>
          <a:xfrm>
            <a:off x="4505325" y="3121025"/>
            <a:ext cx="298450" cy="4587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4" name="Google Shape;484;p17"/>
          <p:cNvSpPr/>
          <p:nvPr/>
        </p:nvSpPr>
        <p:spPr>
          <a:xfrm>
            <a:off x="5232400" y="356393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5976938" y="35623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6" name="Google Shape;486;p17"/>
          <p:cNvCxnSpPr/>
          <p:nvPr/>
        </p:nvCxnSpPr>
        <p:spPr>
          <a:xfrm flipH="1">
            <a:off x="5429250" y="3090863"/>
            <a:ext cx="273050" cy="461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" name="Google Shape;487;p17"/>
          <p:cNvCxnSpPr/>
          <p:nvPr/>
        </p:nvCxnSpPr>
        <p:spPr>
          <a:xfrm>
            <a:off x="5905500" y="3103563"/>
            <a:ext cx="273050" cy="4492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17"/>
          <p:cNvSpPr/>
          <p:nvPr/>
        </p:nvSpPr>
        <p:spPr>
          <a:xfrm>
            <a:off x="1376363" y="3875088"/>
            <a:ext cx="5556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4848225" y="4137025"/>
            <a:ext cx="55562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7"/>
          <p:cNvSpPr txBox="1"/>
          <p:nvPr/>
        </p:nvSpPr>
        <p:spPr>
          <a:xfrm>
            <a:off x="301699" y="5113101"/>
            <a:ext cx="38507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Graphs: G</a:t>
            </a:r>
            <a:r>
              <a:rPr b="0" baseline="-2500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,G</a:t>
            </a:r>
            <a:r>
              <a:rPr b="0" i="0" lang="en-US" sz="1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1" name="Google Shape;491;p17"/>
          <p:cNvGrpSpPr/>
          <p:nvPr/>
        </p:nvGrpSpPr>
        <p:grpSpPr>
          <a:xfrm>
            <a:off x="7814961" y="1968101"/>
            <a:ext cx="3390725" cy="2633449"/>
            <a:chOff x="864" y="576"/>
            <a:chExt cx="3012" cy="2772"/>
          </a:xfrm>
        </p:grpSpPr>
        <p:sp>
          <p:nvSpPr>
            <p:cNvPr id="492" name="Google Shape;492;p17"/>
            <p:cNvSpPr/>
            <p:nvPr/>
          </p:nvSpPr>
          <p:spPr>
            <a:xfrm>
              <a:off x="1920" y="1332"/>
              <a:ext cx="420" cy="408"/>
            </a:xfrm>
            <a:prstGeom prst="ellipse">
              <a:avLst/>
            </a:prstGeom>
            <a:solidFill>
              <a:srgbClr val="D8DF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3" name="Google Shape;493;p17"/>
            <p:cNvCxnSpPr/>
            <p:nvPr/>
          </p:nvCxnSpPr>
          <p:spPr>
            <a:xfrm>
              <a:off x="1728" y="948"/>
              <a:ext cx="300" cy="420"/>
            </a:xfrm>
            <a:prstGeom prst="straightConnector1">
              <a:avLst/>
            </a:prstGeom>
            <a:solidFill>
              <a:srgbClr val="D8DF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4" name="Google Shape;494;p17"/>
            <p:cNvCxnSpPr/>
            <p:nvPr/>
          </p:nvCxnSpPr>
          <p:spPr>
            <a:xfrm flipH="1">
              <a:off x="1812" y="1704"/>
              <a:ext cx="204" cy="468"/>
            </a:xfrm>
            <a:prstGeom prst="straightConnector1">
              <a:avLst/>
            </a:prstGeom>
            <a:solidFill>
              <a:srgbClr val="D8DF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95" name="Google Shape;495;p17"/>
            <p:cNvGrpSpPr/>
            <p:nvPr/>
          </p:nvGrpSpPr>
          <p:grpSpPr>
            <a:xfrm>
              <a:off x="864" y="612"/>
              <a:ext cx="960" cy="1824"/>
              <a:chOff x="852" y="1116"/>
              <a:chExt cx="960" cy="1824"/>
            </a:xfrm>
          </p:grpSpPr>
          <p:sp>
            <p:nvSpPr>
              <p:cNvPr id="496" name="Google Shape;496;p17"/>
              <p:cNvSpPr/>
              <p:nvPr/>
            </p:nvSpPr>
            <p:spPr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17"/>
              <p:cNvSpPr/>
              <p:nvPr/>
            </p:nvSpPr>
            <p:spPr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17"/>
              <p:cNvSpPr/>
              <p:nvPr/>
            </p:nvSpPr>
            <p:spPr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9" name="Google Shape;499;p17"/>
              <p:cNvCxnSpPr/>
              <p:nvPr/>
            </p:nvCxnSpPr>
            <p:spPr>
              <a:xfrm flipH="1">
                <a:off x="1140" y="1476"/>
                <a:ext cx="276" cy="408"/>
              </a:xfrm>
              <a:prstGeom prst="straightConnector1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0" name="Google Shape;500;p17"/>
              <p:cNvCxnSpPr/>
              <p:nvPr/>
            </p:nvCxnSpPr>
            <p:spPr>
              <a:xfrm>
                <a:off x="1176" y="2220"/>
                <a:ext cx="216" cy="468"/>
              </a:xfrm>
              <a:prstGeom prst="straightConnector1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01" name="Google Shape;501;p17"/>
            <p:cNvGrpSpPr/>
            <p:nvPr/>
          </p:nvGrpSpPr>
          <p:grpSpPr>
            <a:xfrm>
              <a:off x="2916" y="576"/>
              <a:ext cx="960" cy="1824"/>
              <a:chOff x="852" y="1116"/>
              <a:chExt cx="960" cy="1824"/>
            </a:xfrm>
          </p:grpSpPr>
          <p:sp>
            <p:nvSpPr>
              <p:cNvPr id="502" name="Google Shape;502;p17"/>
              <p:cNvSpPr/>
              <p:nvPr/>
            </p:nvSpPr>
            <p:spPr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17"/>
              <p:cNvSpPr/>
              <p:nvPr/>
            </p:nvSpPr>
            <p:spPr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17"/>
              <p:cNvSpPr/>
              <p:nvPr/>
            </p:nvSpPr>
            <p:spPr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05" name="Google Shape;505;p17"/>
              <p:cNvCxnSpPr/>
              <p:nvPr/>
            </p:nvCxnSpPr>
            <p:spPr>
              <a:xfrm flipH="1">
                <a:off x="1140" y="1476"/>
                <a:ext cx="276" cy="408"/>
              </a:xfrm>
              <a:prstGeom prst="straightConnector1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6" name="Google Shape;506;p17"/>
              <p:cNvCxnSpPr/>
              <p:nvPr/>
            </p:nvCxnSpPr>
            <p:spPr>
              <a:xfrm>
                <a:off x="1176" y="2220"/>
                <a:ext cx="216" cy="468"/>
              </a:xfrm>
              <a:prstGeom prst="straightConnector1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507" name="Google Shape;507;p17"/>
            <p:cNvSpPr/>
            <p:nvPr/>
          </p:nvSpPr>
          <p:spPr>
            <a:xfrm>
              <a:off x="2988" y="2940"/>
              <a:ext cx="420" cy="408"/>
            </a:xfrm>
            <a:prstGeom prst="ellipse">
              <a:avLst/>
            </a:prstGeom>
            <a:solidFill>
              <a:srgbClr val="D8DF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8" name="Google Shape;508;p17"/>
            <p:cNvCxnSpPr/>
            <p:nvPr/>
          </p:nvCxnSpPr>
          <p:spPr>
            <a:xfrm flipH="1">
              <a:off x="3312" y="2388"/>
              <a:ext cx="252" cy="600"/>
            </a:xfrm>
            <a:prstGeom prst="straightConnector1">
              <a:avLst/>
            </a:prstGeom>
            <a:solidFill>
              <a:srgbClr val="D8DF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09" name="Google Shape;509;p17"/>
          <p:cNvSpPr/>
          <p:nvPr/>
        </p:nvSpPr>
        <p:spPr>
          <a:xfrm>
            <a:off x="7636414" y="5501549"/>
            <a:ext cx="35670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</a:t>
            </a:r>
            <a:r>
              <a:rPr b="0" baseline="-2500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(not connected)</a:t>
            </a:r>
            <a:endParaRPr b="1" baseline="-2500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9154614" y="4485368"/>
            <a:ext cx="55562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8"/>
          <p:cNvSpPr txBox="1"/>
          <p:nvPr>
            <p:ph type="title"/>
          </p:nvPr>
        </p:nvSpPr>
        <p:spPr>
          <a:xfrm>
            <a:off x="1643380" y="372895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Component</a:t>
            </a:r>
            <a:endParaRPr b="1" sz="3600">
              <a:solidFill>
                <a:srgbClr val="262626"/>
              </a:solidFill>
            </a:endParaRPr>
          </a:p>
        </p:txBody>
      </p:sp>
      <p:sp>
        <p:nvSpPr>
          <p:cNvPr id="518" name="Google Shape;518;p18"/>
          <p:cNvSpPr txBox="1"/>
          <p:nvPr>
            <p:ph idx="1" type="body"/>
          </p:nvPr>
        </p:nvSpPr>
        <p:spPr>
          <a:xfrm>
            <a:off x="635000" y="2120900"/>
            <a:ext cx="10896600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component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of an undirected graph is a maximal connected subgraph.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a graph that is connected and acyclic.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directed graph is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connected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if there is a directed path from vi to vj and also from vj to vi.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connected component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a maximal subgraph that is strongly connected.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18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0" name="Google Shape;520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1" name="Google Shape;5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527" name="Google Shape;527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28" name="Google Shape;528;p19"/>
          <p:cNvGrpSpPr/>
          <p:nvPr/>
        </p:nvGrpSpPr>
        <p:grpSpPr>
          <a:xfrm>
            <a:off x="4127224" y="2199121"/>
            <a:ext cx="6813550" cy="3035809"/>
            <a:chOff x="578" y="576"/>
            <a:chExt cx="3298" cy="2772"/>
          </a:xfrm>
        </p:grpSpPr>
        <p:sp>
          <p:nvSpPr>
            <p:cNvPr id="529" name="Google Shape;529;p19"/>
            <p:cNvSpPr/>
            <p:nvPr/>
          </p:nvSpPr>
          <p:spPr>
            <a:xfrm>
              <a:off x="1920" y="1332"/>
              <a:ext cx="420" cy="408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0" name="Google Shape;530;p19"/>
            <p:cNvCxnSpPr/>
            <p:nvPr/>
          </p:nvCxnSpPr>
          <p:spPr>
            <a:xfrm>
              <a:off x="1728" y="948"/>
              <a:ext cx="300" cy="4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1" name="Google Shape;531;p19"/>
            <p:cNvCxnSpPr/>
            <p:nvPr/>
          </p:nvCxnSpPr>
          <p:spPr>
            <a:xfrm flipH="1">
              <a:off x="1812" y="1704"/>
              <a:ext cx="204" cy="4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32" name="Google Shape;532;p19"/>
            <p:cNvGrpSpPr/>
            <p:nvPr/>
          </p:nvGrpSpPr>
          <p:grpSpPr>
            <a:xfrm>
              <a:off x="864" y="612"/>
              <a:ext cx="960" cy="1824"/>
              <a:chOff x="852" y="1116"/>
              <a:chExt cx="960" cy="1824"/>
            </a:xfrm>
          </p:grpSpPr>
          <p:sp>
            <p:nvSpPr>
              <p:cNvPr id="533" name="Google Shape;533;p19"/>
              <p:cNvSpPr/>
              <p:nvPr/>
            </p:nvSpPr>
            <p:spPr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19"/>
              <p:cNvSpPr/>
              <p:nvPr/>
            </p:nvSpPr>
            <p:spPr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19"/>
              <p:cNvSpPr/>
              <p:nvPr/>
            </p:nvSpPr>
            <p:spPr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36" name="Google Shape;536;p19"/>
              <p:cNvCxnSpPr/>
              <p:nvPr/>
            </p:nvCxnSpPr>
            <p:spPr>
              <a:xfrm flipH="1">
                <a:off x="1140" y="1476"/>
                <a:ext cx="276" cy="4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1176" y="2220"/>
                <a:ext cx="216" cy="4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38" name="Google Shape;538;p19"/>
            <p:cNvGrpSpPr/>
            <p:nvPr/>
          </p:nvGrpSpPr>
          <p:grpSpPr>
            <a:xfrm>
              <a:off x="2916" y="576"/>
              <a:ext cx="960" cy="1824"/>
              <a:chOff x="852" y="1116"/>
              <a:chExt cx="960" cy="1824"/>
            </a:xfrm>
          </p:grpSpPr>
          <p:sp>
            <p:nvSpPr>
              <p:cNvPr id="539" name="Google Shape;539;p19"/>
              <p:cNvSpPr/>
              <p:nvPr/>
            </p:nvSpPr>
            <p:spPr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19"/>
              <p:cNvSpPr/>
              <p:nvPr/>
            </p:nvSpPr>
            <p:spPr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19"/>
              <p:cNvSpPr/>
              <p:nvPr/>
            </p:nvSpPr>
            <p:spPr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2" name="Google Shape;542;p19"/>
              <p:cNvCxnSpPr/>
              <p:nvPr/>
            </p:nvCxnSpPr>
            <p:spPr>
              <a:xfrm flipH="1">
                <a:off x="1140" y="1476"/>
                <a:ext cx="276" cy="4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3" name="Google Shape;543;p19"/>
              <p:cNvCxnSpPr/>
              <p:nvPr/>
            </p:nvCxnSpPr>
            <p:spPr>
              <a:xfrm>
                <a:off x="1176" y="2220"/>
                <a:ext cx="216" cy="4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544" name="Google Shape;544;p19"/>
            <p:cNvSpPr/>
            <p:nvPr/>
          </p:nvSpPr>
          <p:spPr>
            <a:xfrm>
              <a:off x="2988" y="2940"/>
              <a:ext cx="420" cy="408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5" name="Google Shape;545;p19"/>
            <p:cNvCxnSpPr/>
            <p:nvPr/>
          </p:nvCxnSpPr>
          <p:spPr>
            <a:xfrm flipH="1">
              <a:off x="3312" y="2388"/>
              <a:ext cx="252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46" name="Google Shape;546;p19"/>
            <p:cNvSpPr txBox="1"/>
            <p:nvPr/>
          </p:nvSpPr>
          <p:spPr>
            <a:xfrm>
              <a:off x="578" y="636"/>
              <a:ext cx="32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b="1" baseline="-2500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7" name="Google Shape;547;p19"/>
            <p:cNvSpPr/>
            <p:nvPr/>
          </p:nvSpPr>
          <p:spPr>
            <a:xfrm>
              <a:off x="2668" y="624"/>
              <a:ext cx="32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b="1" baseline="-2500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48" name="Google Shape;5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9"/>
          <p:cNvSpPr txBox="1"/>
          <p:nvPr>
            <p:ph type="title"/>
          </p:nvPr>
        </p:nvSpPr>
        <p:spPr>
          <a:xfrm>
            <a:off x="1643380" y="372895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for Connected Component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19"/>
          <p:cNvSpPr txBox="1"/>
          <p:nvPr/>
        </p:nvSpPr>
        <p:spPr>
          <a:xfrm>
            <a:off x="2271584" y="5485756"/>
            <a:ext cx="7120219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Connected Components for Graphs G</a:t>
            </a:r>
            <a:r>
              <a:rPr b="0" baseline="-2500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</a:t>
            </a:r>
            <a:r>
              <a:rPr b="0" baseline="-2500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H</a:t>
            </a:r>
            <a:r>
              <a:rPr b="0" baseline="-2500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1" name="Google Shape;551;p19"/>
          <p:cNvGrpSpPr/>
          <p:nvPr/>
        </p:nvGrpSpPr>
        <p:grpSpPr>
          <a:xfrm>
            <a:off x="208213" y="2193388"/>
            <a:ext cx="3390725" cy="2633449"/>
            <a:chOff x="864" y="576"/>
            <a:chExt cx="3012" cy="2772"/>
          </a:xfrm>
        </p:grpSpPr>
        <p:sp>
          <p:nvSpPr>
            <p:cNvPr id="552" name="Google Shape;552;p19"/>
            <p:cNvSpPr/>
            <p:nvPr/>
          </p:nvSpPr>
          <p:spPr>
            <a:xfrm>
              <a:off x="1920" y="1332"/>
              <a:ext cx="420" cy="408"/>
            </a:xfrm>
            <a:prstGeom prst="ellipse">
              <a:avLst/>
            </a:prstGeom>
            <a:solidFill>
              <a:srgbClr val="D8DF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3" name="Google Shape;553;p19"/>
            <p:cNvCxnSpPr/>
            <p:nvPr/>
          </p:nvCxnSpPr>
          <p:spPr>
            <a:xfrm>
              <a:off x="1728" y="948"/>
              <a:ext cx="300" cy="420"/>
            </a:xfrm>
            <a:prstGeom prst="straightConnector1">
              <a:avLst/>
            </a:prstGeom>
            <a:solidFill>
              <a:srgbClr val="D8DF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4" name="Google Shape;554;p19"/>
            <p:cNvCxnSpPr/>
            <p:nvPr/>
          </p:nvCxnSpPr>
          <p:spPr>
            <a:xfrm flipH="1">
              <a:off x="1812" y="1704"/>
              <a:ext cx="204" cy="468"/>
            </a:xfrm>
            <a:prstGeom prst="straightConnector1">
              <a:avLst/>
            </a:prstGeom>
            <a:solidFill>
              <a:srgbClr val="D8DF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55" name="Google Shape;555;p19"/>
            <p:cNvGrpSpPr/>
            <p:nvPr/>
          </p:nvGrpSpPr>
          <p:grpSpPr>
            <a:xfrm>
              <a:off x="864" y="612"/>
              <a:ext cx="960" cy="1824"/>
              <a:chOff x="852" y="1116"/>
              <a:chExt cx="960" cy="1824"/>
            </a:xfrm>
          </p:grpSpPr>
          <p:sp>
            <p:nvSpPr>
              <p:cNvPr id="556" name="Google Shape;556;p19"/>
              <p:cNvSpPr/>
              <p:nvPr/>
            </p:nvSpPr>
            <p:spPr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19"/>
              <p:cNvSpPr/>
              <p:nvPr/>
            </p:nvSpPr>
            <p:spPr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19"/>
              <p:cNvSpPr/>
              <p:nvPr/>
            </p:nvSpPr>
            <p:spPr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9" name="Google Shape;559;p19"/>
              <p:cNvCxnSpPr/>
              <p:nvPr/>
            </p:nvCxnSpPr>
            <p:spPr>
              <a:xfrm flipH="1">
                <a:off x="1140" y="1476"/>
                <a:ext cx="276" cy="408"/>
              </a:xfrm>
              <a:prstGeom prst="straightConnector1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0" name="Google Shape;560;p19"/>
              <p:cNvCxnSpPr/>
              <p:nvPr/>
            </p:nvCxnSpPr>
            <p:spPr>
              <a:xfrm>
                <a:off x="1176" y="2220"/>
                <a:ext cx="216" cy="468"/>
              </a:xfrm>
              <a:prstGeom prst="straightConnector1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1" name="Google Shape;561;p19"/>
            <p:cNvGrpSpPr/>
            <p:nvPr/>
          </p:nvGrpSpPr>
          <p:grpSpPr>
            <a:xfrm>
              <a:off x="2916" y="576"/>
              <a:ext cx="960" cy="1824"/>
              <a:chOff x="852" y="1116"/>
              <a:chExt cx="960" cy="1824"/>
            </a:xfrm>
          </p:grpSpPr>
          <p:sp>
            <p:nvSpPr>
              <p:cNvPr id="562" name="Google Shape;562;p19"/>
              <p:cNvSpPr/>
              <p:nvPr/>
            </p:nvSpPr>
            <p:spPr>
              <a:xfrm>
                <a:off x="1356" y="1116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19"/>
              <p:cNvSpPr/>
              <p:nvPr/>
            </p:nvSpPr>
            <p:spPr>
              <a:xfrm>
                <a:off x="852" y="1848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19"/>
              <p:cNvSpPr/>
              <p:nvPr/>
            </p:nvSpPr>
            <p:spPr>
              <a:xfrm>
                <a:off x="1392" y="2532"/>
                <a:ext cx="420" cy="408"/>
              </a:xfrm>
              <a:prstGeom prst="ellipse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65" name="Google Shape;565;p19"/>
              <p:cNvCxnSpPr/>
              <p:nvPr/>
            </p:nvCxnSpPr>
            <p:spPr>
              <a:xfrm flipH="1">
                <a:off x="1140" y="1476"/>
                <a:ext cx="276" cy="408"/>
              </a:xfrm>
              <a:prstGeom prst="straightConnector1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6" name="Google Shape;566;p19"/>
              <p:cNvCxnSpPr/>
              <p:nvPr/>
            </p:nvCxnSpPr>
            <p:spPr>
              <a:xfrm>
                <a:off x="1176" y="2220"/>
                <a:ext cx="216" cy="468"/>
              </a:xfrm>
              <a:prstGeom prst="straightConnector1">
                <a:avLst/>
              </a:prstGeom>
              <a:solidFill>
                <a:srgbClr val="D8DFE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567" name="Google Shape;567;p19"/>
            <p:cNvSpPr/>
            <p:nvPr/>
          </p:nvSpPr>
          <p:spPr>
            <a:xfrm>
              <a:off x="2988" y="2940"/>
              <a:ext cx="420" cy="408"/>
            </a:xfrm>
            <a:prstGeom prst="ellipse">
              <a:avLst/>
            </a:prstGeom>
            <a:solidFill>
              <a:srgbClr val="D8DF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8" name="Google Shape;568;p19"/>
            <p:cNvCxnSpPr/>
            <p:nvPr/>
          </p:nvCxnSpPr>
          <p:spPr>
            <a:xfrm flipH="1">
              <a:off x="3312" y="2388"/>
              <a:ext cx="252" cy="600"/>
            </a:xfrm>
            <a:prstGeom prst="straightConnector1">
              <a:avLst/>
            </a:prstGeom>
            <a:solidFill>
              <a:srgbClr val="D8DFE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69" name="Google Shape;569;p19"/>
          <p:cNvSpPr/>
          <p:nvPr/>
        </p:nvSpPr>
        <p:spPr>
          <a:xfrm>
            <a:off x="871842" y="4921032"/>
            <a:ext cx="91242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</a:t>
            </a:r>
            <a:r>
              <a:rPr b="0" baseline="-25000" i="0" lang="en-US" sz="1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1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0"/>
          <p:cNvSpPr txBox="1"/>
          <p:nvPr>
            <p:ph idx="10" type="dt"/>
          </p:nvPr>
        </p:nvSpPr>
        <p:spPr>
          <a:xfrm>
            <a:off x="1097280" y="638834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575" name="Google Shape;575;p20"/>
          <p:cNvSpPr txBox="1"/>
          <p:nvPr>
            <p:ph idx="12" type="sldNum"/>
          </p:nvPr>
        </p:nvSpPr>
        <p:spPr>
          <a:xfrm>
            <a:off x="9900458" y="6402633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6" name="Google Shape;5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0"/>
          <p:cNvSpPr txBox="1"/>
          <p:nvPr>
            <p:ph type="title"/>
          </p:nvPr>
        </p:nvSpPr>
        <p:spPr>
          <a:xfrm>
            <a:off x="1643380" y="372895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for Strongly Connected Component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8" name="Google Shape;578;p20"/>
          <p:cNvSpPr txBox="1"/>
          <p:nvPr/>
        </p:nvSpPr>
        <p:spPr>
          <a:xfrm>
            <a:off x="5461672" y="5367090"/>
            <a:ext cx="4916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connected components of G</a:t>
            </a:r>
            <a:r>
              <a:rPr b="0" baseline="-2500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0"/>
          <p:cNvSpPr/>
          <p:nvPr/>
        </p:nvSpPr>
        <p:spPr>
          <a:xfrm>
            <a:off x="5780088" y="2713038"/>
            <a:ext cx="685800" cy="666750"/>
          </a:xfrm>
          <a:prstGeom prst="ellipse">
            <a:avLst/>
          </a:prstGeom>
          <a:solidFill>
            <a:srgbClr val="D8D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0"/>
          <p:cNvSpPr/>
          <p:nvPr/>
        </p:nvSpPr>
        <p:spPr>
          <a:xfrm>
            <a:off x="5780088" y="4237038"/>
            <a:ext cx="685800" cy="666750"/>
          </a:xfrm>
          <a:prstGeom prst="ellipse">
            <a:avLst/>
          </a:prstGeom>
          <a:solidFill>
            <a:srgbClr val="D8D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8313738" y="3621088"/>
            <a:ext cx="685800" cy="666750"/>
          </a:xfrm>
          <a:prstGeom prst="ellipse">
            <a:avLst/>
          </a:prstGeom>
          <a:solidFill>
            <a:srgbClr val="D8D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1019175" y="22987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0"/>
          <p:cNvSpPr/>
          <p:nvPr/>
        </p:nvSpPr>
        <p:spPr>
          <a:xfrm>
            <a:off x="1017588" y="340201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0"/>
          <p:cNvSpPr/>
          <p:nvPr/>
        </p:nvSpPr>
        <p:spPr>
          <a:xfrm>
            <a:off x="1033463" y="44211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5" name="Google Shape;585;p20"/>
          <p:cNvCxnSpPr/>
          <p:nvPr/>
        </p:nvCxnSpPr>
        <p:spPr>
          <a:xfrm>
            <a:off x="1255713" y="3857625"/>
            <a:ext cx="0" cy="558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86" name="Google Shape;586;p20"/>
          <p:cNvCxnSpPr/>
          <p:nvPr/>
        </p:nvCxnSpPr>
        <p:spPr>
          <a:xfrm rot="10800000">
            <a:off x="1433513" y="2687638"/>
            <a:ext cx="0" cy="7207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87" name="Google Shape;587;p20"/>
          <p:cNvCxnSpPr/>
          <p:nvPr/>
        </p:nvCxnSpPr>
        <p:spPr>
          <a:xfrm>
            <a:off x="1065213" y="2714625"/>
            <a:ext cx="0" cy="7350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88" name="Google Shape;588;p20"/>
          <p:cNvSpPr/>
          <p:nvPr/>
        </p:nvSpPr>
        <p:spPr>
          <a:xfrm>
            <a:off x="911225" y="5243513"/>
            <a:ext cx="3178755" cy="52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b="0" i="0" lang="en-US" sz="20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(Not strongly connected)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9" name="Google Shape;589;p20"/>
          <p:cNvCxnSpPr>
            <a:stCxn id="579" idx="3"/>
            <a:endCxn id="580" idx="1"/>
          </p:cNvCxnSpPr>
          <p:nvPr/>
        </p:nvCxnSpPr>
        <p:spPr>
          <a:xfrm>
            <a:off x="5880521" y="3282145"/>
            <a:ext cx="0" cy="1052400"/>
          </a:xfrm>
          <a:prstGeom prst="straightConnector1">
            <a:avLst/>
          </a:prstGeom>
          <a:noFill/>
          <a:ln cap="flat" cmpd="sng" w="9525">
            <a:solidFill>
              <a:srgbClr val="4561A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0" name="Google Shape;590;p20"/>
          <p:cNvCxnSpPr>
            <a:stCxn id="580" idx="7"/>
            <a:endCxn id="579" idx="5"/>
          </p:cNvCxnSpPr>
          <p:nvPr/>
        </p:nvCxnSpPr>
        <p:spPr>
          <a:xfrm rot="10800000">
            <a:off x="6365455" y="3282281"/>
            <a:ext cx="0" cy="1052400"/>
          </a:xfrm>
          <a:prstGeom prst="straightConnector1">
            <a:avLst/>
          </a:prstGeom>
          <a:noFill/>
          <a:ln cap="flat" cmpd="sng" w="9525">
            <a:solidFill>
              <a:srgbClr val="4561A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1"/>
          <p:cNvSpPr txBox="1"/>
          <p:nvPr>
            <p:ph type="title"/>
          </p:nvPr>
        </p:nvSpPr>
        <p:spPr>
          <a:xfrm>
            <a:off x="161798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Representation  (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Various Representations)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8" name="Google Shape;598;p21"/>
          <p:cNvSpPr txBox="1"/>
          <p:nvPr>
            <p:ph idx="1" type="body"/>
          </p:nvPr>
        </p:nvSpPr>
        <p:spPr>
          <a:xfrm>
            <a:off x="1097280" y="2120900"/>
            <a:ext cx="10058400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Adjacency Matrix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Adjacency Lists</a:t>
            </a:r>
            <a:endParaRPr/>
          </a:p>
        </p:txBody>
      </p:sp>
      <p:sp>
        <p:nvSpPr>
          <p:cNvPr id="599" name="Google Shape;599;p21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0" name="Google Shape;600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1" name="Google Shape;6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2"/>
          <p:cNvSpPr txBox="1"/>
          <p:nvPr>
            <p:ph type="title"/>
          </p:nvPr>
        </p:nvSpPr>
        <p:spPr>
          <a:xfrm>
            <a:off x="1681480" y="375504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22"/>
          <p:cNvSpPr txBox="1"/>
          <p:nvPr>
            <p:ph idx="1" type="body"/>
          </p:nvPr>
        </p:nvSpPr>
        <p:spPr>
          <a:xfrm>
            <a:off x="1079500" y="1972491"/>
            <a:ext cx="10076180" cy="4250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G=(V,E) be a graph with n vertices.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adjacency matrix of G is a two-dimensional n × n array, say adj_mat</a:t>
            </a:r>
            <a:endParaRPr sz="24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edge (vi, vj) is in E(G), adj_mat[i][j]=1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there is no such edge in E(G), adj_mat[i][j]=0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adjacency matrix for an undirected graph is symmetric; the adjacency matrix for a digraph need not be symmetric </a:t>
            </a:r>
            <a:endParaRPr/>
          </a:p>
        </p:txBody>
      </p:sp>
      <p:sp>
        <p:nvSpPr>
          <p:cNvPr id="610" name="Google Shape;610;p22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1" name="Google Shape;611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2" name="Google Shape;6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3"/>
          <p:cNvSpPr txBox="1"/>
          <p:nvPr>
            <p:ph type="title"/>
          </p:nvPr>
        </p:nvSpPr>
        <p:spPr>
          <a:xfrm>
            <a:off x="1681480" y="375504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0" name="Google Shape;620;p23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1" name="Google Shape;621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2" name="Google Shape;6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7863" y="2170113"/>
            <a:ext cx="1709737" cy="176847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23"/>
          <p:cNvSpPr/>
          <p:nvPr/>
        </p:nvSpPr>
        <p:spPr>
          <a:xfrm>
            <a:off x="993776" y="4063791"/>
            <a:ext cx="1665287" cy="40075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3"/>
          <p:cNvSpPr/>
          <p:nvPr/>
        </p:nvSpPr>
        <p:spPr>
          <a:xfrm>
            <a:off x="1528763" y="19875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3"/>
          <p:cNvSpPr/>
          <p:nvPr/>
        </p:nvSpPr>
        <p:spPr>
          <a:xfrm>
            <a:off x="842963" y="27495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3"/>
          <p:cNvSpPr/>
          <p:nvPr/>
        </p:nvSpPr>
        <p:spPr>
          <a:xfrm>
            <a:off x="2214563" y="27495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3"/>
          <p:cNvSpPr/>
          <p:nvPr/>
        </p:nvSpPr>
        <p:spPr>
          <a:xfrm>
            <a:off x="1528763" y="33591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9" name="Google Shape;629;p23"/>
          <p:cNvCxnSpPr/>
          <p:nvPr/>
        </p:nvCxnSpPr>
        <p:spPr>
          <a:xfrm>
            <a:off x="1751013" y="2438400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0" name="Google Shape;630;p23"/>
          <p:cNvCxnSpPr/>
          <p:nvPr/>
        </p:nvCxnSpPr>
        <p:spPr>
          <a:xfrm>
            <a:off x="1293813" y="297180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1" name="Google Shape;631;p23"/>
          <p:cNvCxnSpPr/>
          <p:nvPr/>
        </p:nvCxnSpPr>
        <p:spPr>
          <a:xfrm flipH="1">
            <a:off x="1182688" y="2362200"/>
            <a:ext cx="407987" cy="434975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2" name="Google Shape;632;p23"/>
          <p:cNvCxnSpPr/>
          <p:nvPr/>
        </p:nvCxnSpPr>
        <p:spPr>
          <a:xfrm>
            <a:off x="1903413" y="2362200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3" name="Google Shape;633;p23"/>
          <p:cNvCxnSpPr/>
          <p:nvPr/>
        </p:nvCxnSpPr>
        <p:spPr>
          <a:xfrm>
            <a:off x="1168400" y="3178175"/>
            <a:ext cx="354013" cy="312738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4" name="Google Shape;634;p23"/>
          <p:cNvCxnSpPr/>
          <p:nvPr/>
        </p:nvCxnSpPr>
        <p:spPr>
          <a:xfrm flipH="1">
            <a:off x="1957388" y="3151188"/>
            <a:ext cx="327025" cy="339725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5" name="Google Shape;635;p23"/>
          <p:cNvSpPr/>
          <p:nvPr/>
        </p:nvSpPr>
        <p:spPr>
          <a:xfrm>
            <a:off x="2747963" y="4063791"/>
            <a:ext cx="3487737" cy="40075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 for Graph G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6" name="Google Shape;6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67850" y="2211387"/>
            <a:ext cx="1225550" cy="1254125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23"/>
          <p:cNvSpPr/>
          <p:nvPr/>
        </p:nvSpPr>
        <p:spPr>
          <a:xfrm>
            <a:off x="8815388" y="4137025"/>
            <a:ext cx="3113032" cy="369974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 for Graph G</a:t>
            </a:r>
            <a:r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3"/>
          <p:cNvSpPr/>
          <p:nvPr/>
        </p:nvSpPr>
        <p:spPr>
          <a:xfrm>
            <a:off x="7702550" y="20161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3"/>
          <p:cNvSpPr/>
          <p:nvPr/>
        </p:nvSpPr>
        <p:spPr>
          <a:xfrm>
            <a:off x="7700963" y="311943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3"/>
          <p:cNvSpPr/>
          <p:nvPr/>
        </p:nvSpPr>
        <p:spPr>
          <a:xfrm>
            <a:off x="7716838" y="413861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1" name="Google Shape;641;p23"/>
          <p:cNvCxnSpPr/>
          <p:nvPr/>
        </p:nvCxnSpPr>
        <p:spPr>
          <a:xfrm>
            <a:off x="7926388" y="3625850"/>
            <a:ext cx="0" cy="5588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2" name="Google Shape;642;p23"/>
          <p:cNvCxnSpPr/>
          <p:nvPr/>
        </p:nvCxnSpPr>
        <p:spPr>
          <a:xfrm rot="10800000">
            <a:off x="8116888" y="2405063"/>
            <a:ext cx="0" cy="720725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3" name="Google Shape;643;p23"/>
          <p:cNvCxnSpPr/>
          <p:nvPr/>
        </p:nvCxnSpPr>
        <p:spPr>
          <a:xfrm>
            <a:off x="7748588" y="2432050"/>
            <a:ext cx="0" cy="735013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44" name="Google Shape;644;p23"/>
          <p:cNvSpPr/>
          <p:nvPr/>
        </p:nvSpPr>
        <p:spPr>
          <a:xfrm>
            <a:off x="7229476" y="4635291"/>
            <a:ext cx="1665287" cy="40075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baseline="-2500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4"/>
          <p:cNvSpPr txBox="1"/>
          <p:nvPr>
            <p:ph type="title"/>
          </p:nvPr>
        </p:nvSpPr>
        <p:spPr>
          <a:xfrm>
            <a:off x="1681480" y="375504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Merits: Adjacency Matrix</a:t>
            </a:r>
            <a:endParaRPr/>
          </a:p>
        </p:txBody>
      </p:sp>
      <p:sp>
        <p:nvSpPr>
          <p:cNvPr id="652" name="Google Shape;652;p24"/>
          <p:cNvSpPr txBox="1"/>
          <p:nvPr>
            <p:ph idx="1" type="body"/>
          </p:nvPr>
        </p:nvSpPr>
        <p:spPr>
          <a:xfrm>
            <a:off x="586015" y="1462560"/>
            <a:ext cx="10634980" cy="436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From the adjacency matrix, to determine the connection of vertices is easy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degree of a vertex is </a:t>
            </a:r>
            <a:endParaRPr/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For a digraph, the row sum is the out_degree, while the column sum is the in_degree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3" name="Google Shape;653;p24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4" name="Google Shape;654;p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5" name="Google Shape;6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9147" y="2810224"/>
            <a:ext cx="2101533" cy="836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3660" y="4550910"/>
            <a:ext cx="29591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3401" y="4547644"/>
            <a:ext cx="3175000" cy="9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5"/>
          <p:cNvSpPr txBox="1"/>
          <p:nvPr>
            <p:ph type="title"/>
          </p:nvPr>
        </p:nvSpPr>
        <p:spPr>
          <a:xfrm>
            <a:off x="1656080" y="35299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List: Interesting Operations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6" name="Google Shape;666;p25"/>
          <p:cNvSpPr txBox="1"/>
          <p:nvPr>
            <p:ph idx="1" type="body"/>
          </p:nvPr>
        </p:nvSpPr>
        <p:spPr>
          <a:xfrm>
            <a:off x="812174" y="1854200"/>
            <a:ext cx="10694025" cy="3432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422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4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degree of  any vertex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an undirected graph is determined by counting the no. of nodes in its adjacency list.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2240" lvl="0" marL="91440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SzPts val="224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of edges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graph is determined in O(n+e)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2240" lvl="0" marL="91440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SzPts val="224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Out-degree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 any vertex in a directed graph is determined by counting No. of nodes in its adjacency list.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7" name="Google Shape;667;p25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8" name="Google Shape;668;p2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9" name="Google Shape;6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6"/>
          <p:cNvSpPr txBox="1"/>
          <p:nvPr>
            <p:ph type="title"/>
          </p:nvPr>
        </p:nvSpPr>
        <p:spPr>
          <a:xfrm>
            <a:off x="1369996" y="194108"/>
            <a:ext cx="10058400" cy="534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lang="en-US" sz="432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Lists </a:t>
            </a:r>
            <a:endParaRPr/>
          </a:p>
        </p:txBody>
      </p:sp>
      <p:sp>
        <p:nvSpPr>
          <p:cNvPr id="677" name="Google Shape;677;p26"/>
          <p:cNvSpPr txBox="1"/>
          <p:nvPr>
            <p:ph idx="1" type="body"/>
          </p:nvPr>
        </p:nvSpPr>
        <p:spPr>
          <a:xfrm>
            <a:off x="606392" y="194108"/>
            <a:ext cx="5768975" cy="4610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gnode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20116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{  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20116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	int vertex;</a:t>
            </a:r>
            <a:endParaRPr/>
          </a:p>
          <a:p>
            <a:pPr indent="0" lvl="1" marL="20116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	node *next;</a:t>
            </a:r>
            <a:endParaRPr/>
          </a:p>
          <a:p>
            <a:pPr indent="0" lvl="1" marL="20116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	friend class graph;</a:t>
            </a:r>
            <a:endParaRPr/>
          </a:p>
          <a:p>
            <a:pPr indent="0" lvl="1" marL="20116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/>
          </a:p>
          <a:p>
            <a:pPr indent="0" lvl="1" marL="20116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graph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 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   	private: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	gnode *head[20];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	int n;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	public: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	graph()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	{             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		create head nodes for n vertices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};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8" name="Google Shape;678;p26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9" name="Google Shape;679;p2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0" name="Google Shape;680;p26"/>
          <p:cNvSpPr txBox="1"/>
          <p:nvPr/>
        </p:nvSpPr>
        <p:spPr>
          <a:xfrm>
            <a:off x="6350000" y="1790700"/>
            <a:ext cx="52451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1" name="Google Shape;6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2402" y="0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26"/>
          <p:cNvSpPr/>
          <p:nvPr/>
        </p:nvSpPr>
        <p:spPr>
          <a:xfrm>
            <a:off x="8316913" y="18542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6"/>
          <p:cNvSpPr/>
          <p:nvPr/>
        </p:nvSpPr>
        <p:spPr>
          <a:xfrm>
            <a:off x="7631113" y="26162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6"/>
          <p:cNvSpPr/>
          <p:nvPr/>
        </p:nvSpPr>
        <p:spPr>
          <a:xfrm>
            <a:off x="9002713" y="26162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6"/>
          <p:cNvSpPr/>
          <p:nvPr/>
        </p:nvSpPr>
        <p:spPr>
          <a:xfrm>
            <a:off x="8316913" y="32258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6" name="Google Shape;686;p26"/>
          <p:cNvCxnSpPr/>
          <p:nvPr/>
        </p:nvCxnSpPr>
        <p:spPr>
          <a:xfrm flipH="1">
            <a:off x="7970838" y="2228850"/>
            <a:ext cx="407987" cy="434975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7" name="Google Shape;687;p26"/>
          <p:cNvCxnSpPr/>
          <p:nvPr/>
        </p:nvCxnSpPr>
        <p:spPr>
          <a:xfrm>
            <a:off x="7956550" y="3044825"/>
            <a:ext cx="354013" cy="312738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8" name="Google Shape;688;p26"/>
          <p:cNvCxnSpPr/>
          <p:nvPr/>
        </p:nvCxnSpPr>
        <p:spPr>
          <a:xfrm flipH="1">
            <a:off x="8745538" y="3017838"/>
            <a:ext cx="327025" cy="339725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9" name="Google Shape;689;p26"/>
          <p:cNvCxnSpPr/>
          <p:nvPr/>
        </p:nvCxnSpPr>
        <p:spPr>
          <a:xfrm>
            <a:off x="8551863" y="2266950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0" name="Google Shape;690;p26"/>
          <p:cNvCxnSpPr/>
          <p:nvPr/>
        </p:nvCxnSpPr>
        <p:spPr>
          <a:xfrm>
            <a:off x="8094663" y="280035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1" name="Google Shape;691;p26"/>
          <p:cNvCxnSpPr/>
          <p:nvPr/>
        </p:nvCxnSpPr>
        <p:spPr>
          <a:xfrm>
            <a:off x="8704263" y="2190750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2" name="Google Shape;692;p26"/>
          <p:cNvSpPr/>
          <p:nvPr/>
        </p:nvSpPr>
        <p:spPr>
          <a:xfrm>
            <a:off x="7286625" y="3822700"/>
            <a:ext cx="471488" cy="3206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93" name="Google Shape;693;p26"/>
          <p:cNvGrpSpPr/>
          <p:nvPr/>
        </p:nvGrpSpPr>
        <p:grpSpPr>
          <a:xfrm>
            <a:off x="8048625" y="3822700"/>
            <a:ext cx="700088" cy="327025"/>
            <a:chOff x="947" y="1282"/>
            <a:chExt cx="441" cy="206"/>
          </a:xfrm>
        </p:grpSpPr>
        <p:sp>
          <p:nvSpPr>
            <p:cNvPr id="694" name="Google Shape;694;p26"/>
            <p:cNvSpPr/>
            <p:nvPr/>
          </p:nvSpPr>
          <p:spPr>
            <a:xfrm>
              <a:off x="947" y="1282"/>
              <a:ext cx="441" cy="20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95" name="Google Shape;695;p26"/>
            <p:cNvCxnSpPr/>
            <p:nvPr/>
          </p:nvCxnSpPr>
          <p:spPr>
            <a:xfrm>
              <a:off x="1200" y="1296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96" name="Google Shape;696;p26"/>
          <p:cNvGrpSpPr/>
          <p:nvPr/>
        </p:nvGrpSpPr>
        <p:grpSpPr>
          <a:xfrm>
            <a:off x="9039225" y="3822700"/>
            <a:ext cx="700088" cy="327025"/>
            <a:chOff x="1571" y="1282"/>
            <a:chExt cx="441" cy="206"/>
          </a:xfrm>
        </p:grpSpPr>
        <p:sp>
          <p:nvSpPr>
            <p:cNvPr id="697" name="Google Shape;697;p26"/>
            <p:cNvSpPr/>
            <p:nvPr/>
          </p:nvSpPr>
          <p:spPr>
            <a:xfrm>
              <a:off x="1571" y="1282"/>
              <a:ext cx="441" cy="20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98" name="Google Shape;698;p26"/>
            <p:cNvCxnSpPr/>
            <p:nvPr/>
          </p:nvCxnSpPr>
          <p:spPr>
            <a:xfrm>
              <a:off x="1824" y="1296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99" name="Google Shape;699;p26"/>
          <p:cNvGrpSpPr/>
          <p:nvPr/>
        </p:nvGrpSpPr>
        <p:grpSpPr>
          <a:xfrm>
            <a:off x="10029825" y="3822700"/>
            <a:ext cx="700088" cy="327025"/>
            <a:chOff x="2195" y="1282"/>
            <a:chExt cx="441" cy="206"/>
          </a:xfrm>
        </p:grpSpPr>
        <p:sp>
          <p:nvSpPr>
            <p:cNvPr id="700" name="Google Shape;700;p26"/>
            <p:cNvSpPr/>
            <p:nvPr/>
          </p:nvSpPr>
          <p:spPr>
            <a:xfrm>
              <a:off x="2195" y="1282"/>
              <a:ext cx="441" cy="20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01" name="Google Shape;701;p26"/>
            <p:cNvCxnSpPr/>
            <p:nvPr/>
          </p:nvCxnSpPr>
          <p:spPr>
            <a:xfrm>
              <a:off x="2448" y="1296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702" name="Google Shape;702;p26"/>
          <p:cNvCxnSpPr/>
          <p:nvPr/>
        </p:nvCxnSpPr>
        <p:spPr>
          <a:xfrm>
            <a:off x="7535863" y="39973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03" name="Google Shape;703;p26"/>
          <p:cNvCxnSpPr/>
          <p:nvPr/>
        </p:nvCxnSpPr>
        <p:spPr>
          <a:xfrm>
            <a:off x="8526463" y="39973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04" name="Google Shape;704;p26"/>
          <p:cNvCxnSpPr/>
          <p:nvPr/>
        </p:nvCxnSpPr>
        <p:spPr>
          <a:xfrm>
            <a:off x="9517063" y="39973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05" name="Google Shape;705;p26"/>
          <p:cNvCxnSpPr/>
          <p:nvPr/>
        </p:nvCxnSpPr>
        <p:spPr>
          <a:xfrm>
            <a:off x="10431463" y="38449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6" name="Google Shape;706;p26"/>
          <p:cNvSpPr/>
          <p:nvPr/>
        </p:nvSpPr>
        <p:spPr>
          <a:xfrm>
            <a:off x="7286625" y="4279900"/>
            <a:ext cx="471488" cy="3206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07" name="Google Shape;707;p26"/>
          <p:cNvGrpSpPr/>
          <p:nvPr/>
        </p:nvGrpSpPr>
        <p:grpSpPr>
          <a:xfrm>
            <a:off x="8048625" y="4279900"/>
            <a:ext cx="700088" cy="327025"/>
            <a:chOff x="947" y="1570"/>
            <a:chExt cx="441" cy="206"/>
          </a:xfrm>
        </p:grpSpPr>
        <p:sp>
          <p:nvSpPr>
            <p:cNvPr id="708" name="Google Shape;708;p26"/>
            <p:cNvSpPr/>
            <p:nvPr/>
          </p:nvSpPr>
          <p:spPr>
            <a:xfrm>
              <a:off x="947" y="1570"/>
              <a:ext cx="441" cy="20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09" name="Google Shape;709;p26"/>
            <p:cNvCxnSpPr/>
            <p:nvPr/>
          </p:nvCxnSpPr>
          <p:spPr>
            <a:xfrm>
              <a:off x="1200" y="1584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10" name="Google Shape;710;p26"/>
          <p:cNvGrpSpPr/>
          <p:nvPr/>
        </p:nvGrpSpPr>
        <p:grpSpPr>
          <a:xfrm>
            <a:off x="9039225" y="4279900"/>
            <a:ext cx="700088" cy="327025"/>
            <a:chOff x="1571" y="1570"/>
            <a:chExt cx="441" cy="206"/>
          </a:xfrm>
        </p:grpSpPr>
        <p:sp>
          <p:nvSpPr>
            <p:cNvPr id="711" name="Google Shape;711;p26"/>
            <p:cNvSpPr/>
            <p:nvPr/>
          </p:nvSpPr>
          <p:spPr>
            <a:xfrm>
              <a:off x="1571" y="1570"/>
              <a:ext cx="441" cy="20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12" name="Google Shape;712;p26"/>
            <p:cNvCxnSpPr/>
            <p:nvPr/>
          </p:nvCxnSpPr>
          <p:spPr>
            <a:xfrm>
              <a:off x="1824" y="1584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13" name="Google Shape;713;p26"/>
          <p:cNvGrpSpPr/>
          <p:nvPr/>
        </p:nvGrpSpPr>
        <p:grpSpPr>
          <a:xfrm>
            <a:off x="10029825" y="4279900"/>
            <a:ext cx="700088" cy="327025"/>
            <a:chOff x="2195" y="1570"/>
            <a:chExt cx="441" cy="206"/>
          </a:xfrm>
        </p:grpSpPr>
        <p:sp>
          <p:nvSpPr>
            <p:cNvPr id="714" name="Google Shape;714;p26"/>
            <p:cNvSpPr/>
            <p:nvPr/>
          </p:nvSpPr>
          <p:spPr>
            <a:xfrm>
              <a:off x="2195" y="1570"/>
              <a:ext cx="441" cy="20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15" name="Google Shape;715;p26"/>
            <p:cNvCxnSpPr/>
            <p:nvPr/>
          </p:nvCxnSpPr>
          <p:spPr>
            <a:xfrm>
              <a:off x="2448" y="1584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716" name="Google Shape;716;p26"/>
          <p:cNvCxnSpPr/>
          <p:nvPr/>
        </p:nvCxnSpPr>
        <p:spPr>
          <a:xfrm>
            <a:off x="7535863" y="44545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17" name="Google Shape;717;p26"/>
          <p:cNvCxnSpPr/>
          <p:nvPr/>
        </p:nvCxnSpPr>
        <p:spPr>
          <a:xfrm>
            <a:off x="8526463" y="44545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18" name="Google Shape;718;p26"/>
          <p:cNvCxnSpPr/>
          <p:nvPr/>
        </p:nvCxnSpPr>
        <p:spPr>
          <a:xfrm>
            <a:off x="9517063" y="44545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19" name="Google Shape;719;p26"/>
          <p:cNvCxnSpPr/>
          <p:nvPr/>
        </p:nvCxnSpPr>
        <p:spPr>
          <a:xfrm>
            <a:off x="10431463" y="43021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0" name="Google Shape;720;p26"/>
          <p:cNvSpPr/>
          <p:nvPr/>
        </p:nvSpPr>
        <p:spPr>
          <a:xfrm>
            <a:off x="7286625" y="4737100"/>
            <a:ext cx="471488" cy="3206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21" name="Google Shape;721;p26"/>
          <p:cNvGrpSpPr/>
          <p:nvPr/>
        </p:nvGrpSpPr>
        <p:grpSpPr>
          <a:xfrm>
            <a:off x="8048625" y="4737100"/>
            <a:ext cx="700088" cy="327025"/>
            <a:chOff x="947" y="1858"/>
            <a:chExt cx="441" cy="206"/>
          </a:xfrm>
        </p:grpSpPr>
        <p:sp>
          <p:nvSpPr>
            <p:cNvPr id="722" name="Google Shape;722;p26"/>
            <p:cNvSpPr/>
            <p:nvPr/>
          </p:nvSpPr>
          <p:spPr>
            <a:xfrm>
              <a:off x="947" y="1858"/>
              <a:ext cx="441" cy="20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23" name="Google Shape;723;p26"/>
            <p:cNvCxnSpPr/>
            <p:nvPr/>
          </p:nvCxnSpPr>
          <p:spPr>
            <a:xfrm>
              <a:off x="1200" y="1872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24" name="Google Shape;724;p26"/>
          <p:cNvGrpSpPr/>
          <p:nvPr/>
        </p:nvGrpSpPr>
        <p:grpSpPr>
          <a:xfrm>
            <a:off x="9039225" y="4737100"/>
            <a:ext cx="700088" cy="327025"/>
            <a:chOff x="1571" y="1858"/>
            <a:chExt cx="441" cy="206"/>
          </a:xfrm>
        </p:grpSpPr>
        <p:sp>
          <p:nvSpPr>
            <p:cNvPr id="725" name="Google Shape;725;p26"/>
            <p:cNvSpPr/>
            <p:nvPr/>
          </p:nvSpPr>
          <p:spPr>
            <a:xfrm>
              <a:off x="1571" y="1858"/>
              <a:ext cx="441" cy="20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26" name="Google Shape;726;p26"/>
            <p:cNvCxnSpPr/>
            <p:nvPr/>
          </p:nvCxnSpPr>
          <p:spPr>
            <a:xfrm>
              <a:off x="1824" y="1872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27" name="Google Shape;727;p26"/>
          <p:cNvGrpSpPr/>
          <p:nvPr/>
        </p:nvGrpSpPr>
        <p:grpSpPr>
          <a:xfrm>
            <a:off x="10029825" y="4737100"/>
            <a:ext cx="700088" cy="327025"/>
            <a:chOff x="2195" y="1858"/>
            <a:chExt cx="441" cy="206"/>
          </a:xfrm>
        </p:grpSpPr>
        <p:sp>
          <p:nvSpPr>
            <p:cNvPr id="728" name="Google Shape;728;p26"/>
            <p:cNvSpPr/>
            <p:nvPr/>
          </p:nvSpPr>
          <p:spPr>
            <a:xfrm>
              <a:off x="2195" y="1858"/>
              <a:ext cx="441" cy="20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29" name="Google Shape;729;p26"/>
            <p:cNvCxnSpPr/>
            <p:nvPr/>
          </p:nvCxnSpPr>
          <p:spPr>
            <a:xfrm>
              <a:off x="2448" y="1872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730" name="Google Shape;730;p26"/>
          <p:cNvCxnSpPr/>
          <p:nvPr/>
        </p:nvCxnSpPr>
        <p:spPr>
          <a:xfrm>
            <a:off x="7535863" y="49117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31" name="Google Shape;731;p26"/>
          <p:cNvCxnSpPr/>
          <p:nvPr/>
        </p:nvCxnSpPr>
        <p:spPr>
          <a:xfrm>
            <a:off x="8526463" y="49117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32" name="Google Shape;732;p26"/>
          <p:cNvCxnSpPr/>
          <p:nvPr/>
        </p:nvCxnSpPr>
        <p:spPr>
          <a:xfrm>
            <a:off x="9517063" y="49117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33" name="Google Shape;733;p26"/>
          <p:cNvCxnSpPr/>
          <p:nvPr/>
        </p:nvCxnSpPr>
        <p:spPr>
          <a:xfrm>
            <a:off x="10431463" y="47593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4" name="Google Shape;734;p26"/>
          <p:cNvSpPr/>
          <p:nvPr/>
        </p:nvSpPr>
        <p:spPr>
          <a:xfrm>
            <a:off x="7286625" y="5194300"/>
            <a:ext cx="471488" cy="32067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35" name="Google Shape;735;p26"/>
          <p:cNvGrpSpPr/>
          <p:nvPr/>
        </p:nvGrpSpPr>
        <p:grpSpPr>
          <a:xfrm>
            <a:off x="8048625" y="5194300"/>
            <a:ext cx="700088" cy="327025"/>
            <a:chOff x="947" y="2146"/>
            <a:chExt cx="441" cy="206"/>
          </a:xfrm>
        </p:grpSpPr>
        <p:sp>
          <p:nvSpPr>
            <p:cNvPr id="736" name="Google Shape;736;p26"/>
            <p:cNvSpPr/>
            <p:nvPr/>
          </p:nvSpPr>
          <p:spPr>
            <a:xfrm>
              <a:off x="947" y="2146"/>
              <a:ext cx="441" cy="20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37" name="Google Shape;737;p26"/>
            <p:cNvCxnSpPr/>
            <p:nvPr/>
          </p:nvCxnSpPr>
          <p:spPr>
            <a:xfrm>
              <a:off x="1200" y="2160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38" name="Google Shape;738;p26"/>
          <p:cNvGrpSpPr/>
          <p:nvPr/>
        </p:nvGrpSpPr>
        <p:grpSpPr>
          <a:xfrm>
            <a:off x="9039225" y="5194300"/>
            <a:ext cx="700088" cy="327025"/>
            <a:chOff x="1571" y="2146"/>
            <a:chExt cx="441" cy="206"/>
          </a:xfrm>
        </p:grpSpPr>
        <p:sp>
          <p:nvSpPr>
            <p:cNvPr id="739" name="Google Shape;739;p26"/>
            <p:cNvSpPr/>
            <p:nvPr/>
          </p:nvSpPr>
          <p:spPr>
            <a:xfrm>
              <a:off x="1571" y="2146"/>
              <a:ext cx="441" cy="20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40" name="Google Shape;740;p26"/>
            <p:cNvCxnSpPr/>
            <p:nvPr/>
          </p:nvCxnSpPr>
          <p:spPr>
            <a:xfrm>
              <a:off x="1824" y="2160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41" name="Google Shape;741;p26"/>
          <p:cNvGrpSpPr/>
          <p:nvPr/>
        </p:nvGrpSpPr>
        <p:grpSpPr>
          <a:xfrm>
            <a:off x="10029825" y="5194300"/>
            <a:ext cx="700088" cy="327025"/>
            <a:chOff x="2195" y="2146"/>
            <a:chExt cx="441" cy="206"/>
          </a:xfrm>
        </p:grpSpPr>
        <p:sp>
          <p:nvSpPr>
            <p:cNvPr id="742" name="Google Shape;742;p26"/>
            <p:cNvSpPr/>
            <p:nvPr/>
          </p:nvSpPr>
          <p:spPr>
            <a:xfrm>
              <a:off x="2195" y="2146"/>
              <a:ext cx="441" cy="20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43" name="Google Shape;743;p26"/>
            <p:cNvCxnSpPr/>
            <p:nvPr/>
          </p:nvCxnSpPr>
          <p:spPr>
            <a:xfrm>
              <a:off x="2448" y="2160"/>
              <a:ext cx="0" cy="1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744" name="Google Shape;744;p26"/>
          <p:cNvCxnSpPr/>
          <p:nvPr/>
        </p:nvCxnSpPr>
        <p:spPr>
          <a:xfrm>
            <a:off x="7535863" y="53689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45" name="Google Shape;745;p26"/>
          <p:cNvCxnSpPr/>
          <p:nvPr/>
        </p:nvCxnSpPr>
        <p:spPr>
          <a:xfrm>
            <a:off x="8526463" y="53689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46" name="Google Shape;746;p26"/>
          <p:cNvCxnSpPr/>
          <p:nvPr/>
        </p:nvCxnSpPr>
        <p:spPr>
          <a:xfrm>
            <a:off x="9517063" y="53689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47" name="Google Shape;747;p26"/>
          <p:cNvCxnSpPr/>
          <p:nvPr/>
        </p:nvCxnSpPr>
        <p:spPr>
          <a:xfrm>
            <a:off x="10431463" y="52165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8" name="Google Shape;748;p26"/>
          <p:cNvSpPr/>
          <p:nvPr/>
        </p:nvSpPr>
        <p:spPr>
          <a:xfrm>
            <a:off x="8045450" y="3771900"/>
            <a:ext cx="36195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6"/>
          <p:cNvSpPr/>
          <p:nvPr/>
        </p:nvSpPr>
        <p:spPr>
          <a:xfrm>
            <a:off x="9069388" y="3775075"/>
            <a:ext cx="36195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6"/>
          <p:cNvSpPr/>
          <p:nvPr/>
        </p:nvSpPr>
        <p:spPr>
          <a:xfrm>
            <a:off x="10075863" y="3775075"/>
            <a:ext cx="36195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6"/>
          <p:cNvSpPr/>
          <p:nvPr/>
        </p:nvSpPr>
        <p:spPr>
          <a:xfrm>
            <a:off x="8061325" y="4222750"/>
            <a:ext cx="36195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6"/>
          <p:cNvSpPr/>
          <p:nvPr/>
        </p:nvSpPr>
        <p:spPr>
          <a:xfrm>
            <a:off x="9069388" y="4222750"/>
            <a:ext cx="401637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6"/>
          <p:cNvSpPr/>
          <p:nvPr/>
        </p:nvSpPr>
        <p:spPr>
          <a:xfrm>
            <a:off x="10061575" y="4222750"/>
            <a:ext cx="36195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6"/>
          <p:cNvSpPr/>
          <p:nvPr/>
        </p:nvSpPr>
        <p:spPr>
          <a:xfrm>
            <a:off x="8061325" y="4672013"/>
            <a:ext cx="3619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6"/>
          <p:cNvSpPr/>
          <p:nvPr/>
        </p:nvSpPr>
        <p:spPr>
          <a:xfrm>
            <a:off x="9056688" y="4672013"/>
            <a:ext cx="3619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6"/>
          <p:cNvSpPr/>
          <p:nvPr/>
        </p:nvSpPr>
        <p:spPr>
          <a:xfrm>
            <a:off x="10061575" y="4672013"/>
            <a:ext cx="3619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6"/>
          <p:cNvSpPr/>
          <p:nvPr/>
        </p:nvSpPr>
        <p:spPr>
          <a:xfrm>
            <a:off x="6910388" y="3741738"/>
            <a:ext cx="361950" cy="18827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8" name="Google Shape;758;p26"/>
          <p:cNvSpPr/>
          <p:nvPr/>
        </p:nvSpPr>
        <p:spPr>
          <a:xfrm>
            <a:off x="8061325" y="5078413"/>
            <a:ext cx="3619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6"/>
          <p:cNvSpPr/>
          <p:nvPr/>
        </p:nvSpPr>
        <p:spPr>
          <a:xfrm>
            <a:off x="9082088" y="5103813"/>
            <a:ext cx="3619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6"/>
          <p:cNvSpPr/>
          <p:nvPr/>
        </p:nvSpPr>
        <p:spPr>
          <a:xfrm>
            <a:off x="10098088" y="5111750"/>
            <a:ext cx="401637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6"/>
          <p:cNvSpPr/>
          <p:nvPr/>
        </p:nvSpPr>
        <p:spPr>
          <a:xfrm>
            <a:off x="10185400" y="2663825"/>
            <a:ext cx="1535677" cy="52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6"/>
          <p:cNvSpPr/>
          <p:nvPr/>
        </p:nvSpPr>
        <p:spPr>
          <a:xfrm>
            <a:off x="7950200" y="5749925"/>
            <a:ext cx="3739806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for Graph G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7"/>
          <p:cNvSpPr txBox="1"/>
          <p:nvPr>
            <p:ph idx="1" type="body"/>
          </p:nvPr>
        </p:nvSpPr>
        <p:spPr>
          <a:xfrm>
            <a:off x="169817" y="0"/>
            <a:ext cx="5748663" cy="5878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graph()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{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Accept no of vertices;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for i=0 to n-1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{Allocate a memory for head[i] node (array)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head[i]-&gt;vertex=i; }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}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create()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{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for i=0 to n-1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{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temp=head[i];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do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{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 Accept adjacent vertex v;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if(v==i)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      Print Self loop are not allowed;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else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{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  <a:p>
            <a:pPr indent="-9144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</p:txBody>
      </p:sp>
      <p:sp>
        <p:nvSpPr>
          <p:cNvPr id="768" name="Google Shape;768;p27"/>
          <p:cNvSpPr txBox="1"/>
          <p:nvPr>
            <p:ph idx="2" type="body"/>
          </p:nvPr>
        </p:nvSpPr>
        <p:spPr>
          <a:xfrm>
            <a:off x="6477003" y="142853"/>
            <a:ext cx="5238787" cy="5857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      </a:t>
            </a:r>
            <a:r>
              <a:rPr lang="en-US" sz="1785"/>
              <a:t>Allocate  memory for curr node;</a:t>
            </a:r>
            <a:endParaRPr/>
          </a:p>
          <a:p>
            <a:pPr indent="-9144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        curr-&gt;vertex=v;</a:t>
            </a:r>
            <a:endParaRPr/>
          </a:p>
          <a:p>
            <a:pPr indent="-9144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        temp-&gt;next=curr;</a:t>
            </a:r>
            <a:endParaRPr/>
          </a:p>
          <a:p>
            <a:pPr indent="-9144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        temp=temp-&gt;next;</a:t>
            </a:r>
            <a:endParaRPr/>
          </a:p>
          <a:p>
            <a:pPr indent="-9144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      }</a:t>
            </a:r>
            <a:endParaRPr/>
          </a:p>
          <a:p>
            <a:pPr indent="-9144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      accept the choice ;</a:t>
            </a:r>
            <a:endParaRPr/>
          </a:p>
          <a:p>
            <a:pPr indent="-9144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    }while(ans=='y'||ans=='Y');</a:t>
            </a:r>
            <a:endParaRPr/>
          </a:p>
          <a:p>
            <a:pPr indent="-9144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  }</a:t>
            </a:r>
            <a:endParaRPr/>
          </a:p>
          <a:p>
            <a:pPr indent="-9144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785"/>
              <a:buNone/>
            </a:pPr>
            <a:r>
              <a:rPr lang="en-US" sz="1785"/>
              <a:t>}</a:t>
            </a:r>
            <a:endParaRPr/>
          </a:p>
        </p:txBody>
      </p:sp>
      <p:grpSp>
        <p:nvGrpSpPr>
          <p:cNvPr id="769" name="Google Shape;769;p27"/>
          <p:cNvGrpSpPr/>
          <p:nvPr/>
        </p:nvGrpSpPr>
        <p:grpSpPr>
          <a:xfrm>
            <a:off x="5846095" y="3739490"/>
            <a:ext cx="6140815" cy="1310370"/>
            <a:chOff x="219" y="639"/>
            <a:chExt cx="4113" cy="1086"/>
          </a:xfrm>
        </p:grpSpPr>
        <p:sp>
          <p:nvSpPr>
            <p:cNvPr id="770" name="Google Shape;770;p27"/>
            <p:cNvSpPr/>
            <p:nvPr/>
          </p:nvSpPr>
          <p:spPr>
            <a:xfrm>
              <a:off x="516" y="1020"/>
              <a:ext cx="528" cy="336"/>
            </a:xfrm>
            <a:prstGeom prst="rect">
              <a:avLst/>
            </a:prstGeom>
            <a:solidFill>
              <a:srgbClr val="33CC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•</a:t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71" name="Google Shape;771;p27"/>
            <p:cNvCxnSpPr/>
            <p:nvPr/>
          </p:nvCxnSpPr>
          <p:spPr>
            <a:xfrm>
              <a:off x="900" y="1188"/>
              <a:ext cx="38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772" name="Google Shape;772;p27"/>
            <p:cNvGrpSpPr/>
            <p:nvPr/>
          </p:nvGrpSpPr>
          <p:grpSpPr>
            <a:xfrm>
              <a:off x="1344" y="1032"/>
              <a:ext cx="1056" cy="276"/>
              <a:chOff x="1344" y="1032"/>
              <a:chExt cx="1056" cy="276"/>
            </a:xfrm>
          </p:grpSpPr>
          <p:sp>
            <p:nvSpPr>
              <p:cNvPr id="773" name="Google Shape;773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3       •     </a:t>
                </a:r>
                <a:endParaRPr b="1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74" name="Google Shape;774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5" name="Google Shape;775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776" name="Google Shape;776;p27"/>
            <p:cNvSpPr/>
            <p:nvPr/>
          </p:nvSpPr>
          <p:spPr>
            <a:xfrm>
              <a:off x="3588" y="1044"/>
              <a:ext cx="744" cy="26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2  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NULL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77" name="Google Shape;777;p27"/>
            <p:cNvCxnSpPr/>
            <p:nvPr/>
          </p:nvCxnSpPr>
          <p:spPr>
            <a:xfrm>
              <a:off x="3900" y="1044"/>
              <a:ext cx="0" cy="2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78" name="Google Shape;778;p27"/>
            <p:cNvGrpSpPr/>
            <p:nvPr/>
          </p:nvGrpSpPr>
          <p:grpSpPr>
            <a:xfrm>
              <a:off x="2460" y="1032"/>
              <a:ext cx="1056" cy="276"/>
              <a:chOff x="1344" y="1032"/>
              <a:chExt cx="1056" cy="276"/>
            </a:xfrm>
          </p:grpSpPr>
          <p:sp>
            <p:nvSpPr>
              <p:cNvPr id="779" name="Google Shape;779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1       •     </a:t>
                </a:r>
                <a:endParaRPr b="1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80" name="Google Shape;780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" name="Google Shape;781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782" name="Google Shape;782;p27"/>
            <p:cNvSpPr txBox="1"/>
            <p:nvPr/>
          </p:nvSpPr>
          <p:spPr>
            <a:xfrm>
              <a:off x="219" y="639"/>
              <a:ext cx="228" cy="10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3" name="Google Shape;783;p27"/>
          <p:cNvGrpSpPr/>
          <p:nvPr/>
        </p:nvGrpSpPr>
        <p:grpSpPr>
          <a:xfrm>
            <a:off x="5861580" y="4355289"/>
            <a:ext cx="6085573" cy="1310373"/>
            <a:chOff x="256" y="638"/>
            <a:chExt cx="4076" cy="1086"/>
          </a:xfrm>
        </p:grpSpPr>
        <p:sp>
          <p:nvSpPr>
            <p:cNvPr id="784" name="Google Shape;784;p27"/>
            <p:cNvSpPr/>
            <p:nvPr/>
          </p:nvSpPr>
          <p:spPr>
            <a:xfrm>
              <a:off x="516" y="1020"/>
              <a:ext cx="528" cy="336"/>
            </a:xfrm>
            <a:prstGeom prst="rect">
              <a:avLst/>
            </a:prstGeom>
            <a:solidFill>
              <a:srgbClr val="33CC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•</a:t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85" name="Google Shape;785;p27"/>
            <p:cNvCxnSpPr/>
            <p:nvPr/>
          </p:nvCxnSpPr>
          <p:spPr>
            <a:xfrm>
              <a:off x="900" y="1188"/>
              <a:ext cx="38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786" name="Google Shape;786;p27"/>
            <p:cNvGrpSpPr/>
            <p:nvPr/>
          </p:nvGrpSpPr>
          <p:grpSpPr>
            <a:xfrm>
              <a:off x="1344" y="1032"/>
              <a:ext cx="1056" cy="276"/>
              <a:chOff x="1344" y="1032"/>
              <a:chExt cx="1056" cy="276"/>
            </a:xfrm>
          </p:grpSpPr>
          <p:sp>
            <p:nvSpPr>
              <p:cNvPr id="787" name="Google Shape;787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2       •     </a:t>
                </a:r>
                <a:endParaRPr b="1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88" name="Google Shape;788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9" name="Google Shape;789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790" name="Google Shape;790;p27"/>
            <p:cNvSpPr/>
            <p:nvPr/>
          </p:nvSpPr>
          <p:spPr>
            <a:xfrm>
              <a:off x="3588" y="1044"/>
              <a:ext cx="744" cy="26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3  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NULL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91" name="Google Shape;791;p27"/>
            <p:cNvCxnSpPr/>
            <p:nvPr/>
          </p:nvCxnSpPr>
          <p:spPr>
            <a:xfrm>
              <a:off x="3900" y="1044"/>
              <a:ext cx="0" cy="2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92" name="Google Shape;792;p27"/>
            <p:cNvGrpSpPr/>
            <p:nvPr/>
          </p:nvGrpSpPr>
          <p:grpSpPr>
            <a:xfrm>
              <a:off x="2460" y="1032"/>
              <a:ext cx="1056" cy="276"/>
              <a:chOff x="1344" y="1032"/>
              <a:chExt cx="1056" cy="276"/>
            </a:xfrm>
          </p:grpSpPr>
          <p:sp>
            <p:nvSpPr>
              <p:cNvPr id="793" name="Google Shape;793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0       •     </a:t>
                </a:r>
                <a:endParaRPr b="1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4" name="Google Shape;794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" name="Google Shape;795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796" name="Google Shape;796;p27"/>
            <p:cNvSpPr txBox="1"/>
            <p:nvPr/>
          </p:nvSpPr>
          <p:spPr>
            <a:xfrm>
              <a:off x="256" y="638"/>
              <a:ext cx="228" cy="10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7" name="Google Shape;797;p27"/>
          <p:cNvGrpSpPr/>
          <p:nvPr/>
        </p:nvGrpSpPr>
        <p:grpSpPr>
          <a:xfrm>
            <a:off x="5858612" y="4913251"/>
            <a:ext cx="6113941" cy="1310370"/>
            <a:chOff x="237" y="612"/>
            <a:chExt cx="4095" cy="1086"/>
          </a:xfrm>
        </p:grpSpPr>
        <p:sp>
          <p:nvSpPr>
            <p:cNvPr id="798" name="Google Shape;798;p27"/>
            <p:cNvSpPr/>
            <p:nvPr/>
          </p:nvSpPr>
          <p:spPr>
            <a:xfrm>
              <a:off x="516" y="1020"/>
              <a:ext cx="528" cy="336"/>
            </a:xfrm>
            <a:prstGeom prst="rect">
              <a:avLst/>
            </a:prstGeom>
            <a:solidFill>
              <a:srgbClr val="33CC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•</a:t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99" name="Google Shape;799;p27"/>
            <p:cNvCxnSpPr/>
            <p:nvPr/>
          </p:nvCxnSpPr>
          <p:spPr>
            <a:xfrm>
              <a:off x="900" y="1188"/>
              <a:ext cx="38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800" name="Google Shape;800;p27"/>
            <p:cNvGrpSpPr/>
            <p:nvPr/>
          </p:nvGrpSpPr>
          <p:grpSpPr>
            <a:xfrm>
              <a:off x="1344" y="1032"/>
              <a:ext cx="1056" cy="276"/>
              <a:chOff x="1344" y="1032"/>
              <a:chExt cx="1056" cy="276"/>
            </a:xfrm>
          </p:grpSpPr>
          <p:sp>
            <p:nvSpPr>
              <p:cNvPr id="801" name="Google Shape;801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3       •     </a:t>
                </a:r>
                <a:endParaRPr b="1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02" name="Google Shape;802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3" name="Google Shape;803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804" name="Google Shape;804;p27"/>
            <p:cNvSpPr/>
            <p:nvPr/>
          </p:nvSpPr>
          <p:spPr>
            <a:xfrm>
              <a:off x="3588" y="1044"/>
              <a:ext cx="744" cy="26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1  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NULL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05" name="Google Shape;805;p27"/>
            <p:cNvCxnSpPr/>
            <p:nvPr/>
          </p:nvCxnSpPr>
          <p:spPr>
            <a:xfrm>
              <a:off x="3900" y="1044"/>
              <a:ext cx="0" cy="2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06" name="Google Shape;806;p27"/>
            <p:cNvGrpSpPr/>
            <p:nvPr/>
          </p:nvGrpSpPr>
          <p:grpSpPr>
            <a:xfrm>
              <a:off x="2460" y="1032"/>
              <a:ext cx="1056" cy="276"/>
              <a:chOff x="1344" y="1032"/>
              <a:chExt cx="1056" cy="276"/>
            </a:xfrm>
          </p:grpSpPr>
          <p:sp>
            <p:nvSpPr>
              <p:cNvPr id="807" name="Google Shape;807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0       •     </a:t>
                </a:r>
                <a:endParaRPr b="1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08" name="Google Shape;808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9" name="Google Shape;809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810" name="Google Shape;810;p27"/>
            <p:cNvSpPr txBox="1"/>
            <p:nvPr/>
          </p:nvSpPr>
          <p:spPr>
            <a:xfrm>
              <a:off x="237" y="612"/>
              <a:ext cx="228" cy="10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1" name="Google Shape;811;p27"/>
          <p:cNvGrpSpPr/>
          <p:nvPr/>
        </p:nvGrpSpPr>
        <p:grpSpPr>
          <a:xfrm>
            <a:off x="5845731" y="5547630"/>
            <a:ext cx="6087066" cy="1310370"/>
            <a:chOff x="255" y="606"/>
            <a:chExt cx="4077" cy="1086"/>
          </a:xfrm>
        </p:grpSpPr>
        <p:sp>
          <p:nvSpPr>
            <p:cNvPr id="812" name="Google Shape;812;p27"/>
            <p:cNvSpPr/>
            <p:nvPr/>
          </p:nvSpPr>
          <p:spPr>
            <a:xfrm>
              <a:off x="516" y="1020"/>
              <a:ext cx="528" cy="336"/>
            </a:xfrm>
            <a:prstGeom prst="rect">
              <a:avLst/>
            </a:prstGeom>
            <a:solidFill>
              <a:srgbClr val="33CC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•</a:t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13" name="Google Shape;813;p27"/>
            <p:cNvCxnSpPr/>
            <p:nvPr/>
          </p:nvCxnSpPr>
          <p:spPr>
            <a:xfrm>
              <a:off x="900" y="1188"/>
              <a:ext cx="38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814" name="Google Shape;814;p27"/>
            <p:cNvGrpSpPr/>
            <p:nvPr/>
          </p:nvGrpSpPr>
          <p:grpSpPr>
            <a:xfrm>
              <a:off x="1344" y="1032"/>
              <a:ext cx="1056" cy="276"/>
              <a:chOff x="1344" y="1032"/>
              <a:chExt cx="1056" cy="276"/>
            </a:xfrm>
          </p:grpSpPr>
          <p:sp>
            <p:nvSpPr>
              <p:cNvPr id="815" name="Google Shape;815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2       •     </a:t>
                </a:r>
                <a:endParaRPr b="1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16" name="Google Shape;816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7" name="Google Shape;817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818" name="Google Shape;818;p27"/>
            <p:cNvSpPr/>
            <p:nvPr/>
          </p:nvSpPr>
          <p:spPr>
            <a:xfrm>
              <a:off x="3588" y="1044"/>
              <a:ext cx="744" cy="26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0  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NULL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19" name="Google Shape;819;p27"/>
            <p:cNvCxnSpPr/>
            <p:nvPr/>
          </p:nvCxnSpPr>
          <p:spPr>
            <a:xfrm>
              <a:off x="3900" y="1044"/>
              <a:ext cx="0" cy="2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20" name="Google Shape;820;p27"/>
            <p:cNvGrpSpPr/>
            <p:nvPr/>
          </p:nvGrpSpPr>
          <p:grpSpPr>
            <a:xfrm>
              <a:off x="2460" y="1032"/>
              <a:ext cx="1056" cy="276"/>
              <a:chOff x="1344" y="1032"/>
              <a:chExt cx="1056" cy="276"/>
            </a:xfrm>
          </p:grpSpPr>
          <p:sp>
            <p:nvSpPr>
              <p:cNvPr id="821" name="Google Shape;821;p27"/>
              <p:cNvSpPr/>
              <p:nvPr/>
            </p:nvSpPr>
            <p:spPr>
              <a:xfrm>
                <a:off x="1344" y="1032"/>
                <a:ext cx="744" cy="26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1       •     </a:t>
                </a:r>
                <a:endParaRPr b="1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22" name="Google Shape;822;p27"/>
              <p:cNvCxnSpPr/>
              <p:nvPr/>
            </p:nvCxnSpPr>
            <p:spPr>
              <a:xfrm>
                <a:off x="1656" y="1032"/>
                <a:ext cx="0" cy="2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3" name="Google Shape;823;p27"/>
              <p:cNvCxnSpPr/>
              <p:nvPr/>
            </p:nvCxnSpPr>
            <p:spPr>
              <a:xfrm>
                <a:off x="1920" y="1164"/>
                <a:ext cx="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824" name="Google Shape;824;p27"/>
            <p:cNvSpPr txBox="1"/>
            <p:nvPr/>
          </p:nvSpPr>
          <p:spPr>
            <a:xfrm>
              <a:off x="255" y="606"/>
              <a:ext cx="228" cy="10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5" name="Google Shape;825;p2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826" name="Google Shape;826;p2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7" name="Google Shape;82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2402" y="364982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8"/>
          <p:cNvSpPr txBox="1"/>
          <p:nvPr>
            <p:ph type="title"/>
          </p:nvPr>
        </p:nvSpPr>
        <p:spPr>
          <a:xfrm>
            <a:off x="1617980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Traversal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5" name="Google Shape;835;p28"/>
          <p:cNvSpPr txBox="1"/>
          <p:nvPr>
            <p:ph idx="1" type="body"/>
          </p:nvPr>
        </p:nvSpPr>
        <p:spPr>
          <a:xfrm>
            <a:off x="1097280" y="2120900"/>
            <a:ext cx="10058400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6" name="Google Shape;836;p28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7" name="Google Shape;837;p2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8" name="Google Shape;83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9"/>
          <p:cNvSpPr txBox="1"/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(Recursive)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6" name="Google Shape;846;p29"/>
          <p:cNvSpPr txBox="1"/>
          <p:nvPr>
            <p:ph idx="1" type="body"/>
          </p:nvPr>
        </p:nvSpPr>
        <p:spPr>
          <a:xfrm>
            <a:off x="330200" y="1700955"/>
            <a:ext cx="5715000" cy="4522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Algorithm DFS()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{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//initially no vertex will be visited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for( int i=0 ; i&lt;n; i++)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visited[i]=0;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//start search at vertex v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 starting vertex v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DFS(v);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Char char=" 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Char char=" "/>
            </a:pP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7" name="Google Shape;847;p29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8" name="Google Shape;848;p2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9" name="Google Shape;849;p29"/>
          <p:cNvSpPr txBox="1"/>
          <p:nvPr/>
        </p:nvSpPr>
        <p:spPr>
          <a:xfrm>
            <a:off x="6350000" y="1790700"/>
            <a:ext cx="5245100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0" name="Google Shape;8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0"/>
          <p:cNvSpPr txBox="1"/>
          <p:nvPr>
            <p:ph type="title"/>
          </p:nvPr>
        </p:nvSpPr>
        <p:spPr>
          <a:xfrm>
            <a:off x="1574800" y="711198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Search Traversal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6" name="Google Shape;856;p30"/>
          <p:cNvSpPr txBox="1"/>
          <p:nvPr/>
        </p:nvSpPr>
        <p:spPr>
          <a:xfrm>
            <a:off x="4310068" y="1630941"/>
            <a:ext cx="1676400" cy="360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57" name="Google Shape;857;p30"/>
          <p:cNvGraphicFramePr/>
          <p:nvPr/>
        </p:nvGraphicFramePr>
        <p:xfrm>
          <a:off x="4672000" y="204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58" name="Google Shape;858;p30"/>
          <p:cNvGrpSpPr/>
          <p:nvPr/>
        </p:nvGrpSpPr>
        <p:grpSpPr>
          <a:xfrm>
            <a:off x="328600" y="1828800"/>
            <a:ext cx="3200400" cy="2438400"/>
            <a:chOff x="328600" y="1828800"/>
            <a:chExt cx="3200400" cy="2438400"/>
          </a:xfrm>
        </p:grpSpPr>
        <p:cxnSp>
          <p:nvCxnSpPr>
            <p:cNvPr id="859" name="Google Shape;859;p30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60" name="Google Shape;860;p30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61" name="Google Shape;861;p30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62" name="Google Shape;862;p30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63" name="Google Shape;863;p30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64" name="Google Shape;864;p30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65" name="Google Shape;865;p30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66" name="Google Shape;866;p30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0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30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75" name="Google Shape;875;p30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76" name="Google Shape;876;p30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77" name="Google Shape;877;p30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878" name="Google Shape;878;p30"/>
          <p:cNvGrpSpPr/>
          <p:nvPr/>
        </p:nvGrpSpPr>
        <p:grpSpPr>
          <a:xfrm>
            <a:off x="6348400" y="1981200"/>
            <a:ext cx="685800" cy="3124200"/>
            <a:chOff x="4128" y="1248"/>
            <a:chExt cx="432" cy="1968"/>
          </a:xfrm>
        </p:grpSpPr>
        <p:cxnSp>
          <p:nvCxnSpPr>
            <p:cNvPr id="879" name="Google Shape;879;p30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0" name="Google Shape;880;p30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1" name="Google Shape;881;p30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82" name="Google Shape;882;p30"/>
          <p:cNvSpPr txBox="1"/>
          <p:nvPr/>
        </p:nvSpPr>
        <p:spPr>
          <a:xfrm>
            <a:off x="1319200" y="5486401"/>
            <a:ext cx="57912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Task: Conduct a depth-first search of the graph starting with node 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3" name="Google Shape;88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30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" name="Google Shape;885;p30"/>
          <p:cNvSpPr txBox="1"/>
          <p:nvPr>
            <p:ph idx="12" type="sldNum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6" name="Google Shape;886;p30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1" name="Google Shape;891;p31"/>
          <p:cNvCxnSpPr/>
          <p:nvPr/>
        </p:nvCxnSpPr>
        <p:spPr>
          <a:xfrm rot="10800000">
            <a:off x="2000232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2" name="Google Shape;892;p31"/>
          <p:cNvCxnSpPr/>
          <p:nvPr/>
        </p:nvCxnSpPr>
        <p:spPr>
          <a:xfrm flipH="1">
            <a:off x="3067032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3" name="Google Shape;893;p31"/>
          <p:cNvCxnSpPr/>
          <p:nvPr/>
        </p:nvCxnSpPr>
        <p:spPr>
          <a:xfrm flipH="1" rot="10800000">
            <a:off x="781032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4" name="Google Shape;894;p31"/>
          <p:cNvCxnSpPr/>
          <p:nvPr/>
        </p:nvCxnSpPr>
        <p:spPr>
          <a:xfrm flipH="1" rot="10800000">
            <a:off x="1695432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5" name="Google Shape;895;p31"/>
          <p:cNvCxnSpPr/>
          <p:nvPr/>
        </p:nvCxnSpPr>
        <p:spPr>
          <a:xfrm flipH="1" rot="10800000">
            <a:off x="628632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6" name="Google Shape;896;p31"/>
          <p:cNvCxnSpPr/>
          <p:nvPr/>
        </p:nvCxnSpPr>
        <p:spPr>
          <a:xfrm>
            <a:off x="857232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7" name="Google Shape;897;p31"/>
          <p:cNvCxnSpPr/>
          <p:nvPr/>
        </p:nvCxnSpPr>
        <p:spPr>
          <a:xfrm rot="10800000">
            <a:off x="2990832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98" name="Google Shape;898;p31"/>
          <p:cNvSpPr/>
          <p:nvPr/>
        </p:nvSpPr>
        <p:spPr>
          <a:xfrm>
            <a:off x="400032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1"/>
          <p:cNvSpPr/>
          <p:nvPr/>
        </p:nvSpPr>
        <p:spPr>
          <a:xfrm>
            <a:off x="552432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31"/>
          <p:cNvSpPr/>
          <p:nvPr/>
        </p:nvSpPr>
        <p:spPr>
          <a:xfrm>
            <a:off x="400032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31"/>
          <p:cNvSpPr/>
          <p:nvPr/>
        </p:nvSpPr>
        <p:spPr>
          <a:xfrm>
            <a:off x="1771632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1"/>
          <p:cNvSpPr/>
          <p:nvPr/>
        </p:nvSpPr>
        <p:spPr>
          <a:xfrm>
            <a:off x="1619232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1"/>
          <p:cNvSpPr/>
          <p:nvPr/>
        </p:nvSpPr>
        <p:spPr>
          <a:xfrm>
            <a:off x="2686032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31"/>
          <p:cNvSpPr/>
          <p:nvPr/>
        </p:nvSpPr>
        <p:spPr>
          <a:xfrm>
            <a:off x="3143232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1"/>
          <p:cNvSpPr/>
          <p:nvPr/>
        </p:nvSpPr>
        <p:spPr>
          <a:xfrm>
            <a:off x="2609832" y="1905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1"/>
          <p:cNvSpPr/>
          <p:nvPr/>
        </p:nvSpPr>
        <p:spPr>
          <a:xfrm>
            <a:off x="1390632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7" name="Google Shape;907;p31"/>
          <p:cNvCxnSpPr/>
          <p:nvPr/>
        </p:nvCxnSpPr>
        <p:spPr>
          <a:xfrm rot="10800000">
            <a:off x="1847832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8" name="Google Shape;908;p31"/>
          <p:cNvCxnSpPr/>
          <p:nvPr/>
        </p:nvCxnSpPr>
        <p:spPr>
          <a:xfrm rot="10800000">
            <a:off x="781032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9" name="Google Shape;909;p31"/>
          <p:cNvSpPr txBox="1"/>
          <p:nvPr/>
        </p:nvSpPr>
        <p:spPr>
          <a:xfrm>
            <a:off x="4481495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10" name="Google Shape;910;p31"/>
          <p:cNvGraphicFramePr/>
          <p:nvPr/>
        </p:nvGraphicFramePr>
        <p:xfrm>
          <a:off x="4743432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11" name="Google Shape;911;p31"/>
          <p:cNvCxnSpPr/>
          <p:nvPr/>
        </p:nvCxnSpPr>
        <p:spPr>
          <a:xfrm>
            <a:off x="2076432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912" name="Google Shape;912;p31"/>
          <p:cNvGrpSpPr/>
          <p:nvPr/>
        </p:nvGrpSpPr>
        <p:grpSpPr>
          <a:xfrm>
            <a:off x="6419832" y="1981200"/>
            <a:ext cx="685800" cy="3124200"/>
            <a:chOff x="4128" y="1248"/>
            <a:chExt cx="432" cy="1968"/>
          </a:xfrm>
        </p:grpSpPr>
        <p:cxnSp>
          <p:nvCxnSpPr>
            <p:cNvPr id="913" name="Google Shape;913;p31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4" name="Google Shape;914;p31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5" name="Google Shape;915;p31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16" name="Google Shape;916;p31"/>
          <p:cNvSpPr txBox="1"/>
          <p:nvPr/>
        </p:nvSpPr>
        <p:spPr>
          <a:xfrm>
            <a:off x="4624372" y="54102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 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31"/>
          <p:cNvSpPr txBox="1"/>
          <p:nvPr/>
        </p:nvSpPr>
        <p:spPr>
          <a:xfrm>
            <a:off x="6496032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8" name="Google Shape;918;p31"/>
          <p:cNvSpPr txBox="1"/>
          <p:nvPr/>
        </p:nvSpPr>
        <p:spPr>
          <a:xfrm>
            <a:off x="6419832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31"/>
          <p:cNvSpPr txBox="1"/>
          <p:nvPr/>
        </p:nvSpPr>
        <p:spPr>
          <a:xfrm>
            <a:off x="247632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31"/>
          <p:cNvSpPr txBox="1"/>
          <p:nvPr/>
        </p:nvSpPr>
        <p:spPr>
          <a:xfrm>
            <a:off x="1574800" y="711198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 SearchTraversal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1" name="Google Shape;92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3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3" name="Google Shape;923;p3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4" name="Google Shape;924;p31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9" name="Google Shape;929;p32"/>
          <p:cNvCxnSpPr/>
          <p:nvPr/>
        </p:nvCxnSpPr>
        <p:spPr>
          <a:xfrm rot="10800000">
            <a:off x="1800212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0" name="Google Shape;930;p32"/>
          <p:cNvCxnSpPr/>
          <p:nvPr/>
        </p:nvCxnSpPr>
        <p:spPr>
          <a:xfrm flipH="1">
            <a:off x="2867012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1" name="Google Shape;931;p32"/>
          <p:cNvCxnSpPr/>
          <p:nvPr/>
        </p:nvCxnSpPr>
        <p:spPr>
          <a:xfrm flipH="1" rot="10800000">
            <a:off x="581012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2" name="Google Shape;932;p32"/>
          <p:cNvCxnSpPr/>
          <p:nvPr/>
        </p:nvCxnSpPr>
        <p:spPr>
          <a:xfrm flipH="1" rot="10800000">
            <a:off x="1495412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3" name="Google Shape;933;p32"/>
          <p:cNvCxnSpPr/>
          <p:nvPr/>
        </p:nvCxnSpPr>
        <p:spPr>
          <a:xfrm flipH="1" rot="10800000">
            <a:off x="428612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4" name="Google Shape;934;p32"/>
          <p:cNvCxnSpPr/>
          <p:nvPr/>
        </p:nvCxnSpPr>
        <p:spPr>
          <a:xfrm>
            <a:off x="657212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5" name="Google Shape;935;p32"/>
          <p:cNvCxnSpPr/>
          <p:nvPr/>
        </p:nvCxnSpPr>
        <p:spPr>
          <a:xfrm rot="10800000">
            <a:off x="2790812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6" name="Google Shape;936;p32"/>
          <p:cNvSpPr/>
          <p:nvPr/>
        </p:nvSpPr>
        <p:spPr>
          <a:xfrm>
            <a:off x="200012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2"/>
          <p:cNvSpPr/>
          <p:nvPr/>
        </p:nvSpPr>
        <p:spPr>
          <a:xfrm>
            <a:off x="352412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32"/>
          <p:cNvSpPr/>
          <p:nvPr/>
        </p:nvSpPr>
        <p:spPr>
          <a:xfrm>
            <a:off x="200012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2"/>
          <p:cNvSpPr/>
          <p:nvPr/>
        </p:nvSpPr>
        <p:spPr>
          <a:xfrm>
            <a:off x="1571612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32"/>
          <p:cNvSpPr/>
          <p:nvPr/>
        </p:nvSpPr>
        <p:spPr>
          <a:xfrm>
            <a:off x="1419212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32"/>
          <p:cNvSpPr/>
          <p:nvPr/>
        </p:nvSpPr>
        <p:spPr>
          <a:xfrm>
            <a:off x="2486012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32"/>
          <p:cNvSpPr/>
          <p:nvPr/>
        </p:nvSpPr>
        <p:spPr>
          <a:xfrm>
            <a:off x="2943212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32"/>
          <p:cNvSpPr/>
          <p:nvPr/>
        </p:nvSpPr>
        <p:spPr>
          <a:xfrm>
            <a:off x="2409812" y="1905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32"/>
          <p:cNvSpPr/>
          <p:nvPr/>
        </p:nvSpPr>
        <p:spPr>
          <a:xfrm>
            <a:off x="1190612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5" name="Google Shape;945;p32"/>
          <p:cNvCxnSpPr/>
          <p:nvPr/>
        </p:nvCxnSpPr>
        <p:spPr>
          <a:xfrm rot="10800000">
            <a:off x="1647812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6" name="Google Shape;946;p32"/>
          <p:cNvCxnSpPr/>
          <p:nvPr/>
        </p:nvCxnSpPr>
        <p:spPr>
          <a:xfrm rot="10800000">
            <a:off x="581012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7" name="Google Shape;947;p32"/>
          <p:cNvSpPr txBox="1"/>
          <p:nvPr/>
        </p:nvSpPr>
        <p:spPr>
          <a:xfrm>
            <a:off x="4281475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8" name="Google Shape;948;p32"/>
          <p:cNvGraphicFramePr/>
          <p:nvPr/>
        </p:nvGraphicFramePr>
        <p:xfrm>
          <a:off x="4543412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49" name="Google Shape;949;p32"/>
          <p:cNvCxnSpPr/>
          <p:nvPr/>
        </p:nvCxnSpPr>
        <p:spPr>
          <a:xfrm>
            <a:off x="1876412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950" name="Google Shape;950;p32"/>
          <p:cNvGrpSpPr/>
          <p:nvPr/>
        </p:nvGrpSpPr>
        <p:grpSpPr>
          <a:xfrm>
            <a:off x="6219812" y="1981200"/>
            <a:ext cx="685800" cy="3124200"/>
            <a:chOff x="4128" y="1248"/>
            <a:chExt cx="432" cy="1968"/>
          </a:xfrm>
        </p:grpSpPr>
        <p:cxnSp>
          <p:nvCxnSpPr>
            <p:cNvPr id="951" name="Google Shape;951;p32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2" name="Google Shape;952;p32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3" name="Google Shape;953;p32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54" name="Google Shape;954;p32"/>
          <p:cNvSpPr txBox="1"/>
          <p:nvPr/>
        </p:nvSpPr>
        <p:spPr>
          <a:xfrm>
            <a:off x="4238611" y="5257800"/>
            <a:ext cx="577794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nodes adjacent to D, decide to visit C first (Rule: visit adjacent nodes in alphabetical order or in order of the adjacancy list)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32"/>
          <p:cNvSpPr txBox="1"/>
          <p:nvPr/>
        </p:nvSpPr>
        <p:spPr>
          <a:xfrm>
            <a:off x="6296012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6" name="Google Shape;956;p32"/>
          <p:cNvSpPr txBox="1"/>
          <p:nvPr/>
        </p:nvSpPr>
        <p:spPr>
          <a:xfrm>
            <a:off x="6219812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2"/>
          <p:cNvSpPr txBox="1"/>
          <p:nvPr/>
        </p:nvSpPr>
        <p:spPr>
          <a:xfrm>
            <a:off x="47612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32"/>
          <p:cNvSpPr txBox="1"/>
          <p:nvPr/>
        </p:nvSpPr>
        <p:spPr>
          <a:xfrm>
            <a:off x="1574800" y="35400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9" name="Google Shape;95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3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1" name="Google Shape;961;p3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2" name="Google Shape;962;p32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7" name="Google Shape;967;p33"/>
          <p:cNvCxnSpPr/>
          <p:nvPr/>
        </p:nvCxnSpPr>
        <p:spPr>
          <a:xfrm rot="10800000">
            <a:off x="1843076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68" name="Google Shape;968;p33"/>
          <p:cNvCxnSpPr/>
          <p:nvPr/>
        </p:nvCxnSpPr>
        <p:spPr>
          <a:xfrm flipH="1">
            <a:off x="2909876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69" name="Google Shape;969;p33"/>
          <p:cNvCxnSpPr/>
          <p:nvPr/>
        </p:nvCxnSpPr>
        <p:spPr>
          <a:xfrm flipH="1" rot="10800000">
            <a:off x="623876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0" name="Google Shape;970;p33"/>
          <p:cNvCxnSpPr/>
          <p:nvPr/>
        </p:nvCxnSpPr>
        <p:spPr>
          <a:xfrm flipH="1" rot="10800000">
            <a:off x="1538276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1" name="Google Shape;971;p33"/>
          <p:cNvCxnSpPr/>
          <p:nvPr/>
        </p:nvCxnSpPr>
        <p:spPr>
          <a:xfrm flipH="1" rot="10800000">
            <a:off x="471476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2" name="Google Shape;972;p33"/>
          <p:cNvCxnSpPr/>
          <p:nvPr/>
        </p:nvCxnSpPr>
        <p:spPr>
          <a:xfrm>
            <a:off x="700076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3" name="Google Shape;973;p33"/>
          <p:cNvCxnSpPr/>
          <p:nvPr/>
        </p:nvCxnSpPr>
        <p:spPr>
          <a:xfrm rot="10800000">
            <a:off x="2833676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4" name="Google Shape;974;p33"/>
          <p:cNvSpPr/>
          <p:nvPr/>
        </p:nvSpPr>
        <p:spPr>
          <a:xfrm>
            <a:off x="242876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3"/>
          <p:cNvSpPr/>
          <p:nvPr/>
        </p:nvSpPr>
        <p:spPr>
          <a:xfrm>
            <a:off x="395276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33"/>
          <p:cNvSpPr/>
          <p:nvPr/>
        </p:nvSpPr>
        <p:spPr>
          <a:xfrm>
            <a:off x="242876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33"/>
          <p:cNvSpPr/>
          <p:nvPr/>
        </p:nvSpPr>
        <p:spPr>
          <a:xfrm>
            <a:off x="1614476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33"/>
          <p:cNvSpPr/>
          <p:nvPr/>
        </p:nvSpPr>
        <p:spPr>
          <a:xfrm>
            <a:off x="1462076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33"/>
          <p:cNvSpPr/>
          <p:nvPr/>
        </p:nvSpPr>
        <p:spPr>
          <a:xfrm>
            <a:off x="2528876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33"/>
          <p:cNvSpPr/>
          <p:nvPr/>
        </p:nvSpPr>
        <p:spPr>
          <a:xfrm>
            <a:off x="2986076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33"/>
          <p:cNvSpPr/>
          <p:nvPr/>
        </p:nvSpPr>
        <p:spPr>
          <a:xfrm>
            <a:off x="2452676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33"/>
          <p:cNvSpPr/>
          <p:nvPr/>
        </p:nvSpPr>
        <p:spPr>
          <a:xfrm>
            <a:off x="1233476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3" name="Google Shape;983;p33"/>
          <p:cNvCxnSpPr/>
          <p:nvPr/>
        </p:nvCxnSpPr>
        <p:spPr>
          <a:xfrm rot="10800000">
            <a:off x="1690676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4" name="Google Shape;984;p33"/>
          <p:cNvCxnSpPr/>
          <p:nvPr/>
        </p:nvCxnSpPr>
        <p:spPr>
          <a:xfrm rot="10800000">
            <a:off x="623876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5" name="Google Shape;985;p33"/>
          <p:cNvSpPr txBox="1"/>
          <p:nvPr/>
        </p:nvSpPr>
        <p:spPr>
          <a:xfrm>
            <a:off x="4324339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86" name="Google Shape;986;p33"/>
          <p:cNvGraphicFramePr/>
          <p:nvPr/>
        </p:nvGraphicFramePr>
        <p:xfrm>
          <a:off x="4586276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87" name="Google Shape;987;p33"/>
          <p:cNvCxnSpPr/>
          <p:nvPr/>
        </p:nvCxnSpPr>
        <p:spPr>
          <a:xfrm>
            <a:off x="1919276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988" name="Google Shape;988;p33"/>
          <p:cNvGrpSpPr/>
          <p:nvPr/>
        </p:nvGrpSpPr>
        <p:grpSpPr>
          <a:xfrm>
            <a:off x="6262676" y="1981200"/>
            <a:ext cx="685800" cy="3124200"/>
            <a:chOff x="4128" y="1248"/>
            <a:chExt cx="432" cy="1968"/>
          </a:xfrm>
        </p:grpSpPr>
        <p:cxnSp>
          <p:nvCxnSpPr>
            <p:cNvPr id="989" name="Google Shape;989;p33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0" name="Google Shape;990;p33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1" name="Google Shape;991;p33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92" name="Google Shape;992;p33"/>
          <p:cNvSpPr txBox="1"/>
          <p:nvPr/>
        </p:nvSpPr>
        <p:spPr>
          <a:xfrm>
            <a:off x="4357676" y="52578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33"/>
          <p:cNvSpPr txBox="1"/>
          <p:nvPr/>
        </p:nvSpPr>
        <p:spPr>
          <a:xfrm>
            <a:off x="6338876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4" name="Google Shape;994;p33"/>
          <p:cNvSpPr txBox="1"/>
          <p:nvPr/>
        </p:nvSpPr>
        <p:spPr>
          <a:xfrm>
            <a:off x="6262676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33"/>
          <p:cNvSpPr txBox="1"/>
          <p:nvPr/>
        </p:nvSpPr>
        <p:spPr>
          <a:xfrm>
            <a:off x="90476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33"/>
          <p:cNvSpPr txBox="1"/>
          <p:nvPr/>
        </p:nvSpPr>
        <p:spPr>
          <a:xfrm>
            <a:off x="1574800" y="253992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7" name="Google Shape;99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3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9" name="Google Shape;999;p3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0" name="Google Shape;1000;p33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5" name="Google Shape;1005;p34"/>
          <p:cNvCxnSpPr/>
          <p:nvPr/>
        </p:nvCxnSpPr>
        <p:spPr>
          <a:xfrm rot="10800000">
            <a:off x="185736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6" name="Google Shape;1006;p34"/>
          <p:cNvCxnSpPr/>
          <p:nvPr/>
        </p:nvCxnSpPr>
        <p:spPr>
          <a:xfrm flipH="1">
            <a:off x="292416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7" name="Google Shape;1007;p34"/>
          <p:cNvCxnSpPr/>
          <p:nvPr/>
        </p:nvCxnSpPr>
        <p:spPr>
          <a:xfrm flipH="1" rot="10800000">
            <a:off x="63816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8" name="Google Shape;1008;p34"/>
          <p:cNvCxnSpPr/>
          <p:nvPr/>
        </p:nvCxnSpPr>
        <p:spPr>
          <a:xfrm flipH="1" rot="10800000">
            <a:off x="155256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9" name="Google Shape;1009;p34"/>
          <p:cNvCxnSpPr/>
          <p:nvPr/>
        </p:nvCxnSpPr>
        <p:spPr>
          <a:xfrm flipH="1" rot="10800000">
            <a:off x="48576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0" name="Google Shape;1010;p34"/>
          <p:cNvCxnSpPr/>
          <p:nvPr/>
        </p:nvCxnSpPr>
        <p:spPr>
          <a:xfrm>
            <a:off x="71436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1" name="Google Shape;1011;p34"/>
          <p:cNvCxnSpPr/>
          <p:nvPr/>
        </p:nvCxnSpPr>
        <p:spPr>
          <a:xfrm rot="10800000">
            <a:off x="284796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2" name="Google Shape;1012;p34"/>
          <p:cNvSpPr/>
          <p:nvPr/>
        </p:nvSpPr>
        <p:spPr>
          <a:xfrm>
            <a:off x="25716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4"/>
          <p:cNvSpPr/>
          <p:nvPr/>
        </p:nvSpPr>
        <p:spPr>
          <a:xfrm>
            <a:off x="409560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34"/>
          <p:cNvSpPr/>
          <p:nvPr/>
        </p:nvSpPr>
        <p:spPr>
          <a:xfrm>
            <a:off x="257160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34"/>
          <p:cNvSpPr/>
          <p:nvPr/>
        </p:nvSpPr>
        <p:spPr>
          <a:xfrm>
            <a:off x="1628760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4"/>
          <p:cNvSpPr/>
          <p:nvPr/>
        </p:nvSpPr>
        <p:spPr>
          <a:xfrm>
            <a:off x="1476360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4"/>
          <p:cNvSpPr/>
          <p:nvPr/>
        </p:nvSpPr>
        <p:spPr>
          <a:xfrm>
            <a:off x="2543160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4"/>
          <p:cNvSpPr/>
          <p:nvPr/>
        </p:nvSpPr>
        <p:spPr>
          <a:xfrm>
            <a:off x="3000360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4"/>
          <p:cNvSpPr/>
          <p:nvPr/>
        </p:nvSpPr>
        <p:spPr>
          <a:xfrm>
            <a:off x="2466960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4"/>
          <p:cNvSpPr/>
          <p:nvPr/>
        </p:nvSpPr>
        <p:spPr>
          <a:xfrm>
            <a:off x="1247760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1" name="Google Shape;1021;p34"/>
          <p:cNvCxnSpPr/>
          <p:nvPr/>
        </p:nvCxnSpPr>
        <p:spPr>
          <a:xfrm rot="10800000">
            <a:off x="170496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2" name="Google Shape;1022;p34"/>
          <p:cNvCxnSpPr/>
          <p:nvPr/>
        </p:nvCxnSpPr>
        <p:spPr>
          <a:xfrm rot="10800000">
            <a:off x="63816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3" name="Google Shape;1023;p34"/>
          <p:cNvSpPr txBox="1"/>
          <p:nvPr/>
        </p:nvSpPr>
        <p:spPr>
          <a:xfrm>
            <a:off x="4338623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24" name="Google Shape;1024;p34"/>
          <p:cNvGraphicFramePr/>
          <p:nvPr/>
        </p:nvGraphicFramePr>
        <p:xfrm>
          <a:off x="460056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25" name="Google Shape;1025;p34"/>
          <p:cNvCxnSpPr/>
          <p:nvPr/>
        </p:nvCxnSpPr>
        <p:spPr>
          <a:xfrm>
            <a:off x="193356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026" name="Google Shape;1026;p34"/>
          <p:cNvGrpSpPr/>
          <p:nvPr/>
        </p:nvGrpSpPr>
        <p:grpSpPr>
          <a:xfrm>
            <a:off x="6276960" y="1981200"/>
            <a:ext cx="685800" cy="3124200"/>
            <a:chOff x="4128" y="1248"/>
            <a:chExt cx="432" cy="1968"/>
          </a:xfrm>
        </p:grpSpPr>
        <p:cxnSp>
          <p:nvCxnSpPr>
            <p:cNvPr id="1027" name="Google Shape;1027;p34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8" name="Google Shape;1028;p34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9" name="Google Shape;1029;p34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30" name="Google Shape;1030;p34"/>
          <p:cNvSpPr txBox="1"/>
          <p:nvPr/>
        </p:nvSpPr>
        <p:spPr>
          <a:xfrm>
            <a:off x="4371960" y="5156200"/>
            <a:ext cx="56261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nodes adjacent to C; cannot continue 🡺 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backtrack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i.e., pop stack and restore previous state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1" name="Google Shape;1031;p34"/>
          <p:cNvSpPr txBox="1"/>
          <p:nvPr/>
        </p:nvSpPr>
        <p:spPr>
          <a:xfrm>
            <a:off x="6353160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2" name="Google Shape;1032;p34"/>
          <p:cNvSpPr txBox="1"/>
          <p:nvPr/>
        </p:nvSpPr>
        <p:spPr>
          <a:xfrm>
            <a:off x="6276960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4"/>
          <p:cNvSpPr txBox="1"/>
          <p:nvPr/>
        </p:nvSpPr>
        <p:spPr>
          <a:xfrm>
            <a:off x="104760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34"/>
          <p:cNvSpPr txBox="1"/>
          <p:nvPr/>
        </p:nvSpPr>
        <p:spPr>
          <a:xfrm>
            <a:off x="1574800" y="211128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5" name="Google Shape;103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3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7" name="Google Shape;1037;p3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8" name="Google Shape;1038;p34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3" name="Google Shape;1043;p35"/>
          <p:cNvCxnSpPr/>
          <p:nvPr/>
        </p:nvCxnSpPr>
        <p:spPr>
          <a:xfrm rot="10800000">
            <a:off x="1914525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4" name="Google Shape;1044;p35"/>
          <p:cNvCxnSpPr/>
          <p:nvPr/>
        </p:nvCxnSpPr>
        <p:spPr>
          <a:xfrm flipH="1">
            <a:off x="2981325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5" name="Google Shape;1045;p35"/>
          <p:cNvCxnSpPr/>
          <p:nvPr/>
        </p:nvCxnSpPr>
        <p:spPr>
          <a:xfrm flipH="1" rot="10800000">
            <a:off x="695325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6" name="Google Shape;1046;p35"/>
          <p:cNvCxnSpPr/>
          <p:nvPr/>
        </p:nvCxnSpPr>
        <p:spPr>
          <a:xfrm flipH="1" rot="10800000">
            <a:off x="1609725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7" name="Google Shape;1047;p35"/>
          <p:cNvCxnSpPr/>
          <p:nvPr/>
        </p:nvCxnSpPr>
        <p:spPr>
          <a:xfrm flipH="1" rot="10800000">
            <a:off x="542925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8" name="Google Shape;1048;p35"/>
          <p:cNvCxnSpPr/>
          <p:nvPr/>
        </p:nvCxnSpPr>
        <p:spPr>
          <a:xfrm>
            <a:off x="771525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9" name="Google Shape;1049;p35"/>
          <p:cNvCxnSpPr/>
          <p:nvPr/>
        </p:nvCxnSpPr>
        <p:spPr>
          <a:xfrm rot="10800000">
            <a:off x="2905125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0" name="Google Shape;1050;p35"/>
          <p:cNvSpPr/>
          <p:nvPr/>
        </p:nvSpPr>
        <p:spPr>
          <a:xfrm>
            <a:off x="314325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5"/>
          <p:cNvSpPr/>
          <p:nvPr/>
        </p:nvSpPr>
        <p:spPr>
          <a:xfrm>
            <a:off x="466725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35"/>
          <p:cNvSpPr/>
          <p:nvPr/>
        </p:nvSpPr>
        <p:spPr>
          <a:xfrm>
            <a:off x="314325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35"/>
          <p:cNvSpPr/>
          <p:nvPr/>
        </p:nvSpPr>
        <p:spPr>
          <a:xfrm>
            <a:off x="1685925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35"/>
          <p:cNvSpPr/>
          <p:nvPr/>
        </p:nvSpPr>
        <p:spPr>
          <a:xfrm>
            <a:off x="1533525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35"/>
          <p:cNvSpPr/>
          <p:nvPr/>
        </p:nvSpPr>
        <p:spPr>
          <a:xfrm>
            <a:off x="2600325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35"/>
          <p:cNvSpPr/>
          <p:nvPr/>
        </p:nvSpPr>
        <p:spPr>
          <a:xfrm>
            <a:off x="3057525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35"/>
          <p:cNvSpPr/>
          <p:nvPr/>
        </p:nvSpPr>
        <p:spPr>
          <a:xfrm>
            <a:off x="2524125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5"/>
          <p:cNvSpPr/>
          <p:nvPr/>
        </p:nvSpPr>
        <p:spPr>
          <a:xfrm>
            <a:off x="1304925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9" name="Google Shape;1059;p35"/>
          <p:cNvCxnSpPr/>
          <p:nvPr/>
        </p:nvCxnSpPr>
        <p:spPr>
          <a:xfrm rot="10800000">
            <a:off x="1762125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0" name="Google Shape;1060;p35"/>
          <p:cNvCxnSpPr/>
          <p:nvPr/>
        </p:nvCxnSpPr>
        <p:spPr>
          <a:xfrm rot="10800000">
            <a:off x="695325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1" name="Google Shape;1061;p35"/>
          <p:cNvSpPr txBox="1"/>
          <p:nvPr/>
        </p:nvSpPr>
        <p:spPr>
          <a:xfrm>
            <a:off x="4395788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62" name="Google Shape;1062;p35"/>
          <p:cNvGraphicFramePr/>
          <p:nvPr/>
        </p:nvGraphicFramePr>
        <p:xfrm>
          <a:off x="4657725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63" name="Google Shape;1063;p35"/>
          <p:cNvCxnSpPr/>
          <p:nvPr/>
        </p:nvCxnSpPr>
        <p:spPr>
          <a:xfrm>
            <a:off x="1990725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064" name="Google Shape;1064;p35"/>
          <p:cNvGrpSpPr/>
          <p:nvPr/>
        </p:nvGrpSpPr>
        <p:grpSpPr>
          <a:xfrm>
            <a:off x="6334125" y="1981200"/>
            <a:ext cx="685800" cy="3124200"/>
            <a:chOff x="4128" y="1248"/>
            <a:chExt cx="432" cy="1968"/>
          </a:xfrm>
        </p:grpSpPr>
        <p:cxnSp>
          <p:nvCxnSpPr>
            <p:cNvPr id="1065" name="Google Shape;1065;p35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6" name="Google Shape;1066;p35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7" name="Google Shape;1067;p35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68" name="Google Shape;1068;p35"/>
          <p:cNvSpPr txBox="1"/>
          <p:nvPr/>
        </p:nvSpPr>
        <p:spPr>
          <a:xfrm>
            <a:off x="4429125" y="5257801"/>
            <a:ext cx="4419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to D – C has been visited, decide to visit E 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5"/>
          <p:cNvSpPr txBox="1"/>
          <p:nvPr/>
        </p:nvSpPr>
        <p:spPr>
          <a:xfrm>
            <a:off x="6410325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0" name="Google Shape;1070;p35"/>
          <p:cNvSpPr txBox="1"/>
          <p:nvPr/>
        </p:nvSpPr>
        <p:spPr>
          <a:xfrm>
            <a:off x="6334125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35"/>
          <p:cNvSpPr txBox="1"/>
          <p:nvPr/>
        </p:nvSpPr>
        <p:spPr>
          <a:xfrm>
            <a:off x="161925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35"/>
          <p:cNvSpPr txBox="1"/>
          <p:nvPr/>
        </p:nvSpPr>
        <p:spPr>
          <a:xfrm>
            <a:off x="1600200" y="187751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3" name="Google Shape;107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3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5" name="Google Shape;1075;p3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6" name="Google Shape;1076;p35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1" name="Google Shape;1081;p36"/>
          <p:cNvCxnSpPr/>
          <p:nvPr/>
        </p:nvCxnSpPr>
        <p:spPr>
          <a:xfrm rot="10800000">
            <a:off x="1871648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2" name="Google Shape;1082;p36"/>
          <p:cNvCxnSpPr/>
          <p:nvPr/>
        </p:nvCxnSpPr>
        <p:spPr>
          <a:xfrm flipH="1">
            <a:off x="2938448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3" name="Google Shape;1083;p36"/>
          <p:cNvCxnSpPr/>
          <p:nvPr/>
        </p:nvCxnSpPr>
        <p:spPr>
          <a:xfrm flipH="1" rot="10800000">
            <a:off x="652448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4" name="Google Shape;1084;p36"/>
          <p:cNvCxnSpPr/>
          <p:nvPr/>
        </p:nvCxnSpPr>
        <p:spPr>
          <a:xfrm flipH="1" rot="10800000">
            <a:off x="1566848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5" name="Google Shape;1085;p36"/>
          <p:cNvCxnSpPr/>
          <p:nvPr/>
        </p:nvCxnSpPr>
        <p:spPr>
          <a:xfrm flipH="1" rot="10800000">
            <a:off x="500048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6" name="Google Shape;1086;p36"/>
          <p:cNvCxnSpPr/>
          <p:nvPr/>
        </p:nvCxnSpPr>
        <p:spPr>
          <a:xfrm>
            <a:off x="728648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7" name="Google Shape;1087;p36"/>
          <p:cNvCxnSpPr/>
          <p:nvPr/>
        </p:nvCxnSpPr>
        <p:spPr>
          <a:xfrm rot="10800000">
            <a:off x="2862248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8" name="Google Shape;1088;p36"/>
          <p:cNvSpPr/>
          <p:nvPr/>
        </p:nvSpPr>
        <p:spPr>
          <a:xfrm>
            <a:off x="271448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36"/>
          <p:cNvSpPr/>
          <p:nvPr/>
        </p:nvSpPr>
        <p:spPr>
          <a:xfrm>
            <a:off x="423848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6"/>
          <p:cNvSpPr/>
          <p:nvPr/>
        </p:nvSpPr>
        <p:spPr>
          <a:xfrm>
            <a:off x="271448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36"/>
          <p:cNvSpPr/>
          <p:nvPr/>
        </p:nvSpPr>
        <p:spPr>
          <a:xfrm>
            <a:off x="1643048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6"/>
          <p:cNvSpPr/>
          <p:nvPr/>
        </p:nvSpPr>
        <p:spPr>
          <a:xfrm>
            <a:off x="1490648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6"/>
          <p:cNvSpPr/>
          <p:nvPr/>
        </p:nvSpPr>
        <p:spPr>
          <a:xfrm>
            <a:off x="2557448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6"/>
          <p:cNvSpPr/>
          <p:nvPr/>
        </p:nvSpPr>
        <p:spPr>
          <a:xfrm>
            <a:off x="3014648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6"/>
          <p:cNvSpPr/>
          <p:nvPr/>
        </p:nvSpPr>
        <p:spPr>
          <a:xfrm>
            <a:off x="2481248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36"/>
          <p:cNvSpPr/>
          <p:nvPr/>
        </p:nvSpPr>
        <p:spPr>
          <a:xfrm>
            <a:off x="1262048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7" name="Google Shape;1097;p36"/>
          <p:cNvCxnSpPr/>
          <p:nvPr/>
        </p:nvCxnSpPr>
        <p:spPr>
          <a:xfrm rot="10800000">
            <a:off x="1719248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8" name="Google Shape;1098;p36"/>
          <p:cNvCxnSpPr/>
          <p:nvPr/>
        </p:nvCxnSpPr>
        <p:spPr>
          <a:xfrm rot="10800000">
            <a:off x="652448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9" name="Google Shape;1099;p36"/>
          <p:cNvSpPr txBox="1"/>
          <p:nvPr/>
        </p:nvSpPr>
        <p:spPr>
          <a:xfrm>
            <a:off x="4352911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00" name="Google Shape;1100;p36"/>
          <p:cNvGraphicFramePr/>
          <p:nvPr/>
        </p:nvGraphicFramePr>
        <p:xfrm>
          <a:off x="4614848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01" name="Google Shape;1101;p36"/>
          <p:cNvCxnSpPr/>
          <p:nvPr/>
        </p:nvCxnSpPr>
        <p:spPr>
          <a:xfrm>
            <a:off x="1947848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102" name="Google Shape;1102;p36"/>
          <p:cNvGrpSpPr/>
          <p:nvPr/>
        </p:nvGrpSpPr>
        <p:grpSpPr>
          <a:xfrm>
            <a:off x="6291248" y="1981200"/>
            <a:ext cx="685800" cy="3124200"/>
            <a:chOff x="4128" y="1248"/>
            <a:chExt cx="432" cy="1968"/>
          </a:xfrm>
        </p:grpSpPr>
        <p:cxnSp>
          <p:nvCxnSpPr>
            <p:cNvPr id="1103" name="Google Shape;1103;p36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4" name="Google Shape;1104;p36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5" name="Google Shape;1105;p36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06" name="Google Shape;1106;p36"/>
          <p:cNvSpPr txBox="1"/>
          <p:nvPr/>
        </p:nvSpPr>
        <p:spPr>
          <a:xfrm>
            <a:off x="4386248" y="5257801"/>
            <a:ext cx="4419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to D – C has been visited, decide to visit E 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6"/>
          <p:cNvSpPr txBox="1"/>
          <p:nvPr/>
        </p:nvSpPr>
        <p:spPr>
          <a:xfrm>
            <a:off x="6367448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8" name="Google Shape;1108;p36"/>
          <p:cNvSpPr txBox="1"/>
          <p:nvPr/>
        </p:nvSpPr>
        <p:spPr>
          <a:xfrm>
            <a:off x="6291248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6"/>
          <p:cNvSpPr txBox="1"/>
          <p:nvPr/>
        </p:nvSpPr>
        <p:spPr>
          <a:xfrm>
            <a:off x="119048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6"/>
          <p:cNvSpPr txBox="1"/>
          <p:nvPr/>
        </p:nvSpPr>
        <p:spPr>
          <a:xfrm>
            <a:off x="1574800" y="168262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1" name="Google Shape;111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3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3" name="Google Shape;1113;p3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4" name="Google Shape;1114;p36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9" name="Google Shape;1119;p37"/>
          <p:cNvCxnSpPr/>
          <p:nvPr/>
        </p:nvCxnSpPr>
        <p:spPr>
          <a:xfrm rot="10800000">
            <a:off x="191451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0" name="Google Shape;1120;p37"/>
          <p:cNvCxnSpPr/>
          <p:nvPr/>
        </p:nvCxnSpPr>
        <p:spPr>
          <a:xfrm flipH="1">
            <a:off x="298131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1" name="Google Shape;1121;p37"/>
          <p:cNvCxnSpPr/>
          <p:nvPr/>
        </p:nvCxnSpPr>
        <p:spPr>
          <a:xfrm flipH="1" rot="10800000">
            <a:off x="69531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2" name="Google Shape;1122;p37"/>
          <p:cNvCxnSpPr/>
          <p:nvPr/>
        </p:nvCxnSpPr>
        <p:spPr>
          <a:xfrm flipH="1" rot="10800000">
            <a:off x="160971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3" name="Google Shape;1123;p37"/>
          <p:cNvCxnSpPr/>
          <p:nvPr/>
        </p:nvCxnSpPr>
        <p:spPr>
          <a:xfrm flipH="1" rot="10800000">
            <a:off x="54291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4" name="Google Shape;1124;p37"/>
          <p:cNvCxnSpPr/>
          <p:nvPr/>
        </p:nvCxnSpPr>
        <p:spPr>
          <a:xfrm>
            <a:off x="77151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5" name="Google Shape;1125;p37"/>
          <p:cNvCxnSpPr/>
          <p:nvPr/>
        </p:nvCxnSpPr>
        <p:spPr>
          <a:xfrm rot="10800000">
            <a:off x="290511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6" name="Google Shape;1126;p37"/>
          <p:cNvSpPr/>
          <p:nvPr/>
        </p:nvSpPr>
        <p:spPr>
          <a:xfrm>
            <a:off x="31431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37"/>
          <p:cNvSpPr/>
          <p:nvPr/>
        </p:nvSpPr>
        <p:spPr>
          <a:xfrm>
            <a:off x="466710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7"/>
          <p:cNvSpPr/>
          <p:nvPr/>
        </p:nvSpPr>
        <p:spPr>
          <a:xfrm>
            <a:off x="314310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37"/>
          <p:cNvSpPr/>
          <p:nvPr/>
        </p:nvSpPr>
        <p:spPr>
          <a:xfrm>
            <a:off x="1685910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37"/>
          <p:cNvSpPr/>
          <p:nvPr/>
        </p:nvSpPr>
        <p:spPr>
          <a:xfrm>
            <a:off x="1533510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37"/>
          <p:cNvSpPr/>
          <p:nvPr/>
        </p:nvSpPr>
        <p:spPr>
          <a:xfrm>
            <a:off x="260031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7"/>
          <p:cNvSpPr/>
          <p:nvPr/>
        </p:nvSpPr>
        <p:spPr>
          <a:xfrm>
            <a:off x="3057510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37"/>
          <p:cNvSpPr/>
          <p:nvPr/>
        </p:nvSpPr>
        <p:spPr>
          <a:xfrm>
            <a:off x="2524110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37"/>
          <p:cNvSpPr/>
          <p:nvPr/>
        </p:nvSpPr>
        <p:spPr>
          <a:xfrm>
            <a:off x="1304910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5" name="Google Shape;1135;p37"/>
          <p:cNvCxnSpPr/>
          <p:nvPr/>
        </p:nvCxnSpPr>
        <p:spPr>
          <a:xfrm rot="10800000">
            <a:off x="176211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6" name="Google Shape;1136;p37"/>
          <p:cNvCxnSpPr/>
          <p:nvPr/>
        </p:nvCxnSpPr>
        <p:spPr>
          <a:xfrm rot="10800000">
            <a:off x="69531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37" name="Google Shape;1137;p37"/>
          <p:cNvSpPr txBox="1"/>
          <p:nvPr/>
        </p:nvSpPr>
        <p:spPr>
          <a:xfrm>
            <a:off x="4395773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38" name="Google Shape;1138;p37"/>
          <p:cNvGraphicFramePr/>
          <p:nvPr/>
        </p:nvGraphicFramePr>
        <p:xfrm>
          <a:off x="465771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39" name="Google Shape;1139;p37"/>
          <p:cNvCxnSpPr/>
          <p:nvPr/>
        </p:nvCxnSpPr>
        <p:spPr>
          <a:xfrm>
            <a:off x="199071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140" name="Google Shape;1140;p37"/>
          <p:cNvGrpSpPr/>
          <p:nvPr/>
        </p:nvGrpSpPr>
        <p:grpSpPr>
          <a:xfrm>
            <a:off x="6334110" y="1981200"/>
            <a:ext cx="685800" cy="3124200"/>
            <a:chOff x="4128" y="1248"/>
            <a:chExt cx="432" cy="1968"/>
          </a:xfrm>
        </p:grpSpPr>
        <p:cxnSp>
          <p:nvCxnSpPr>
            <p:cNvPr id="1141" name="Google Shape;1141;p37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2" name="Google Shape;1142;p37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3" name="Google Shape;1143;p37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44" name="Google Shape;1144;p37"/>
          <p:cNvSpPr txBox="1"/>
          <p:nvPr/>
        </p:nvSpPr>
        <p:spPr>
          <a:xfrm>
            <a:off x="4429110" y="52578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G is adjacent to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37"/>
          <p:cNvSpPr txBox="1"/>
          <p:nvPr/>
        </p:nvSpPr>
        <p:spPr>
          <a:xfrm>
            <a:off x="6410310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6" name="Google Shape;1146;p37"/>
          <p:cNvSpPr txBox="1"/>
          <p:nvPr/>
        </p:nvSpPr>
        <p:spPr>
          <a:xfrm>
            <a:off x="6334110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37"/>
          <p:cNvSpPr txBox="1"/>
          <p:nvPr/>
        </p:nvSpPr>
        <p:spPr>
          <a:xfrm>
            <a:off x="161910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37"/>
          <p:cNvSpPr txBox="1"/>
          <p:nvPr/>
        </p:nvSpPr>
        <p:spPr>
          <a:xfrm>
            <a:off x="1574800" y="211130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9" name="Google Shape;114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3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1" name="Google Shape;1151;p3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2" name="Google Shape;1152;p37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7" name="Google Shape;1157;p38"/>
          <p:cNvCxnSpPr/>
          <p:nvPr/>
        </p:nvCxnSpPr>
        <p:spPr>
          <a:xfrm rot="10800000">
            <a:off x="1928796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8" name="Google Shape;1158;p38"/>
          <p:cNvCxnSpPr/>
          <p:nvPr/>
        </p:nvCxnSpPr>
        <p:spPr>
          <a:xfrm flipH="1">
            <a:off x="2995596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9" name="Google Shape;1159;p38"/>
          <p:cNvCxnSpPr/>
          <p:nvPr/>
        </p:nvCxnSpPr>
        <p:spPr>
          <a:xfrm flipH="1" rot="10800000">
            <a:off x="709596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0" name="Google Shape;1160;p38"/>
          <p:cNvCxnSpPr/>
          <p:nvPr/>
        </p:nvCxnSpPr>
        <p:spPr>
          <a:xfrm flipH="1" rot="10800000">
            <a:off x="1623996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1" name="Google Shape;1161;p38"/>
          <p:cNvCxnSpPr/>
          <p:nvPr/>
        </p:nvCxnSpPr>
        <p:spPr>
          <a:xfrm flipH="1" rot="10800000">
            <a:off x="557196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2" name="Google Shape;1162;p38"/>
          <p:cNvCxnSpPr/>
          <p:nvPr/>
        </p:nvCxnSpPr>
        <p:spPr>
          <a:xfrm>
            <a:off x="785796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3" name="Google Shape;1163;p38"/>
          <p:cNvCxnSpPr/>
          <p:nvPr/>
        </p:nvCxnSpPr>
        <p:spPr>
          <a:xfrm rot="10800000">
            <a:off x="2919396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4" name="Google Shape;1164;p38"/>
          <p:cNvSpPr/>
          <p:nvPr/>
        </p:nvSpPr>
        <p:spPr>
          <a:xfrm>
            <a:off x="328596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38"/>
          <p:cNvSpPr/>
          <p:nvPr/>
        </p:nvSpPr>
        <p:spPr>
          <a:xfrm>
            <a:off x="480996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38"/>
          <p:cNvSpPr/>
          <p:nvPr/>
        </p:nvSpPr>
        <p:spPr>
          <a:xfrm>
            <a:off x="328596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38"/>
          <p:cNvSpPr/>
          <p:nvPr/>
        </p:nvSpPr>
        <p:spPr>
          <a:xfrm>
            <a:off x="1700196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38"/>
          <p:cNvSpPr/>
          <p:nvPr/>
        </p:nvSpPr>
        <p:spPr>
          <a:xfrm>
            <a:off x="1547796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38"/>
          <p:cNvSpPr/>
          <p:nvPr/>
        </p:nvSpPr>
        <p:spPr>
          <a:xfrm>
            <a:off x="2614596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38"/>
          <p:cNvSpPr/>
          <p:nvPr/>
        </p:nvSpPr>
        <p:spPr>
          <a:xfrm>
            <a:off x="3071796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38"/>
          <p:cNvSpPr/>
          <p:nvPr/>
        </p:nvSpPr>
        <p:spPr>
          <a:xfrm>
            <a:off x="2538396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38"/>
          <p:cNvSpPr/>
          <p:nvPr/>
        </p:nvSpPr>
        <p:spPr>
          <a:xfrm>
            <a:off x="1319196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3" name="Google Shape;1173;p38"/>
          <p:cNvCxnSpPr/>
          <p:nvPr/>
        </p:nvCxnSpPr>
        <p:spPr>
          <a:xfrm rot="10800000">
            <a:off x="1776396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4" name="Google Shape;1174;p38"/>
          <p:cNvCxnSpPr/>
          <p:nvPr/>
        </p:nvCxnSpPr>
        <p:spPr>
          <a:xfrm rot="10800000">
            <a:off x="709596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5" name="Google Shape;1175;p38"/>
          <p:cNvSpPr txBox="1"/>
          <p:nvPr/>
        </p:nvSpPr>
        <p:spPr>
          <a:xfrm>
            <a:off x="4410059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76" name="Google Shape;1176;p38"/>
          <p:cNvGraphicFramePr/>
          <p:nvPr/>
        </p:nvGraphicFramePr>
        <p:xfrm>
          <a:off x="4671996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77" name="Google Shape;1177;p38"/>
          <p:cNvCxnSpPr/>
          <p:nvPr/>
        </p:nvCxnSpPr>
        <p:spPr>
          <a:xfrm>
            <a:off x="2004996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178" name="Google Shape;1178;p38"/>
          <p:cNvGrpSpPr/>
          <p:nvPr/>
        </p:nvGrpSpPr>
        <p:grpSpPr>
          <a:xfrm>
            <a:off x="6348396" y="1981200"/>
            <a:ext cx="685800" cy="3124200"/>
            <a:chOff x="4128" y="1248"/>
            <a:chExt cx="432" cy="1968"/>
          </a:xfrm>
        </p:grpSpPr>
        <p:cxnSp>
          <p:nvCxnSpPr>
            <p:cNvPr id="1179" name="Google Shape;1179;p38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0" name="Google Shape;1180;p38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1" name="Google Shape;1181;p38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82" name="Google Shape;1182;p38"/>
          <p:cNvSpPr txBox="1"/>
          <p:nvPr/>
        </p:nvSpPr>
        <p:spPr>
          <a:xfrm>
            <a:off x="4443396" y="52578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 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8"/>
          <p:cNvSpPr txBox="1"/>
          <p:nvPr/>
        </p:nvSpPr>
        <p:spPr>
          <a:xfrm>
            <a:off x="6424596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4" name="Google Shape;1184;p38"/>
          <p:cNvSpPr txBox="1"/>
          <p:nvPr/>
        </p:nvSpPr>
        <p:spPr>
          <a:xfrm>
            <a:off x="6348396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8"/>
          <p:cNvSpPr txBox="1"/>
          <p:nvPr/>
        </p:nvSpPr>
        <p:spPr>
          <a:xfrm>
            <a:off x="176196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38"/>
          <p:cNvSpPr txBox="1"/>
          <p:nvPr/>
        </p:nvSpPr>
        <p:spPr>
          <a:xfrm>
            <a:off x="1574800" y="182553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7" name="Google Shape;118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3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9" name="Google Shape;1189;p3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0" name="Google Shape;1190;p38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5" name="Google Shape;1195;p39"/>
          <p:cNvCxnSpPr/>
          <p:nvPr/>
        </p:nvCxnSpPr>
        <p:spPr>
          <a:xfrm rot="10800000">
            <a:off x="1928796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6" name="Google Shape;1196;p39"/>
          <p:cNvCxnSpPr/>
          <p:nvPr/>
        </p:nvCxnSpPr>
        <p:spPr>
          <a:xfrm flipH="1">
            <a:off x="2995596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7" name="Google Shape;1197;p39"/>
          <p:cNvCxnSpPr/>
          <p:nvPr/>
        </p:nvCxnSpPr>
        <p:spPr>
          <a:xfrm flipH="1" rot="10800000">
            <a:off x="709596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8" name="Google Shape;1198;p39"/>
          <p:cNvCxnSpPr/>
          <p:nvPr/>
        </p:nvCxnSpPr>
        <p:spPr>
          <a:xfrm flipH="1" rot="10800000">
            <a:off x="1623996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9" name="Google Shape;1199;p39"/>
          <p:cNvCxnSpPr/>
          <p:nvPr/>
        </p:nvCxnSpPr>
        <p:spPr>
          <a:xfrm flipH="1" rot="10800000">
            <a:off x="557196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00" name="Google Shape;1200;p39"/>
          <p:cNvCxnSpPr/>
          <p:nvPr/>
        </p:nvCxnSpPr>
        <p:spPr>
          <a:xfrm>
            <a:off x="785796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01" name="Google Shape;1201;p39"/>
          <p:cNvCxnSpPr/>
          <p:nvPr/>
        </p:nvCxnSpPr>
        <p:spPr>
          <a:xfrm rot="10800000">
            <a:off x="2919396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2" name="Google Shape;1202;p39"/>
          <p:cNvSpPr/>
          <p:nvPr/>
        </p:nvSpPr>
        <p:spPr>
          <a:xfrm>
            <a:off x="328596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39"/>
          <p:cNvSpPr/>
          <p:nvPr/>
        </p:nvSpPr>
        <p:spPr>
          <a:xfrm>
            <a:off x="480996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39"/>
          <p:cNvSpPr/>
          <p:nvPr/>
        </p:nvSpPr>
        <p:spPr>
          <a:xfrm>
            <a:off x="328596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39"/>
          <p:cNvSpPr/>
          <p:nvPr/>
        </p:nvSpPr>
        <p:spPr>
          <a:xfrm>
            <a:off x="1700196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39"/>
          <p:cNvSpPr/>
          <p:nvPr/>
        </p:nvSpPr>
        <p:spPr>
          <a:xfrm>
            <a:off x="1547796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9"/>
          <p:cNvSpPr/>
          <p:nvPr/>
        </p:nvSpPr>
        <p:spPr>
          <a:xfrm>
            <a:off x="2614596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39"/>
          <p:cNvSpPr/>
          <p:nvPr/>
        </p:nvSpPr>
        <p:spPr>
          <a:xfrm>
            <a:off x="3071796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39"/>
          <p:cNvSpPr/>
          <p:nvPr/>
        </p:nvSpPr>
        <p:spPr>
          <a:xfrm>
            <a:off x="2538396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39"/>
          <p:cNvSpPr/>
          <p:nvPr/>
        </p:nvSpPr>
        <p:spPr>
          <a:xfrm>
            <a:off x="1319196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1" name="Google Shape;1211;p39"/>
          <p:cNvCxnSpPr/>
          <p:nvPr/>
        </p:nvCxnSpPr>
        <p:spPr>
          <a:xfrm rot="10800000">
            <a:off x="1776396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12" name="Google Shape;1212;p39"/>
          <p:cNvCxnSpPr/>
          <p:nvPr/>
        </p:nvCxnSpPr>
        <p:spPr>
          <a:xfrm rot="10800000">
            <a:off x="709596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13" name="Google Shape;1213;p39"/>
          <p:cNvSpPr txBox="1"/>
          <p:nvPr/>
        </p:nvSpPr>
        <p:spPr>
          <a:xfrm>
            <a:off x="4410059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14" name="Google Shape;1214;p39"/>
          <p:cNvGraphicFramePr/>
          <p:nvPr/>
        </p:nvGraphicFramePr>
        <p:xfrm>
          <a:off x="4671996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15" name="Google Shape;1215;p39"/>
          <p:cNvCxnSpPr/>
          <p:nvPr/>
        </p:nvCxnSpPr>
        <p:spPr>
          <a:xfrm>
            <a:off x="2004996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216" name="Google Shape;1216;p39"/>
          <p:cNvGrpSpPr/>
          <p:nvPr/>
        </p:nvGrpSpPr>
        <p:grpSpPr>
          <a:xfrm>
            <a:off x="6348396" y="1981200"/>
            <a:ext cx="685800" cy="3124200"/>
            <a:chOff x="4128" y="1248"/>
            <a:chExt cx="432" cy="1968"/>
          </a:xfrm>
        </p:grpSpPr>
        <p:cxnSp>
          <p:nvCxnSpPr>
            <p:cNvPr id="1217" name="Google Shape;1217;p39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8" name="Google Shape;1218;p39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9" name="Google Shape;1219;p39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20" name="Google Shape;1220;p39"/>
          <p:cNvSpPr txBox="1"/>
          <p:nvPr/>
        </p:nvSpPr>
        <p:spPr>
          <a:xfrm>
            <a:off x="4443396" y="5257801"/>
            <a:ext cx="4419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D and H are adjacent to G.  D has already been visited.  Decide to visit 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39"/>
          <p:cNvSpPr txBox="1"/>
          <p:nvPr/>
        </p:nvSpPr>
        <p:spPr>
          <a:xfrm>
            <a:off x="6424596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2" name="Google Shape;1222;p39"/>
          <p:cNvSpPr txBox="1"/>
          <p:nvPr/>
        </p:nvSpPr>
        <p:spPr>
          <a:xfrm>
            <a:off x="6348396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39"/>
          <p:cNvSpPr txBox="1"/>
          <p:nvPr/>
        </p:nvSpPr>
        <p:spPr>
          <a:xfrm>
            <a:off x="176196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39"/>
          <p:cNvSpPr txBox="1"/>
          <p:nvPr/>
        </p:nvSpPr>
        <p:spPr>
          <a:xfrm>
            <a:off x="1574800" y="196842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5" name="Google Shape;12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3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7" name="Google Shape;1227;p3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8" name="Google Shape;1228;p39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3" name="Google Shape;1233;p40"/>
          <p:cNvCxnSpPr/>
          <p:nvPr/>
        </p:nvCxnSpPr>
        <p:spPr>
          <a:xfrm rot="10800000">
            <a:off x="1914509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4" name="Google Shape;1234;p40"/>
          <p:cNvCxnSpPr/>
          <p:nvPr/>
        </p:nvCxnSpPr>
        <p:spPr>
          <a:xfrm flipH="1">
            <a:off x="2981309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5" name="Google Shape;1235;p40"/>
          <p:cNvCxnSpPr/>
          <p:nvPr/>
        </p:nvCxnSpPr>
        <p:spPr>
          <a:xfrm flipH="1" rot="10800000">
            <a:off x="695309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6" name="Google Shape;1236;p40"/>
          <p:cNvCxnSpPr/>
          <p:nvPr/>
        </p:nvCxnSpPr>
        <p:spPr>
          <a:xfrm flipH="1" rot="10800000">
            <a:off x="1609709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7" name="Google Shape;1237;p40"/>
          <p:cNvCxnSpPr/>
          <p:nvPr/>
        </p:nvCxnSpPr>
        <p:spPr>
          <a:xfrm flipH="1" rot="10800000">
            <a:off x="542909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8" name="Google Shape;1238;p40"/>
          <p:cNvCxnSpPr/>
          <p:nvPr/>
        </p:nvCxnSpPr>
        <p:spPr>
          <a:xfrm>
            <a:off x="771509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9" name="Google Shape;1239;p40"/>
          <p:cNvCxnSpPr/>
          <p:nvPr/>
        </p:nvCxnSpPr>
        <p:spPr>
          <a:xfrm rot="10800000">
            <a:off x="2905109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0" name="Google Shape;1240;p40"/>
          <p:cNvSpPr/>
          <p:nvPr/>
        </p:nvSpPr>
        <p:spPr>
          <a:xfrm>
            <a:off x="314309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40"/>
          <p:cNvSpPr/>
          <p:nvPr/>
        </p:nvSpPr>
        <p:spPr>
          <a:xfrm>
            <a:off x="466709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40"/>
          <p:cNvSpPr/>
          <p:nvPr/>
        </p:nvSpPr>
        <p:spPr>
          <a:xfrm>
            <a:off x="314309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40"/>
          <p:cNvSpPr/>
          <p:nvPr/>
        </p:nvSpPr>
        <p:spPr>
          <a:xfrm>
            <a:off x="1685909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40"/>
          <p:cNvSpPr/>
          <p:nvPr/>
        </p:nvSpPr>
        <p:spPr>
          <a:xfrm>
            <a:off x="1533509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40"/>
          <p:cNvSpPr/>
          <p:nvPr/>
        </p:nvSpPr>
        <p:spPr>
          <a:xfrm>
            <a:off x="2600309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40"/>
          <p:cNvSpPr/>
          <p:nvPr/>
        </p:nvSpPr>
        <p:spPr>
          <a:xfrm>
            <a:off x="3057509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40"/>
          <p:cNvSpPr/>
          <p:nvPr/>
        </p:nvSpPr>
        <p:spPr>
          <a:xfrm>
            <a:off x="2524109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40"/>
          <p:cNvSpPr/>
          <p:nvPr/>
        </p:nvSpPr>
        <p:spPr>
          <a:xfrm>
            <a:off x="1304909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9" name="Google Shape;1249;p40"/>
          <p:cNvCxnSpPr/>
          <p:nvPr/>
        </p:nvCxnSpPr>
        <p:spPr>
          <a:xfrm rot="10800000">
            <a:off x="1762109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0" name="Google Shape;1250;p40"/>
          <p:cNvCxnSpPr/>
          <p:nvPr/>
        </p:nvCxnSpPr>
        <p:spPr>
          <a:xfrm rot="10800000">
            <a:off x="695309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1" name="Google Shape;1251;p40"/>
          <p:cNvSpPr txBox="1"/>
          <p:nvPr/>
        </p:nvSpPr>
        <p:spPr>
          <a:xfrm>
            <a:off x="4395772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52" name="Google Shape;1252;p40"/>
          <p:cNvGraphicFramePr/>
          <p:nvPr/>
        </p:nvGraphicFramePr>
        <p:xfrm>
          <a:off x="4657709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53" name="Google Shape;1253;p40"/>
          <p:cNvCxnSpPr/>
          <p:nvPr/>
        </p:nvCxnSpPr>
        <p:spPr>
          <a:xfrm>
            <a:off x="1990709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254" name="Google Shape;1254;p40"/>
          <p:cNvGrpSpPr/>
          <p:nvPr/>
        </p:nvGrpSpPr>
        <p:grpSpPr>
          <a:xfrm>
            <a:off x="6334109" y="1981200"/>
            <a:ext cx="685800" cy="3124200"/>
            <a:chOff x="4128" y="1248"/>
            <a:chExt cx="432" cy="1968"/>
          </a:xfrm>
        </p:grpSpPr>
        <p:cxnSp>
          <p:nvCxnSpPr>
            <p:cNvPr id="1255" name="Google Shape;1255;p40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6" name="Google Shape;1256;p40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7" name="Google Shape;1257;p40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58" name="Google Shape;1258;p40"/>
          <p:cNvSpPr txBox="1"/>
          <p:nvPr/>
        </p:nvSpPr>
        <p:spPr>
          <a:xfrm>
            <a:off x="4429109" y="52578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 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40"/>
          <p:cNvSpPr txBox="1"/>
          <p:nvPr/>
        </p:nvSpPr>
        <p:spPr>
          <a:xfrm>
            <a:off x="6410309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0" name="Google Shape;1260;p40"/>
          <p:cNvSpPr txBox="1"/>
          <p:nvPr/>
        </p:nvSpPr>
        <p:spPr>
          <a:xfrm>
            <a:off x="6334109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40"/>
          <p:cNvSpPr txBox="1"/>
          <p:nvPr/>
        </p:nvSpPr>
        <p:spPr>
          <a:xfrm>
            <a:off x="161909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40"/>
          <p:cNvSpPr txBox="1"/>
          <p:nvPr/>
        </p:nvSpPr>
        <p:spPr>
          <a:xfrm>
            <a:off x="1574800" y="19684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3" name="Google Shape;126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4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5" name="Google Shape;1265;p4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6" name="Google Shape;1266;p40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1" name="Google Shape;1271;p41"/>
          <p:cNvCxnSpPr/>
          <p:nvPr/>
        </p:nvCxnSpPr>
        <p:spPr>
          <a:xfrm rot="10800000">
            <a:off x="1943092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2" name="Google Shape;1272;p41"/>
          <p:cNvCxnSpPr/>
          <p:nvPr/>
        </p:nvCxnSpPr>
        <p:spPr>
          <a:xfrm flipH="1">
            <a:off x="3009892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3" name="Google Shape;1273;p41"/>
          <p:cNvCxnSpPr/>
          <p:nvPr/>
        </p:nvCxnSpPr>
        <p:spPr>
          <a:xfrm flipH="1" rot="10800000">
            <a:off x="723892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4" name="Google Shape;1274;p41"/>
          <p:cNvCxnSpPr/>
          <p:nvPr/>
        </p:nvCxnSpPr>
        <p:spPr>
          <a:xfrm flipH="1" rot="10800000">
            <a:off x="1638292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5" name="Google Shape;1275;p41"/>
          <p:cNvCxnSpPr/>
          <p:nvPr/>
        </p:nvCxnSpPr>
        <p:spPr>
          <a:xfrm flipH="1" rot="10800000">
            <a:off x="571492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6" name="Google Shape;1276;p41"/>
          <p:cNvCxnSpPr/>
          <p:nvPr/>
        </p:nvCxnSpPr>
        <p:spPr>
          <a:xfrm>
            <a:off x="800092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7" name="Google Shape;1277;p41"/>
          <p:cNvCxnSpPr/>
          <p:nvPr/>
        </p:nvCxnSpPr>
        <p:spPr>
          <a:xfrm rot="10800000">
            <a:off x="2933692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8" name="Google Shape;1278;p41"/>
          <p:cNvSpPr/>
          <p:nvPr/>
        </p:nvSpPr>
        <p:spPr>
          <a:xfrm>
            <a:off x="342892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41"/>
          <p:cNvSpPr/>
          <p:nvPr/>
        </p:nvSpPr>
        <p:spPr>
          <a:xfrm>
            <a:off x="495292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41"/>
          <p:cNvSpPr/>
          <p:nvPr/>
        </p:nvSpPr>
        <p:spPr>
          <a:xfrm>
            <a:off x="342892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41"/>
          <p:cNvSpPr/>
          <p:nvPr/>
        </p:nvSpPr>
        <p:spPr>
          <a:xfrm>
            <a:off x="1714492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41"/>
          <p:cNvSpPr/>
          <p:nvPr/>
        </p:nvSpPr>
        <p:spPr>
          <a:xfrm>
            <a:off x="1562092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41"/>
          <p:cNvSpPr/>
          <p:nvPr/>
        </p:nvSpPr>
        <p:spPr>
          <a:xfrm>
            <a:off x="2628892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41"/>
          <p:cNvSpPr/>
          <p:nvPr/>
        </p:nvSpPr>
        <p:spPr>
          <a:xfrm>
            <a:off x="3086092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41"/>
          <p:cNvSpPr/>
          <p:nvPr/>
        </p:nvSpPr>
        <p:spPr>
          <a:xfrm>
            <a:off x="2552692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41"/>
          <p:cNvSpPr/>
          <p:nvPr/>
        </p:nvSpPr>
        <p:spPr>
          <a:xfrm>
            <a:off x="1333492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7" name="Google Shape;1287;p41"/>
          <p:cNvCxnSpPr/>
          <p:nvPr/>
        </p:nvCxnSpPr>
        <p:spPr>
          <a:xfrm rot="10800000">
            <a:off x="1790692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8" name="Google Shape;1288;p41"/>
          <p:cNvCxnSpPr/>
          <p:nvPr/>
        </p:nvCxnSpPr>
        <p:spPr>
          <a:xfrm rot="10800000">
            <a:off x="723892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9" name="Google Shape;1289;p41"/>
          <p:cNvSpPr txBox="1"/>
          <p:nvPr/>
        </p:nvSpPr>
        <p:spPr>
          <a:xfrm>
            <a:off x="4424355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90" name="Google Shape;1290;p41"/>
          <p:cNvGraphicFramePr/>
          <p:nvPr/>
        </p:nvGraphicFramePr>
        <p:xfrm>
          <a:off x="4686292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91" name="Google Shape;1291;p41"/>
          <p:cNvCxnSpPr/>
          <p:nvPr/>
        </p:nvCxnSpPr>
        <p:spPr>
          <a:xfrm>
            <a:off x="2019292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292" name="Google Shape;1292;p41"/>
          <p:cNvGrpSpPr/>
          <p:nvPr/>
        </p:nvGrpSpPr>
        <p:grpSpPr>
          <a:xfrm>
            <a:off x="6362692" y="1981200"/>
            <a:ext cx="685800" cy="3124200"/>
            <a:chOff x="4128" y="1248"/>
            <a:chExt cx="432" cy="1968"/>
          </a:xfrm>
        </p:grpSpPr>
        <p:cxnSp>
          <p:nvCxnSpPr>
            <p:cNvPr id="1293" name="Google Shape;1293;p41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4" name="Google Shape;1294;p41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5" name="Google Shape;1295;p41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96" name="Google Shape;1296;p41"/>
          <p:cNvSpPr txBox="1"/>
          <p:nvPr/>
        </p:nvSpPr>
        <p:spPr>
          <a:xfrm>
            <a:off x="4457691" y="5257801"/>
            <a:ext cx="454342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A and B are adjacent to H.  Decide to visit A next.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41"/>
          <p:cNvSpPr txBox="1"/>
          <p:nvPr/>
        </p:nvSpPr>
        <p:spPr>
          <a:xfrm>
            <a:off x="6438892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8" name="Google Shape;1298;p41"/>
          <p:cNvSpPr txBox="1"/>
          <p:nvPr/>
        </p:nvSpPr>
        <p:spPr>
          <a:xfrm>
            <a:off x="6362692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41"/>
          <p:cNvSpPr txBox="1"/>
          <p:nvPr/>
        </p:nvSpPr>
        <p:spPr>
          <a:xfrm>
            <a:off x="190492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41"/>
          <p:cNvSpPr txBox="1"/>
          <p:nvPr/>
        </p:nvSpPr>
        <p:spPr>
          <a:xfrm>
            <a:off x="1574800" y="196840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1" name="Google Shape;130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4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3" name="Google Shape;1303;p4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04" name="Google Shape;1304;p41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9" name="Google Shape;1309;p42"/>
          <p:cNvCxnSpPr/>
          <p:nvPr/>
        </p:nvCxnSpPr>
        <p:spPr>
          <a:xfrm rot="10800000">
            <a:off x="198595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0" name="Google Shape;1310;p42"/>
          <p:cNvCxnSpPr/>
          <p:nvPr/>
        </p:nvCxnSpPr>
        <p:spPr>
          <a:xfrm flipH="1">
            <a:off x="305275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1" name="Google Shape;1311;p42"/>
          <p:cNvCxnSpPr/>
          <p:nvPr/>
        </p:nvCxnSpPr>
        <p:spPr>
          <a:xfrm flipH="1" rot="10800000">
            <a:off x="76675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2" name="Google Shape;1312;p42"/>
          <p:cNvCxnSpPr/>
          <p:nvPr/>
        </p:nvCxnSpPr>
        <p:spPr>
          <a:xfrm flipH="1" rot="10800000">
            <a:off x="168115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3" name="Google Shape;1313;p42"/>
          <p:cNvCxnSpPr/>
          <p:nvPr/>
        </p:nvCxnSpPr>
        <p:spPr>
          <a:xfrm flipH="1" rot="10800000">
            <a:off x="61435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4" name="Google Shape;1314;p42"/>
          <p:cNvCxnSpPr/>
          <p:nvPr/>
        </p:nvCxnSpPr>
        <p:spPr>
          <a:xfrm>
            <a:off x="84295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5" name="Google Shape;1315;p42"/>
          <p:cNvCxnSpPr/>
          <p:nvPr/>
        </p:nvCxnSpPr>
        <p:spPr>
          <a:xfrm rot="10800000">
            <a:off x="297655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6" name="Google Shape;1316;p42"/>
          <p:cNvSpPr/>
          <p:nvPr/>
        </p:nvSpPr>
        <p:spPr>
          <a:xfrm>
            <a:off x="38575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42"/>
          <p:cNvSpPr/>
          <p:nvPr/>
        </p:nvSpPr>
        <p:spPr>
          <a:xfrm>
            <a:off x="538150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42"/>
          <p:cNvSpPr/>
          <p:nvPr/>
        </p:nvSpPr>
        <p:spPr>
          <a:xfrm>
            <a:off x="385750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42"/>
          <p:cNvSpPr/>
          <p:nvPr/>
        </p:nvSpPr>
        <p:spPr>
          <a:xfrm>
            <a:off x="1757350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42"/>
          <p:cNvSpPr/>
          <p:nvPr/>
        </p:nvSpPr>
        <p:spPr>
          <a:xfrm>
            <a:off x="1604950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42"/>
          <p:cNvSpPr/>
          <p:nvPr/>
        </p:nvSpPr>
        <p:spPr>
          <a:xfrm>
            <a:off x="267175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42"/>
          <p:cNvSpPr/>
          <p:nvPr/>
        </p:nvSpPr>
        <p:spPr>
          <a:xfrm>
            <a:off x="3128950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42"/>
          <p:cNvSpPr/>
          <p:nvPr/>
        </p:nvSpPr>
        <p:spPr>
          <a:xfrm>
            <a:off x="2595550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42"/>
          <p:cNvSpPr/>
          <p:nvPr/>
        </p:nvSpPr>
        <p:spPr>
          <a:xfrm>
            <a:off x="137635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5" name="Google Shape;1325;p42"/>
          <p:cNvCxnSpPr/>
          <p:nvPr/>
        </p:nvCxnSpPr>
        <p:spPr>
          <a:xfrm rot="10800000">
            <a:off x="183355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6" name="Google Shape;1326;p42"/>
          <p:cNvCxnSpPr/>
          <p:nvPr/>
        </p:nvCxnSpPr>
        <p:spPr>
          <a:xfrm rot="10800000">
            <a:off x="76675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27" name="Google Shape;1327;p42"/>
          <p:cNvSpPr txBox="1"/>
          <p:nvPr/>
        </p:nvSpPr>
        <p:spPr>
          <a:xfrm>
            <a:off x="4467213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28" name="Google Shape;1328;p42"/>
          <p:cNvGraphicFramePr/>
          <p:nvPr/>
        </p:nvGraphicFramePr>
        <p:xfrm>
          <a:off x="472915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29" name="Google Shape;1329;p42"/>
          <p:cNvCxnSpPr/>
          <p:nvPr/>
        </p:nvCxnSpPr>
        <p:spPr>
          <a:xfrm>
            <a:off x="206215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330" name="Google Shape;1330;p42"/>
          <p:cNvGrpSpPr/>
          <p:nvPr/>
        </p:nvGrpSpPr>
        <p:grpSpPr>
          <a:xfrm>
            <a:off x="6405550" y="1981200"/>
            <a:ext cx="685800" cy="3124200"/>
            <a:chOff x="4128" y="1248"/>
            <a:chExt cx="432" cy="1968"/>
          </a:xfrm>
        </p:grpSpPr>
        <p:cxnSp>
          <p:nvCxnSpPr>
            <p:cNvPr id="1331" name="Google Shape;1331;p42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2" name="Google Shape;1332;p42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3" name="Google Shape;1333;p42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34" name="Google Shape;1334;p42"/>
          <p:cNvSpPr txBox="1"/>
          <p:nvPr/>
        </p:nvSpPr>
        <p:spPr>
          <a:xfrm>
            <a:off x="4500550" y="52578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42"/>
          <p:cNvSpPr txBox="1"/>
          <p:nvPr/>
        </p:nvSpPr>
        <p:spPr>
          <a:xfrm>
            <a:off x="6481750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6" name="Google Shape;1336;p42"/>
          <p:cNvSpPr txBox="1"/>
          <p:nvPr/>
        </p:nvSpPr>
        <p:spPr>
          <a:xfrm>
            <a:off x="6405550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42"/>
          <p:cNvSpPr txBox="1"/>
          <p:nvPr/>
        </p:nvSpPr>
        <p:spPr>
          <a:xfrm>
            <a:off x="233350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42"/>
          <p:cNvSpPr txBox="1"/>
          <p:nvPr/>
        </p:nvSpPr>
        <p:spPr>
          <a:xfrm>
            <a:off x="1574800" y="182552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9" name="Google Shape;133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4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1" name="Google Shape;1341;p4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2" name="Google Shape;1342;p42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7" name="Google Shape;1347;p43"/>
          <p:cNvCxnSpPr/>
          <p:nvPr/>
        </p:nvCxnSpPr>
        <p:spPr>
          <a:xfrm rot="10800000">
            <a:off x="1957376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48" name="Google Shape;1348;p43"/>
          <p:cNvCxnSpPr/>
          <p:nvPr/>
        </p:nvCxnSpPr>
        <p:spPr>
          <a:xfrm flipH="1">
            <a:off x="3024176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49" name="Google Shape;1349;p43"/>
          <p:cNvCxnSpPr/>
          <p:nvPr/>
        </p:nvCxnSpPr>
        <p:spPr>
          <a:xfrm flipH="1" rot="10800000">
            <a:off x="738176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0" name="Google Shape;1350;p43"/>
          <p:cNvCxnSpPr/>
          <p:nvPr/>
        </p:nvCxnSpPr>
        <p:spPr>
          <a:xfrm flipH="1" rot="10800000">
            <a:off x="1652576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1" name="Google Shape;1351;p43"/>
          <p:cNvCxnSpPr/>
          <p:nvPr/>
        </p:nvCxnSpPr>
        <p:spPr>
          <a:xfrm flipH="1" rot="10800000">
            <a:off x="585776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2" name="Google Shape;1352;p43"/>
          <p:cNvCxnSpPr/>
          <p:nvPr/>
        </p:nvCxnSpPr>
        <p:spPr>
          <a:xfrm>
            <a:off x="814376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3" name="Google Shape;1353;p43"/>
          <p:cNvCxnSpPr/>
          <p:nvPr/>
        </p:nvCxnSpPr>
        <p:spPr>
          <a:xfrm rot="10800000">
            <a:off x="2947976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54" name="Google Shape;1354;p43"/>
          <p:cNvSpPr/>
          <p:nvPr/>
        </p:nvSpPr>
        <p:spPr>
          <a:xfrm>
            <a:off x="357176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43"/>
          <p:cNvSpPr/>
          <p:nvPr/>
        </p:nvSpPr>
        <p:spPr>
          <a:xfrm>
            <a:off x="509576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43"/>
          <p:cNvSpPr/>
          <p:nvPr/>
        </p:nvSpPr>
        <p:spPr>
          <a:xfrm>
            <a:off x="357176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43"/>
          <p:cNvSpPr/>
          <p:nvPr/>
        </p:nvSpPr>
        <p:spPr>
          <a:xfrm>
            <a:off x="1728776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43"/>
          <p:cNvSpPr/>
          <p:nvPr/>
        </p:nvSpPr>
        <p:spPr>
          <a:xfrm>
            <a:off x="1576376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43"/>
          <p:cNvSpPr/>
          <p:nvPr/>
        </p:nvSpPr>
        <p:spPr>
          <a:xfrm>
            <a:off x="2643176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43"/>
          <p:cNvSpPr/>
          <p:nvPr/>
        </p:nvSpPr>
        <p:spPr>
          <a:xfrm>
            <a:off x="3100376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43"/>
          <p:cNvSpPr/>
          <p:nvPr/>
        </p:nvSpPr>
        <p:spPr>
          <a:xfrm>
            <a:off x="2566976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43"/>
          <p:cNvSpPr/>
          <p:nvPr/>
        </p:nvSpPr>
        <p:spPr>
          <a:xfrm>
            <a:off x="1347776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3" name="Google Shape;1363;p43"/>
          <p:cNvCxnSpPr/>
          <p:nvPr/>
        </p:nvCxnSpPr>
        <p:spPr>
          <a:xfrm rot="10800000">
            <a:off x="1804976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64" name="Google Shape;1364;p43"/>
          <p:cNvCxnSpPr/>
          <p:nvPr/>
        </p:nvCxnSpPr>
        <p:spPr>
          <a:xfrm rot="10800000">
            <a:off x="738176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65" name="Google Shape;1365;p43"/>
          <p:cNvSpPr txBox="1"/>
          <p:nvPr/>
        </p:nvSpPr>
        <p:spPr>
          <a:xfrm>
            <a:off x="4438639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66" name="Google Shape;1366;p43"/>
          <p:cNvGraphicFramePr/>
          <p:nvPr/>
        </p:nvGraphicFramePr>
        <p:xfrm>
          <a:off x="4700576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67" name="Google Shape;1367;p43"/>
          <p:cNvCxnSpPr/>
          <p:nvPr/>
        </p:nvCxnSpPr>
        <p:spPr>
          <a:xfrm>
            <a:off x="2033576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368" name="Google Shape;1368;p43"/>
          <p:cNvGrpSpPr/>
          <p:nvPr/>
        </p:nvGrpSpPr>
        <p:grpSpPr>
          <a:xfrm>
            <a:off x="6376976" y="1981200"/>
            <a:ext cx="685800" cy="3124200"/>
            <a:chOff x="4128" y="1248"/>
            <a:chExt cx="432" cy="1968"/>
          </a:xfrm>
        </p:grpSpPr>
        <p:cxnSp>
          <p:nvCxnSpPr>
            <p:cNvPr id="1369" name="Google Shape;1369;p43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0" name="Google Shape;1370;p43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1" name="Google Shape;1371;p43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72" name="Google Shape;1372;p43"/>
          <p:cNvSpPr txBox="1"/>
          <p:nvPr/>
        </p:nvSpPr>
        <p:spPr>
          <a:xfrm>
            <a:off x="4471976" y="5257801"/>
            <a:ext cx="4419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Node B is adjacent to A.  Decide to visit B next.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43"/>
          <p:cNvSpPr txBox="1"/>
          <p:nvPr/>
        </p:nvSpPr>
        <p:spPr>
          <a:xfrm>
            <a:off x="6453176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4" name="Google Shape;1374;p43"/>
          <p:cNvSpPr txBox="1"/>
          <p:nvPr/>
        </p:nvSpPr>
        <p:spPr>
          <a:xfrm>
            <a:off x="6376976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43"/>
          <p:cNvSpPr txBox="1"/>
          <p:nvPr/>
        </p:nvSpPr>
        <p:spPr>
          <a:xfrm>
            <a:off x="204776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43"/>
          <p:cNvSpPr txBox="1"/>
          <p:nvPr/>
        </p:nvSpPr>
        <p:spPr>
          <a:xfrm>
            <a:off x="1574800" y="211128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7" name="Google Shape;137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4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9" name="Google Shape;1379;p4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0" name="Google Shape;1380;p43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5" name="Google Shape;1385;p44"/>
          <p:cNvCxnSpPr/>
          <p:nvPr/>
        </p:nvCxnSpPr>
        <p:spPr>
          <a:xfrm rot="10800000">
            <a:off x="1957376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6" name="Google Shape;1386;p44"/>
          <p:cNvCxnSpPr/>
          <p:nvPr/>
        </p:nvCxnSpPr>
        <p:spPr>
          <a:xfrm flipH="1">
            <a:off x="3024176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7" name="Google Shape;1387;p44"/>
          <p:cNvCxnSpPr/>
          <p:nvPr/>
        </p:nvCxnSpPr>
        <p:spPr>
          <a:xfrm flipH="1" rot="10800000">
            <a:off x="738176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8" name="Google Shape;1388;p44"/>
          <p:cNvCxnSpPr/>
          <p:nvPr/>
        </p:nvCxnSpPr>
        <p:spPr>
          <a:xfrm flipH="1" rot="10800000">
            <a:off x="1652576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9" name="Google Shape;1389;p44"/>
          <p:cNvCxnSpPr/>
          <p:nvPr/>
        </p:nvCxnSpPr>
        <p:spPr>
          <a:xfrm flipH="1" rot="10800000">
            <a:off x="585776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0" name="Google Shape;1390;p44"/>
          <p:cNvCxnSpPr/>
          <p:nvPr/>
        </p:nvCxnSpPr>
        <p:spPr>
          <a:xfrm>
            <a:off x="814376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1" name="Google Shape;1391;p44"/>
          <p:cNvCxnSpPr/>
          <p:nvPr/>
        </p:nvCxnSpPr>
        <p:spPr>
          <a:xfrm rot="10800000">
            <a:off x="2947976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2" name="Google Shape;1392;p44"/>
          <p:cNvSpPr/>
          <p:nvPr/>
        </p:nvSpPr>
        <p:spPr>
          <a:xfrm>
            <a:off x="357176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44"/>
          <p:cNvSpPr/>
          <p:nvPr/>
        </p:nvSpPr>
        <p:spPr>
          <a:xfrm>
            <a:off x="509576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44"/>
          <p:cNvSpPr/>
          <p:nvPr/>
        </p:nvSpPr>
        <p:spPr>
          <a:xfrm>
            <a:off x="357176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44"/>
          <p:cNvSpPr/>
          <p:nvPr/>
        </p:nvSpPr>
        <p:spPr>
          <a:xfrm>
            <a:off x="1728776" y="2819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44"/>
          <p:cNvSpPr/>
          <p:nvPr/>
        </p:nvSpPr>
        <p:spPr>
          <a:xfrm>
            <a:off x="1576376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44"/>
          <p:cNvSpPr/>
          <p:nvPr/>
        </p:nvSpPr>
        <p:spPr>
          <a:xfrm>
            <a:off x="2643176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44"/>
          <p:cNvSpPr/>
          <p:nvPr/>
        </p:nvSpPr>
        <p:spPr>
          <a:xfrm>
            <a:off x="3100376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44"/>
          <p:cNvSpPr/>
          <p:nvPr/>
        </p:nvSpPr>
        <p:spPr>
          <a:xfrm>
            <a:off x="2566976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44"/>
          <p:cNvSpPr/>
          <p:nvPr/>
        </p:nvSpPr>
        <p:spPr>
          <a:xfrm>
            <a:off x="1347776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1" name="Google Shape;1401;p44"/>
          <p:cNvCxnSpPr/>
          <p:nvPr/>
        </p:nvCxnSpPr>
        <p:spPr>
          <a:xfrm rot="10800000">
            <a:off x="1804976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2" name="Google Shape;1402;p44"/>
          <p:cNvCxnSpPr/>
          <p:nvPr/>
        </p:nvCxnSpPr>
        <p:spPr>
          <a:xfrm rot="10800000">
            <a:off x="738176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3" name="Google Shape;1403;p44"/>
          <p:cNvSpPr txBox="1"/>
          <p:nvPr/>
        </p:nvSpPr>
        <p:spPr>
          <a:xfrm>
            <a:off x="4438639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4" name="Google Shape;1404;p44"/>
          <p:cNvGraphicFramePr/>
          <p:nvPr/>
        </p:nvGraphicFramePr>
        <p:xfrm>
          <a:off x="4700576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405" name="Google Shape;1405;p44"/>
          <p:cNvCxnSpPr/>
          <p:nvPr/>
        </p:nvCxnSpPr>
        <p:spPr>
          <a:xfrm>
            <a:off x="2033576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406" name="Google Shape;1406;p44"/>
          <p:cNvGrpSpPr/>
          <p:nvPr/>
        </p:nvGrpSpPr>
        <p:grpSpPr>
          <a:xfrm>
            <a:off x="6376976" y="1981200"/>
            <a:ext cx="685800" cy="3124200"/>
            <a:chOff x="4128" y="1248"/>
            <a:chExt cx="432" cy="1968"/>
          </a:xfrm>
        </p:grpSpPr>
        <p:cxnSp>
          <p:nvCxnSpPr>
            <p:cNvPr id="1407" name="Google Shape;1407;p44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8" name="Google Shape;1408;p44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9" name="Google Shape;1409;p44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10" name="Google Shape;1410;p44"/>
          <p:cNvSpPr txBox="1"/>
          <p:nvPr/>
        </p:nvSpPr>
        <p:spPr>
          <a:xfrm>
            <a:off x="4471976" y="52578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44"/>
          <p:cNvSpPr txBox="1"/>
          <p:nvPr/>
        </p:nvSpPr>
        <p:spPr>
          <a:xfrm>
            <a:off x="6453176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2" name="Google Shape;1412;p44"/>
          <p:cNvSpPr txBox="1"/>
          <p:nvPr/>
        </p:nvSpPr>
        <p:spPr>
          <a:xfrm>
            <a:off x="6376976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44"/>
          <p:cNvSpPr txBox="1"/>
          <p:nvPr/>
        </p:nvSpPr>
        <p:spPr>
          <a:xfrm>
            <a:off x="204776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44"/>
          <p:cNvSpPr txBox="1"/>
          <p:nvPr/>
        </p:nvSpPr>
        <p:spPr>
          <a:xfrm>
            <a:off x="1574800" y="182558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5" name="Google Shape;141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4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7" name="Google Shape;1417;p4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8" name="Google Shape;1418;p44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3" name="Google Shape;1423;p45"/>
          <p:cNvCxnSpPr/>
          <p:nvPr/>
        </p:nvCxnSpPr>
        <p:spPr>
          <a:xfrm rot="10800000">
            <a:off x="1900232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4" name="Google Shape;1424;p45"/>
          <p:cNvCxnSpPr/>
          <p:nvPr/>
        </p:nvCxnSpPr>
        <p:spPr>
          <a:xfrm flipH="1">
            <a:off x="2967032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5" name="Google Shape;1425;p45"/>
          <p:cNvCxnSpPr/>
          <p:nvPr/>
        </p:nvCxnSpPr>
        <p:spPr>
          <a:xfrm flipH="1" rot="10800000">
            <a:off x="681032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6" name="Google Shape;1426;p45"/>
          <p:cNvCxnSpPr/>
          <p:nvPr/>
        </p:nvCxnSpPr>
        <p:spPr>
          <a:xfrm flipH="1" rot="10800000">
            <a:off x="1595432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7" name="Google Shape;1427;p45"/>
          <p:cNvCxnSpPr/>
          <p:nvPr/>
        </p:nvCxnSpPr>
        <p:spPr>
          <a:xfrm flipH="1" rot="10800000">
            <a:off x="528632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8" name="Google Shape;1428;p45"/>
          <p:cNvCxnSpPr/>
          <p:nvPr/>
        </p:nvCxnSpPr>
        <p:spPr>
          <a:xfrm>
            <a:off x="757232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9" name="Google Shape;1429;p45"/>
          <p:cNvCxnSpPr/>
          <p:nvPr/>
        </p:nvCxnSpPr>
        <p:spPr>
          <a:xfrm rot="10800000">
            <a:off x="2890832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0" name="Google Shape;1430;p45"/>
          <p:cNvSpPr/>
          <p:nvPr/>
        </p:nvSpPr>
        <p:spPr>
          <a:xfrm>
            <a:off x="300032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45"/>
          <p:cNvSpPr/>
          <p:nvPr/>
        </p:nvSpPr>
        <p:spPr>
          <a:xfrm>
            <a:off x="452432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45"/>
          <p:cNvSpPr/>
          <p:nvPr/>
        </p:nvSpPr>
        <p:spPr>
          <a:xfrm>
            <a:off x="300032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45"/>
          <p:cNvSpPr/>
          <p:nvPr/>
        </p:nvSpPr>
        <p:spPr>
          <a:xfrm>
            <a:off x="1671632" y="2819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45"/>
          <p:cNvSpPr/>
          <p:nvPr/>
        </p:nvSpPr>
        <p:spPr>
          <a:xfrm>
            <a:off x="1519232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45"/>
          <p:cNvSpPr/>
          <p:nvPr/>
        </p:nvSpPr>
        <p:spPr>
          <a:xfrm>
            <a:off x="2586032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45"/>
          <p:cNvSpPr/>
          <p:nvPr/>
        </p:nvSpPr>
        <p:spPr>
          <a:xfrm>
            <a:off x="3043232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45"/>
          <p:cNvSpPr/>
          <p:nvPr/>
        </p:nvSpPr>
        <p:spPr>
          <a:xfrm>
            <a:off x="2509832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45"/>
          <p:cNvSpPr/>
          <p:nvPr/>
        </p:nvSpPr>
        <p:spPr>
          <a:xfrm>
            <a:off x="1290632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9" name="Google Shape;1439;p45"/>
          <p:cNvCxnSpPr/>
          <p:nvPr/>
        </p:nvCxnSpPr>
        <p:spPr>
          <a:xfrm rot="10800000">
            <a:off x="1747832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0" name="Google Shape;1440;p45"/>
          <p:cNvCxnSpPr/>
          <p:nvPr/>
        </p:nvCxnSpPr>
        <p:spPr>
          <a:xfrm rot="10800000">
            <a:off x="681032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1" name="Google Shape;1441;p45"/>
          <p:cNvSpPr txBox="1"/>
          <p:nvPr/>
        </p:nvSpPr>
        <p:spPr>
          <a:xfrm>
            <a:off x="4381495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2" name="Google Shape;1442;p45"/>
          <p:cNvCxnSpPr/>
          <p:nvPr/>
        </p:nvCxnSpPr>
        <p:spPr>
          <a:xfrm>
            <a:off x="1976432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443" name="Google Shape;1443;p45"/>
          <p:cNvGrpSpPr/>
          <p:nvPr/>
        </p:nvGrpSpPr>
        <p:grpSpPr>
          <a:xfrm>
            <a:off x="6319832" y="1981200"/>
            <a:ext cx="685800" cy="3124200"/>
            <a:chOff x="4128" y="1248"/>
            <a:chExt cx="432" cy="1968"/>
          </a:xfrm>
        </p:grpSpPr>
        <p:cxnSp>
          <p:nvCxnSpPr>
            <p:cNvPr id="1444" name="Google Shape;1444;p45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5" name="Google Shape;1445;p45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6" name="Google Shape;1446;p45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47" name="Google Shape;1447;p45"/>
          <p:cNvSpPr txBox="1"/>
          <p:nvPr/>
        </p:nvSpPr>
        <p:spPr>
          <a:xfrm>
            <a:off x="4414832" y="5257801"/>
            <a:ext cx="45862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unvisited nodes adjacent to B.  Backtrack (pop the stack).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45"/>
          <p:cNvSpPr txBox="1"/>
          <p:nvPr/>
        </p:nvSpPr>
        <p:spPr>
          <a:xfrm>
            <a:off x="6396032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9" name="Google Shape;1449;p45"/>
          <p:cNvSpPr txBox="1"/>
          <p:nvPr/>
        </p:nvSpPr>
        <p:spPr>
          <a:xfrm>
            <a:off x="6319832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45"/>
          <p:cNvSpPr txBox="1"/>
          <p:nvPr/>
        </p:nvSpPr>
        <p:spPr>
          <a:xfrm>
            <a:off x="147632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45"/>
          <p:cNvSpPr txBox="1"/>
          <p:nvPr/>
        </p:nvSpPr>
        <p:spPr>
          <a:xfrm>
            <a:off x="1574800" y="19684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2" name="Google Shape;145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4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4" name="Google Shape;1454;p4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55" name="Google Shape;1455;p45"/>
          <p:cNvGraphicFramePr/>
          <p:nvPr/>
        </p:nvGraphicFramePr>
        <p:xfrm>
          <a:off x="4643432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6" name="Google Shape;1456;p45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1" name="Google Shape;1461;p46"/>
          <p:cNvCxnSpPr/>
          <p:nvPr/>
        </p:nvCxnSpPr>
        <p:spPr>
          <a:xfrm rot="10800000">
            <a:off x="1943088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2" name="Google Shape;1462;p46"/>
          <p:cNvCxnSpPr/>
          <p:nvPr/>
        </p:nvCxnSpPr>
        <p:spPr>
          <a:xfrm flipH="1">
            <a:off x="3009888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3" name="Google Shape;1463;p46"/>
          <p:cNvCxnSpPr/>
          <p:nvPr/>
        </p:nvCxnSpPr>
        <p:spPr>
          <a:xfrm flipH="1" rot="10800000">
            <a:off x="723888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4" name="Google Shape;1464;p46"/>
          <p:cNvCxnSpPr/>
          <p:nvPr/>
        </p:nvCxnSpPr>
        <p:spPr>
          <a:xfrm flipH="1" rot="10800000">
            <a:off x="1638288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5" name="Google Shape;1465;p46"/>
          <p:cNvCxnSpPr/>
          <p:nvPr/>
        </p:nvCxnSpPr>
        <p:spPr>
          <a:xfrm flipH="1" rot="10800000">
            <a:off x="571488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6" name="Google Shape;1466;p46"/>
          <p:cNvCxnSpPr/>
          <p:nvPr/>
        </p:nvCxnSpPr>
        <p:spPr>
          <a:xfrm>
            <a:off x="800088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7" name="Google Shape;1467;p46"/>
          <p:cNvCxnSpPr/>
          <p:nvPr/>
        </p:nvCxnSpPr>
        <p:spPr>
          <a:xfrm rot="10800000">
            <a:off x="2933688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68" name="Google Shape;1468;p46"/>
          <p:cNvSpPr/>
          <p:nvPr/>
        </p:nvSpPr>
        <p:spPr>
          <a:xfrm>
            <a:off x="342888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46"/>
          <p:cNvSpPr/>
          <p:nvPr/>
        </p:nvSpPr>
        <p:spPr>
          <a:xfrm>
            <a:off x="495288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46"/>
          <p:cNvSpPr/>
          <p:nvPr/>
        </p:nvSpPr>
        <p:spPr>
          <a:xfrm>
            <a:off x="342888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46"/>
          <p:cNvSpPr/>
          <p:nvPr/>
        </p:nvSpPr>
        <p:spPr>
          <a:xfrm>
            <a:off x="1714488" y="2819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46"/>
          <p:cNvSpPr/>
          <p:nvPr/>
        </p:nvSpPr>
        <p:spPr>
          <a:xfrm>
            <a:off x="1562088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46"/>
          <p:cNvSpPr/>
          <p:nvPr/>
        </p:nvSpPr>
        <p:spPr>
          <a:xfrm>
            <a:off x="2628888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46"/>
          <p:cNvSpPr/>
          <p:nvPr/>
        </p:nvSpPr>
        <p:spPr>
          <a:xfrm>
            <a:off x="3086088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46"/>
          <p:cNvSpPr/>
          <p:nvPr/>
        </p:nvSpPr>
        <p:spPr>
          <a:xfrm>
            <a:off x="2552688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46"/>
          <p:cNvSpPr/>
          <p:nvPr/>
        </p:nvSpPr>
        <p:spPr>
          <a:xfrm>
            <a:off x="1333488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7" name="Google Shape;1477;p46"/>
          <p:cNvCxnSpPr/>
          <p:nvPr/>
        </p:nvCxnSpPr>
        <p:spPr>
          <a:xfrm rot="10800000">
            <a:off x="1790688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8" name="Google Shape;1478;p46"/>
          <p:cNvCxnSpPr/>
          <p:nvPr/>
        </p:nvCxnSpPr>
        <p:spPr>
          <a:xfrm rot="10800000">
            <a:off x="723888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9" name="Google Shape;1479;p46"/>
          <p:cNvSpPr txBox="1"/>
          <p:nvPr/>
        </p:nvSpPr>
        <p:spPr>
          <a:xfrm>
            <a:off x="4424351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0" name="Google Shape;1480;p46"/>
          <p:cNvCxnSpPr/>
          <p:nvPr/>
        </p:nvCxnSpPr>
        <p:spPr>
          <a:xfrm>
            <a:off x="2019288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481" name="Google Shape;1481;p46"/>
          <p:cNvGrpSpPr/>
          <p:nvPr/>
        </p:nvGrpSpPr>
        <p:grpSpPr>
          <a:xfrm>
            <a:off x="6362688" y="1981200"/>
            <a:ext cx="685800" cy="3124200"/>
            <a:chOff x="4128" y="1248"/>
            <a:chExt cx="432" cy="1968"/>
          </a:xfrm>
        </p:grpSpPr>
        <p:cxnSp>
          <p:nvCxnSpPr>
            <p:cNvPr id="1482" name="Google Shape;1482;p46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3" name="Google Shape;1483;p46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4" name="Google Shape;1484;p46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85" name="Google Shape;1485;p46"/>
          <p:cNvSpPr txBox="1"/>
          <p:nvPr/>
        </p:nvSpPr>
        <p:spPr>
          <a:xfrm>
            <a:off x="4457688" y="5257801"/>
            <a:ext cx="45862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unvisited nodes adjacent to A.  Backtrack (pop the stack).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46"/>
          <p:cNvSpPr txBox="1"/>
          <p:nvPr/>
        </p:nvSpPr>
        <p:spPr>
          <a:xfrm>
            <a:off x="6438888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7" name="Google Shape;1487;p46"/>
          <p:cNvSpPr txBox="1"/>
          <p:nvPr/>
        </p:nvSpPr>
        <p:spPr>
          <a:xfrm>
            <a:off x="6362688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46"/>
          <p:cNvSpPr txBox="1"/>
          <p:nvPr/>
        </p:nvSpPr>
        <p:spPr>
          <a:xfrm>
            <a:off x="190488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46"/>
          <p:cNvSpPr txBox="1"/>
          <p:nvPr/>
        </p:nvSpPr>
        <p:spPr>
          <a:xfrm>
            <a:off x="1574800" y="196848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0" name="Google Shape;149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4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2" name="Google Shape;1492;p4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93" name="Google Shape;1493;p46"/>
          <p:cNvGraphicFramePr/>
          <p:nvPr/>
        </p:nvGraphicFramePr>
        <p:xfrm>
          <a:off x="4686288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4" name="Google Shape;1494;p46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9" name="Google Shape;1499;p47"/>
          <p:cNvCxnSpPr/>
          <p:nvPr/>
        </p:nvCxnSpPr>
        <p:spPr>
          <a:xfrm rot="10800000">
            <a:off x="1943088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0" name="Google Shape;1500;p47"/>
          <p:cNvCxnSpPr/>
          <p:nvPr/>
        </p:nvCxnSpPr>
        <p:spPr>
          <a:xfrm flipH="1">
            <a:off x="3009888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1" name="Google Shape;1501;p47"/>
          <p:cNvCxnSpPr/>
          <p:nvPr/>
        </p:nvCxnSpPr>
        <p:spPr>
          <a:xfrm flipH="1" rot="10800000">
            <a:off x="723888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2" name="Google Shape;1502;p47"/>
          <p:cNvCxnSpPr/>
          <p:nvPr/>
        </p:nvCxnSpPr>
        <p:spPr>
          <a:xfrm flipH="1" rot="10800000">
            <a:off x="1638288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3" name="Google Shape;1503;p47"/>
          <p:cNvCxnSpPr/>
          <p:nvPr/>
        </p:nvCxnSpPr>
        <p:spPr>
          <a:xfrm flipH="1" rot="10800000">
            <a:off x="571488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4" name="Google Shape;1504;p47"/>
          <p:cNvCxnSpPr/>
          <p:nvPr/>
        </p:nvCxnSpPr>
        <p:spPr>
          <a:xfrm>
            <a:off x="800088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5" name="Google Shape;1505;p47"/>
          <p:cNvCxnSpPr/>
          <p:nvPr/>
        </p:nvCxnSpPr>
        <p:spPr>
          <a:xfrm rot="10800000">
            <a:off x="2933688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6" name="Google Shape;1506;p47"/>
          <p:cNvSpPr/>
          <p:nvPr/>
        </p:nvSpPr>
        <p:spPr>
          <a:xfrm>
            <a:off x="342888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47"/>
          <p:cNvSpPr/>
          <p:nvPr/>
        </p:nvSpPr>
        <p:spPr>
          <a:xfrm>
            <a:off x="495288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47"/>
          <p:cNvSpPr/>
          <p:nvPr/>
        </p:nvSpPr>
        <p:spPr>
          <a:xfrm>
            <a:off x="342888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47"/>
          <p:cNvSpPr/>
          <p:nvPr/>
        </p:nvSpPr>
        <p:spPr>
          <a:xfrm>
            <a:off x="1714488" y="2819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47"/>
          <p:cNvSpPr/>
          <p:nvPr/>
        </p:nvSpPr>
        <p:spPr>
          <a:xfrm>
            <a:off x="1562088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47"/>
          <p:cNvSpPr/>
          <p:nvPr/>
        </p:nvSpPr>
        <p:spPr>
          <a:xfrm>
            <a:off x="2628888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47"/>
          <p:cNvSpPr/>
          <p:nvPr/>
        </p:nvSpPr>
        <p:spPr>
          <a:xfrm>
            <a:off x="3086088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47"/>
          <p:cNvSpPr/>
          <p:nvPr/>
        </p:nvSpPr>
        <p:spPr>
          <a:xfrm>
            <a:off x="2552688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47"/>
          <p:cNvSpPr/>
          <p:nvPr/>
        </p:nvSpPr>
        <p:spPr>
          <a:xfrm>
            <a:off x="1333488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5" name="Google Shape;1515;p47"/>
          <p:cNvCxnSpPr/>
          <p:nvPr/>
        </p:nvCxnSpPr>
        <p:spPr>
          <a:xfrm rot="10800000">
            <a:off x="1790688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6" name="Google Shape;1516;p47"/>
          <p:cNvCxnSpPr/>
          <p:nvPr/>
        </p:nvCxnSpPr>
        <p:spPr>
          <a:xfrm rot="10800000">
            <a:off x="723888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7" name="Google Shape;1517;p47"/>
          <p:cNvSpPr txBox="1"/>
          <p:nvPr/>
        </p:nvSpPr>
        <p:spPr>
          <a:xfrm>
            <a:off x="4424351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8" name="Google Shape;1518;p47"/>
          <p:cNvCxnSpPr/>
          <p:nvPr/>
        </p:nvCxnSpPr>
        <p:spPr>
          <a:xfrm>
            <a:off x="2019288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519" name="Google Shape;1519;p47"/>
          <p:cNvGrpSpPr/>
          <p:nvPr/>
        </p:nvGrpSpPr>
        <p:grpSpPr>
          <a:xfrm>
            <a:off x="6362688" y="1981200"/>
            <a:ext cx="685800" cy="3124200"/>
            <a:chOff x="4128" y="1248"/>
            <a:chExt cx="432" cy="1968"/>
          </a:xfrm>
        </p:grpSpPr>
        <p:cxnSp>
          <p:nvCxnSpPr>
            <p:cNvPr id="1520" name="Google Shape;1520;p47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1" name="Google Shape;1521;p47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2" name="Google Shape;1522;p47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23" name="Google Shape;1523;p47"/>
          <p:cNvSpPr txBox="1"/>
          <p:nvPr/>
        </p:nvSpPr>
        <p:spPr>
          <a:xfrm>
            <a:off x="4457687" y="5257801"/>
            <a:ext cx="488632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unvisited nodes adjacent to H.  Backtrack (pop the stack).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47"/>
          <p:cNvSpPr txBox="1"/>
          <p:nvPr/>
        </p:nvSpPr>
        <p:spPr>
          <a:xfrm>
            <a:off x="6438888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5" name="Google Shape;1525;p47"/>
          <p:cNvSpPr txBox="1"/>
          <p:nvPr/>
        </p:nvSpPr>
        <p:spPr>
          <a:xfrm>
            <a:off x="6362688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47"/>
          <p:cNvSpPr txBox="1"/>
          <p:nvPr/>
        </p:nvSpPr>
        <p:spPr>
          <a:xfrm>
            <a:off x="190488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47"/>
          <p:cNvSpPr txBox="1"/>
          <p:nvPr/>
        </p:nvSpPr>
        <p:spPr>
          <a:xfrm>
            <a:off x="1574800" y="153982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8" name="Google Shape;152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529" name="Google Shape;1529;p4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0" name="Google Shape;1530;p4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31" name="Google Shape;1531;p47"/>
          <p:cNvGraphicFramePr/>
          <p:nvPr/>
        </p:nvGraphicFramePr>
        <p:xfrm>
          <a:off x="4686288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2" name="Google Shape;1532;p47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7" name="Google Shape;1537;p48"/>
          <p:cNvCxnSpPr/>
          <p:nvPr/>
        </p:nvCxnSpPr>
        <p:spPr>
          <a:xfrm rot="10800000">
            <a:off x="1900232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8" name="Google Shape;1538;p48"/>
          <p:cNvCxnSpPr/>
          <p:nvPr/>
        </p:nvCxnSpPr>
        <p:spPr>
          <a:xfrm flipH="1">
            <a:off x="2967032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9" name="Google Shape;1539;p48"/>
          <p:cNvCxnSpPr/>
          <p:nvPr/>
        </p:nvCxnSpPr>
        <p:spPr>
          <a:xfrm flipH="1" rot="10800000">
            <a:off x="681032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0" name="Google Shape;1540;p48"/>
          <p:cNvCxnSpPr/>
          <p:nvPr/>
        </p:nvCxnSpPr>
        <p:spPr>
          <a:xfrm flipH="1" rot="10800000">
            <a:off x="1595432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1" name="Google Shape;1541;p48"/>
          <p:cNvCxnSpPr/>
          <p:nvPr/>
        </p:nvCxnSpPr>
        <p:spPr>
          <a:xfrm flipH="1" rot="10800000">
            <a:off x="528632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2" name="Google Shape;1542;p48"/>
          <p:cNvCxnSpPr/>
          <p:nvPr/>
        </p:nvCxnSpPr>
        <p:spPr>
          <a:xfrm>
            <a:off x="757232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3" name="Google Shape;1543;p48"/>
          <p:cNvCxnSpPr/>
          <p:nvPr/>
        </p:nvCxnSpPr>
        <p:spPr>
          <a:xfrm rot="10800000">
            <a:off x="2890832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44" name="Google Shape;1544;p48"/>
          <p:cNvSpPr/>
          <p:nvPr/>
        </p:nvSpPr>
        <p:spPr>
          <a:xfrm>
            <a:off x="300032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48"/>
          <p:cNvSpPr/>
          <p:nvPr/>
        </p:nvSpPr>
        <p:spPr>
          <a:xfrm>
            <a:off x="452432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48"/>
          <p:cNvSpPr/>
          <p:nvPr/>
        </p:nvSpPr>
        <p:spPr>
          <a:xfrm>
            <a:off x="300032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48"/>
          <p:cNvSpPr/>
          <p:nvPr/>
        </p:nvSpPr>
        <p:spPr>
          <a:xfrm>
            <a:off x="1671632" y="2819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48"/>
          <p:cNvSpPr/>
          <p:nvPr/>
        </p:nvSpPr>
        <p:spPr>
          <a:xfrm>
            <a:off x="1519232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48"/>
          <p:cNvSpPr/>
          <p:nvPr/>
        </p:nvSpPr>
        <p:spPr>
          <a:xfrm>
            <a:off x="2586032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48"/>
          <p:cNvSpPr/>
          <p:nvPr/>
        </p:nvSpPr>
        <p:spPr>
          <a:xfrm>
            <a:off x="3043232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48"/>
          <p:cNvSpPr/>
          <p:nvPr/>
        </p:nvSpPr>
        <p:spPr>
          <a:xfrm>
            <a:off x="2509832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48"/>
          <p:cNvSpPr/>
          <p:nvPr/>
        </p:nvSpPr>
        <p:spPr>
          <a:xfrm>
            <a:off x="1290632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3" name="Google Shape;1553;p48"/>
          <p:cNvCxnSpPr/>
          <p:nvPr/>
        </p:nvCxnSpPr>
        <p:spPr>
          <a:xfrm rot="10800000">
            <a:off x="1747832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4" name="Google Shape;1554;p48"/>
          <p:cNvCxnSpPr/>
          <p:nvPr/>
        </p:nvCxnSpPr>
        <p:spPr>
          <a:xfrm rot="10800000">
            <a:off x="681032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5" name="Google Shape;1555;p48"/>
          <p:cNvSpPr txBox="1"/>
          <p:nvPr/>
        </p:nvSpPr>
        <p:spPr>
          <a:xfrm>
            <a:off x="4381495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6" name="Google Shape;1556;p48"/>
          <p:cNvCxnSpPr/>
          <p:nvPr/>
        </p:nvCxnSpPr>
        <p:spPr>
          <a:xfrm>
            <a:off x="1976432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557" name="Google Shape;1557;p48"/>
          <p:cNvGrpSpPr/>
          <p:nvPr/>
        </p:nvGrpSpPr>
        <p:grpSpPr>
          <a:xfrm>
            <a:off x="6319832" y="1981200"/>
            <a:ext cx="685800" cy="3124200"/>
            <a:chOff x="4128" y="1248"/>
            <a:chExt cx="432" cy="1968"/>
          </a:xfrm>
        </p:grpSpPr>
        <p:cxnSp>
          <p:nvCxnSpPr>
            <p:cNvPr id="1558" name="Google Shape;1558;p48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9" name="Google Shape;1559;p48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0" name="Google Shape;1560;p48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61" name="Google Shape;1561;p48"/>
          <p:cNvSpPr txBox="1"/>
          <p:nvPr/>
        </p:nvSpPr>
        <p:spPr>
          <a:xfrm>
            <a:off x="4414832" y="5257801"/>
            <a:ext cx="54483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unvisited nodes adjacent to G.  Backtrack (pop the stack).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48"/>
          <p:cNvSpPr txBox="1"/>
          <p:nvPr/>
        </p:nvSpPr>
        <p:spPr>
          <a:xfrm>
            <a:off x="6396032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3" name="Google Shape;1563;p48"/>
          <p:cNvSpPr txBox="1"/>
          <p:nvPr/>
        </p:nvSpPr>
        <p:spPr>
          <a:xfrm>
            <a:off x="6319832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48"/>
          <p:cNvSpPr txBox="1"/>
          <p:nvPr/>
        </p:nvSpPr>
        <p:spPr>
          <a:xfrm>
            <a:off x="147632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48"/>
          <p:cNvSpPr txBox="1"/>
          <p:nvPr/>
        </p:nvSpPr>
        <p:spPr>
          <a:xfrm>
            <a:off x="1574800" y="239700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6" name="Google Shape;156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4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8" name="Google Shape;1568;p4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69" name="Google Shape;1569;p48"/>
          <p:cNvGraphicFramePr/>
          <p:nvPr/>
        </p:nvGraphicFramePr>
        <p:xfrm>
          <a:off x="4643432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0" name="Google Shape;1570;p48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5" name="Google Shape;1575;p49"/>
          <p:cNvCxnSpPr/>
          <p:nvPr/>
        </p:nvCxnSpPr>
        <p:spPr>
          <a:xfrm rot="10800000">
            <a:off x="197166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6" name="Google Shape;1576;p49"/>
          <p:cNvCxnSpPr/>
          <p:nvPr/>
        </p:nvCxnSpPr>
        <p:spPr>
          <a:xfrm flipH="1">
            <a:off x="303846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7" name="Google Shape;1577;p49"/>
          <p:cNvCxnSpPr/>
          <p:nvPr/>
        </p:nvCxnSpPr>
        <p:spPr>
          <a:xfrm flipH="1" rot="10800000">
            <a:off x="75246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8" name="Google Shape;1578;p49"/>
          <p:cNvCxnSpPr/>
          <p:nvPr/>
        </p:nvCxnSpPr>
        <p:spPr>
          <a:xfrm flipH="1" rot="10800000">
            <a:off x="166686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9" name="Google Shape;1579;p49"/>
          <p:cNvCxnSpPr/>
          <p:nvPr/>
        </p:nvCxnSpPr>
        <p:spPr>
          <a:xfrm flipH="1" rot="10800000">
            <a:off x="60006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80" name="Google Shape;1580;p49"/>
          <p:cNvCxnSpPr/>
          <p:nvPr/>
        </p:nvCxnSpPr>
        <p:spPr>
          <a:xfrm>
            <a:off x="82866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81" name="Google Shape;1581;p49"/>
          <p:cNvCxnSpPr/>
          <p:nvPr/>
        </p:nvCxnSpPr>
        <p:spPr>
          <a:xfrm rot="10800000">
            <a:off x="296226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2" name="Google Shape;1582;p49"/>
          <p:cNvSpPr/>
          <p:nvPr/>
        </p:nvSpPr>
        <p:spPr>
          <a:xfrm>
            <a:off x="37146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49"/>
          <p:cNvSpPr/>
          <p:nvPr/>
        </p:nvSpPr>
        <p:spPr>
          <a:xfrm>
            <a:off x="523860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49"/>
          <p:cNvSpPr/>
          <p:nvPr/>
        </p:nvSpPr>
        <p:spPr>
          <a:xfrm>
            <a:off x="371460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49"/>
          <p:cNvSpPr/>
          <p:nvPr/>
        </p:nvSpPr>
        <p:spPr>
          <a:xfrm>
            <a:off x="1743060" y="2819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49"/>
          <p:cNvSpPr/>
          <p:nvPr/>
        </p:nvSpPr>
        <p:spPr>
          <a:xfrm>
            <a:off x="1590660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49"/>
          <p:cNvSpPr/>
          <p:nvPr/>
        </p:nvSpPr>
        <p:spPr>
          <a:xfrm>
            <a:off x="265746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49"/>
          <p:cNvSpPr/>
          <p:nvPr/>
        </p:nvSpPr>
        <p:spPr>
          <a:xfrm>
            <a:off x="3114660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49"/>
          <p:cNvSpPr/>
          <p:nvPr/>
        </p:nvSpPr>
        <p:spPr>
          <a:xfrm>
            <a:off x="2581260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49"/>
          <p:cNvSpPr/>
          <p:nvPr/>
        </p:nvSpPr>
        <p:spPr>
          <a:xfrm>
            <a:off x="136206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1" name="Google Shape;1591;p49"/>
          <p:cNvCxnSpPr/>
          <p:nvPr/>
        </p:nvCxnSpPr>
        <p:spPr>
          <a:xfrm rot="10800000">
            <a:off x="181926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2" name="Google Shape;1592;p49"/>
          <p:cNvCxnSpPr/>
          <p:nvPr/>
        </p:nvCxnSpPr>
        <p:spPr>
          <a:xfrm rot="10800000">
            <a:off x="75246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3" name="Google Shape;1593;p49"/>
          <p:cNvSpPr txBox="1"/>
          <p:nvPr/>
        </p:nvSpPr>
        <p:spPr>
          <a:xfrm>
            <a:off x="4452923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4" name="Google Shape;1594;p49"/>
          <p:cNvCxnSpPr/>
          <p:nvPr/>
        </p:nvCxnSpPr>
        <p:spPr>
          <a:xfrm>
            <a:off x="204786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595" name="Google Shape;1595;p49"/>
          <p:cNvGrpSpPr/>
          <p:nvPr/>
        </p:nvGrpSpPr>
        <p:grpSpPr>
          <a:xfrm>
            <a:off x="6391260" y="1981200"/>
            <a:ext cx="685800" cy="3124200"/>
            <a:chOff x="4128" y="1248"/>
            <a:chExt cx="432" cy="1968"/>
          </a:xfrm>
        </p:grpSpPr>
        <p:cxnSp>
          <p:nvCxnSpPr>
            <p:cNvPr id="1596" name="Google Shape;1596;p49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7" name="Google Shape;1597;p49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8" name="Google Shape;1598;p49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99" name="Google Shape;1599;p49"/>
          <p:cNvSpPr txBox="1"/>
          <p:nvPr/>
        </p:nvSpPr>
        <p:spPr>
          <a:xfrm>
            <a:off x="4486260" y="5257801"/>
            <a:ext cx="45862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unvisited nodes adjacent to E.  Backtrack (pop the stack).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49"/>
          <p:cNvSpPr txBox="1"/>
          <p:nvPr/>
        </p:nvSpPr>
        <p:spPr>
          <a:xfrm>
            <a:off x="6467460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1" name="Google Shape;1601;p49"/>
          <p:cNvSpPr txBox="1"/>
          <p:nvPr/>
        </p:nvSpPr>
        <p:spPr>
          <a:xfrm>
            <a:off x="6391260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49"/>
          <p:cNvSpPr txBox="1"/>
          <p:nvPr/>
        </p:nvSpPr>
        <p:spPr>
          <a:xfrm>
            <a:off x="219060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49"/>
          <p:cNvSpPr txBox="1"/>
          <p:nvPr/>
        </p:nvSpPr>
        <p:spPr>
          <a:xfrm>
            <a:off x="1574800" y="19684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4" name="Google Shape;160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4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6" name="Google Shape;1606;p4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07" name="Google Shape;1607;p49"/>
          <p:cNvGraphicFramePr/>
          <p:nvPr/>
        </p:nvGraphicFramePr>
        <p:xfrm>
          <a:off x="471486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8" name="Google Shape;1608;p49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3" name="Google Shape;1613;p50"/>
          <p:cNvCxnSpPr/>
          <p:nvPr/>
        </p:nvCxnSpPr>
        <p:spPr>
          <a:xfrm rot="10800000">
            <a:off x="1985941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4" name="Google Shape;1614;p50"/>
          <p:cNvCxnSpPr/>
          <p:nvPr/>
        </p:nvCxnSpPr>
        <p:spPr>
          <a:xfrm flipH="1">
            <a:off x="3052741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5" name="Google Shape;1615;p50"/>
          <p:cNvCxnSpPr/>
          <p:nvPr/>
        </p:nvCxnSpPr>
        <p:spPr>
          <a:xfrm flipH="1" rot="10800000">
            <a:off x="766741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6" name="Google Shape;1616;p50"/>
          <p:cNvCxnSpPr/>
          <p:nvPr/>
        </p:nvCxnSpPr>
        <p:spPr>
          <a:xfrm flipH="1" rot="10800000">
            <a:off x="1681141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7" name="Google Shape;1617;p50"/>
          <p:cNvCxnSpPr/>
          <p:nvPr/>
        </p:nvCxnSpPr>
        <p:spPr>
          <a:xfrm flipH="1" rot="10800000">
            <a:off x="614341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8" name="Google Shape;1618;p50"/>
          <p:cNvCxnSpPr/>
          <p:nvPr/>
        </p:nvCxnSpPr>
        <p:spPr>
          <a:xfrm>
            <a:off x="842941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9" name="Google Shape;1619;p50"/>
          <p:cNvCxnSpPr/>
          <p:nvPr/>
        </p:nvCxnSpPr>
        <p:spPr>
          <a:xfrm rot="10800000">
            <a:off x="2976541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0" name="Google Shape;1620;p50"/>
          <p:cNvSpPr/>
          <p:nvPr/>
        </p:nvSpPr>
        <p:spPr>
          <a:xfrm>
            <a:off x="385741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50"/>
          <p:cNvSpPr/>
          <p:nvPr/>
        </p:nvSpPr>
        <p:spPr>
          <a:xfrm>
            <a:off x="538141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50"/>
          <p:cNvSpPr/>
          <p:nvPr/>
        </p:nvSpPr>
        <p:spPr>
          <a:xfrm>
            <a:off x="385741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50"/>
          <p:cNvSpPr/>
          <p:nvPr/>
        </p:nvSpPr>
        <p:spPr>
          <a:xfrm>
            <a:off x="1757341" y="2819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4" name="Google Shape;1624;p50"/>
          <p:cNvSpPr/>
          <p:nvPr/>
        </p:nvSpPr>
        <p:spPr>
          <a:xfrm>
            <a:off x="1604941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5" name="Google Shape;1625;p50"/>
          <p:cNvSpPr/>
          <p:nvPr/>
        </p:nvSpPr>
        <p:spPr>
          <a:xfrm>
            <a:off x="2671741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6" name="Google Shape;1626;p50"/>
          <p:cNvSpPr/>
          <p:nvPr/>
        </p:nvSpPr>
        <p:spPr>
          <a:xfrm>
            <a:off x="3128941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7" name="Google Shape;1627;p50"/>
          <p:cNvSpPr/>
          <p:nvPr/>
        </p:nvSpPr>
        <p:spPr>
          <a:xfrm>
            <a:off x="2595541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8" name="Google Shape;1628;p50"/>
          <p:cNvSpPr/>
          <p:nvPr/>
        </p:nvSpPr>
        <p:spPr>
          <a:xfrm>
            <a:off x="1376341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9" name="Google Shape;1629;p50"/>
          <p:cNvCxnSpPr/>
          <p:nvPr/>
        </p:nvCxnSpPr>
        <p:spPr>
          <a:xfrm rot="10800000">
            <a:off x="1833541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0" name="Google Shape;1630;p50"/>
          <p:cNvCxnSpPr/>
          <p:nvPr/>
        </p:nvCxnSpPr>
        <p:spPr>
          <a:xfrm rot="10800000">
            <a:off x="766741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1" name="Google Shape;1631;p50"/>
          <p:cNvSpPr txBox="1"/>
          <p:nvPr/>
        </p:nvSpPr>
        <p:spPr>
          <a:xfrm>
            <a:off x="4467204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2" name="Google Shape;1632;p50"/>
          <p:cNvCxnSpPr/>
          <p:nvPr/>
        </p:nvCxnSpPr>
        <p:spPr>
          <a:xfrm>
            <a:off x="2062141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633" name="Google Shape;1633;p50"/>
          <p:cNvGrpSpPr/>
          <p:nvPr/>
        </p:nvGrpSpPr>
        <p:grpSpPr>
          <a:xfrm>
            <a:off x="6405541" y="1981200"/>
            <a:ext cx="685800" cy="3124200"/>
            <a:chOff x="4128" y="1248"/>
            <a:chExt cx="432" cy="1968"/>
          </a:xfrm>
        </p:grpSpPr>
        <p:cxnSp>
          <p:nvCxnSpPr>
            <p:cNvPr id="1634" name="Google Shape;1634;p50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5" name="Google Shape;1635;p50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6" name="Google Shape;1636;p50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37" name="Google Shape;1637;p50"/>
          <p:cNvSpPr txBox="1"/>
          <p:nvPr/>
        </p:nvSpPr>
        <p:spPr>
          <a:xfrm>
            <a:off x="4500541" y="5257801"/>
            <a:ext cx="4419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is unvisited and is adjacent to D. Decide to visit F next.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50"/>
          <p:cNvSpPr txBox="1"/>
          <p:nvPr/>
        </p:nvSpPr>
        <p:spPr>
          <a:xfrm>
            <a:off x="6481741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9" name="Google Shape;1639;p50"/>
          <p:cNvSpPr txBox="1"/>
          <p:nvPr/>
        </p:nvSpPr>
        <p:spPr>
          <a:xfrm>
            <a:off x="6405541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50"/>
          <p:cNvSpPr txBox="1"/>
          <p:nvPr/>
        </p:nvSpPr>
        <p:spPr>
          <a:xfrm>
            <a:off x="233341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50"/>
          <p:cNvSpPr txBox="1"/>
          <p:nvPr/>
        </p:nvSpPr>
        <p:spPr>
          <a:xfrm>
            <a:off x="1574800" y="19684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2" name="Google Shape;164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5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4" name="Google Shape;1644;p5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45" name="Google Shape;1645;p50"/>
          <p:cNvGraphicFramePr/>
          <p:nvPr/>
        </p:nvGraphicFramePr>
        <p:xfrm>
          <a:off x="4729141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46" name="Google Shape;1646;p50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1" name="Google Shape;1651;p51"/>
          <p:cNvCxnSpPr/>
          <p:nvPr/>
        </p:nvCxnSpPr>
        <p:spPr>
          <a:xfrm rot="10800000">
            <a:off x="1971668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52" name="Google Shape;1652;p51"/>
          <p:cNvCxnSpPr/>
          <p:nvPr/>
        </p:nvCxnSpPr>
        <p:spPr>
          <a:xfrm flipH="1">
            <a:off x="3038468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53" name="Google Shape;1653;p51"/>
          <p:cNvCxnSpPr/>
          <p:nvPr/>
        </p:nvCxnSpPr>
        <p:spPr>
          <a:xfrm flipH="1" rot="10800000">
            <a:off x="752468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54" name="Google Shape;1654;p51"/>
          <p:cNvCxnSpPr/>
          <p:nvPr/>
        </p:nvCxnSpPr>
        <p:spPr>
          <a:xfrm flipH="1" rot="10800000">
            <a:off x="1666868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55" name="Google Shape;1655;p51"/>
          <p:cNvCxnSpPr/>
          <p:nvPr/>
        </p:nvCxnSpPr>
        <p:spPr>
          <a:xfrm flipH="1" rot="10800000">
            <a:off x="600068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56" name="Google Shape;1656;p51"/>
          <p:cNvCxnSpPr/>
          <p:nvPr/>
        </p:nvCxnSpPr>
        <p:spPr>
          <a:xfrm>
            <a:off x="828668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57" name="Google Shape;1657;p51"/>
          <p:cNvCxnSpPr/>
          <p:nvPr/>
        </p:nvCxnSpPr>
        <p:spPr>
          <a:xfrm rot="10800000">
            <a:off x="2962268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58" name="Google Shape;1658;p51"/>
          <p:cNvSpPr/>
          <p:nvPr/>
        </p:nvSpPr>
        <p:spPr>
          <a:xfrm>
            <a:off x="371468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51"/>
          <p:cNvSpPr/>
          <p:nvPr/>
        </p:nvSpPr>
        <p:spPr>
          <a:xfrm>
            <a:off x="523868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0" name="Google Shape;1660;p51"/>
          <p:cNvSpPr/>
          <p:nvPr/>
        </p:nvSpPr>
        <p:spPr>
          <a:xfrm>
            <a:off x="371468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p51"/>
          <p:cNvSpPr/>
          <p:nvPr/>
        </p:nvSpPr>
        <p:spPr>
          <a:xfrm>
            <a:off x="1743068" y="2819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51"/>
          <p:cNvSpPr/>
          <p:nvPr/>
        </p:nvSpPr>
        <p:spPr>
          <a:xfrm>
            <a:off x="1590668" y="18288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51"/>
          <p:cNvSpPr/>
          <p:nvPr/>
        </p:nvSpPr>
        <p:spPr>
          <a:xfrm>
            <a:off x="2657468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51"/>
          <p:cNvSpPr/>
          <p:nvPr/>
        </p:nvSpPr>
        <p:spPr>
          <a:xfrm>
            <a:off x="3114668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51"/>
          <p:cNvSpPr/>
          <p:nvPr/>
        </p:nvSpPr>
        <p:spPr>
          <a:xfrm>
            <a:off x="2581268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51"/>
          <p:cNvSpPr/>
          <p:nvPr/>
        </p:nvSpPr>
        <p:spPr>
          <a:xfrm>
            <a:off x="1362068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7" name="Google Shape;1667;p51"/>
          <p:cNvCxnSpPr/>
          <p:nvPr/>
        </p:nvCxnSpPr>
        <p:spPr>
          <a:xfrm rot="10800000">
            <a:off x="1819268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68" name="Google Shape;1668;p51"/>
          <p:cNvCxnSpPr/>
          <p:nvPr/>
        </p:nvCxnSpPr>
        <p:spPr>
          <a:xfrm rot="10800000">
            <a:off x="752468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69" name="Google Shape;1669;p51"/>
          <p:cNvSpPr txBox="1"/>
          <p:nvPr/>
        </p:nvSpPr>
        <p:spPr>
          <a:xfrm>
            <a:off x="4452931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0" name="Google Shape;1670;p51"/>
          <p:cNvCxnSpPr/>
          <p:nvPr/>
        </p:nvCxnSpPr>
        <p:spPr>
          <a:xfrm>
            <a:off x="2047868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671" name="Google Shape;1671;p51"/>
          <p:cNvGrpSpPr/>
          <p:nvPr/>
        </p:nvGrpSpPr>
        <p:grpSpPr>
          <a:xfrm>
            <a:off x="6391268" y="1981200"/>
            <a:ext cx="685800" cy="3124200"/>
            <a:chOff x="4128" y="1248"/>
            <a:chExt cx="432" cy="1968"/>
          </a:xfrm>
        </p:grpSpPr>
        <p:cxnSp>
          <p:nvCxnSpPr>
            <p:cNvPr id="1672" name="Google Shape;1672;p51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3" name="Google Shape;1673;p51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4" name="Google Shape;1674;p51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75" name="Google Shape;1675;p51"/>
          <p:cNvSpPr txBox="1"/>
          <p:nvPr/>
        </p:nvSpPr>
        <p:spPr>
          <a:xfrm>
            <a:off x="4486268" y="5257800"/>
            <a:ext cx="441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51"/>
          <p:cNvSpPr txBox="1"/>
          <p:nvPr/>
        </p:nvSpPr>
        <p:spPr>
          <a:xfrm>
            <a:off x="6467468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7" name="Google Shape;1677;p51"/>
          <p:cNvSpPr txBox="1"/>
          <p:nvPr/>
        </p:nvSpPr>
        <p:spPr>
          <a:xfrm>
            <a:off x="6391268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51"/>
          <p:cNvSpPr txBox="1"/>
          <p:nvPr/>
        </p:nvSpPr>
        <p:spPr>
          <a:xfrm>
            <a:off x="219068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B,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51"/>
          <p:cNvSpPr txBox="1"/>
          <p:nvPr/>
        </p:nvSpPr>
        <p:spPr>
          <a:xfrm>
            <a:off x="1574800" y="253991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0" name="Google Shape;1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5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2" name="Google Shape;1682;p5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83" name="Google Shape;1683;p51"/>
          <p:cNvGraphicFramePr/>
          <p:nvPr/>
        </p:nvGraphicFramePr>
        <p:xfrm>
          <a:off x="4714868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4" name="Google Shape;1684;p51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9" name="Google Shape;1689;p52"/>
          <p:cNvCxnSpPr/>
          <p:nvPr/>
        </p:nvCxnSpPr>
        <p:spPr>
          <a:xfrm rot="10800000">
            <a:off x="195738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0" name="Google Shape;1690;p52"/>
          <p:cNvCxnSpPr/>
          <p:nvPr/>
        </p:nvCxnSpPr>
        <p:spPr>
          <a:xfrm flipH="1">
            <a:off x="302418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1" name="Google Shape;1691;p52"/>
          <p:cNvCxnSpPr/>
          <p:nvPr/>
        </p:nvCxnSpPr>
        <p:spPr>
          <a:xfrm flipH="1" rot="10800000">
            <a:off x="73818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2" name="Google Shape;1692;p52"/>
          <p:cNvCxnSpPr/>
          <p:nvPr/>
        </p:nvCxnSpPr>
        <p:spPr>
          <a:xfrm flipH="1" rot="10800000">
            <a:off x="165258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3" name="Google Shape;1693;p52"/>
          <p:cNvCxnSpPr/>
          <p:nvPr/>
        </p:nvCxnSpPr>
        <p:spPr>
          <a:xfrm flipH="1" rot="10800000">
            <a:off x="58578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4" name="Google Shape;1694;p52"/>
          <p:cNvCxnSpPr/>
          <p:nvPr/>
        </p:nvCxnSpPr>
        <p:spPr>
          <a:xfrm>
            <a:off x="81438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5" name="Google Shape;1695;p52"/>
          <p:cNvCxnSpPr/>
          <p:nvPr/>
        </p:nvCxnSpPr>
        <p:spPr>
          <a:xfrm rot="10800000">
            <a:off x="294798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96" name="Google Shape;1696;p52"/>
          <p:cNvSpPr/>
          <p:nvPr/>
        </p:nvSpPr>
        <p:spPr>
          <a:xfrm>
            <a:off x="35718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52"/>
          <p:cNvSpPr/>
          <p:nvPr/>
        </p:nvSpPr>
        <p:spPr>
          <a:xfrm>
            <a:off x="509580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52"/>
          <p:cNvSpPr/>
          <p:nvPr/>
        </p:nvSpPr>
        <p:spPr>
          <a:xfrm>
            <a:off x="357180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52"/>
          <p:cNvSpPr/>
          <p:nvPr/>
        </p:nvSpPr>
        <p:spPr>
          <a:xfrm>
            <a:off x="1728780" y="2819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52"/>
          <p:cNvSpPr/>
          <p:nvPr/>
        </p:nvSpPr>
        <p:spPr>
          <a:xfrm>
            <a:off x="1576380" y="18288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52"/>
          <p:cNvSpPr/>
          <p:nvPr/>
        </p:nvSpPr>
        <p:spPr>
          <a:xfrm>
            <a:off x="264318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52"/>
          <p:cNvSpPr/>
          <p:nvPr/>
        </p:nvSpPr>
        <p:spPr>
          <a:xfrm>
            <a:off x="3100380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52"/>
          <p:cNvSpPr/>
          <p:nvPr/>
        </p:nvSpPr>
        <p:spPr>
          <a:xfrm>
            <a:off x="2566980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52"/>
          <p:cNvSpPr/>
          <p:nvPr/>
        </p:nvSpPr>
        <p:spPr>
          <a:xfrm>
            <a:off x="134778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5" name="Google Shape;1705;p52"/>
          <p:cNvCxnSpPr/>
          <p:nvPr/>
        </p:nvCxnSpPr>
        <p:spPr>
          <a:xfrm rot="10800000">
            <a:off x="180498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6" name="Google Shape;1706;p52"/>
          <p:cNvCxnSpPr/>
          <p:nvPr/>
        </p:nvCxnSpPr>
        <p:spPr>
          <a:xfrm rot="10800000">
            <a:off x="73818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7" name="Google Shape;1707;p52"/>
          <p:cNvSpPr txBox="1"/>
          <p:nvPr/>
        </p:nvSpPr>
        <p:spPr>
          <a:xfrm>
            <a:off x="4438643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08" name="Google Shape;1708;p52"/>
          <p:cNvGraphicFramePr/>
          <p:nvPr/>
        </p:nvGraphicFramePr>
        <p:xfrm>
          <a:off x="470058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709" name="Google Shape;1709;p52"/>
          <p:cNvCxnSpPr/>
          <p:nvPr/>
        </p:nvCxnSpPr>
        <p:spPr>
          <a:xfrm>
            <a:off x="203358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710" name="Google Shape;1710;p52"/>
          <p:cNvGrpSpPr/>
          <p:nvPr/>
        </p:nvGrpSpPr>
        <p:grpSpPr>
          <a:xfrm>
            <a:off x="6376980" y="1981200"/>
            <a:ext cx="685800" cy="3124200"/>
            <a:chOff x="4128" y="1248"/>
            <a:chExt cx="432" cy="1968"/>
          </a:xfrm>
        </p:grpSpPr>
        <p:cxnSp>
          <p:nvCxnSpPr>
            <p:cNvPr id="1711" name="Google Shape;1711;p52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2" name="Google Shape;1712;p52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3" name="Google Shape;1713;p52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14" name="Google Shape;1714;p52"/>
          <p:cNvSpPr txBox="1"/>
          <p:nvPr/>
        </p:nvSpPr>
        <p:spPr>
          <a:xfrm>
            <a:off x="4471980" y="5257801"/>
            <a:ext cx="4572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unvisited nodes adjacent to F.  Backtrack.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p52"/>
          <p:cNvSpPr txBox="1"/>
          <p:nvPr/>
        </p:nvSpPr>
        <p:spPr>
          <a:xfrm>
            <a:off x="6453180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6" name="Google Shape;1716;p52"/>
          <p:cNvSpPr txBox="1"/>
          <p:nvPr/>
        </p:nvSpPr>
        <p:spPr>
          <a:xfrm>
            <a:off x="6376980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52"/>
          <p:cNvSpPr txBox="1"/>
          <p:nvPr/>
        </p:nvSpPr>
        <p:spPr>
          <a:xfrm>
            <a:off x="204780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B,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52"/>
          <p:cNvSpPr txBox="1"/>
          <p:nvPr/>
        </p:nvSpPr>
        <p:spPr>
          <a:xfrm>
            <a:off x="1574800" y="18255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9" name="Google Shape;171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720" name="Google Shape;1720;p5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1" name="Google Shape;1721;p5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2" name="Google Shape;1722;p52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7" name="Google Shape;1727;p53"/>
          <p:cNvCxnSpPr/>
          <p:nvPr/>
        </p:nvCxnSpPr>
        <p:spPr>
          <a:xfrm rot="10800000">
            <a:off x="1943084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8" name="Google Shape;1728;p53"/>
          <p:cNvCxnSpPr/>
          <p:nvPr/>
        </p:nvCxnSpPr>
        <p:spPr>
          <a:xfrm flipH="1">
            <a:off x="3009884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9" name="Google Shape;1729;p53"/>
          <p:cNvCxnSpPr/>
          <p:nvPr/>
        </p:nvCxnSpPr>
        <p:spPr>
          <a:xfrm flipH="1" rot="10800000">
            <a:off x="723884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0" name="Google Shape;1730;p53"/>
          <p:cNvCxnSpPr/>
          <p:nvPr/>
        </p:nvCxnSpPr>
        <p:spPr>
          <a:xfrm flipH="1" rot="10800000">
            <a:off x="1638284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1" name="Google Shape;1731;p53"/>
          <p:cNvCxnSpPr/>
          <p:nvPr/>
        </p:nvCxnSpPr>
        <p:spPr>
          <a:xfrm flipH="1" rot="10800000">
            <a:off x="571484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2" name="Google Shape;1732;p53"/>
          <p:cNvCxnSpPr/>
          <p:nvPr/>
        </p:nvCxnSpPr>
        <p:spPr>
          <a:xfrm>
            <a:off x="800084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3" name="Google Shape;1733;p53"/>
          <p:cNvCxnSpPr/>
          <p:nvPr/>
        </p:nvCxnSpPr>
        <p:spPr>
          <a:xfrm rot="10800000">
            <a:off x="2933684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34" name="Google Shape;1734;p53"/>
          <p:cNvSpPr/>
          <p:nvPr/>
        </p:nvSpPr>
        <p:spPr>
          <a:xfrm>
            <a:off x="342884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53"/>
          <p:cNvSpPr/>
          <p:nvPr/>
        </p:nvSpPr>
        <p:spPr>
          <a:xfrm>
            <a:off x="495284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53"/>
          <p:cNvSpPr/>
          <p:nvPr/>
        </p:nvSpPr>
        <p:spPr>
          <a:xfrm>
            <a:off x="342884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53"/>
          <p:cNvSpPr/>
          <p:nvPr/>
        </p:nvSpPr>
        <p:spPr>
          <a:xfrm>
            <a:off x="1714484" y="2819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53"/>
          <p:cNvSpPr/>
          <p:nvPr/>
        </p:nvSpPr>
        <p:spPr>
          <a:xfrm>
            <a:off x="1562084" y="18288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53"/>
          <p:cNvSpPr/>
          <p:nvPr/>
        </p:nvSpPr>
        <p:spPr>
          <a:xfrm>
            <a:off x="2628884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53"/>
          <p:cNvSpPr/>
          <p:nvPr/>
        </p:nvSpPr>
        <p:spPr>
          <a:xfrm>
            <a:off x="3086084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53"/>
          <p:cNvSpPr/>
          <p:nvPr/>
        </p:nvSpPr>
        <p:spPr>
          <a:xfrm>
            <a:off x="2552684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53"/>
          <p:cNvSpPr/>
          <p:nvPr/>
        </p:nvSpPr>
        <p:spPr>
          <a:xfrm>
            <a:off x="1333484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3" name="Google Shape;1743;p53"/>
          <p:cNvCxnSpPr/>
          <p:nvPr/>
        </p:nvCxnSpPr>
        <p:spPr>
          <a:xfrm rot="10800000">
            <a:off x="1790684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44" name="Google Shape;1744;p53"/>
          <p:cNvCxnSpPr/>
          <p:nvPr/>
        </p:nvCxnSpPr>
        <p:spPr>
          <a:xfrm rot="10800000">
            <a:off x="723884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45" name="Google Shape;1745;p53"/>
          <p:cNvSpPr txBox="1"/>
          <p:nvPr/>
        </p:nvSpPr>
        <p:spPr>
          <a:xfrm>
            <a:off x="4424347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46" name="Google Shape;1746;p53"/>
          <p:cNvGraphicFramePr/>
          <p:nvPr/>
        </p:nvGraphicFramePr>
        <p:xfrm>
          <a:off x="4686284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747" name="Google Shape;1747;p53"/>
          <p:cNvCxnSpPr/>
          <p:nvPr/>
        </p:nvCxnSpPr>
        <p:spPr>
          <a:xfrm>
            <a:off x="2019284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748" name="Google Shape;1748;p53"/>
          <p:cNvGrpSpPr/>
          <p:nvPr/>
        </p:nvGrpSpPr>
        <p:grpSpPr>
          <a:xfrm>
            <a:off x="6362684" y="1981200"/>
            <a:ext cx="685800" cy="3124200"/>
            <a:chOff x="4128" y="1248"/>
            <a:chExt cx="432" cy="1968"/>
          </a:xfrm>
        </p:grpSpPr>
        <p:cxnSp>
          <p:nvCxnSpPr>
            <p:cNvPr id="1749" name="Google Shape;1749;p53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0" name="Google Shape;1750;p53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1" name="Google Shape;1751;p53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52" name="Google Shape;1752;p53"/>
          <p:cNvSpPr txBox="1"/>
          <p:nvPr/>
        </p:nvSpPr>
        <p:spPr>
          <a:xfrm>
            <a:off x="4457683" y="5257801"/>
            <a:ext cx="461486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unvisited nodes adjacent to D.  Backtrack.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53"/>
          <p:cNvSpPr txBox="1"/>
          <p:nvPr/>
        </p:nvSpPr>
        <p:spPr>
          <a:xfrm>
            <a:off x="6438884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4" name="Google Shape;1754;p53"/>
          <p:cNvSpPr txBox="1"/>
          <p:nvPr/>
        </p:nvSpPr>
        <p:spPr>
          <a:xfrm>
            <a:off x="6362684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5" name="Google Shape;1755;p53"/>
          <p:cNvSpPr txBox="1"/>
          <p:nvPr/>
        </p:nvSpPr>
        <p:spPr>
          <a:xfrm>
            <a:off x="190484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order nodes are visited: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B,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53"/>
          <p:cNvSpPr txBox="1"/>
          <p:nvPr/>
        </p:nvSpPr>
        <p:spPr>
          <a:xfrm>
            <a:off x="1574800" y="13969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7" name="Google Shape;175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758" name="Google Shape;1758;p5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9" name="Google Shape;1759;p5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0" name="Google Shape;1760;p53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5" name="Google Shape;1765;p54"/>
          <p:cNvCxnSpPr/>
          <p:nvPr/>
        </p:nvCxnSpPr>
        <p:spPr>
          <a:xfrm rot="10800000">
            <a:off x="1943096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6" name="Google Shape;1766;p54"/>
          <p:cNvCxnSpPr/>
          <p:nvPr/>
        </p:nvCxnSpPr>
        <p:spPr>
          <a:xfrm flipH="1">
            <a:off x="3009896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7" name="Google Shape;1767;p54"/>
          <p:cNvCxnSpPr/>
          <p:nvPr/>
        </p:nvCxnSpPr>
        <p:spPr>
          <a:xfrm flipH="1" rot="10800000">
            <a:off x="723896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8" name="Google Shape;1768;p54"/>
          <p:cNvCxnSpPr/>
          <p:nvPr/>
        </p:nvCxnSpPr>
        <p:spPr>
          <a:xfrm flipH="1" rot="10800000">
            <a:off x="1638296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9" name="Google Shape;1769;p54"/>
          <p:cNvCxnSpPr/>
          <p:nvPr/>
        </p:nvCxnSpPr>
        <p:spPr>
          <a:xfrm flipH="1" rot="10800000">
            <a:off x="571496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0" name="Google Shape;1770;p54"/>
          <p:cNvCxnSpPr/>
          <p:nvPr/>
        </p:nvCxnSpPr>
        <p:spPr>
          <a:xfrm>
            <a:off x="800096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1" name="Google Shape;1771;p54"/>
          <p:cNvCxnSpPr/>
          <p:nvPr/>
        </p:nvCxnSpPr>
        <p:spPr>
          <a:xfrm rot="10800000">
            <a:off x="2933696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72" name="Google Shape;1772;p54"/>
          <p:cNvSpPr/>
          <p:nvPr/>
        </p:nvSpPr>
        <p:spPr>
          <a:xfrm>
            <a:off x="342896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54"/>
          <p:cNvSpPr/>
          <p:nvPr/>
        </p:nvSpPr>
        <p:spPr>
          <a:xfrm>
            <a:off x="495296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54"/>
          <p:cNvSpPr/>
          <p:nvPr/>
        </p:nvSpPr>
        <p:spPr>
          <a:xfrm>
            <a:off x="342896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54"/>
          <p:cNvSpPr/>
          <p:nvPr/>
        </p:nvSpPr>
        <p:spPr>
          <a:xfrm>
            <a:off x="1714496" y="2819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54"/>
          <p:cNvSpPr/>
          <p:nvPr/>
        </p:nvSpPr>
        <p:spPr>
          <a:xfrm>
            <a:off x="1562096" y="18288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54"/>
          <p:cNvSpPr/>
          <p:nvPr/>
        </p:nvSpPr>
        <p:spPr>
          <a:xfrm>
            <a:off x="2628896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8" name="Google Shape;1778;p54"/>
          <p:cNvSpPr/>
          <p:nvPr/>
        </p:nvSpPr>
        <p:spPr>
          <a:xfrm>
            <a:off x="3086096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54"/>
          <p:cNvSpPr/>
          <p:nvPr/>
        </p:nvSpPr>
        <p:spPr>
          <a:xfrm>
            <a:off x="2552696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0" name="Google Shape;1780;p54"/>
          <p:cNvSpPr/>
          <p:nvPr/>
        </p:nvSpPr>
        <p:spPr>
          <a:xfrm>
            <a:off x="1333496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1" name="Google Shape;1781;p54"/>
          <p:cNvCxnSpPr/>
          <p:nvPr/>
        </p:nvCxnSpPr>
        <p:spPr>
          <a:xfrm rot="10800000">
            <a:off x="1790696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82" name="Google Shape;1782;p54"/>
          <p:cNvCxnSpPr/>
          <p:nvPr/>
        </p:nvCxnSpPr>
        <p:spPr>
          <a:xfrm rot="10800000">
            <a:off x="723896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83" name="Google Shape;1783;p54"/>
          <p:cNvSpPr txBox="1"/>
          <p:nvPr/>
        </p:nvSpPr>
        <p:spPr>
          <a:xfrm>
            <a:off x="4424359" y="1524001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84" name="Google Shape;1784;p54"/>
          <p:cNvGraphicFramePr/>
          <p:nvPr/>
        </p:nvGraphicFramePr>
        <p:xfrm>
          <a:off x="4686296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785" name="Google Shape;1785;p54"/>
          <p:cNvCxnSpPr/>
          <p:nvPr/>
        </p:nvCxnSpPr>
        <p:spPr>
          <a:xfrm>
            <a:off x="2019296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786" name="Google Shape;1786;p54"/>
          <p:cNvGrpSpPr/>
          <p:nvPr/>
        </p:nvGrpSpPr>
        <p:grpSpPr>
          <a:xfrm>
            <a:off x="6362696" y="1981200"/>
            <a:ext cx="685800" cy="3124200"/>
            <a:chOff x="4128" y="1248"/>
            <a:chExt cx="432" cy="1968"/>
          </a:xfrm>
        </p:grpSpPr>
        <p:cxnSp>
          <p:nvCxnSpPr>
            <p:cNvPr id="1787" name="Google Shape;1787;p54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8" name="Google Shape;1788;p54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9" name="Google Shape;1789;p54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90" name="Google Shape;1790;p54"/>
          <p:cNvSpPr txBox="1"/>
          <p:nvPr/>
        </p:nvSpPr>
        <p:spPr>
          <a:xfrm>
            <a:off x="4457696" y="5257801"/>
            <a:ext cx="4419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is empty.  Depth-first traversal is done.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p54"/>
          <p:cNvSpPr txBox="1"/>
          <p:nvPr/>
        </p:nvSpPr>
        <p:spPr>
          <a:xfrm>
            <a:off x="6438896" y="1828800"/>
            <a:ext cx="53340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2" name="Google Shape;1792;p54"/>
          <p:cNvSpPr txBox="1"/>
          <p:nvPr/>
        </p:nvSpPr>
        <p:spPr>
          <a:xfrm>
            <a:off x="6362692" y="1981201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3" name="Google Shape;1793;p54"/>
          <p:cNvSpPr txBox="1"/>
          <p:nvPr/>
        </p:nvSpPr>
        <p:spPr>
          <a:xfrm>
            <a:off x="190496" y="5029201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B,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54"/>
          <p:cNvSpPr txBox="1"/>
          <p:nvPr/>
        </p:nvSpPr>
        <p:spPr>
          <a:xfrm>
            <a:off x="1574800" y="196844"/>
            <a:ext cx="10363200" cy="673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32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5" name="Google Shape;179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796" name="Google Shape;1796;p5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7" name="Google Shape;1797;p5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8" name="Google Shape;1798;p54"/>
          <p:cNvSpPr txBox="1"/>
          <p:nvPr/>
        </p:nvSpPr>
        <p:spPr>
          <a:xfrm>
            <a:off x="7092939" y="2044700"/>
            <a:ext cx="4951424" cy="290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v;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visited[v]=1;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for(each vertex w adjacent to v)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 					DFS(w);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55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4" name="Google Shape;1804;p55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5" name="Google Shape;1805;p5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806" name="Google Shape;1806;p5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07" name="Google Shape;1807;p55"/>
          <p:cNvGrpSpPr/>
          <p:nvPr/>
        </p:nvGrpSpPr>
        <p:grpSpPr>
          <a:xfrm>
            <a:off x="5757850" y="1106659"/>
            <a:ext cx="3200400" cy="2438400"/>
            <a:chOff x="328600" y="1828800"/>
            <a:chExt cx="3200400" cy="2438400"/>
          </a:xfrm>
        </p:grpSpPr>
        <p:cxnSp>
          <p:nvCxnSpPr>
            <p:cNvPr id="1808" name="Google Shape;1808;p55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09" name="Google Shape;1809;p55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10" name="Google Shape;1810;p55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11" name="Google Shape;1811;p55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12" name="Google Shape;1812;p55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13" name="Google Shape;1813;p55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14" name="Google Shape;1814;p55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15" name="Google Shape;1815;p55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55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55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55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55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55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55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55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55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24" name="Google Shape;1824;p55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25" name="Google Shape;1825;p55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26" name="Google Shape;1826;p55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827" name="Google Shape;1827;p55"/>
          <p:cNvSpPr txBox="1"/>
          <p:nvPr/>
        </p:nvSpPr>
        <p:spPr>
          <a:xfrm>
            <a:off x="5599100" y="3820719"/>
            <a:ext cx="57912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Task: Conduct a depth-first search of the graph starting with node 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8" name="Google Shape;1828;p55"/>
          <p:cNvSpPr txBox="1"/>
          <p:nvPr/>
        </p:nvSpPr>
        <p:spPr>
          <a:xfrm>
            <a:off x="6062650" y="4599079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9" name="Google Shape;1829;p55"/>
          <p:cNvSpPr txBox="1"/>
          <p:nvPr/>
        </p:nvSpPr>
        <p:spPr>
          <a:xfrm>
            <a:off x="8501050" y="4652201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1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5" name="Google Shape;1835;p1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v=pop();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6" name="Google Shape;1836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837" name="Google Shape;1837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38" name="Google Shape;1838;p1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1839" name="Google Shape;1839;p1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40" name="Google Shape;1840;p1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41" name="Google Shape;1841;p1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42" name="Google Shape;1842;p1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43" name="Google Shape;1843;p1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44" name="Google Shape;1844;p1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45" name="Google Shape;1845;p1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46" name="Google Shape;1846;p1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1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1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1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1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1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1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1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55" name="Google Shape;1855;p1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56" name="Google Shape;1856;p1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57" name="Google Shape;1857;p1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858" name="Google Shape;1858;p1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59" name="Google Shape;1859;p1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0" name="Google Shape;1860;p1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61" name="Google Shape;1861;p1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1862" name="Google Shape;1862;p1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3" name="Google Shape;1863;p1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4" name="Google Shape;1864;p1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65" name="Google Shape;1865;p1"/>
          <p:cNvSpPr txBox="1"/>
          <p:nvPr/>
        </p:nvSpPr>
        <p:spPr>
          <a:xfrm>
            <a:off x="4282445" y="5224578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1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p1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1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154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4" name="Google Shape;1874;p154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for(each vertex w adjacent to v)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//end for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5" name="Google Shape;1875;p15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876" name="Google Shape;1876;p15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77" name="Google Shape;1877;p154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1878" name="Google Shape;1878;p154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79" name="Google Shape;1879;p154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80" name="Google Shape;1880;p154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81" name="Google Shape;1881;p154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82" name="Google Shape;1882;p154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83" name="Google Shape;1883;p154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84" name="Google Shape;1884;p154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85" name="Google Shape;1885;p154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6" name="Google Shape;1886;p154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154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154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154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154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154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154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154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94" name="Google Shape;1894;p154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95" name="Google Shape;1895;p154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96" name="Google Shape;1896;p154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897" name="Google Shape;1897;p154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98" name="Google Shape;1898;p154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9" name="Google Shape;1899;p154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00" name="Google Shape;1900;p154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1901" name="Google Shape;1901;p154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2" name="Google Shape;1902;p154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3" name="Google Shape;1903;p154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04" name="Google Shape;1904;p154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154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154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7" name="Google Shape;1907;p154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155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3" name="Google Shape;1913;p155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4" name="Google Shape;1914;p15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915" name="Google Shape;1915;p15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916" name="Google Shape;1916;p155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1917" name="Google Shape;1917;p155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18" name="Google Shape;1918;p155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19" name="Google Shape;1919;p155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20" name="Google Shape;1920;p155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21" name="Google Shape;1921;p155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22" name="Google Shape;1922;p155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23" name="Google Shape;1923;p155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24" name="Google Shape;1924;p155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5" name="Google Shape;1925;p155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155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155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155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155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155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155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155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33" name="Google Shape;1933;p155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34" name="Google Shape;1934;p155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35" name="Google Shape;1935;p155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936" name="Google Shape;1936;p155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37" name="Google Shape;1937;p155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8" name="Google Shape;1938;p155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39" name="Google Shape;1939;p155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1940" name="Google Shape;1940;p155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1" name="Google Shape;1941;p155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2" name="Google Shape;1942;p155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43" name="Google Shape;1943;p155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p155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155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55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56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2" name="Google Shape;1952;p156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v=pop();</a:t>
            </a:r>
            <a:endParaRPr>
              <a:solidFill>
                <a:schemeClr val="dk1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chemeClr val="dk1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for(each vertex w adjacent to v)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//end for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3" name="Google Shape;1953;p15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954" name="Google Shape;1954;p15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955" name="Google Shape;1955;p156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1956" name="Google Shape;1956;p156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57" name="Google Shape;1957;p156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58" name="Google Shape;1958;p156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59" name="Google Shape;1959;p156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60" name="Google Shape;1960;p156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61" name="Google Shape;1961;p156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62" name="Google Shape;1962;p156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63" name="Google Shape;1963;p156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4" name="Google Shape;1964;p156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156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156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156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156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156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156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156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2" name="Google Shape;1972;p156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73" name="Google Shape;1973;p156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74" name="Google Shape;1974;p156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975" name="Google Shape;1975;p156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76" name="Google Shape;1976;p156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7" name="Google Shape;1977;p156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78" name="Google Shape;1978;p156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1979" name="Google Shape;1979;p156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0" name="Google Shape;1980;p156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1" name="Google Shape;1981;p156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82" name="Google Shape;1982;p156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156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p156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56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157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1" name="Google Shape;1991;p157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2" name="Google Shape;1992;p15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993" name="Google Shape;1993;p15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994" name="Google Shape;1994;p157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1995" name="Google Shape;1995;p157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96" name="Google Shape;1996;p157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97" name="Google Shape;1997;p157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98" name="Google Shape;1998;p157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99" name="Google Shape;1999;p157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00" name="Google Shape;2000;p157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01" name="Google Shape;2001;p157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002" name="Google Shape;2002;p157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3" name="Google Shape;2003;p157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157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157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157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157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157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157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157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11" name="Google Shape;2011;p157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12" name="Google Shape;2012;p157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13" name="Google Shape;2013;p157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014" name="Google Shape;2014;p157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15" name="Google Shape;2015;p157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6" name="Google Shape;2016;p157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17" name="Google Shape;2017;p157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018" name="Google Shape;2018;p157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9" name="Google Shape;2019;p157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0" name="Google Shape;2020;p157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21" name="Google Shape;2021;p157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157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157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157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158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0" name="Google Shape;2030;p158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for(each vertex w adjacent to v)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1" name="Google Shape;2031;p15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032" name="Google Shape;2032;p15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033" name="Google Shape;2033;p158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034" name="Google Shape;2034;p158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35" name="Google Shape;2035;p158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36" name="Google Shape;2036;p158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37" name="Google Shape;2037;p158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38" name="Google Shape;2038;p158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39" name="Google Shape;2039;p158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40" name="Google Shape;2040;p158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041" name="Google Shape;2041;p158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158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158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158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158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158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158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158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158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0" name="Google Shape;2050;p158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51" name="Google Shape;2051;p158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52" name="Google Shape;2052;p158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053" name="Google Shape;2053;p158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54" name="Google Shape;2054;p158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5" name="Google Shape;2055;p158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56" name="Google Shape;2056;p158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057" name="Google Shape;2057;p158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8" name="Google Shape;2058;p158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9" name="Google Shape;2059;p158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60" name="Google Shape;2060;p158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1" name="Google Shape;2061;p158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2" name="Google Shape;2062;p158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3" name="Google Shape;2063;p158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159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9" name="Google Shape;2069;p159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0" name="Google Shape;2070;p15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071" name="Google Shape;2071;p15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072" name="Google Shape;2072;p159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073" name="Google Shape;2073;p159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4" name="Google Shape;2074;p159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5" name="Google Shape;2075;p159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6" name="Google Shape;2076;p159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7" name="Google Shape;2077;p159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8" name="Google Shape;2078;p159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9" name="Google Shape;2079;p159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080" name="Google Shape;2080;p159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159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159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159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159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159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159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159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159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9" name="Google Shape;2089;p159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90" name="Google Shape;2090;p159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91" name="Google Shape;2091;p159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092" name="Google Shape;2092;p159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3" name="Google Shape;2093;p159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94" name="Google Shape;2094;p159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95" name="Google Shape;2095;p159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096" name="Google Shape;2096;p159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7" name="Google Shape;2097;p159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8" name="Google Shape;2098;p159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99" name="Google Shape;2099;p159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0" name="Google Shape;2100;p159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1" name="Google Shape;2101;p159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159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160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8" name="Google Shape;2108;p160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9" name="Google Shape;2109;p16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110" name="Google Shape;2110;p16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11" name="Google Shape;2111;p160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112" name="Google Shape;2112;p160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13" name="Google Shape;2113;p160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14" name="Google Shape;2114;p160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15" name="Google Shape;2115;p160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16" name="Google Shape;2116;p160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17" name="Google Shape;2117;p160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18" name="Google Shape;2118;p160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19" name="Google Shape;2119;p160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160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160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160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160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160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160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160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160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28" name="Google Shape;2128;p160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29" name="Google Shape;2129;p160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30" name="Google Shape;2130;p160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131" name="Google Shape;2131;p160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32" name="Google Shape;2132;p160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3" name="Google Shape;2133;p160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34" name="Google Shape;2134;p160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135" name="Google Shape;2135;p160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6" name="Google Shape;2136;p160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7" name="Google Shape;2137;p160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38" name="Google Shape;2138;p160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9" name="Google Shape;2139;p160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0" name="Google Shape;2140;p160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</a:t>
            </a:r>
            <a:r>
              <a:rPr b="1" i="0" lang="en-US" sz="18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1" name="Google Shape;2141;p160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161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7" name="Google Shape;2147;p161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8" name="Google Shape;2148;p16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149" name="Google Shape;2149;p16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50" name="Google Shape;2150;p161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151" name="Google Shape;2151;p161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52" name="Google Shape;2152;p161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53" name="Google Shape;2153;p161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54" name="Google Shape;2154;p161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55" name="Google Shape;2155;p161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56" name="Google Shape;2156;p161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57" name="Google Shape;2157;p161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58" name="Google Shape;2158;p161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9" name="Google Shape;2159;p161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161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161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161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161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161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161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161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67" name="Google Shape;2167;p161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68" name="Google Shape;2168;p161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69" name="Google Shape;2169;p161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170" name="Google Shape;2170;p161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71" name="Google Shape;2171;p161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72" name="Google Shape;2172;p161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73" name="Google Shape;2173;p161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174" name="Google Shape;2174;p161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5" name="Google Shape;2175;p161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6" name="Google Shape;2176;p161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77" name="Google Shape;2177;p161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8" name="Google Shape;2178;p161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9" name="Google Shape;2179;p161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0" name="Google Shape;2180;p161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162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6" name="Google Shape;2186;p162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for(each vertex w adjacent to v)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7" name="Google Shape;2187;p16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188" name="Google Shape;2188;p16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89" name="Google Shape;2189;p162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190" name="Google Shape;2190;p162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91" name="Google Shape;2191;p162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92" name="Google Shape;2192;p162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93" name="Google Shape;2193;p162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94" name="Google Shape;2194;p162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95" name="Google Shape;2195;p162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96" name="Google Shape;2196;p162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97" name="Google Shape;2197;p162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8" name="Google Shape;2198;p162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162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162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162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162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162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162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162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6" name="Google Shape;2206;p162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07" name="Google Shape;2207;p162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08" name="Google Shape;2208;p162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209" name="Google Shape;2209;p162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10" name="Google Shape;2210;p162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11" name="Google Shape;2211;p162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12" name="Google Shape;2212;p162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213" name="Google Shape;2213;p162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4" name="Google Shape;2214;p162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5" name="Google Shape;2215;p162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16" name="Google Shape;2216;p162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162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8" name="Google Shape;2218;p162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162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163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5" name="Google Shape;2225;p163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v=pop();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6" name="Google Shape;2226;p16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227" name="Google Shape;2227;p16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228" name="Google Shape;2228;p163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229" name="Google Shape;2229;p163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30" name="Google Shape;2230;p163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31" name="Google Shape;2231;p163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32" name="Google Shape;2232;p163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33" name="Google Shape;2233;p163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34" name="Google Shape;2234;p163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35" name="Google Shape;2235;p163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36" name="Google Shape;2236;p163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7" name="Google Shape;2237;p163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163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p163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163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p163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163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163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p163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45" name="Google Shape;2245;p163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46" name="Google Shape;2246;p163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47" name="Google Shape;2247;p163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248" name="Google Shape;2248;p163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49" name="Google Shape;2249;p163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0" name="Google Shape;2250;p163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51" name="Google Shape;2251;p163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252" name="Google Shape;2252;p163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3" name="Google Shape;2253;p163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4" name="Google Shape;2254;p163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55" name="Google Shape;2255;p163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6" name="Google Shape;2256;p163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7" name="Google Shape;2257;p163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8" name="Google Shape;2258;p163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164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4" name="Google Shape;2264;p164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chemeClr val="dk1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chemeClr val="dk1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for(each vertex w adjacent to v)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5" name="Google Shape;2265;p16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266" name="Google Shape;2266;p16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267" name="Google Shape;2267;p164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268" name="Google Shape;2268;p164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69" name="Google Shape;2269;p164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70" name="Google Shape;2270;p164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71" name="Google Shape;2271;p164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72" name="Google Shape;2272;p164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73" name="Google Shape;2273;p164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74" name="Google Shape;2274;p164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75" name="Google Shape;2275;p164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6" name="Google Shape;2276;p164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164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164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164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164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164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164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164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84" name="Google Shape;2284;p164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85" name="Google Shape;2285;p164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86" name="Google Shape;2286;p164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287" name="Google Shape;2287;p164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88" name="Google Shape;2288;p164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89" name="Google Shape;2289;p164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90" name="Google Shape;2290;p164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291" name="Google Shape;2291;p164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2" name="Google Shape;2292;p164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3" name="Google Shape;2293;p164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94" name="Google Shape;2294;p164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164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</a:t>
            </a:r>
            <a:r>
              <a:rPr b="1" i="0" lang="en-US" sz="18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6" name="Google Shape;2296;p164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164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165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3" name="Google Shape;2303;p165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4" name="Google Shape;2304;p16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305" name="Google Shape;2305;p16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306" name="Google Shape;2306;p165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307" name="Google Shape;2307;p165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08" name="Google Shape;2308;p165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09" name="Google Shape;2309;p165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10" name="Google Shape;2310;p165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11" name="Google Shape;2311;p165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12" name="Google Shape;2312;p165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13" name="Google Shape;2313;p165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314" name="Google Shape;2314;p165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5" name="Google Shape;2315;p165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165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165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165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165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165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165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165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23" name="Google Shape;2323;p165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24" name="Google Shape;2324;p165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25" name="Google Shape;2325;p165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326" name="Google Shape;2326;p165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27" name="Google Shape;2327;p165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28" name="Google Shape;2328;p165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29" name="Google Shape;2329;p165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330" name="Google Shape;2330;p165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1" name="Google Shape;2331;p165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2" name="Google Shape;2332;p165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33" name="Google Shape;2333;p165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165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p165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6" name="Google Shape;2336;p165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166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2" name="Google Shape;2342;p166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chemeClr val="dk1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chemeClr val="dk1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for(each vertex w adjacent to v)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while(stack not empty)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3" name="Google Shape;2343;p16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344" name="Google Shape;2344;p16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345" name="Google Shape;2345;p166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346" name="Google Shape;2346;p166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47" name="Google Shape;2347;p166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48" name="Google Shape;2348;p166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49" name="Google Shape;2349;p166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50" name="Google Shape;2350;p166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51" name="Google Shape;2351;p166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52" name="Google Shape;2352;p166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353" name="Google Shape;2353;p166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4" name="Google Shape;2354;p166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166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166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p166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p166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166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166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166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62" name="Google Shape;2362;p166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63" name="Google Shape;2363;p166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64" name="Google Shape;2364;p166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365" name="Google Shape;2365;p166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66" name="Google Shape;2366;p166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67" name="Google Shape;2367;p166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68" name="Google Shape;2368;p166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369" name="Google Shape;2369;p166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0" name="Google Shape;2370;p166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1" name="Google Shape;2371;p166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72" name="Google Shape;2372;p166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3" name="Google Shape;2373;p166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4" name="Google Shape;2374;p166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5" name="Google Shape;2375;p166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9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p167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1" name="Google Shape;2381;p167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while(stack not empty)</a:t>
            </a:r>
            <a:endParaRPr>
              <a:solidFill>
                <a:schemeClr val="dk1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2" name="Google Shape;2382;p16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383" name="Google Shape;2383;p16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384" name="Google Shape;2384;p167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385" name="Google Shape;2385;p167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86" name="Google Shape;2386;p167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87" name="Google Shape;2387;p167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88" name="Google Shape;2388;p167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89" name="Google Shape;2389;p167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90" name="Google Shape;2390;p167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91" name="Google Shape;2391;p167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392" name="Google Shape;2392;p167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3" name="Google Shape;2393;p167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167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167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167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167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167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167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167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01" name="Google Shape;2401;p167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02" name="Google Shape;2402;p167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03" name="Google Shape;2403;p167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404" name="Google Shape;2404;p167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05" name="Google Shape;2405;p167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06" name="Google Shape;2406;p167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07" name="Google Shape;2407;p167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408" name="Google Shape;2408;p167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09" name="Google Shape;2409;p167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0" name="Google Shape;2410;p167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11" name="Google Shape;2411;p167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B, F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2" name="Google Shape;2412;p167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3" name="Google Shape;2413;p167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p167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8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Google Shape;2419;p168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0" name="Google Shape;2420;p168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v=pop();</a:t>
            </a:r>
            <a:endParaRPr>
              <a:solidFill>
                <a:schemeClr val="dk1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chemeClr val="dk1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for(each vertex w adjacent to v)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while(stack not empty)</a:t>
            </a:r>
            <a:endParaRPr>
              <a:solidFill>
                <a:schemeClr val="dk1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1" name="Google Shape;2421;p16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422" name="Google Shape;2422;p16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423" name="Google Shape;2423;p168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424" name="Google Shape;2424;p168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25" name="Google Shape;2425;p168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26" name="Google Shape;2426;p168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27" name="Google Shape;2427;p168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28" name="Google Shape;2428;p168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29" name="Google Shape;2429;p168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30" name="Google Shape;2430;p168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431" name="Google Shape;2431;p168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2" name="Google Shape;2432;p168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168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168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168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168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168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168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168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40" name="Google Shape;2440;p168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41" name="Google Shape;2441;p168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42" name="Google Shape;2442;p168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443" name="Google Shape;2443;p168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44" name="Google Shape;2444;p168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45" name="Google Shape;2445;p168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46" name="Google Shape;2446;p168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447" name="Google Shape;2447;p168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8" name="Google Shape;2448;p168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9" name="Google Shape;2449;p168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50" name="Google Shape;2450;p168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B, F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1" name="Google Shape;2451;p168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2" name="Google Shape;2452;p168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3" name="Google Shape;2453;p168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</a:t>
            </a:r>
            <a:r>
              <a:rPr b="1" i="0" lang="en-US" sz="18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1" i="0" sz="1800" u="none" cap="none" strike="noStrik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7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p169"/>
          <p:cNvSpPr txBox="1"/>
          <p:nvPr>
            <p:ph type="title"/>
          </p:nvPr>
        </p:nvSpPr>
        <p:spPr>
          <a:xfrm>
            <a:off x="1097280" y="286604"/>
            <a:ext cx="10058400" cy="9654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4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 (Non-recursive)</a:t>
            </a:r>
            <a:b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9" name="Google Shape;2459;p169"/>
          <p:cNvSpPr txBox="1"/>
          <p:nvPr>
            <p:ph idx="1" type="body"/>
          </p:nvPr>
        </p:nvSpPr>
        <p:spPr>
          <a:xfrm>
            <a:off x="480279" y="1026943"/>
            <a:ext cx="10346788" cy="503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1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DFS(int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{           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for all vertices of graph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visited[i]=0;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push(v);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 visited[v]=1;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do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v=pop();</a:t>
            </a:r>
            <a:endParaRPr>
              <a:solidFill>
                <a:schemeClr val="dk1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print(v);  </a:t>
            </a:r>
            <a:endParaRPr>
              <a:solidFill>
                <a:schemeClr val="dk1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for(each vertex w adjacent to v)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	{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 	if(!visited[w])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{  push(w); visited[w]=1;}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} //end for</a:t>
            </a:r>
            <a:endParaRPr/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</a:t>
            </a: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while(stack not empty)</a:t>
            </a:r>
            <a:endParaRPr>
              <a:solidFill>
                <a:srgbClr val="C00000"/>
              </a:solidFill>
            </a:endParaRPr>
          </a:p>
          <a:p>
            <a:pPr indent="-9144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} //end dfs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0" name="Google Shape;2460;p16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2461" name="Google Shape;2461;p16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462" name="Google Shape;2462;p169"/>
          <p:cNvGrpSpPr/>
          <p:nvPr/>
        </p:nvGrpSpPr>
        <p:grpSpPr>
          <a:xfrm>
            <a:off x="4739645" y="1219200"/>
            <a:ext cx="3200400" cy="2438400"/>
            <a:chOff x="328600" y="1828800"/>
            <a:chExt cx="3200400" cy="2438400"/>
          </a:xfrm>
        </p:grpSpPr>
        <p:cxnSp>
          <p:nvCxnSpPr>
            <p:cNvPr id="2463" name="Google Shape;2463;p169"/>
            <p:cNvCxnSpPr/>
            <p:nvPr/>
          </p:nvCxnSpPr>
          <p:spPr>
            <a:xfrm rot="10800000">
              <a:off x="1928800" y="2209800"/>
              <a:ext cx="1219200" cy="838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64" name="Google Shape;2464;p169"/>
            <p:cNvCxnSpPr/>
            <p:nvPr/>
          </p:nvCxnSpPr>
          <p:spPr>
            <a:xfrm flipH="1">
              <a:off x="2995600" y="3352800"/>
              <a:ext cx="228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65" name="Google Shape;2465;p169"/>
            <p:cNvCxnSpPr/>
            <p:nvPr/>
          </p:nvCxnSpPr>
          <p:spPr>
            <a:xfrm flipH="1" rot="10800000">
              <a:off x="709600" y="3124200"/>
              <a:ext cx="9906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66" name="Google Shape;2466;p169"/>
            <p:cNvCxnSpPr/>
            <p:nvPr/>
          </p:nvCxnSpPr>
          <p:spPr>
            <a:xfrm flipH="1" rot="10800000">
              <a:off x="1624000" y="3276600"/>
              <a:ext cx="1447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67" name="Google Shape;2467;p169"/>
            <p:cNvCxnSpPr/>
            <p:nvPr/>
          </p:nvCxnSpPr>
          <p:spPr>
            <a:xfrm flipH="1" rot="10800000">
              <a:off x="557200" y="2743200"/>
              <a:ext cx="76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68" name="Google Shape;2468;p169"/>
            <p:cNvCxnSpPr/>
            <p:nvPr/>
          </p:nvCxnSpPr>
          <p:spPr>
            <a:xfrm>
              <a:off x="785800" y="2590800"/>
              <a:ext cx="9144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69" name="Google Shape;2469;p169"/>
            <p:cNvCxnSpPr/>
            <p:nvPr/>
          </p:nvCxnSpPr>
          <p:spPr>
            <a:xfrm rot="10800000">
              <a:off x="2919400" y="2362200"/>
              <a:ext cx="292100" cy="50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470" name="Google Shape;2470;p169"/>
            <p:cNvSpPr/>
            <p:nvPr/>
          </p:nvSpPr>
          <p:spPr>
            <a:xfrm>
              <a:off x="328600" y="2438400"/>
              <a:ext cx="533400" cy="5334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1" name="Google Shape;2471;p169"/>
            <p:cNvSpPr/>
            <p:nvPr/>
          </p:nvSpPr>
          <p:spPr>
            <a:xfrm>
              <a:off x="481000" y="2286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p169"/>
            <p:cNvSpPr/>
            <p:nvPr/>
          </p:nvSpPr>
          <p:spPr>
            <a:xfrm>
              <a:off x="328600" y="3200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p169"/>
            <p:cNvSpPr/>
            <p:nvPr/>
          </p:nvSpPr>
          <p:spPr>
            <a:xfrm>
              <a:off x="1700200" y="28194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p169"/>
            <p:cNvSpPr/>
            <p:nvPr/>
          </p:nvSpPr>
          <p:spPr>
            <a:xfrm>
              <a:off x="1547800" y="18288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p169"/>
            <p:cNvSpPr/>
            <p:nvPr/>
          </p:nvSpPr>
          <p:spPr>
            <a:xfrm>
              <a:off x="26146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p169"/>
            <p:cNvSpPr/>
            <p:nvPr/>
          </p:nvSpPr>
          <p:spPr>
            <a:xfrm>
              <a:off x="3071800" y="28956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169"/>
            <p:cNvSpPr/>
            <p:nvPr/>
          </p:nvSpPr>
          <p:spPr>
            <a:xfrm>
              <a:off x="2538400" y="1905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169"/>
            <p:cNvSpPr/>
            <p:nvPr/>
          </p:nvSpPr>
          <p:spPr>
            <a:xfrm>
              <a:off x="1319200" y="3810000"/>
              <a:ext cx="457200" cy="457200"/>
            </a:xfrm>
            <a:prstGeom prst="ellipse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79" name="Google Shape;2479;p169"/>
            <p:cNvCxnSpPr/>
            <p:nvPr/>
          </p:nvCxnSpPr>
          <p:spPr>
            <a:xfrm rot="10800000">
              <a:off x="1776400" y="4114800"/>
              <a:ext cx="83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80" name="Google Shape;2480;p169"/>
            <p:cNvCxnSpPr/>
            <p:nvPr/>
          </p:nvCxnSpPr>
          <p:spPr>
            <a:xfrm rot="10800000">
              <a:off x="709600" y="35814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81" name="Google Shape;2481;p169"/>
            <p:cNvCxnSpPr/>
            <p:nvPr/>
          </p:nvCxnSpPr>
          <p:spPr>
            <a:xfrm>
              <a:off x="2005000" y="20955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482" name="Google Shape;2482;p169"/>
          <p:cNvSpPr txBox="1"/>
          <p:nvPr/>
        </p:nvSpPr>
        <p:spPr>
          <a:xfrm>
            <a:off x="9339272" y="56673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83" name="Google Shape;2483;p169"/>
          <p:cNvGraphicFramePr/>
          <p:nvPr/>
        </p:nvGraphicFramePr>
        <p:xfrm>
          <a:off x="9601209" y="102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erdan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84" name="Google Shape;2484;p169"/>
          <p:cNvSpPr txBox="1"/>
          <p:nvPr/>
        </p:nvSpPr>
        <p:spPr>
          <a:xfrm>
            <a:off x="11062333" y="996707"/>
            <a:ext cx="685800" cy="314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85" name="Google Shape;2485;p169"/>
          <p:cNvGrpSpPr/>
          <p:nvPr/>
        </p:nvGrpSpPr>
        <p:grpSpPr>
          <a:xfrm>
            <a:off x="11049966" y="1023934"/>
            <a:ext cx="685800" cy="3124200"/>
            <a:chOff x="4128" y="1248"/>
            <a:chExt cx="432" cy="1968"/>
          </a:xfrm>
        </p:grpSpPr>
        <p:cxnSp>
          <p:nvCxnSpPr>
            <p:cNvPr id="2486" name="Google Shape;2486;p169"/>
            <p:cNvCxnSpPr/>
            <p:nvPr/>
          </p:nvCxnSpPr>
          <p:spPr>
            <a:xfrm>
              <a:off x="4128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7" name="Google Shape;2487;p169"/>
            <p:cNvCxnSpPr/>
            <p:nvPr/>
          </p:nvCxnSpPr>
          <p:spPr>
            <a:xfrm>
              <a:off x="4560" y="1248"/>
              <a:ext cx="0" cy="1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8" name="Google Shape;2488;p169"/>
            <p:cNvCxnSpPr/>
            <p:nvPr/>
          </p:nvCxnSpPr>
          <p:spPr>
            <a:xfrm>
              <a:off x="4128" y="3216"/>
              <a:ext cx="4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89" name="Google Shape;2489;p169"/>
          <p:cNvSpPr txBox="1"/>
          <p:nvPr/>
        </p:nvSpPr>
        <p:spPr>
          <a:xfrm>
            <a:off x="3507745" y="5370510"/>
            <a:ext cx="41148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DFT of nodes in graph : 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D, C, E, G, H, A, B, F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0" name="Google Shape;2490;p169"/>
          <p:cNvSpPr txBox="1"/>
          <p:nvPr/>
        </p:nvSpPr>
        <p:spPr>
          <a:xfrm>
            <a:off x="10665473" y="4136517"/>
            <a:ext cx="137889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1" name="Google Shape;2491;p169"/>
          <p:cNvSpPr txBox="1"/>
          <p:nvPr/>
        </p:nvSpPr>
        <p:spPr>
          <a:xfrm>
            <a:off x="8077209" y="4426796"/>
            <a:ext cx="228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A-&gt;B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D-&gt;F-&gt;E-&gt;C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E-&gt;G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2" name="Google Shape;2492;p169"/>
          <p:cNvSpPr txBox="1"/>
          <p:nvPr/>
        </p:nvSpPr>
        <p:spPr>
          <a:xfrm>
            <a:off x="10515609" y="4479918"/>
            <a:ext cx="15287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F-&gt;C</a:t>
            </a:r>
            <a:endParaRPr b="0" i="0" sz="1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G-&gt;H-&gt;D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H-&gt;B-&gt;A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56"/>
          <p:cNvSpPr txBox="1"/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Traversal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0" name="Google Shape;2500;p56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1" name="Google Shape;2501;p5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02" name="Google Shape;250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503" name="Google Shape;2503;p56"/>
          <p:cNvSpPr/>
          <p:nvPr/>
        </p:nvSpPr>
        <p:spPr>
          <a:xfrm>
            <a:off x="3470275" y="20589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4" name="Google Shape;2504;p56"/>
          <p:cNvSpPr/>
          <p:nvPr/>
        </p:nvSpPr>
        <p:spPr>
          <a:xfrm>
            <a:off x="2784475" y="28209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5" name="Google Shape;2505;p56"/>
          <p:cNvSpPr/>
          <p:nvPr/>
        </p:nvSpPr>
        <p:spPr>
          <a:xfrm>
            <a:off x="4156075" y="28209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6" name="Google Shape;2506;p56"/>
          <p:cNvCxnSpPr/>
          <p:nvPr/>
        </p:nvCxnSpPr>
        <p:spPr>
          <a:xfrm flipH="1">
            <a:off x="3124200" y="2433639"/>
            <a:ext cx="407988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7" name="Google Shape;2507;p56"/>
          <p:cNvSpPr/>
          <p:nvPr/>
        </p:nvSpPr>
        <p:spPr>
          <a:xfrm>
            <a:off x="2401888" y="37179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8" name="Google Shape;2508;p56"/>
          <p:cNvSpPr/>
          <p:nvPr/>
        </p:nvSpPr>
        <p:spPr>
          <a:xfrm>
            <a:off x="3162300" y="37306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9" name="Google Shape;2509;p56"/>
          <p:cNvCxnSpPr/>
          <p:nvPr/>
        </p:nvCxnSpPr>
        <p:spPr>
          <a:xfrm flipH="1">
            <a:off x="2628901" y="3262314"/>
            <a:ext cx="263525" cy="4603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0" name="Google Shape;2510;p56"/>
          <p:cNvSpPr/>
          <p:nvPr/>
        </p:nvSpPr>
        <p:spPr>
          <a:xfrm>
            <a:off x="3806825" y="371951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1" name="Google Shape;2511;p56"/>
          <p:cNvSpPr/>
          <p:nvPr/>
        </p:nvSpPr>
        <p:spPr>
          <a:xfrm>
            <a:off x="4551363" y="37179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2" name="Google Shape;2512;p56"/>
          <p:cNvCxnSpPr/>
          <p:nvPr/>
        </p:nvCxnSpPr>
        <p:spPr>
          <a:xfrm flipH="1">
            <a:off x="4003675" y="3246438"/>
            <a:ext cx="273050" cy="461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3" name="Google Shape;2513;p56"/>
          <p:cNvCxnSpPr/>
          <p:nvPr/>
        </p:nvCxnSpPr>
        <p:spPr>
          <a:xfrm>
            <a:off x="4479925" y="3259138"/>
            <a:ext cx="273050" cy="4492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4" name="Google Shape;2514;p56"/>
          <p:cNvSpPr/>
          <p:nvPr/>
        </p:nvSpPr>
        <p:spPr>
          <a:xfrm>
            <a:off x="2751138" y="45688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5" name="Google Shape;2515;p56"/>
          <p:cNvCxnSpPr/>
          <p:nvPr/>
        </p:nvCxnSpPr>
        <p:spPr>
          <a:xfrm>
            <a:off x="2614613" y="4167188"/>
            <a:ext cx="374650" cy="3921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6" name="Google Shape;2516;p56"/>
          <p:cNvCxnSpPr/>
          <p:nvPr/>
        </p:nvCxnSpPr>
        <p:spPr>
          <a:xfrm flipH="1" rot="10800000">
            <a:off x="2989263" y="4184650"/>
            <a:ext cx="373062" cy="3571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7" name="Google Shape;2517;p56"/>
          <p:cNvCxnSpPr/>
          <p:nvPr/>
        </p:nvCxnSpPr>
        <p:spPr>
          <a:xfrm flipH="1" rot="10800000">
            <a:off x="3005139" y="4184650"/>
            <a:ext cx="1004887" cy="3571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8" name="Google Shape;2518;p56"/>
          <p:cNvCxnSpPr/>
          <p:nvPr/>
        </p:nvCxnSpPr>
        <p:spPr>
          <a:xfrm>
            <a:off x="3852863" y="2468564"/>
            <a:ext cx="387350" cy="3714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9" name="Google Shape;2519;p56"/>
          <p:cNvCxnSpPr/>
          <p:nvPr/>
        </p:nvCxnSpPr>
        <p:spPr>
          <a:xfrm>
            <a:off x="3128963" y="3244851"/>
            <a:ext cx="247650" cy="530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0" name="Google Shape;2520;p56"/>
          <p:cNvCxnSpPr/>
          <p:nvPr/>
        </p:nvCxnSpPr>
        <p:spPr>
          <a:xfrm flipH="1" rot="10800000">
            <a:off x="3059113" y="4110039"/>
            <a:ext cx="1516062" cy="441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1" name="Google Shape;2521;p56"/>
          <p:cNvSpPr txBox="1"/>
          <p:nvPr>
            <p:ph idx="1" type="body"/>
          </p:nvPr>
        </p:nvSpPr>
        <p:spPr>
          <a:xfrm>
            <a:off x="6286500" y="1700955"/>
            <a:ext cx="4267200" cy="1370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DFT for given graph G1 starting at vertex 0</a:t>
            </a:r>
            <a:endParaRPr/>
          </a:p>
        </p:txBody>
      </p:sp>
      <p:sp>
        <p:nvSpPr>
          <p:cNvPr id="2522" name="Google Shape;2522;p56"/>
          <p:cNvSpPr txBox="1"/>
          <p:nvPr/>
        </p:nvSpPr>
        <p:spPr>
          <a:xfrm>
            <a:off x="2270125" y="5205064"/>
            <a:ext cx="2006600" cy="572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8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p57"/>
          <p:cNvSpPr txBox="1"/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0" name="Google Shape;2530;p57"/>
          <p:cNvSpPr txBox="1"/>
          <p:nvPr>
            <p:ph idx="1" type="body"/>
          </p:nvPr>
        </p:nvSpPr>
        <p:spPr>
          <a:xfrm>
            <a:off x="2257425" y="1308296"/>
            <a:ext cx="5086350" cy="483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Algorithm BFS(int v)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for(int i=0;i&lt;n;i++)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visited[i]=0;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 q;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q.insert(v);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while(!q.IsEmpty())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v=q.Delete();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for(all vertices w adjacent to v)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if(!visited[w])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q.insert(w);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visited[w]=1;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  <a:p>
            <a:pPr indent="0" lvl="0" marL="9144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1" name="Google Shape;2531;p57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2" name="Google Shape;2532;p5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3" name="Google Shape;2533;p57"/>
          <p:cNvSpPr txBox="1"/>
          <p:nvPr/>
        </p:nvSpPr>
        <p:spPr>
          <a:xfrm>
            <a:off x="6350000" y="1790699"/>
            <a:ext cx="5245100" cy="4432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1" marL="20116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t/>
            </a:r>
            <a:endParaRPr b="0" i="1" sz="18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4" name="Google Shape;253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8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39" name="Google Shape;2539;p58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0" name="Google Shape;2540;p58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1" name="Google Shape;2541;p58"/>
          <p:cNvCxnSpPr/>
          <p:nvPr/>
        </p:nvCxnSpPr>
        <p:spPr>
          <a:xfrm flipH="1" rot="10800000">
            <a:off x="243840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2" name="Google Shape;2542;p58"/>
          <p:cNvCxnSpPr/>
          <p:nvPr/>
        </p:nvCxnSpPr>
        <p:spPr>
          <a:xfrm flipH="1" rot="10800000">
            <a:off x="335280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3" name="Google Shape;2543;p58"/>
          <p:cNvCxnSpPr/>
          <p:nvPr/>
        </p:nvCxnSpPr>
        <p:spPr>
          <a:xfrm flipH="1" rot="10800000">
            <a:off x="228600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4" name="Google Shape;2544;p58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5" name="Google Shape;2545;p58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46" name="Google Shape;2546;p58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7" name="Google Shape;2547;p58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58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58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0" name="Google Shape;2550;p58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1" name="Google Shape;2551;p58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2" name="Google Shape;2552;p58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3" name="Google Shape;2553;p58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4" name="Google Shape;2554;p58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5" name="Google Shape;2555;p58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6" name="Google Shape;2556;p58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57" name="Google Shape;2557;p58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58" name="Google Shape;2558;p58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559" name="Google Shape;2559;p58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60" name="Google Shape;2560;p58"/>
          <p:cNvSpPr txBox="1"/>
          <p:nvPr/>
        </p:nvSpPr>
        <p:spPr>
          <a:xfrm>
            <a:off x="3048000" y="5105401"/>
            <a:ext cx="7086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is this accomplished?  Simply replace the stack with a queue!  Rules: (1) Maintain an 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enqueued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array. (2) Visit node when 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dequeued.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1" name="Google Shape;2561;p58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2" name="Google Shape;2562;p58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63" name="Google Shape;256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564" name="Google Shape;2564;p5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5" name="Google Shape;2565;p5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9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70" name="Google Shape;2570;p59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1" name="Google Shape;2571;p59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2" name="Google Shape;2572;p59"/>
          <p:cNvCxnSpPr/>
          <p:nvPr/>
        </p:nvCxnSpPr>
        <p:spPr>
          <a:xfrm flipH="1" rot="10800000">
            <a:off x="243840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3" name="Google Shape;2573;p59"/>
          <p:cNvCxnSpPr/>
          <p:nvPr/>
        </p:nvCxnSpPr>
        <p:spPr>
          <a:xfrm flipH="1" rot="10800000">
            <a:off x="335280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4" name="Google Shape;2574;p59"/>
          <p:cNvCxnSpPr/>
          <p:nvPr/>
        </p:nvCxnSpPr>
        <p:spPr>
          <a:xfrm flipH="1" rot="10800000">
            <a:off x="228600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5" name="Google Shape;2575;p59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6" name="Google Shape;2576;p59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77" name="Google Shape;2577;p59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8" name="Google Shape;2578;p59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9" name="Google Shape;2579;p59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0" name="Google Shape;2580;p59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1" name="Google Shape;2581;p59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59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p59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4" name="Google Shape;2584;p59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5" name="Google Shape;2585;p59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6" name="Google Shape;2586;p59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7" name="Google Shape;2587;p59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88" name="Google Shape;2588;p59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89" name="Google Shape;2589;p59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590" name="Google Shape;2590;p59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1" name="Google Shape;2591;p59"/>
          <p:cNvSpPr txBox="1"/>
          <p:nvPr/>
        </p:nvSpPr>
        <p:spPr>
          <a:xfrm>
            <a:off x="3048000" y="5486400"/>
            <a:ext cx="708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Enqueue D.  Notice, D not yet visited.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2" name="Google Shape;2592;p59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:D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3" name="Google Shape;2593;p59"/>
          <p:cNvSpPr txBox="1"/>
          <p:nvPr/>
        </p:nvSpPr>
        <p:spPr>
          <a:xfrm>
            <a:off x="1752600" y="48006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4" name="Google Shape;2594;p59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5" name="Google Shape;259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596" name="Google Shape;2596;p5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7" name="Google Shape;2597;p5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1" name="Shape 2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2" name="Google Shape;2602;p60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3" name="Google Shape;2603;p60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4" name="Google Shape;2604;p60"/>
          <p:cNvCxnSpPr/>
          <p:nvPr/>
        </p:nvCxnSpPr>
        <p:spPr>
          <a:xfrm flipH="1" rot="10800000">
            <a:off x="243840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5" name="Google Shape;2605;p60"/>
          <p:cNvCxnSpPr/>
          <p:nvPr/>
        </p:nvCxnSpPr>
        <p:spPr>
          <a:xfrm flipH="1" rot="10800000">
            <a:off x="335280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6" name="Google Shape;2606;p60"/>
          <p:cNvCxnSpPr/>
          <p:nvPr/>
        </p:nvCxnSpPr>
        <p:spPr>
          <a:xfrm flipH="1" rot="10800000">
            <a:off x="228600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7" name="Google Shape;2607;p60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8" name="Google Shape;2608;p60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9" name="Google Shape;2609;p60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0" name="Google Shape;2610;p60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1" name="Google Shape;2611;p60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2" name="Google Shape;2612;p60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3" name="Google Shape;2613;p60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4" name="Google Shape;2614;p60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5" name="Google Shape;2615;p60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6" name="Google Shape;2616;p60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7" name="Google Shape;2617;p60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8" name="Google Shape;2618;p60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19" name="Google Shape;2619;p60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20" name="Google Shape;2620;p60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21" name="Google Shape;2621;p60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622" name="Google Shape;2622;p60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23" name="Google Shape;2623;p60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D.  Visit D.  Enqueue unenqueued nodes adjacent to 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4" name="Google Shape;2624;p60"/>
          <p:cNvSpPr txBox="1"/>
          <p:nvPr/>
        </p:nvSpPr>
        <p:spPr>
          <a:xfrm>
            <a:off x="7315199" y="2362201"/>
            <a:ext cx="3788229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  C ,     E,      F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5" name="Google Shape;2625;p60"/>
          <p:cNvSpPr txBox="1"/>
          <p:nvPr/>
        </p:nvSpPr>
        <p:spPr>
          <a:xfrm>
            <a:off x="1752600" y="48006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6" name="Google Shape;2626;p60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27" name="Google Shape;262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628" name="Google Shape;2628;p6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9" name="Google Shape;2629;p6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3" name="Shape 2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34" name="Google Shape;2634;p61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5" name="Google Shape;2635;p61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6" name="Google Shape;2636;p61"/>
          <p:cNvCxnSpPr/>
          <p:nvPr/>
        </p:nvCxnSpPr>
        <p:spPr>
          <a:xfrm flipH="1" rot="10800000">
            <a:off x="243840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7" name="Google Shape;2637;p61"/>
          <p:cNvCxnSpPr/>
          <p:nvPr/>
        </p:nvCxnSpPr>
        <p:spPr>
          <a:xfrm flipH="1" rot="10800000">
            <a:off x="335280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8" name="Google Shape;2638;p61"/>
          <p:cNvCxnSpPr/>
          <p:nvPr/>
        </p:nvCxnSpPr>
        <p:spPr>
          <a:xfrm flipH="1" rot="10800000">
            <a:off x="228600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9" name="Google Shape;2639;p61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0" name="Google Shape;2640;p61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41" name="Google Shape;2641;p61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2" name="Google Shape;2642;p61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3" name="Google Shape;2643;p61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4" name="Google Shape;2644;p61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5" name="Google Shape;2645;p61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6" name="Google Shape;2646;p61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7" name="Google Shape;2647;p61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8" name="Google Shape;2648;p61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9" name="Google Shape;2649;p61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0" name="Google Shape;2650;p61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51" name="Google Shape;2651;p61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2" name="Google Shape;2652;p61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53" name="Google Shape;2653;p61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654" name="Google Shape;2654;p61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5" name="Google Shape;2655;p61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C.  Visit C.  Enqueue unenqueued nodes adjacent to 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6" name="Google Shape;2656;p61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 E , F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7" name="Google Shape;2657;p61"/>
          <p:cNvSpPr txBox="1"/>
          <p:nvPr/>
        </p:nvSpPr>
        <p:spPr>
          <a:xfrm>
            <a:off x="1752600" y="48006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8" name="Google Shape;2658;p61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59" name="Google Shape;265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660" name="Google Shape;2660;p6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1" name="Google Shape;2661;p6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5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6" name="Google Shape;2666;p62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7" name="Google Shape;2667;p62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8" name="Google Shape;2668;p62"/>
          <p:cNvCxnSpPr/>
          <p:nvPr/>
        </p:nvCxnSpPr>
        <p:spPr>
          <a:xfrm flipH="1" rot="10800000">
            <a:off x="243840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9" name="Google Shape;2669;p62"/>
          <p:cNvCxnSpPr/>
          <p:nvPr/>
        </p:nvCxnSpPr>
        <p:spPr>
          <a:xfrm flipH="1" rot="10800000">
            <a:off x="335280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0" name="Google Shape;2670;p62"/>
          <p:cNvCxnSpPr/>
          <p:nvPr/>
        </p:nvCxnSpPr>
        <p:spPr>
          <a:xfrm flipH="1" rot="10800000">
            <a:off x="228600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1" name="Google Shape;2671;p62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2" name="Google Shape;2672;p62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73" name="Google Shape;2673;p62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4" name="Google Shape;2674;p62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5" name="Google Shape;2675;p62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6" name="Google Shape;2676;p62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7" name="Google Shape;2677;p62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8" name="Google Shape;2678;p62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9" name="Google Shape;2679;p62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0" name="Google Shape;2680;p62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62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2" name="Google Shape;2682;p62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3" name="Google Shape;2683;p62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84" name="Google Shape;2684;p62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85" name="Google Shape;2685;p62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686" name="Google Shape;2686;p62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87" name="Google Shape;2687;p62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E.  Visit E.  Enqueue unenqueued nodes adjacent to 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8" name="Google Shape;2688;p62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 F ,  G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9" name="Google Shape;2689;p62"/>
          <p:cNvSpPr txBox="1"/>
          <p:nvPr/>
        </p:nvSpPr>
        <p:spPr>
          <a:xfrm>
            <a:off x="1752600" y="48006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C, 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0" name="Google Shape;2690;p62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91" name="Google Shape;269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692" name="Google Shape;2692;p6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3" name="Google Shape;2693;p6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9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00" name="Google Shape;2700;p63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01" name="Google Shape;2701;p63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02" name="Google Shape;2702;p63"/>
          <p:cNvCxnSpPr/>
          <p:nvPr/>
        </p:nvCxnSpPr>
        <p:spPr>
          <a:xfrm flipH="1" rot="10800000">
            <a:off x="243840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03" name="Google Shape;2703;p63"/>
          <p:cNvCxnSpPr/>
          <p:nvPr/>
        </p:nvCxnSpPr>
        <p:spPr>
          <a:xfrm flipH="1" rot="10800000">
            <a:off x="335280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04" name="Google Shape;2704;p63"/>
          <p:cNvCxnSpPr/>
          <p:nvPr/>
        </p:nvCxnSpPr>
        <p:spPr>
          <a:xfrm flipH="1" rot="10800000">
            <a:off x="228600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05" name="Google Shape;2705;p63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06" name="Google Shape;2706;p63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7" name="Google Shape;2707;p63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8" name="Google Shape;2708;p63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63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63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1" name="Google Shape;2711;p63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2" name="Google Shape;2712;p63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3" name="Google Shape;2713;p63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4" name="Google Shape;2714;p63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5" name="Google Shape;2715;p63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6" name="Google Shape;2716;p63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17" name="Google Shape;2717;p63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18" name="Google Shape;2718;p63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19" name="Google Shape;2719;p63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720" name="Google Shape;2720;p63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21" name="Google Shape;2721;p63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F.  Visit F.  Enqueue unenqueued nodes adjacent to 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63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 G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3" name="Google Shape;2723;p63"/>
          <p:cNvSpPr txBox="1"/>
          <p:nvPr/>
        </p:nvSpPr>
        <p:spPr>
          <a:xfrm>
            <a:off x="1752600" y="48006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C, E, 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4" name="Google Shape;2724;p63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25" name="Google Shape;272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726" name="Google Shape;2726;p6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7" name="Google Shape;2727;p6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2" name="Google Shape;2732;p64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3" name="Google Shape;2733;p64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4" name="Google Shape;2734;p64"/>
          <p:cNvCxnSpPr/>
          <p:nvPr/>
        </p:nvCxnSpPr>
        <p:spPr>
          <a:xfrm flipH="1" rot="10800000">
            <a:off x="243840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5" name="Google Shape;2735;p64"/>
          <p:cNvCxnSpPr/>
          <p:nvPr/>
        </p:nvCxnSpPr>
        <p:spPr>
          <a:xfrm flipH="1" rot="10800000">
            <a:off x="335280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6" name="Google Shape;2736;p64"/>
          <p:cNvCxnSpPr/>
          <p:nvPr/>
        </p:nvCxnSpPr>
        <p:spPr>
          <a:xfrm flipH="1" rot="10800000">
            <a:off x="228600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7" name="Google Shape;2737;p64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8" name="Google Shape;2738;p64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9" name="Google Shape;2739;p64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0" name="Google Shape;2740;p64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1" name="Google Shape;2741;p64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2" name="Google Shape;2742;p64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3" name="Google Shape;2743;p64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64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5" name="Google Shape;2745;p64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6" name="Google Shape;2746;p64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7" name="Google Shape;2747;p64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8" name="Google Shape;2748;p64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49" name="Google Shape;2749;p64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50" name="Google Shape;2750;p64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51" name="Google Shape;2751;p64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752" name="Google Shape;2752;p64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53" name="Google Shape;2753;p64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G.  Visit G.  Enqueue unenqueued nodes adjacent to 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4" name="Google Shape;2754;p64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 H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5" name="Google Shape;2755;p64"/>
          <p:cNvSpPr txBox="1"/>
          <p:nvPr/>
        </p:nvSpPr>
        <p:spPr>
          <a:xfrm>
            <a:off x="1752600" y="48006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C, E, F, 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6" name="Google Shape;2756;p64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57" name="Google Shape;275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758" name="Google Shape;2758;p6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9" name="Google Shape;2759;p6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3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64" name="Google Shape;2764;p65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5" name="Google Shape;2765;p65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6" name="Google Shape;2766;p65"/>
          <p:cNvCxnSpPr/>
          <p:nvPr/>
        </p:nvCxnSpPr>
        <p:spPr>
          <a:xfrm flipH="1" rot="10800000">
            <a:off x="243840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7" name="Google Shape;2767;p65"/>
          <p:cNvCxnSpPr/>
          <p:nvPr/>
        </p:nvCxnSpPr>
        <p:spPr>
          <a:xfrm flipH="1" rot="10800000">
            <a:off x="335280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8" name="Google Shape;2768;p65"/>
          <p:cNvCxnSpPr/>
          <p:nvPr/>
        </p:nvCxnSpPr>
        <p:spPr>
          <a:xfrm flipH="1" rot="10800000">
            <a:off x="228600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9" name="Google Shape;2769;p65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0" name="Google Shape;2770;p65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71" name="Google Shape;2771;p65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2" name="Google Shape;2772;p65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3" name="Google Shape;2773;p65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4" name="Google Shape;2774;p65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5" name="Google Shape;2775;p65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6" name="Google Shape;2776;p65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7" name="Google Shape;2777;p65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8" name="Google Shape;2778;p65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9" name="Google Shape;2779;p65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0" name="Google Shape;2780;p65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1" name="Google Shape;2781;p65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82" name="Google Shape;2782;p65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83" name="Google Shape;2783;p65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784" name="Google Shape;2784;p65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85" name="Google Shape;2785;p65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H.  Visit H.  Enqueue unenqueued nodes adjacent to 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6" name="Google Shape;2786;p65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 A ,  B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7" name="Google Shape;2787;p65"/>
          <p:cNvSpPr txBox="1"/>
          <p:nvPr/>
        </p:nvSpPr>
        <p:spPr>
          <a:xfrm>
            <a:off x="1752600" y="48006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C, E, F, G, 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8" name="Google Shape;2788;p65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89" name="Google Shape;278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790" name="Google Shape;2790;p6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1" name="Google Shape;2791;p6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5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96" name="Google Shape;2796;p66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7" name="Google Shape;2797;p66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8" name="Google Shape;2798;p66"/>
          <p:cNvCxnSpPr/>
          <p:nvPr/>
        </p:nvCxnSpPr>
        <p:spPr>
          <a:xfrm flipH="1" rot="10800000">
            <a:off x="243840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9" name="Google Shape;2799;p66"/>
          <p:cNvCxnSpPr/>
          <p:nvPr/>
        </p:nvCxnSpPr>
        <p:spPr>
          <a:xfrm flipH="1" rot="10800000">
            <a:off x="335280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0" name="Google Shape;2800;p66"/>
          <p:cNvCxnSpPr/>
          <p:nvPr/>
        </p:nvCxnSpPr>
        <p:spPr>
          <a:xfrm flipH="1" rot="10800000">
            <a:off x="228600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1" name="Google Shape;2801;p66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2" name="Google Shape;2802;p66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03" name="Google Shape;2803;p66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4" name="Google Shape;2804;p66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5" name="Google Shape;2805;p66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6" name="Google Shape;2806;p66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7" name="Google Shape;2807;p66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8" name="Google Shape;2808;p66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9" name="Google Shape;2809;p66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0" name="Google Shape;2810;p66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1" name="Google Shape;2811;p66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2" name="Google Shape;2812;p66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13" name="Google Shape;2813;p66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14" name="Google Shape;2814;p66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15" name="Google Shape;2815;p66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816" name="Google Shape;2816;p66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17" name="Google Shape;2817;p66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A.  Visit A.  Enqueue unenqueued nodes adjacent to 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8" name="Google Shape;2818;p66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: B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9" name="Google Shape;2819;p66"/>
          <p:cNvSpPr txBox="1"/>
          <p:nvPr/>
        </p:nvSpPr>
        <p:spPr>
          <a:xfrm>
            <a:off x="1752600" y="4800601"/>
            <a:ext cx="4495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C, E, F, G, H, 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0" name="Google Shape;2820;p66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21" name="Google Shape;282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822" name="Google Shape;2822;p6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3" name="Google Shape;2823;p6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7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8" name="Google Shape;2828;p67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9" name="Google Shape;2829;p67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30" name="Google Shape;2830;p67"/>
          <p:cNvCxnSpPr/>
          <p:nvPr/>
        </p:nvCxnSpPr>
        <p:spPr>
          <a:xfrm flipH="1" rot="10800000">
            <a:off x="243840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31" name="Google Shape;2831;p67"/>
          <p:cNvCxnSpPr/>
          <p:nvPr/>
        </p:nvCxnSpPr>
        <p:spPr>
          <a:xfrm flipH="1" rot="10800000">
            <a:off x="335280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32" name="Google Shape;2832;p67"/>
          <p:cNvCxnSpPr/>
          <p:nvPr/>
        </p:nvCxnSpPr>
        <p:spPr>
          <a:xfrm flipH="1" rot="10800000">
            <a:off x="228600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33" name="Google Shape;2833;p67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34" name="Google Shape;2834;p67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35" name="Google Shape;2835;p67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67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7" name="Google Shape;2837;p67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8" name="Google Shape;2838;p67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9" name="Google Shape;2839;p67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0" name="Google Shape;2840;p67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1" name="Google Shape;2841;p67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2" name="Google Shape;2842;p67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3" name="Google Shape;2843;p67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4" name="Google Shape;2844;p67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45" name="Google Shape;2845;p67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46" name="Google Shape;2846;p67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47" name="Google Shape;2847;p67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848" name="Google Shape;2848;p67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49" name="Google Shape;2849;p67"/>
          <p:cNvSpPr txBox="1"/>
          <p:nvPr/>
        </p:nvSpPr>
        <p:spPr>
          <a:xfrm>
            <a:off x="3048000" y="5486401"/>
            <a:ext cx="7086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B.  Visit B.  Enqueue unenqueued nodes adjacent to 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0" name="Google Shape;2850;p67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empty 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1" name="Google Shape;2851;p67"/>
          <p:cNvSpPr txBox="1"/>
          <p:nvPr/>
        </p:nvSpPr>
        <p:spPr>
          <a:xfrm>
            <a:off x="1752600" y="4800601"/>
            <a:ext cx="44958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C, E, F, G, H, A, B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2" name="Google Shape;2852;p67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53" name="Google Shape;285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854" name="Google Shape;2854;p6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5" name="Google Shape;2855;p6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9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0" name="Google Shape;2860;p68"/>
          <p:cNvCxnSpPr/>
          <p:nvPr/>
        </p:nvCxnSpPr>
        <p:spPr>
          <a:xfrm rot="10800000">
            <a:off x="3657600" y="220980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1" name="Google Shape;2861;p68"/>
          <p:cNvCxnSpPr/>
          <p:nvPr/>
        </p:nvCxnSpPr>
        <p:spPr>
          <a:xfrm flipH="1">
            <a:off x="4724400" y="3352800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2" name="Google Shape;2862;p68"/>
          <p:cNvCxnSpPr/>
          <p:nvPr/>
        </p:nvCxnSpPr>
        <p:spPr>
          <a:xfrm flipH="1" rot="10800000">
            <a:off x="2438400" y="312420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3" name="Google Shape;2863;p68"/>
          <p:cNvCxnSpPr/>
          <p:nvPr/>
        </p:nvCxnSpPr>
        <p:spPr>
          <a:xfrm flipH="1" rot="10800000">
            <a:off x="3352800" y="3276600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4" name="Google Shape;2864;p68"/>
          <p:cNvCxnSpPr/>
          <p:nvPr/>
        </p:nvCxnSpPr>
        <p:spPr>
          <a:xfrm flipH="1" rot="10800000">
            <a:off x="2286000" y="274320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5" name="Google Shape;2865;p68"/>
          <p:cNvCxnSpPr/>
          <p:nvPr/>
        </p:nvCxnSpPr>
        <p:spPr>
          <a:xfrm>
            <a:off x="2514600" y="25908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6" name="Google Shape;2866;p68"/>
          <p:cNvCxnSpPr/>
          <p:nvPr/>
        </p:nvCxnSpPr>
        <p:spPr>
          <a:xfrm rot="10800000">
            <a:off x="4648200" y="2362200"/>
            <a:ext cx="292100" cy="50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67" name="Google Shape;2867;p68"/>
          <p:cNvSpPr/>
          <p:nvPr/>
        </p:nvSpPr>
        <p:spPr>
          <a:xfrm>
            <a:off x="2057400" y="243840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8" name="Google Shape;2868;p68"/>
          <p:cNvSpPr/>
          <p:nvPr/>
        </p:nvSpPr>
        <p:spPr>
          <a:xfrm>
            <a:off x="2209800" y="2286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9" name="Google Shape;2869;p68"/>
          <p:cNvSpPr/>
          <p:nvPr/>
        </p:nvSpPr>
        <p:spPr>
          <a:xfrm>
            <a:off x="2057400" y="3200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0" name="Google Shape;2870;p68"/>
          <p:cNvSpPr/>
          <p:nvPr/>
        </p:nvSpPr>
        <p:spPr>
          <a:xfrm>
            <a:off x="3429000" y="28194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1" name="Google Shape;2871;p68"/>
          <p:cNvSpPr/>
          <p:nvPr/>
        </p:nvSpPr>
        <p:spPr>
          <a:xfrm>
            <a:off x="3276600" y="18288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2" name="Google Shape;2872;p68"/>
          <p:cNvSpPr/>
          <p:nvPr/>
        </p:nvSpPr>
        <p:spPr>
          <a:xfrm>
            <a:off x="434340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3" name="Google Shape;2873;p68"/>
          <p:cNvSpPr/>
          <p:nvPr/>
        </p:nvSpPr>
        <p:spPr>
          <a:xfrm>
            <a:off x="4800600" y="28956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4" name="Google Shape;2874;p68"/>
          <p:cNvSpPr/>
          <p:nvPr/>
        </p:nvSpPr>
        <p:spPr>
          <a:xfrm>
            <a:off x="4267200" y="1905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5" name="Google Shape;2875;p68"/>
          <p:cNvSpPr/>
          <p:nvPr/>
        </p:nvSpPr>
        <p:spPr>
          <a:xfrm>
            <a:off x="3048000" y="381000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6" name="Google Shape;2876;p68"/>
          <p:cNvCxnSpPr/>
          <p:nvPr/>
        </p:nvCxnSpPr>
        <p:spPr>
          <a:xfrm rot="10800000">
            <a:off x="350520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7" name="Google Shape;2877;p68"/>
          <p:cNvCxnSpPr/>
          <p:nvPr/>
        </p:nvCxnSpPr>
        <p:spPr>
          <a:xfrm rot="10800000">
            <a:off x="2438400" y="35814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78" name="Google Shape;2878;p68"/>
          <p:cNvSpPr txBox="1"/>
          <p:nvPr/>
        </p:nvSpPr>
        <p:spPr>
          <a:xfrm>
            <a:off x="5867400" y="1524001"/>
            <a:ext cx="1905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Enqueued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79" name="Google Shape;2879;p68"/>
          <p:cNvGraphicFramePr/>
          <p:nvPr/>
        </p:nvGraphicFramePr>
        <p:xfrm>
          <a:off x="6400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381000"/>
                <a:gridCol w="3810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880" name="Google Shape;2880;p68"/>
          <p:cNvCxnSpPr/>
          <p:nvPr/>
        </p:nvCxnSpPr>
        <p:spPr>
          <a:xfrm>
            <a:off x="3733800" y="20955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1" name="Google Shape;2881;p68"/>
          <p:cNvSpPr txBox="1"/>
          <p:nvPr/>
        </p:nvSpPr>
        <p:spPr>
          <a:xfrm>
            <a:off x="3048000" y="5486400"/>
            <a:ext cx="708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empty. Algorithm done.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2" name="Google Shape;2882;p68"/>
          <p:cNvSpPr txBox="1"/>
          <p:nvPr/>
        </p:nvSpPr>
        <p:spPr>
          <a:xfrm>
            <a:off x="7315200" y="2362201"/>
            <a:ext cx="3124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empty 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3" name="Google Shape;2883;p68"/>
          <p:cNvSpPr txBox="1"/>
          <p:nvPr/>
        </p:nvSpPr>
        <p:spPr>
          <a:xfrm>
            <a:off x="1752600" y="4800601"/>
            <a:ext cx="44958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visited: D, C, E, F, G, H, A, B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4" name="Google Shape;2884;p68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85" name="Google Shape;288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886" name="Google Shape;2886;p6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7" name="Google Shape;2887;p6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1" lang="en-US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3" name="Shape 2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4" name="Google Shape;2894;p69"/>
          <p:cNvSpPr txBox="1"/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Traversal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5" name="Google Shape;2895;p69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6" name="Google Shape;2896;p6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97" name="Google Shape;289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898" name="Google Shape;2898;p69"/>
          <p:cNvSpPr/>
          <p:nvPr/>
        </p:nvSpPr>
        <p:spPr>
          <a:xfrm>
            <a:off x="3470275" y="20589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9" name="Google Shape;2899;p69"/>
          <p:cNvSpPr/>
          <p:nvPr/>
        </p:nvSpPr>
        <p:spPr>
          <a:xfrm>
            <a:off x="2784475" y="28209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0" name="Google Shape;2900;p69"/>
          <p:cNvSpPr/>
          <p:nvPr/>
        </p:nvSpPr>
        <p:spPr>
          <a:xfrm>
            <a:off x="4156075" y="28209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1" name="Google Shape;2901;p69"/>
          <p:cNvCxnSpPr/>
          <p:nvPr/>
        </p:nvCxnSpPr>
        <p:spPr>
          <a:xfrm flipH="1">
            <a:off x="3124200" y="2433639"/>
            <a:ext cx="407988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2" name="Google Shape;2902;p69"/>
          <p:cNvSpPr/>
          <p:nvPr/>
        </p:nvSpPr>
        <p:spPr>
          <a:xfrm>
            <a:off x="2401888" y="37179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3" name="Google Shape;2903;p69"/>
          <p:cNvSpPr/>
          <p:nvPr/>
        </p:nvSpPr>
        <p:spPr>
          <a:xfrm>
            <a:off x="3162300" y="37306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4" name="Google Shape;2904;p69"/>
          <p:cNvCxnSpPr/>
          <p:nvPr/>
        </p:nvCxnSpPr>
        <p:spPr>
          <a:xfrm flipH="1">
            <a:off x="2628901" y="3262314"/>
            <a:ext cx="263525" cy="4603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5" name="Google Shape;2905;p69"/>
          <p:cNvSpPr/>
          <p:nvPr/>
        </p:nvSpPr>
        <p:spPr>
          <a:xfrm>
            <a:off x="3806825" y="371951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6" name="Google Shape;2906;p69"/>
          <p:cNvSpPr/>
          <p:nvPr/>
        </p:nvSpPr>
        <p:spPr>
          <a:xfrm>
            <a:off x="4551363" y="37179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7" name="Google Shape;2907;p69"/>
          <p:cNvCxnSpPr/>
          <p:nvPr/>
        </p:nvCxnSpPr>
        <p:spPr>
          <a:xfrm flipH="1">
            <a:off x="4003675" y="3246438"/>
            <a:ext cx="273050" cy="461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8" name="Google Shape;2908;p69"/>
          <p:cNvCxnSpPr/>
          <p:nvPr/>
        </p:nvCxnSpPr>
        <p:spPr>
          <a:xfrm>
            <a:off x="4479925" y="3259138"/>
            <a:ext cx="273050" cy="4492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9" name="Google Shape;2909;p69"/>
          <p:cNvSpPr/>
          <p:nvPr/>
        </p:nvSpPr>
        <p:spPr>
          <a:xfrm>
            <a:off x="2751138" y="45688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0" name="Google Shape;2910;p69"/>
          <p:cNvCxnSpPr/>
          <p:nvPr/>
        </p:nvCxnSpPr>
        <p:spPr>
          <a:xfrm>
            <a:off x="2614613" y="4167188"/>
            <a:ext cx="374650" cy="3921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1" name="Google Shape;2911;p69"/>
          <p:cNvCxnSpPr/>
          <p:nvPr/>
        </p:nvCxnSpPr>
        <p:spPr>
          <a:xfrm flipH="1" rot="10800000">
            <a:off x="2989263" y="4184650"/>
            <a:ext cx="373062" cy="3571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2" name="Google Shape;2912;p69"/>
          <p:cNvCxnSpPr/>
          <p:nvPr/>
        </p:nvCxnSpPr>
        <p:spPr>
          <a:xfrm flipH="1" rot="10800000">
            <a:off x="3005139" y="4184650"/>
            <a:ext cx="1004887" cy="3571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3" name="Google Shape;2913;p69"/>
          <p:cNvCxnSpPr/>
          <p:nvPr/>
        </p:nvCxnSpPr>
        <p:spPr>
          <a:xfrm>
            <a:off x="3852863" y="2468564"/>
            <a:ext cx="387350" cy="3714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4" name="Google Shape;2914;p69"/>
          <p:cNvCxnSpPr/>
          <p:nvPr/>
        </p:nvCxnSpPr>
        <p:spPr>
          <a:xfrm>
            <a:off x="3128963" y="3244851"/>
            <a:ext cx="247650" cy="530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5" name="Google Shape;2915;p69"/>
          <p:cNvCxnSpPr/>
          <p:nvPr/>
        </p:nvCxnSpPr>
        <p:spPr>
          <a:xfrm flipH="1" rot="10800000">
            <a:off x="3059113" y="4110039"/>
            <a:ext cx="1516062" cy="441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6" name="Google Shape;2916;p69"/>
          <p:cNvSpPr txBox="1"/>
          <p:nvPr>
            <p:ph idx="1" type="body"/>
          </p:nvPr>
        </p:nvSpPr>
        <p:spPr>
          <a:xfrm>
            <a:off x="6286500" y="1700955"/>
            <a:ext cx="4267200" cy="1370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BFT for given graph G1 starting at vertex 0</a:t>
            </a:r>
            <a:endParaRPr/>
          </a:p>
        </p:txBody>
      </p:sp>
      <p:sp>
        <p:nvSpPr>
          <p:cNvPr id="2917" name="Google Shape;2917;p69"/>
          <p:cNvSpPr txBox="1"/>
          <p:nvPr/>
        </p:nvSpPr>
        <p:spPr>
          <a:xfrm>
            <a:off x="2270125" y="5205064"/>
            <a:ext cx="2006600" cy="572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3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Google Shape;2924;p70"/>
          <p:cNvSpPr txBox="1"/>
          <p:nvPr>
            <p:ph type="title"/>
          </p:nvPr>
        </p:nvSpPr>
        <p:spPr>
          <a:xfrm>
            <a:off x="2595375" y="350105"/>
            <a:ext cx="99492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Spanning Trees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5" name="Google Shape;2925;p70"/>
          <p:cNvSpPr txBox="1"/>
          <p:nvPr>
            <p:ph idx="1" type="body"/>
          </p:nvPr>
        </p:nvSpPr>
        <p:spPr>
          <a:xfrm>
            <a:off x="1068386" y="1790701"/>
            <a:ext cx="10869613" cy="45420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77800" lvl="0" marL="9144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spanning tree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is any tree that consists solely of edges in G and that includes all the vertices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spanning tree is a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minimal subgraph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G’, of G such that V(G’)=V(G) and G’ is connected.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Either dfs or bfs can be used to create a spanning tree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880" lvl="1" marL="384048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When dfs is used, the resulting spanning tree is known as 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spanning tree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880" lvl="1" marL="384048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When bfs is used, the resulting spanning tree is known as a </a:t>
            </a:r>
            <a:r>
              <a:rPr lang="en-US" sz="24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spanning tree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6" name="Google Shape;2926;p70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7" name="Google Shape;2927;p7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28" name="Google Shape;292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4" name="Shape 2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5" name="Google Shape;2935;p71"/>
          <p:cNvSpPr txBox="1"/>
          <p:nvPr>
            <p:ph type="title"/>
          </p:nvPr>
        </p:nvSpPr>
        <p:spPr>
          <a:xfrm>
            <a:off x="1803400" y="286605"/>
            <a:ext cx="9949180" cy="10214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Spanning Trees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6" name="Google Shape;2936;p71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7" name="Google Shape;2937;p71"/>
          <p:cNvSpPr txBox="1"/>
          <p:nvPr>
            <p:ph idx="12" type="sldNum"/>
          </p:nvPr>
        </p:nvSpPr>
        <p:spPr>
          <a:xfrm>
            <a:off x="9956800" y="6397872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38" name="Google Shape;293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939" name="Google Shape;2939;p71"/>
          <p:cNvSpPr/>
          <p:nvPr/>
        </p:nvSpPr>
        <p:spPr>
          <a:xfrm>
            <a:off x="3100388" y="26860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0" name="Google Shape;2940;p71"/>
          <p:cNvSpPr/>
          <p:nvPr/>
        </p:nvSpPr>
        <p:spPr>
          <a:xfrm>
            <a:off x="2414588" y="34480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1" name="Google Shape;2941;p71"/>
          <p:cNvSpPr/>
          <p:nvPr/>
        </p:nvSpPr>
        <p:spPr>
          <a:xfrm>
            <a:off x="3786188" y="34480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2" name="Google Shape;2942;p71"/>
          <p:cNvSpPr/>
          <p:nvPr/>
        </p:nvSpPr>
        <p:spPr>
          <a:xfrm>
            <a:off x="3100388" y="40576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3" name="Google Shape;2943;p71"/>
          <p:cNvCxnSpPr/>
          <p:nvPr/>
        </p:nvCxnSpPr>
        <p:spPr>
          <a:xfrm>
            <a:off x="3322638" y="3136900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4" name="Google Shape;2944;p71"/>
          <p:cNvCxnSpPr/>
          <p:nvPr/>
        </p:nvCxnSpPr>
        <p:spPr>
          <a:xfrm>
            <a:off x="2865438" y="367030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5" name="Google Shape;2945;p71"/>
          <p:cNvCxnSpPr/>
          <p:nvPr/>
        </p:nvCxnSpPr>
        <p:spPr>
          <a:xfrm flipH="1">
            <a:off x="2754314" y="3060701"/>
            <a:ext cx="407987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6" name="Google Shape;2946;p71"/>
          <p:cNvCxnSpPr/>
          <p:nvPr/>
        </p:nvCxnSpPr>
        <p:spPr>
          <a:xfrm>
            <a:off x="3475039" y="3060701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7" name="Google Shape;2947;p71"/>
          <p:cNvCxnSpPr/>
          <p:nvPr/>
        </p:nvCxnSpPr>
        <p:spPr>
          <a:xfrm>
            <a:off x="2740026" y="3876675"/>
            <a:ext cx="354013" cy="3127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8" name="Google Shape;2948;p71"/>
          <p:cNvCxnSpPr/>
          <p:nvPr/>
        </p:nvCxnSpPr>
        <p:spPr>
          <a:xfrm flipH="1">
            <a:off x="3529014" y="3849689"/>
            <a:ext cx="327025" cy="3397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9" name="Google Shape;2949;p71"/>
          <p:cNvSpPr/>
          <p:nvPr/>
        </p:nvSpPr>
        <p:spPr>
          <a:xfrm>
            <a:off x="5243513" y="26892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0" name="Google Shape;2950;p71"/>
          <p:cNvSpPr/>
          <p:nvPr/>
        </p:nvSpPr>
        <p:spPr>
          <a:xfrm>
            <a:off x="4557713" y="34512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1" name="Google Shape;2951;p71"/>
          <p:cNvSpPr/>
          <p:nvPr/>
        </p:nvSpPr>
        <p:spPr>
          <a:xfrm>
            <a:off x="5929313" y="34512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2" name="Google Shape;2952;p71"/>
          <p:cNvSpPr/>
          <p:nvPr/>
        </p:nvSpPr>
        <p:spPr>
          <a:xfrm>
            <a:off x="5243513" y="40608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3" name="Google Shape;2953;p71"/>
          <p:cNvCxnSpPr/>
          <p:nvPr/>
        </p:nvCxnSpPr>
        <p:spPr>
          <a:xfrm flipH="1">
            <a:off x="4897439" y="3063876"/>
            <a:ext cx="407987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4" name="Google Shape;2954;p71"/>
          <p:cNvCxnSpPr/>
          <p:nvPr/>
        </p:nvCxnSpPr>
        <p:spPr>
          <a:xfrm>
            <a:off x="5618164" y="3063876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5" name="Google Shape;2955;p71"/>
          <p:cNvCxnSpPr/>
          <p:nvPr/>
        </p:nvCxnSpPr>
        <p:spPr>
          <a:xfrm>
            <a:off x="4883151" y="3879850"/>
            <a:ext cx="354013" cy="3127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6" name="Google Shape;2956;p71"/>
          <p:cNvSpPr/>
          <p:nvPr/>
        </p:nvSpPr>
        <p:spPr>
          <a:xfrm>
            <a:off x="7369175" y="268763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7" name="Google Shape;2957;p71"/>
          <p:cNvSpPr/>
          <p:nvPr/>
        </p:nvSpPr>
        <p:spPr>
          <a:xfrm>
            <a:off x="6683375" y="344963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8" name="Google Shape;2958;p71"/>
          <p:cNvSpPr/>
          <p:nvPr/>
        </p:nvSpPr>
        <p:spPr>
          <a:xfrm>
            <a:off x="8054975" y="344963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9" name="Google Shape;2959;p71"/>
          <p:cNvSpPr/>
          <p:nvPr/>
        </p:nvSpPr>
        <p:spPr>
          <a:xfrm>
            <a:off x="7369175" y="405923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0" name="Google Shape;2960;p71"/>
          <p:cNvCxnSpPr/>
          <p:nvPr/>
        </p:nvCxnSpPr>
        <p:spPr>
          <a:xfrm>
            <a:off x="7591425" y="3138488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1" name="Google Shape;2961;p71"/>
          <p:cNvCxnSpPr/>
          <p:nvPr/>
        </p:nvCxnSpPr>
        <p:spPr>
          <a:xfrm flipH="1">
            <a:off x="7023100" y="3062289"/>
            <a:ext cx="407988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2" name="Google Shape;2962;p71"/>
          <p:cNvCxnSpPr/>
          <p:nvPr/>
        </p:nvCxnSpPr>
        <p:spPr>
          <a:xfrm>
            <a:off x="7743826" y="3062289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3" name="Google Shape;2963;p71"/>
          <p:cNvSpPr/>
          <p:nvPr/>
        </p:nvSpPr>
        <p:spPr>
          <a:xfrm>
            <a:off x="9512300" y="265271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4" name="Google Shape;2964;p71"/>
          <p:cNvSpPr/>
          <p:nvPr/>
        </p:nvSpPr>
        <p:spPr>
          <a:xfrm>
            <a:off x="8826500" y="341471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5" name="Google Shape;2965;p71"/>
          <p:cNvSpPr/>
          <p:nvPr/>
        </p:nvSpPr>
        <p:spPr>
          <a:xfrm>
            <a:off x="10198100" y="341471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6" name="Google Shape;2966;p71"/>
          <p:cNvSpPr/>
          <p:nvPr/>
        </p:nvSpPr>
        <p:spPr>
          <a:xfrm>
            <a:off x="9512300" y="402431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7" name="Google Shape;2967;p71"/>
          <p:cNvCxnSpPr/>
          <p:nvPr/>
        </p:nvCxnSpPr>
        <p:spPr>
          <a:xfrm flipH="1">
            <a:off x="9166225" y="3027364"/>
            <a:ext cx="407988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8" name="Google Shape;2968;p71"/>
          <p:cNvCxnSpPr/>
          <p:nvPr/>
        </p:nvCxnSpPr>
        <p:spPr>
          <a:xfrm>
            <a:off x="9886951" y="3027364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9" name="Google Shape;2969;p71"/>
          <p:cNvCxnSpPr/>
          <p:nvPr/>
        </p:nvCxnSpPr>
        <p:spPr>
          <a:xfrm flipH="1">
            <a:off x="9940926" y="3816351"/>
            <a:ext cx="327025" cy="3397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0" name="Google Shape;2970;p71"/>
          <p:cNvSpPr/>
          <p:nvPr/>
        </p:nvSpPr>
        <p:spPr>
          <a:xfrm>
            <a:off x="3030539" y="4751388"/>
            <a:ext cx="1548501" cy="52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1" name="Google Shape;2971;p71"/>
          <p:cNvSpPr/>
          <p:nvPr/>
        </p:nvSpPr>
        <p:spPr>
          <a:xfrm>
            <a:off x="5429250" y="4826000"/>
            <a:ext cx="349885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spanning trees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7" name="Shape 2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8" name="Google Shape;2978;p72"/>
          <p:cNvSpPr txBox="1"/>
          <p:nvPr>
            <p:ph type="title"/>
          </p:nvPr>
        </p:nvSpPr>
        <p:spPr>
          <a:xfrm>
            <a:off x="1803400" y="286605"/>
            <a:ext cx="9949180" cy="10214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VS BFS Spanning Trees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9" name="Google Shape;2979;p72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0" name="Google Shape;2980;p7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1" name="Google Shape;298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2" name="Google Shape;2982;p72"/>
          <p:cNvSpPr/>
          <p:nvPr/>
        </p:nvSpPr>
        <p:spPr>
          <a:xfrm>
            <a:off x="5780088" y="20970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3" name="Google Shape;2983;p72"/>
          <p:cNvSpPr/>
          <p:nvPr/>
        </p:nvSpPr>
        <p:spPr>
          <a:xfrm>
            <a:off x="5094288" y="28590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4" name="Google Shape;2984;p72"/>
          <p:cNvSpPr/>
          <p:nvPr/>
        </p:nvSpPr>
        <p:spPr>
          <a:xfrm>
            <a:off x="6465888" y="28590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5" name="Google Shape;2985;p72"/>
          <p:cNvCxnSpPr/>
          <p:nvPr/>
        </p:nvCxnSpPr>
        <p:spPr>
          <a:xfrm flipH="1">
            <a:off x="5434013" y="2471738"/>
            <a:ext cx="407987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6" name="Google Shape;2986;p72"/>
          <p:cNvSpPr/>
          <p:nvPr/>
        </p:nvSpPr>
        <p:spPr>
          <a:xfrm>
            <a:off x="4711700" y="37560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7" name="Google Shape;2987;p72"/>
          <p:cNvSpPr/>
          <p:nvPr/>
        </p:nvSpPr>
        <p:spPr>
          <a:xfrm>
            <a:off x="5472113" y="37687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8" name="Google Shape;2988;p72"/>
          <p:cNvCxnSpPr/>
          <p:nvPr/>
        </p:nvCxnSpPr>
        <p:spPr>
          <a:xfrm flipH="1">
            <a:off x="4938713" y="3300413"/>
            <a:ext cx="263525" cy="4603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9" name="Google Shape;2989;p72"/>
          <p:cNvSpPr/>
          <p:nvPr/>
        </p:nvSpPr>
        <p:spPr>
          <a:xfrm>
            <a:off x="6116638" y="375761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0" name="Google Shape;2990;p72"/>
          <p:cNvSpPr/>
          <p:nvPr/>
        </p:nvSpPr>
        <p:spPr>
          <a:xfrm>
            <a:off x="6861175" y="37560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1" name="Google Shape;2991;p72"/>
          <p:cNvCxnSpPr/>
          <p:nvPr/>
        </p:nvCxnSpPr>
        <p:spPr>
          <a:xfrm flipH="1">
            <a:off x="6313488" y="3284538"/>
            <a:ext cx="273050" cy="461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2" name="Google Shape;2992;p72"/>
          <p:cNvCxnSpPr/>
          <p:nvPr/>
        </p:nvCxnSpPr>
        <p:spPr>
          <a:xfrm>
            <a:off x="6789738" y="3297238"/>
            <a:ext cx="273050" cy="4492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3" name="Google Shape;2993;p72"/>
          <p:cNvSpPr/>
          <p:nvPr/>
        </p:nvSpPr>
        <p:spPr>
          <a:xfrm>
            <a:off x="5060950" y="46069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4" name="Google Shape;2994;p72"/>
          <p:cNvCxnSpPr>
            <a:stCxn id="2986" idx="4"/>
            <a:endCxn id="2993" idx="0"/>
          </p:cNvCxnSpPr>
          <p:nvPr/>
        </p:nvCxnSpPr>
        <p:spPr>
          <a:xfrm>
            <a:off x="4933950" y="4200525"/>
            <a:ext cx="349200" cy="406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5" name="Google Shape;2995;p72"/>
          <p:cNvSpPr/>
          <p:nvPr/>
        </p:nvSpPr>
        <p:spPr>
          <a:xfrm>
            <a:off x="9618663" y="210026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6" name="Google Shape;2996;p72"/>
          <p:cNvSpPr/>
          <p:nvPr/>
        </p:nvSpPr>
        <p:spPr>
          <a:xfrm>
            <a:off x="8932863" y="286226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7" name="Google Shape;2997;p72"/>
          <p:cNvSpPr/>
          <p:nvPr/>
        </p:nvSpPr>
        <p:spPr>
          <a:xfrm>
            <a:off x="10304463" y="286226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8" name="Google Shape;2998;p72"/>
          <p:cNvCxnSpPr/>
          <p:nvPr/>
        </p:nvCxnSpPr>
        <p:spPr>
          <a:xfrm flipH="1">
            <a:off x="9272588" y="2474913"/>
            <a:ext cx="407987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9" name="Google Shape;2999;p72"/>
          <p:cNvCxnSpPr/>
          <p:nvPr/>
        </p:nvCxnSpPr>
        <p:spPr>
          <a:xfrm>
            <a:off x="9993313" y="2474913"/>
            <a:ext cx="422275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0" name="Google Shape;3000;p72"/>
          <p:cNvSpPr/>
          <p:nvPr/>
        </p:nvSpPr>
        <p:spPr>
          <a:xfrm>
            <a:off x="8639175" y="37592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1" name="Google Shape;3001;p72"/>
          <p:cNvSpPr/>
          <p:nvPr/>
        </p:nvSpPr>
        <p:spPr>
          <a:xfrm>
            <a:off x="9310688" y="37719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2" name="Google Shape;3002;p72"/>
          <p:cNvCxnSpPr/>
          <p:nvPr/>
        </p:nvCxnSpPr>
        <p:spPr>
          <a:xfrm flipH="1">
            <a:off x="8777288" y="3303588"/>
            <a:ext cx="263525" cy="4603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3" name="Google Shape;3003;p72"/>
          <p:cNvCxnSpPr/>
          <p:nvPr/>
        </p:nvCxnSpPr>
        <p:spPr>
          <a:xfrm>
            <a:off x="9228138" y="3317875"/>
            <a:ext cx="298450" cy="4587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4" name="Google Shape;3004;p72"/>
          <p:cNvSpPr/>
          <p:nvPr/>
        </p:nvSpPr>
        <p:spPr>
          <a:xfrm>
            <a:off x="9955213" y="37607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5" name="Google Shape;3005;p72"/>
          <p:cNvSpPr/>
          <p:nvPr/>
        </p:nvSpPr>
        <p:spPr>
          <a:xfrm>
            <a:off x="10699750" y="37592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6" name="Google Shape;3006;p72"/>
          <p:cNvCxnSpPr/>
          <p:nvPr/>
        </p:nvCxnSpPr>
        <p:spPr>
          <a:xfrm flipH="1">
            <a:off x="10152063" y="3287713"/>
            <a:ext cx="273050" cy="461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7" name="Google Shape;3007;p72"/>
          <p:cNvCxnSpPr/>
          <p:nvPr/>
        </p:nvCxnSpPr>
        <p:spPr>
          <a:xfrm>
            <a:off x="10628313" y="3300413"/>
            <a:ext cx="273050" cy="4492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8" name="Google Shape;3008;p72"/>
          <p:cNvSpPr/>
          <p:nvPr/>
        </p:nvSpPr>
        <p:spPr>
          <a:xfrm>
            <a:off x="8899525" y="461010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9" name="Google Shape;3009;p72"/>
          <p:cNvCxnSpPr>
            <a:stCxn id="3000" idx="4"/>
            <a:endCxn id="3008" idx="0"/>
          </p:cNvCxnSpPr>
          <p:nvPr/>
        </p:nvCxnSpPr>
        <p:spPr>
          <a:xfrm>
            <a:off x="8861425" y="4203700"/>
            <a:ext cx="260400" cy="406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0" name="Google Shape;3010;p72"/>
          <p:cNvCxnSpPr>
            <a:stCxn id="2993" idx="0"/>
            <a:endCxn id="2987" idx="4"/>
          </p:cNvCxnSpPr>
          <p:nvPr/>
        </p:nvCxnSpPr>
        <p:spPr>
          <a:xfrm flipH="1" rot="10800000">
            <a:off x="5283200" y="4213325"/>
            <a:ext cx="411300" cy="393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1" name="Google Shape;3011;p72"/>
          <p:cNvCxnSpPr>
            <a:stCxn id="2993" idx="0"/>
            <a:endCxn id="2989" idx="4"/>
          </p:cNvCxnSpPr>
          <p:nvPr/>
        </p:nvCxnSpPr>
        <p:spPr>
          <a:xfrm flipH="1" rot="10800000">
            <a:off x="5283200" y="4202225"/>
            <a:ext cx="1055700" cy="404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2" name="Google Shape;3012;p72"/>
          <p:cNvSpPr/>
          <p:nvPr/>
        </p:nvSpPr>
        <p:spPr>
          <a:xfrm>
            <a:off x="3995738" y="5238750"/>
            <a:ext cx="3020186" cy="52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Spanning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3" name="Google Shape;3013;p72"/>
          <p:cNvSpPr/>
          <p:nvPr/>
        </p:nvSpPr>
        <p:spPr>
          <a:xfrm>
            <a:off x="8418513" y="5275263"/>
            <a:ext cx="2999347" cy="52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BFS Spanning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4" name="Google Shape;3014;p72"/>
          <p:cNvSpPr/>
          <p:nvPr/>
        </p:nvSpPr>
        <p:spPr>
          <a:xfrm>
            <a:off x="1946275" y="20589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5" name="Google Shape;3015;p72"/>
          <p:cNvSpPr/>
          <p:nvPr/>
        </p:nvSpPr>
        <p:spPr>
          <a:xfrm>
            <a:off x="1260475" y="28209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6" name="Google Shape;3016;p72"/>
          <p:cNvSpPr/>
          <p:nvPr/>
        </p:nvSpPr>
        <p:spPr>
          <a:xfrm>
            <a:off x="2632075" y="2820988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7" name="Google Shape;3017;p72"/>
          <p:cNvCxnSpPr/>
          <p:nvPr/>
        </p:nvCxnSpPr>
        <p:spPr>
          <a:xfrm flipH="1">
            <a:off x="1600200" y="2433638"/>
            <a:ext cx="407988" cy="4349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8" name="Google Shape;3018;p72"/>
          <p:cNvSpPr/>
          <p:nvPr/>
        </p:nvSpPr>
        <p:spPr>
          <a:xfrm>
            <a:off x="877888" y="37179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9" name="Google Shape;3019;p72"/>
          <p:cNvSpPr/>
          <p:nvPr/>
        </p:nvSpPr>
        <p:spPr>
          <a:xfrm>
            <a:off x="1638300" y="37306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0" name="Google Shape;3020;p72"/>
          <p:cNvCxnSpPr/>
          <p:nvPr/>
        </p:nvCxnSpPr>
        <p:spPr>
          <a:xfrm flipH="1">
            <a:off x="1104900" y="3262313"/>
            <a:ext cx="263525" cy="4603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1" name="Google Shape;3021;p72"/>
          <p:cNvSpPr/>
          <p:nvPr/>
        </p:nvSpPr>
        <p:spPr>
          <a:xfrm>
            <a:off x="2282825" y="3719513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2" name="Google Shape;3022;p72"/>
          <p:cNvSpPr/>
          <p:nvPr/>
        </p:nvSpPr>
        <p:spPr>
          <a:xfrm>
            <a:off x="3027363" y="37179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3" name="Google Shape;3023;p72"/>
          <p:cNvCxnSpPr/>
          <p:nvPr/>
        </p:nvCxnSpPr>
        <p:spPr>
          <a:xfrm flipH="1">
            <a:off x="2479675" y="3246438"/>
            <a:ext cx="273050" cy="461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4" name="Google Shape;3024;p72"/>
          <p:cNvCxnSpPr/>
          <p:nvPr/>
        </p:nvCxnSpPr>
        <p:spPr>
          <a:xfrm>
            <a:off x="2955925" y="3259138"/>
            <a:ext cx="273050" cy="4492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5" name="Google Shape;3025;p72"/>
          <p:cNvSpPr/>
          <p:nvPr/>
        </p:nvSpPr>
        <p:spPr>
          <a:xfrm>
            <a:off x="1227138" y="4568825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6" name="Google Shape;3026;p72"/>
          <p:cNvCxnSpPr>
            <a:stCxn id="3018" idx="4"/>
          </p:cNvCxnSpPr>
          <p:nvPr/>
        </p:nvCxnSpPr>
        <p:spPr>
          <a:xfrm>
            <a:off x="1100138" y="4162425"/>
            <a:ext cx="365100" cy="396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7" name="Google Shape;3027;p72"/>
          <p:cNvCxnSpPr>
            <a:stCxn id="3025" idx="0"/>
            <a:endCxn id="3019" idx="4"/>
          </p:cNvCxnSpPr>
          <p:nvPr/>
        </p:nvCxnSpPr>
        <p:spPr>
          <a:xfrm flipH="1" rot="10800000">
            <a:off x="1449388" y="4175225"/>
            <a:ext cx="411300" cy="393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8" name="Google Shape;3028;p72"/>
          <p:cNvCxnSpPr>
            <a:stCxn id="3025" idx="0"/>
            <a:endCxn id="3021" idx="4"/>
          </p:cNvCxnSpPr>
          <p:nvPr/>
        </p:nvCxnSpPr>
        <p:spPr>
          <a:xfrm flipH="1" rot="10800000">
            <a:off x="1449388" y="4164125"/>
            <a:ext cx="1055700" cy="404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9" name="Google Shape;3029;p72"/>
          <p:cNvCxnSpPr/>
          <p:nvPr/>
        </p:nvCxnSpPr>
        <p:spPr>
          <a:xfrm>
            <a:off x="2328863" y="2468563"/>
            <a:ext cx="387350" cy="3714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0" name="Google Shape;3030;p72"/>
          <p:cNvCxnSpPr/>
          <p:nvPr/>
        </p:nvCxnSpPr>
        <p:spPr>
          <a:xfrm>
            <a:off x="1604963" y="3244850"/>
            <a:ext cx="247650" cy="530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1" name="Google Shape;3031;p72"/>
          <p:cNvCxnSpPr>
            <a:stCxn id="3025" idx="0"/>
            <a:endCxn id="3022" idx="4"/>
          </p:cNvCxnSpPr>
          <p:nvPr/>
        </p:nvCxnSpPr>
        <p:spPr>
          <a:xfrm flipH="1" rot="10800000">
            <a:off x="1449388" y="4162325"/>
            <a:ext cx="1800300" cy="40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2" name="Google Shape;3032;p72"/>
          <p:cNvSpPr/>
          <p:nvPr/>
        </p:nvSpPr>
        <p:spPr>
          <a:xfrm>
            <a:off x="769938" y="5251450"/>
            <a:ext cx="1083630" cy="52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8" name="Shape 3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Google Shape;3039;p73"/>
          <p:cNvSpPr txBox="1"/>
          <p:nvPr>
            <p:ph type="title"/>
          </p:nvPr>
        </p:nvSpPr>
        <p:spPr>
          <a:xfrm>
            <a:off x="1841499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Spanning Tree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0" name="Google Shape;3040;p73"/>
          <p:cNvSpPr txBox="1"/>
          <p:nvPr>
            <p:ph idx="1" type="body"/>
          </p:nvPr>
        </p:nvSpPr>
        <p:spPr>
          <a:xfrm>
            <a:off x="995680" y="1983317"/>
            <a:ext cx="1006152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032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cost of a spanning tree of a weighted undirected graph is the sum of the costs of the edges in the spanning tree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</a:endParaRPr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minimum cost spanning tree is a spanning tree of least cost</a:t>
            </a:r>
            <a:endParaRPr/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 edges from a weighted graph of n vertices with minimum cost.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1176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Two different algorithms can be used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Kruskal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Prim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4400"/>
          </a:p>
        </p:txBody>
      </p:sp>
      <p:sp>
        <p:nvSpPr>
          <p:cNvPr id="3041" name="Google Shape;3041;p73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2" name="Google Shape;3042;p7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3" name="Google Shape;3043;p73"/>
          <p:cNvSpPr txBox="1"/>
          <p:nvPr/>
        </p:nvSpPr>
        <p:spPr>
          <a:xfrm>
            <a:off x="6870699" y="1983317"/>
            <a:ext cx="4341783" cy="3923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4" name="Google Shape;304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045" name="Google Shape;3045;p73"/>
          <p:cNvSpPr txBox="1"/>
          <p:nvPr/>
        </p:nvSpPr>
        <p:spPr>
          <a:xfrm>
            <a:off x="6486525" y="4800600"/>
            <a:ext cx="5021263" cy="822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1" name="Shape 3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2" name="Google Shape;3052;p74"/>
          <p:cNvSpPr txBox="1"/>
          <p:nvPr>
            <p:ph type="title"/>
          </p:nvPr>
        </p:nvSpPr>
        <p:spPr>
          <a:xfrm>
            <a:off x="1841499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Spanning Tree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3" name="Google Shape;3053;p74"/>
          <p:cNvSpPr txBox="1"/>
          <p:nvPr>
            <p:ph idx="1" type="body"/>
          </p:nvPr>
        </p:nvSpPr>
        <p:spPr>
          <a:xfrm>
            <a:off x="995680" y="1983317"/>
            <a:ext cx="10061526" cy="3007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032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Applications of MST in Network design</a:t>
            </a:r>
            <a:endParaRPr/>
          </a:p>
          <a:p>
            <a:pPr indent="-203200" lvl="1" marL="54864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Telephone</a:t>
            </a:r>
            <a:endParaRPr/>
          </a:p>
          <a:p>
            <a:pPr indent="-203200" lvl="1" marL="54864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Electrical</a:t>
            </a:r>
            <a:endParaRPr/>
          </a:p>
          <a:p>
            <a:pPr indent="-203200" lvl="1" marL="54864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TV cable</a:t>
            </a:r>
            <a:endParaRPr/>
          </a:p>
          <a:p>
            <a:pPr indent="-203200" lvl="1" marL="54864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Computer</a:t>
            </a:r>
            <a:endParaRPr/>
          </a:p>
          <a:p>
            <a:pPr indent="-203200" lvl="1" marL="54864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road</a:t>
            </a:r>
            <a:br>
              <a:rPr lang="en-US" sz="3684"/>
            </a:br>
            <a:endParaRPr sz="3500"/>
          </a:p>
        </p:txBody>
      </p:sp>
      <p:sp>
        <p:nvSpPr>
          <p:cNvPr id="3054" name="Google Shape;3054;p74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5" name="Google Shape;3055;p7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6" name="Google Shape;3056;p74"/>
          <p:cNvSpPr txBox="1"/>
          <p:nvPr/>
        </p:nvSpPr>
        <p:spPr>
          <a:xfrm>
            <a:off x="6870699" y="1983317"/>
            <a:ext cx="4341783" cy="3923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7" name="Google Shape;3057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pplication of MST" id="3058" name="Google Shape;3058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1200" y="2349501"/>
            <a:ext cx="5054600" cy="3874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4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5" name="Google Shape;3065;p75"/>
          <p:cNvSpPr txBox="1"/>
          <p:nvPr>
            <p:ph type="title"/>
          </p:nvPr>
        </p:nvSpPr>
        <p:spPr>
          <a:xfrm>
            <a:off x="1841499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Strategy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6" name="Google Shape;3066;p75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7" name="Google Shape;3067;p7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8" name="Google Shape;3068;p75"/>
          <p:cNvSpPr txBox="1"/>
          <p:nvPr/>
        </p:nvSpPr>
        <p:spPr>
          <a:xfrm>
            <a:off x="6870699" y="1983317"/>
            <a:ext cx="4341783" cy="3923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9" name="Google Shape;3069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070" name="Google Shape;3070;p75"/>
          <p:cNvSpPr/>
          <p:nvPr/>
        </p:nvSpPr>
        <p:spPr>
          <a:xfrm>
            <a:off x="1011238" y="1752604"/>
            <a:ext cx="1044416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optimal solution is constructed in stages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066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each stage, the best decision is made at this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066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this decision cannot be changed later,  we make sure that the decision will result in a feasible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066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Typically, the selection of an item at each stage is based on a least cost or a highest profit criterion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6" name="Shape 3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Google Shape;3077;p76"/>
          <p:cNvSpPr txBox="1"/>
          <p:nvPr>
            <p:ph type="title"/>
          </p:nvPr>
        </p:nvSpPr>
        <p:spPr>
          <a:xfrm>
            <a:off x="1841499" y="376632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8" name="Google Shape;3078;p76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9" name="Google Shape;3079;p7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0" name="Google Shape;3080;p76"/>
          <p:cNvSpPr txBox="1"/>
          <p:nvPr/>
        </p:nvSpPr>
        <p:spPr>
          <a:xfrm>
            <a:off x="6870699" y="1983317"/>
            <a:ext cx="4341783" cy="3923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1" name="Google Shape;308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082" name="Google Shape;3082;p76"/>
          <p:cNvSpPr/>
          <p:nvPr/>
        </p:nvSpPr>
        <p:spPr>
          <a:xfrm>
            <a:off x="1011238" y="1609725"/>
            <a:ext cx="1044416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0066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minimum cost spanning tree T by adding edges to T one at a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066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the edges for inclusion in T in nondecreasing order of the cost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066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edge is added to T if it does not form a cycle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066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G is connected and has n &gt; 0 vertices, exactly n-1 edges will be selected</a:t>
            </a:r>
            <a:endParaRPr b="0" i="0" sz="24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8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p77"/>
          <p:cNvSpPr txBox="1"/>
          <p:nvPr>
            <p:ph type="title"/>
          </p:nvPr>
        </p:nvSpPr>
        <p:spPr>
          <a:xfrm>
            <a:off x="1643380" y="337404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0" name="Google Shape;3090;p77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1" name="Google Shape;3091;p7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92" name="Google Shape;3092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093" name="Google Shape;3093;p77"/>
          <p:cNvSpPr/>
          <p:nvPr/>
        </p:nvSpPr>
        <p:spPr>
          <a:xfrm>
            <a:off x="815974" y="1828800"/>
            <a:ext cx="11185525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T= {};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(T contains less than n-1 edges  &amp;&amp; E is not empty)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choose a least cost edge (v,w) from E;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delete (v,w) from E;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if ((v,w) does not create a cycle in T)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add (v,w) to T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else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discard (v,w);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(T contains fewer than n-1 edges)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printf(“No spanning tree\n”);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9" name="Shape 3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Google Shape;3100;p78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1" name="Google Shape;3101;p7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02" name="Google Shape;310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103" name="Google Shape;3103;p78"/>
          <p:cNvSpPr txBox="1"/>
          <p:nvPr>
            <p:ph idx="1" type="body"/>
          </p:nvPr>
        </p:nvSpPr>
        <p:spPr>
          <a:xfrm>
            <a:off x="1097280" y="1845734"/>
            <a:ext cx="10058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</a:pPr>
            <a:r>
              <a:rPr lang="en-US"/>
              <a:t>Consider an undirected, weight graph</a:t>
            </a:r>
            <a:endParaRPr/>
          </a:p>
        </p:txBody>
      </p:sp>
      <p:sp>
        <p:nvSpPr>
          <p:cNvPr id="3104" name="Google Shape;3104;p78"/>
          <p:cNvSpPr txBox="1"/>
          <p:nvPr/>
        </p:nvSpPr>
        <p:spPr>
          <a:xfrm>
            <a:off x="3513455" y="37900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5" name="Google Shape;3105;p78"/>
          <p:cNvCxnSpPr/>
          <p:nvPr/>
        </p:nvCxnSpPr>
        <p:spPr>
          <a:xfrm flipH="1">
            <a:off x="6159818" y="4094870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6" name="Google Shape;3106;p78"/>
          <p:cNvSpPr txBox="1"/>
          <p:nvPr/>
        </p:nvSpPr>
        <p:spPr>
          <a:xfrm>
            <a:off x="5926455" y="442030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7" name="Google Shape;3107;p78"/>
          <p:cNvCxnSpPr/>
          <p:nvPr/>
        </p:nvCxnSpPr>
        <p:spPr>
          <a:xfrm>
            <a:off x="4907280" y="3104270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8" name="Google Shape;3108;p78"/>
          <p:cNvCxnSpPr/>
          <p:nvPr/>
        </p:nvCxnSpPr>
        <p:spPr>
          <a:xfrm flipH="1" rot="10800000">
            <a:off x="5212080" y="3256670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9" name="Google Shape;3109;p78"/>
          <p:cNvCxnSpPr/>
          <p:nvPr/>
        </p:nvCxnSpPr>
        <p:spPr>
          <a:xfrm rot="10800000">
            <a:off x="5059680" y="318047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0" name="Google Shape;3110;p78"/>
          <p:cNvCxnSpPr/>
          <p:nvPr/>
        </p:nvCxnSpPr>
        <p:spPr>
          <a:xfrm flipH="1" rot="10800000">
            <a:off x="3840480" y="409487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1" name="Google Shape;3111;p78"/>
          <p:cNvCxnSpPr/>
          <p:nvPr/>
        </p:nvCxnSpPr>
        <p:spPr>
          <a:xfrm flipH="1" rot="10800000">
            <a:off x="4754880" y="4171070"/>
            <a:ext cx="1600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2" name="Google Shape;3112;p78"/>
          <p:cNvCxnSpPr/>
          <p:nvPr/>
        </p:nvCxnSpPr>
        <p:spPr>
          <a:xfrm flipH="1" rot="10800000">
            <a:off x="3688080" y="371387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3" name="Google Shape;3113;p78"/>
          <p:cNvCxnSpPr/>
          <p:nvPr/>
        </p:nvCxnSpPr>
        <p:spPr>
          <a:xfrm>
            <a:off x="3916680" y="356147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4" name="Google Shape;3114;p78"/>
          <p:cNvCxnSpPr/>
          <p:nvPr/>
        </p:nvCxnSpPr>
        <p:spPr>
          <a:xfrm>
            <a:off x="5104130" y="2985208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5" name="Google Shape;3115;p78"/>
          <p:cNvCxnSpPr/>
          <p:nvPr/>
        </p:nvCxnSpPr>
        <p:spPr>
          <a:xfrm>
            <a:off x="5974080" y="3256670"/>
            <a:ext cx="381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6" name="Google Shape;3116;p78"/>
          <p:cNvSpPr/>
          <p:nvPr/>
        </p:nvSpPr>
        <p:spPr>
          <a:xfrm>
            <a:off x="3459480" y="340907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7" name="Google Shape;3117;p78"/>
          <p:cNvSpPr/>
          <p:nvPr/>
        </p:nvSpPr>
        <p:spPr>
          <a:xfrm>
            <a:off x="3611880" y="325667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8" name="Google Shape;3118;p78"/>
          <p:cNvSpPr/>
          <p:nvPr/>
        </p:nvSpPr>
        <p:spPr>
          <a:xfrm>
            <a:off x="3459480" y="417107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9" name="Google Shape;3119;p78"/>
          <p:cNvSpPr/>
          <p:nvPr/>
        </p:nvSpPr>
        <p:spPr>
          <a:xfrm>
            <a:off x="4831080" y="379007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0" name="Google Shape;3120;p78"/>
          <p:cNvSpPr/>
          <p:nvPr/>
        </p:nvSpPr>
        <p:spPr>
          <a:xfrm>
            <a:off x="4678680" y="279947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1" name="Google Shape;3121;p78"/>
          <p:cNvSpPr/>
          <p:nvPr/>
        </p:nvSpPr>
        <p:spPr>
          <a:xfrm>
            <a:off x="5745480" y="478067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2" name="Google Shape;3122;p78"/>
          <p:cNvSpPr/>
          <p:nvPr/>
        </p:nvSpPr>
        <p:spPr>
          <a:xfrm>
            <a:off x="6202680" y="386627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3" name="Google Shape;3123;p78"/>
          <p:cNvSpPr/>
          <p:nvPr/>
        </p:nvSpPr>
        <p:spPr>
          <a:xfrm>
            <a:off x="5669280" y="287567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4" name="Google Shape;3124;p78"/>
          <p:cNvSpPr/>
          <p:nvPr/>
        </p:nvSpPr>
        <p:spPr>
          <a:xfrm>
            <a:off x="4450080" y="478067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5" name="Google Shape;3125;p78"/>
          <p:cNvCxnSpPr/>
          <p:nvPr/>
        </p:nvCxnSpPr>
        <p:spPr>
          <a:xfrm>
            <a:off x="5212080" y="417107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6" name="Google Shape;3126;p78"/>
          <p:cNvCxnSpPr/>
          <p:nvPr/>
        </p:nvCxnSpPr>
        <p:spPr>
          <a:xfrm rot="10800000">
            <a:off x="4907280" y="508547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7" name="Google Shape;3127;p78"/>
          <p:cNvCxnSpPr/>
          <p:nvPr/>
        </p:nvCxnSpPr>
        <p:spPr>
          <a:xfrm rot="10800000">
            <a:off x="3840480" y="455207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8" name="Google Shape;3128;p78"/>
          <p:cNvSpPr txBox="1"/>
          <p:nvPr/>
        </p:nvSpPr>
        <p:spPr>
          <a:xfrm>
            <a:off x="5212080" y="50092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9" name="Google Shape;3129;p78"/>
          <p:cNvSpPr txBox="1"/>
          <p:nvPr/>
        </p:nvSpPr>
        <p:spPr>
          <a:xfrm>
            <a:off x="5037455" y="448698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0" name="Google Shape;3130;p78"/>
          <p:cNvSpPr txBox="1"/>
          <p:nvPr/>
        </p:nvSpPr>
        <p:spPr>
          <a:xfrm>
            <a:off x="5297805" y="414884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1" name="Google Shape;3131;p78"/>
          <p:cNvSpPr txBox="1"/>
          <p:nvPr/>
        </p:nvSpPr>
        <p:spPr>
          <a:xfrm>
            <a:off x="5569268" y="3680533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2" name="Google Shape;3132;p78"/>
          <p:cNvSpPr txBox="1"/>
          <p:nvPr/>
        </p:nvSpPr>
        <p:spPr>
          <a:xfrm>
            <a:off x="6126480" y="33328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3" name="Google Shape;3133;p78"/>
          <p:cNvSpPr txBox="1"/>
          <p:nvPr/>
        </p:nvSpPr>
        <p:spPr>
          <a:xfrm>
            <a:off x="5200968" y="350749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4" name="Google Shape;3134;p78"/>
          <p:cNvSpPr txBox="1"/>
          <p:nvPr/>
        </p:nvSpPr>
        <p:spPr>
          <a:xfrm>
            <a:off x="5256530" y="27232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5" name="Google Shape;3135;p78"/>
          <p:cNvSpPr txBox="1"/>
          <p:nvPr/>
        </p:nvSpPr>
        <p:spPr>
          <a:xfrm>
            <a:off x="4754880" y="33328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6" name="Google Shape;3136;p78"/>
          <p:cNvSpPr txBox="1"/>
          <p:nvPr/>
        </p:nvSpPr>
        <p:spPr>
          <a:xfrm>
            <a:off x="4450080" y="35614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7" name="Google Shape;3137;p78"/>
          <p:cNvSpPr txBox="1"/>
          <p:nvPr/>
        </p:nvSpPr>
        <p:spPr>
          <a:xfrm>
            <a:off x="4145280" y="40186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8" name="Google Shape;3138;p78"/>
          <p:cNvSpPr txBox="1"/>
          <p:nvPr/>
        </p:nvSpPr>
        <p:spPr>
          <a:xfrm>
            <a:off x="3981768" y="469494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9" name="Google Shape;3139;p78"/>
          <p:cNvCxnSpPr/>
          <p:nvPr/>
        </p:nvCxnSpPr>
        <p:spPr>
          <a:xfrm flipH="1" rot="10800000">
            <a:off x="4037330" y="3158245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0" name="Google Shape;3140;p78"/>
          <p:cNvSpPr txBox="1"/>
          <p:nvPr/>
        </p:nvSpPr>
        <p:spPr>
          <a:xfrm>
            <a:off x="4069080" y="302807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1" name="Google Shape;3141;p78"/>
          <p:cNvSpPr txBox="1"/>
          <p:nvPr>
            <p:ph type="title"/>
          </p:nvPr>
        </p:nvSpPr>
        <p:spPr>
          <a:xfrm>
            <a:off x="1643380" y="337404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7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p79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9" name="Google Shape;3149;p7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50" name="Google Shape;3150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151" name="Google Shape;3151;p79"/>
          <p:cNvSpPr txBox="1"/>
          <p:nvPr/>
        </p:nvSpPr>
        <p:spPr>
          <a:xfrm>
            <a:off x="6939550" y="2114843"/>
            <a:ext cx="45291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 the edges by increasing edge weight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52" name="Google Shape;3152;p79"/>
          <p:cNvGraphicFramePr/>
          <p:nvPr/>
        </p:nvGraphicFramePr>
        <p:xfrm>
          <a:off x="7353887" y="25720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53" name="Google Shape;3153;p79"/>
          <p:cNvGraphicFramePr/>
          <p:nvPr/>
        </p:nvGraphicFramePr>
        <p:xfrm>
          <a:off x="9258887" y="25593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baseline="-25000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54" name="Google Shape;3154;p79"/>
          <p:cNvSpPr txBox="1"/>
          <p:nvPr/>
        </p:nvSpPr>
        <p:spPr>
          <a:xfrm>
            <a:off x="2725664" y="37760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5" name="Google Shape;3155;p79"/>
          <p:cNvCxnSpPr/>
          <p:nvPr/>
        </p:nvCxnSpPr>
        <p:spPr>
          <a:xfrm flipH="1">
            <a:off x="5372027" y="4080803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6" name="Google Shape;3156;p79"/>
          <p:cNvSpPr txBox="1"/>
          <p:nvPr/>
        </p:nvSpPr>
        <p:spPr>
          <a:xfrm>
            <a:off x="5138664" y="440624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7" name="Google Shape;3157;p79"/>
          <p:cNvCxnSpPr/>
          <p:nvPr/>
        </p:nvCxnSpPr>
        <p:spPr>
          <a:xfrm>
            <a:off x="4119489" y="3090203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8" name="Google Shape;3158;p79"/>
          <p:cNvCxnSpPr/>
          <p:nvPr/>
        </p:nvCxnSpPr>
        <p:spPr>
          <a:xfrm flipH="1" rot="10800000">
            <a:off x="4424289" y="3242603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9" name="Google Shape;3159;p79"/>
          <p:cNvCxnSpPr/>
          <p:nvPr/>
        </p:nvCxnSpPr>
        <p:spPr>
          <a:xfrm rot="10800000">
            <a:off x="4271889" y="3166403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0" name="Google Shape;3160;p79"/>
          <p:cNvCxnSpPr/>
          <p:nvPr/>
        </p:nvCxnSpPr>
        <p:spPr>
          <a:xfrm flipH="1" rot="10800000">
            <a:off x="3052689" y="4080803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1" name="Google Shape;3161;p79"/>
          <p:cNvCxnSpPr/>
          <p:nvPr/>
        </p:nvCxnSpPr>
        <p:spPr>
          <a:xfrm flipH="1" rot="10800000">
            <a:off x="3967089" y="4157003"/>
            <a:ext cx="1600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2" name="Google Shape;3162;p79"/>
          <p:cNvCxnSpPr/>
          <p:nvPr/>
        </p:nvCxnSpPr>
        <p:spPr>
          <a:xfrm flipH="1" rot="10800000">
            <a:off x="2900289" y="3699803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3" name="Google Shape;3163;p79"/>
          <p:cNvCxnSpPr/>
          <p:nvPr/>
        </p:nvCxnSpPr>
        <p:spPr>
          <a:xfrm>
            <a:off x="3128889" y="3547403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4" name="Google Shape;3164;p79"/>
          <p:cNvCxnSpPr/>
          <p:nvPr/>
        </p:nvCxnSpPr>
        <p:spPr>
          <a:xfrm>
            <a:off x="4316339" y="2971141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5" name="Google Shape;3165;p79"/>
          <p:cNvCxnSpPr/>
          <p:nvPr/>
        </p:nvCxnSpPr>
        <p:spPr>
          <a:xfrm>
            <a:off x="5186289" y="3242603"/>
            <a:ext cx="381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6" name="Google Shape;3166;p79"/>
          <p:cNvSpPr/>
          <p:nvPr/>
        </p:nvSpPr>
        <p:spPr>
          <a:xfrm>
            <a:off x="2671689" y="3395003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7" name="Google Shape;3167;p79"/>
          <p:cNvSpPr/>
          <p:nvPr/>
        </p:nvSpPr>
        <p:spPr>
          <a:xfrm>
            <a:off x="2824089" y="324260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8" name="Google Shape;3168;p79"/>
          <p:cNvSpPr/>
          <p:nvPr/>
        </p:nvSpPr>
        <p:spPr>
          <a:xfrm>
            <a:off x="2671689" y="415700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9" name="Google Shape;3169;p79"/>
          <p:cNvSpPr/>
          <p:nvPr/>
        </p:nvSpPr>
        <p:spPr>
          <a:xfrm>
            <a:off x="4043289" y="377600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0" name="Google Shape;3170;p79"/>
          <p:cNvSpPr/>
          <p:nvPr/>
        </p:nvSpPr>
        <p:spPr>
          <a:xfrm>
            <a:off x="3890889" y="278540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1" name="Google Shape;3171;p79"/>
          <p:cNvSpPr/>
          <p:nvPr/>
        </p:nvSpPr>
        <p:spPr>
          <a:xfrm>
            <a:off x="4957689" y="476660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2" name="Google Shape;3172;p79"/>
          <p:cNvSpPr/>
          <p:nvPr/>
        </p:nvSpPr>
        <p:spPr>
          <a:xfrm>
            <a:off x="5414889" y="385220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3" name="Google Shape;3173;p79"/>
          <p:cNvSpPr/>
          <p:nvPr/>
        </p:nvSpPr>
        <p:spPr>
          <a:xfrm>
            <a:off x="4881489" y="286160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4" name="Google Shape;3174;p79"/>
          <p:cNvSpPr/>
          <p:nvPr/>
        </p:nvSpPr>
        <p:spPr>
          <a:xfrm>
            <a:off x="3662289" y="476660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5" name="Google Shape;3175;p79"/>
          <p:cNvCxnSpPr/>
          <p:nvPr/>
        </p:nvCxnSpPr>
        <p:spPr>
          <a:xfrm>
            <a:off x="4424289" y="4157003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6" name="Google Shape;3176;p79"/>
          <p:cNvCxnSpPr/>
          <p:nvPr/>
        </p:nvCxnSpPr>
        <p:spPr>
          <a:xfrm rot="10800000">
            <a:off x="4119489" y="5071403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7" name="Google Shape;3177;p79"/>
          <p:cNvCxnSpPr/>
          <p:nvPr/>
        </p:nvCxnSpPr>
        <p:spPr>
          <a:xfrm rot="10800000">
            <a:off x="3052689" y="4538003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8" name="Google Shape;3178;p79"/>
          <p:cNvSpPr txBox="1"/>
          <p:nvPr/>
        </p:nvSpPr>
        <p:spPr>
          <a:xfrm>
            <a:off x="4424289" y="49952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9" name="Google Shape;3179;p79"/>
          <p:cNvSpPr txBox="1"/>
          <p:nvPr/>
        </p:nvSpPr>
        <p:spPr>
          <a:xfrm>
            <a:off x="4249664" y="447291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0" name="Google Shape;3180;p79"/>
          <p:cNvSpPr txBox="1"/>
          <p:nvPr/>
        </p:nvSpPr>
        <p:spPr>
          <a:xfrm>
            <a:off x="4510014" y="413477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1" name="Google Shape;3181;p79"/>
          <p:cNvSpPr txBox="1"/>
          <p:nvPr/>
        </p:nvSpPr>
        <p:spPr>
          <a:xfrm>
            <a:off x="4781477" y="3666466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2" name="Google Shape;3182;p79"/>
          <p:cNvSpPr txBox="1"/>
          <p:nvPr/>
        </p:nvSpPr>
        <p:spPr>
          <a:xfrm>
            <a:off x="5338689" y="33188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3" name="Google Shape;3183;p79"/>
          <p:cNvSpPr txBox="1"/>
          <p:nvPr/>
        </p:nvSpPr>
        <p:spPr>
          <a:xfrm>
            <a:off x="4413177" y="349342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4" name="Google Shape;3184;p79"/>
          <p:cNvSpPr txBox="1"/>
          <p:nvPr/>
        </p:nvSpPr>
        <p:spPr>
          <a:xfrm>
            <a:off x="4468739" y="27092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5" name="Google Shape;3185;p79"/>
          <p:cNvSpPr txBox="1"/>
          <p:nvPr/>
        </p:nvSpPr>
        <p:spPr>
          <a:xfrm>
            <a:off x="3967089" y="33188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6" name="Google Shape;3186;p79"/>
          <p:cNvSpPr txBox="1"/>
          <p:nvPr/>
        </p:nvSpPr>
        <p:spPr>
          <a:xfrm>
            <a:off x="3662289" y="35474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7" name="Google Shape;3187;p79"/>
          <p:cNvSpPr txBox="1"/>
          <p:nvPr/>
        </p:nvSpPr>
        <p:spPr>
          <a:xfrm>
            <a:off x="3357489" y="40046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8" name="Google Shape;3188;p79"/>
          <p:cNvSpPr txBox="1"/>
          <p:nvPr/>
        </p:nvSpPr>
        <p:spPr>
          <a:xfrm>
            <a:off x="3193977" y="468087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9" name="Google Shape;3189;p79"/>
          <p:cNvCxnSpPr/>
          <p:nvPr/>
        </p:nvCxnSpPr>
        <p:spPr>
          <a:xfrm flipH="1" rot="10800000">
            <a:off x="3249539" y="3144178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0" name="Google Shape;3190;p79"/>
          <p:cNvSpPr txBox="1"/>
          <p:nvPr/>
        </p:nvSpPr>
        <p:spPr>
          <a:xfrm>
            <a:off x="3281289" y="301400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1" name="Google Shape;3191;p79"/>
          <p:cNvSpPr txBox="1"/>
          <p:nvPr>
            <p:ph type="title"/>
          </p:nvPr>
        </p:nvSpPr>
        <p:spPr>
          <a:xfrm>
            <a:off x="1452563" y="3508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7" name="Shape 3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p80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9" name="Google Shape;3199;p8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00" name="Google Shape;320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201" name="Google Shape;3201;p80"/>
          <p:cNvSpPr txBox="1"/>
          <p:nvPr/>
        </p:nvSpPr>
        <p:spPr>
          <a:xfrm>
            <a:off x="7029157" y="2268415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02" name="Google Shape;3202;p80"/>
          <p:cNvGraphicFramePr/>
          <p:nvPr/>
        </p:nvGraphicFramePr>
        <p:xfrm>
          <a:off x="7410157" y="31066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03" name="Google Shape;3203;p80"/>
          <p:cNvGraphicFramePr/>
          <p:nvPr/>
        </p:nvGraphicFramePr>
        <p:xfrm>
          <a:off x="9315157" y="30939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04" name="Google Shape;3204;p80"/>
          <p:cNvSpPr txBox="1"/>
          <p:nvPr/>
        </p:nvSpPr>
        <p:spPr>
          <a:xfrm>
            <a:off x="2584987" y="38322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5" name="Google Shape;3205;p80"/>
          <p:cNvCxnSpPr/>
          <p:nvPr/>
        </p:nvCxnSpPr>
        <p:spPr>
          <a:xfrm flipH="1">
            <a:off x="5231350" y="4137074"/>
            <a:ext cx="3810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6" name="Google Shape;3206;p80"/>
          <p:cNvSpPr txBox="1"/>
          <p:nvPr/>
        </p:nvSpPr>
        <p:spPr>
          <a:xfrm>
            <a:off x="4997987" y="446251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7" name="Google Shape;3207;p80"/>
          <p:cNvCxnSpPr/>
          <p:nvPr/>
        </p:nvCxnSpPr>
        <p:spPr>
          <a:xfrm>
            <a:off x="3978812" y="3146474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8" name="Google Shape;3208;p80"/>
          <p:cNvCxnSpPr/>
          <p:nvPr/>
        </p:nvCxnSpPr>
        <p:spPr>
          <a:xfrm flipH="1" rot="10800000">
            <a:off x="4283612" y="3298874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9" name="Google Shape;3209;p80"/>
          <p:cNvCxnSpPr/>
          <p:nvPr/>
        </p:nvCxnSpPr>
        <p:spPr>
          <a:xfrm rot="10800000">
            <a:off x="4131212" y="3222674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0" name="Google Shape;3210;p80"/>
          <p:cNvCxnSpPr/>
          <p:nvPr/>
        </p:nvCxnSpPr>
        <p:spPr>
          <a:xfrm flipH="1" rot="10800000">
            <a:off x="2912012" y="4137074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1" name="Google Shape;3211;p80"/>
          <p:cNvCxnSpPr/>
          <p:nvPr/>
        </p:nvCxnSpPr>
        <p:spPr>
          <a:xfrm flipH="1" rot="10800000">
            <a:off x="3826412" y="4213274"/>
            <a:ext cx="1600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2" name="Google Shape;3212;p80"/>
          <p:cNvCxnSpPr/>
          <p:nvPr/>
        </p:nvCxnSpPr>
        <p:spPr>
          <a:xfrm flipH="1" rot="10800000">
            <a:off x="2759612" y="3756074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3" name="Google Shape;3213;p80"/>
          <p:cNvCxnSpPr/>
          <p:nvPr/>
        </p:nvCxnSpPr>
        <p:spPr>
          <a:xfrm>
            <a:off x="2988212" y="3603674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4" name="Google Shape;3214;p80"/>
          <p:cNvCxnSpPr/>
          <p:nvPr/>
        </p:nvCxnSpPr>
        <p:spPr>
          <a:xfrm>
            <a:off x="4175662" y="3027412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5" name="Google Shape;3215;p80"/>
          <p:cNvCxnSpPr/>
          <p:nvPr/>
        </p:nvCxnSpPr>
        <p:spPr>
          <a:xfrm>
            <a:off x="5045612" y="3298874"/>
            <a:ext cx="381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6" name="Google Shape;3216;p80"/>
          <p:cNvSpPr/>
          <p:nvPr/>
        </p:nvSpPr>
        <p:spPr>
          <a:xfrm>
            <a:off x="2531012" y="3451274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7" name="Google Shape;3217;p80"/>
          <p:cNvSpPr/>
          <p:nvPr/>
        </p:nvSpPr>
        <p:spPr>
          <a:xfrm>
            <a:off x="2683412" y="32988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8" name="Google Shape;3218;p80"/>
          <p:cNvSpPr/>
          <p:nvPr/>
        </p:nvSpPr>
        <p:spPr>
          <a:xfrm>
            <a:off x="2531012" y="42132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9" name="Google Shape;3219;p80"/>
          <p:cNvSpPr/>
          <p:nvPr/>
        </p:nvSpPr>
        <p:spPr>
          <a:xfrm>
            <a:off x="3902612" y="38322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0" name="Google Shape;3220;p80"/>
          <p:cNvSpPr/>
          <p:nvPr/>
        </p:nvSpPr>
        <p:spPr>
          <a:xfrm>
            <a:off x="3750212" y="28416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1" name="Google Shape;3221;p80"/>
          <p:cNvSpPr/>
          <p:nvPr/>
        </p:nvSpPr>
        <p:spPr>
          <a:xfrm>
            <a:off x="4817012" y="482287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2" name="Google Shape;3222;p80"/>
          <p:cNvSpPr/>
          <p:nvPr/>
        </p:nvSpPr>
        <p:spPr>
          <a:xfrm>
            <a:off x="5274212" y="390847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3" name="Google Shape;3223;p80"/>
          <p:cNvSpPr/>
          <p:nvPr/>
        </p:nvSpPr>
        <p:spPr>
          <a:xfrm>
            <a:off x="4740812" y="29178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4" name="Google Shape;3224;p80"/>
          <p:cNvSpPr/>
          <p:nvPr/>
        </p:nvSpPr>
        <p:spPr>
          <a:xfrm>
            <a:off x="3521612" y="48228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5" name="Google Shape;3225;p80"/>
          <p:cNvCxnSpPr/>
          <p:nvPr/>
        </p:nvCxnSpPr>
        <p:spPr>
          <a:xfrm>
            <a:off x="4283612" y="4213274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6" name="Google Shape;3226;p80"/>
          <p:cNvCxnSpPr/>
          <p:nvPr/>
        </p:nvCxnSpPr>
        <p:spPr>
          <a:xfrm rot="10800000">
            <a:off x="3978812" y="5127674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7" name="Google Shape;3227;p80"/>
          <p:cNvCxnSpPr/>
          <p:nvPr/>
        </p:nvCxnSpPr>
        <p:spPr>
          <a:xfrm rot="10800000">
            <a:off x="2912012" y="4594274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8" name="Google Shape;3228;p80"/>
          <p:cNvSpPr txBox="1"/>
          <p:nvPr/>
        </p:nvSpPr>
        <p:spPr>
          <a:xfrm>
            <a:off x="4283612" y="5051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9" name="Google Shape;3229;p80"/>
          <p:cNvSpPr txBox="1"/>
          <p:nvPr/>
        </p:nvSpPr>
        <p:spPr>
          <a:xfrm>
            <a:off x="4108987" y="452918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0" name="Google Shape;3230;p80"/>
          <p:cNvSpPr txBox="1"/>
          <p:nvPr/>
        </p:nvSpPr>
        <p:spPr>
          <a:xfrm>
            <a:off x="4369337" y="419104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1" name="Google Shape;3231;p80"/>
          <p:cNvSpPr txBox="1"/>
          <p:nvPr/>
        </p:nvSpPr>
        <p:spPr>
          <a:xfrm>
            <a:off x="4640800" y="3722737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2" name="Google Shape;3232;p80"/>
          <p:cNvSpPr txBox="1"/>
          <p:nvPr/>
        </p:nvSpPr>
        <p:spPr>
          <a:xfrm>
            <a:off x="5198012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3" name="Google Shape;3233;p80"/>
          <p:cNvSpPr txBox="1"/>
          <p:nvPr/>
        </p:nvSpPr>
        <p:spPr>
          <a:xfrm>
            <a:off x="4272500" y="354969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4" name="Google Shape;3234;p80"/>
          <p:cNvSpPr txBox="1"/>
          <p:nvPr/>
        </p:nvSpPr>
        <p:spPr>
          <a:xfrm>
            <a:off x="4328062" y="2765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5" name="Google Shape;3235;p80"/>
          <p:cNvSpPr txBox="1"/>
          <p:nvPr/>
        </p:nvSpPr>
        <p:spPr>
          <a:xfrm>
            <a:off x="3826412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6" name="Google Shape;3236;p80"/>
          <p:cNvSpPr txBox="1"/>
          <p:nvPr/>
        </p:nvSpPr>
        <p:spPr>
          <a:xfrm>
            <a:off x="3521612" y="36036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7" name="Google Shape;3237;p80"/>
          <p:cNvSpPr txBox="1"/>
          <p:nvPr/>
        </p:nvSpPr>
        <p:spPr>
          <a:xfrm>
            <a:off x="3216812" y="40608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8" name="Google Shape;3238;p80"/>
          <p:cNvSpPr txBox="1"/>
          <p:nvPr/>
        </p:nvSpPr>
        <p:spPr>
          <a:xfrm>
            <a:off x="3053300" y="473714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9" name="Google Shape;3239;p80"/>
          <p:cNvCxnSpPr/>
          <p:nvPr/>
        </p:nvCxnSpPr>
        <p:spPr>
          <a:xfrm flipH="1" rot="10800000">
            <a:off x="3108862" y="3200449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0" name="Google Shape;3240;p80"/>
          <p:cNvSpPr txBox="1"/>
          <p:nvPr/>
        </p:nvSpPr>
        <p:spPr>
          <a:xfrm>
            <a:off x="3140612" y="307027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1" name="Google Shape;3241;p80"/>
          <p:cNvSpPr txBox="1"/>
          <p:nvPr>
            <p:ph type="title"/>
          </p:nvPr>
        </p:nvSpPr>
        <p:spPr>
          <a:xfrm>
            <a:off x="1592263" y="3762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7" name="Shape 3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Google Shape;3248;p81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9" name="Google Shape;3249;p8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50" name="Google Shape;3250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251" name="Google Shape;3251;p81"/>
          <p:cNvSpPr txBox="1"/>
          <p:nvPr/>
        </p:nvSpPr>
        <p:spPr>
          <a:xfrm>
            <a:off x="7015089" y="2324687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52" name="Google Shape;3252;p81"/>
          <p:cNvGraphicFramePr/>
          <p:nvPr/>
        </p:nvGraphicFramePr>
        <p:xfrm>
          <a:off x="7396089" y="31628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53" name="Google Shape;3253;p81"/>
          <p:cNvGraphicFramePr/>
          <p:nvPr/>
        </p:nvGraphicFramePr>
        <p:xfrm>
          <a:off x="9301089" y="3150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54" name="Google Shape;3254;p81"/>
          <p:cNvSpPr txBox="1"/>
          <p:nvPr/>
        </p:nvSpPr>
        <p:spPr>
          <a:xfrm>
            <a:off x="2106686" y="39166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5" name="Google Shape;3255;p81"/>
          <p:cNvCxnSpPr/>
          <p:nvPr/>
        </p:nvCxnSpPr>
        <p:spPr>
          <a:xfrm flipH="1">
            <a:off x="4753049" y="4221480"/>
            <a:ext cx="3810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6" name="Google Shape;3256;p81"/>
          <p:cNvSpPr txBox="1"/>
          <p:nvPr/>
        </p:nvSpPr>
        <p:spPr>
          <a:xfrm>
            <a:off x="4519686" y="454691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7" name="Google Shape;3257;p81"/>
          <p:cNvCxnSpPr/>
          <p:nvPr/>
        </p:nvCxnSpPr>
        <p:spPr>
          <a:xfrm>
            <a:off x="3500511" y="3230880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8" name="Google Shape;3258;p81"/>
          <p:cNvCxnSpPr/>
          <p:nvPr/>
        </p:nvCxnSpPr>
        <p:spPr>
          <a:xfrm flipH="1" rot="10800000">
            <a:off x="3805311" y="3383280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9" name="Google Shape;3259;p81"/>
          <p:cNvCxnSpPr/>
          <p:nvPr/>
        </p:nvCxnSpPr>
        <p:spPr>
          <a:xfrm rot="10800000">
            <a:off x="3652911" y="3307080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0" name="Google Shape;3260;p81"/>
          <p:cNvCxnSpPr/>
          <p:nvPr/>
        </p:nvCxnSpPr>
        <p:spPr>
          <a:xfrm flipH="1" rot="10800000">
            <a:off x="2433711" y="4221480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1" name="Google Shape;3261;p81"/>
          <p:cNvCxnSpPr/>
          <p:nvPr/>
        </p:nvCxnSpPr>
        <p:spPr>
          <a:xfrm flipH="1" rot="10800000">
            <a:off x="3348111" y="4297680"/>
            <a:ext cx="1600200" cy="83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2" name="Google Shape;3262;p81"/>
          <p:cNvCxnSpPr/>
          <p:nvPr/>
        </p:nvCxnSpPr>
        <p:spPr>
          <a:xfrm flipH="1" rot="10800000">
            <a:off x="2281311" y="3840480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3" name="Google Shape;3263;p81"/>
          <p:cNvCxnSpPr/>
          <p:nvPr/>
        </p:nvCxnSpPr>
        <p:spPr>
          <a:xfrm>
            <a:off x="2509911" y="368808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4" name="Google Shape;3264;p81"/>
          <p:cNvCxnSpPr/>
          <p:nvPr/>
        </p:nvCxnSpPr>
        <p:spPr>
          <a:xfrm>
            <a:off x="3697361" y="3111818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5" name="Google Shape;3265;p81"/>
          <p:cNvCxnSpPr/>
          <p:nvPr/>
        </p:nvCxnSpPr>
        <p:spPr>
          <a:xfrm>
            <a:off x="4567311" y="3383280"/>
            <a:ext cx="381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6" name="Google Shape;3266;p81"/>
          <p:cNvSpPr/>
          <p:nvPr/>
        </p:nvSpPr>
        <p:spPr>
          <a:xfrm>
            <a:off x="2052711" y="3535680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7" name="Google Shape;3267;p81"/>
          <p:cNvSpPr/>
          <p:nvPr/>
        </p:nvSpPr>
        <p:spPr>
          <a:xfrm>
            <a:off x="2205111" y="338328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8" name="Google Shape;3268;p81"/>
          <p:cNvSpPr/>
          <p:nvPr/>
        </p:nvSpPr>
        <p:spPr>
          <a:xfrm>
            <a:off x="2052711" y="429768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9" name="Google Shape;3269;p81"/>
          <p:cNvSpPr/>
          <p:nvPr/>
        </p:nvSpPr>
        <p:spPr>
          <a:xfrm>
            <a:off x="3424311" y="391668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0" name="Google Shape;3270;p81"/>
          <p:cNvSpPr/>
          <p:nvPr/>
        </p:nvSpPr>
        <p:spPr>
          <a:xfrm>
            <a:off x="3271911" y="292608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1" name="Google Shape;3271;p81"/>
          <p:cNvSpPr/>
          <p:nvPr/>
        </p:nvSpPr>
        <p:spPr>
          <a:xfrm>
            <a:off x="4338711" y="490728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2" name="Google Shape;3272;p81"/>
          <p:cNvSpPr/>
          <p:nvPr/>
        </p:nvSpPr>
        <p:spPr>
          <a:xfrm>
            <a:off x="4795911" y="399288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3" name="Google Shape;3273;p81"/>
          <p:cNvSpPr/>
          <p:nvPr/>
        </p:nvSpPr>
        <p:spPr>
          <a:xfrm>
            <a:off x="4262511" y="3002280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4" name="Google Shape;3274;p81"/>
          <p:cNvSpPr/>
          <p:nvPr/>
        </p:nvSpPr>
        <p:spPr>
          <a:xfrm>
            <a:off x="3043311" y="4907280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5" name="Google Shape;3275;p81"/>
          <p:cNvCxnSpPr/>
          <p:nvPr/>
        </p:nvCxnSpPr>
        <p:spPr>
          <a:xfrm>
            <a:off x="3805311" y="429768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6" name="Google Shape;3276;p81"/>
          <p:cNvCxnSpPr/>
          <p:nvPr/>
        </p:nvCxnSpPr>
        <p:spPr>
          <a:xfrm rot="10800000">
            <a:off x="3500511" y="521208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7" name="Google Shape;3277;p81"/>
          <p:cNvCxnSpPr/>
          <p:nvPr/>
        </p:nvCxnSpPr>
        <p:spPr>
          <a:xfrm rot="10800000">
            <a:off x="2433711" y="467868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8" name="Google Shape;3278;p81"/>
          <p:cNvSpPr txBox="1"/>
          <p:nvPr/>
        </p:nvSpPr>
        <p:spPr>
          <a:xfrm>
            <a:off x="3805311" y="51358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9" name="Google Shape;3279;p81"/>
          <p:cNvSpPr txBox="1"/>
          <p:nvPr/>
        </p:nvSpPr>
        <p:spPr>
          <a:xfrm>
            <a:off x="3630686" y="461359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0" name="Google Shape;3280;p81"/>
          <p:cNvSpPr txBox="1"/>
          <p:nvPr/>
        </p:nvSpPr>
        <p:spPr>
          <a:xfrm>
            <a:off x="3891036" y="427545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1" name="Google Shape;3281;p81"/>
          <p:cNvSpPr txBox="1"/>
          <p:nvPr/>
        </p:nvSpPr>
        <p:spPr>
          <a:xfrm>
            <a:off x="4162499" y="3807143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2" name="Google Shape;3282;p81"/>
          <p:cNvSpPr txBox="1"/>
          <p:nvPr/>
        </p:nvSpPr>
        <p:spPr>
          <a:xfrm>
            <a:off x="4719711" y="34594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3" name="Google Shape;3283;p81"/>
          <p:cNvSpPr txBox="1"/>
          <p:nvPr/>
        </p:nvSpPr>
        <p:spPr>
          <a:xfrm>
            <a:off x="3794199" y="363410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4" name="Google Shape;3284;p81"/>
          <p:cNvSpPr txBox="1"/>
          <p:nvPr/>
        </p:nvSpPr>
        <p:spPr>
          <a:xfrm>
            <a:off x="3849761" y="28498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5" name="Google Shape;3285;p81"/>
          <p:cNvSpPr txBox="1"/>
          <p:nvPr/>
        </p:nvSpPr>
        <p:spPr>
          <a:xfrm>
            <a:off x="3348111" y="34594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6" name="Google Shape;3286;p81"/>
          <p:cNvSpPr txBox="1"/>
          <p:nvPr/>
        </p:nvSpPr>
        <p:spPr>
          <a:xfrm>
            <a:off x="3043311" y="36880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7" name="Google Shape;3287;p81"/>
          <p:cNvSpPr txBox="1"/>
          <p:nvPr/>
        </p:nvSpPr>
        <p:spPr>
          <a:xfrm>
            <a:off x="2738511" y="41452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8" name="Google Shape;3288;p81"/>
          <p:cNvSpPr txBox="1"/>
          <p:nvPr/>
        </p:nvSpPr>
        <p:spPr>
          <a:xfrm>
            <a:off x="2574999" y="482155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9" name="Google Shape;3289;p81"/>
          <p:cNvCxnSpPr/>
          <p:nvPr/>
        </p:nvCxnSpPr>
        <p:spPr>
          <a:xfrm flipH="1" rot="10800000">
            <a:off x="2630561" y="3284855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0" name="Google Shape;3290;p81"/>
          <p:cNvSpPr txBox="1"/>
          <p:nvPr/>
        </p:nvSpPr>
        <p:spPr>
          <a:xfrm>
            <a:off x="2662311" y="315468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1" name="Google Shape;3291;p81"/>
          <p:cNvSpPr txBox="1"/>
          <p:nvPr>
            <p:ph type="title"/>
          </p:nvPr>
        </p:nvSpPr>
        <p:spPr>
          <a:xfrm>
            <a:off x="1782763" y="3762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7" name="Shape 3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8" name="Google Shape;3298;p82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9" name="Google Shape;3299;p8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00" name="Google Shape;3300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301" name="Google Shape;3301;p82"/>
          <p:cNvSpPr txBox="1"/>
          <p:nvPr/>
        </p:nvSpPr>
        <p:spPr>
          <a:xfrm>
            <a:off x="6986954" y="1930791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02" name="Google Shape;3302;p82"/>
          <p:cNvGraphicFramePr/>
          <p:nvPr/>
        </p:nvGraphicFramePr>
        <p:xfrm>
          <a:off x="7367954" y="27689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03" name="Google Shape;3303;p82"/>
          <p:cNvGraphicFramePr/>
          <p:nvPr/>
        </p:nvGraphicFramePr>
        <p:xfrm>
          <a:off x="9272954" y="2756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04" name="Google Shape;3304;p82"/>
          <p:cNvSpPr txBox="1"/>
          <p:nvPr/>
        </p:nvSpPr>
        <p:spPr>
          <a:xfrm>
            <a:off x="6758354" y="5496316"/>
            <a:ext cx="4648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Accepting edge (E,G) would create a cycle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5" name="Google Shape;3305;p82"/>
          <p:cNvSpPr txBox="1"/>
          <p:nvPr/>
        </p:nvSpPr>
        <p:spPr>
          <a:xfrm>
            <a:off x="2388040" y="35931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6" name="Google Shape;3306;p82"/>
          <p:cNvCxnSpPr/>
          <p:nvPr/>
        </p:nvCxnSpPr>
        <p:spPr>
          <a:xfrm flipH="1">
            <a:off x="5034403" y="3897923"/>
            <a:ext cx="3810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7" name="Google Shape;3307;p82"/>
          <p:cNvSpPr txBox="1"/>
          <p:nvPr/>
        </p:nvSpPr>
        <p:spPr>
          <a:xfrm>
            <a:off x="4801040" y="422336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8" name="Google Shape;3308;p82"/>
          <p:cNvCxnSpPr/>
          <p:nvPr/>
        </p:nvCxnSpPr>
        <p:spPr>
          <a:xfrm>
            <a:off x="3781865" y="2907323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9" name="Google Shape;3309;p82"/>
          <p:cNvCxnSpPr/>
          <p:nvPr/>
        </p:nvCxnSpPr>
        <p:spPr>
          <a:xfrm flipH="1" rot="10800000">
            <a:off x="4086665" y="3059723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0" name="Google Shape;3310;p82"/>
          <p:cNvCxnSpPr/>
          <p:nvPr/>
        </p:nvCxnSpPr>
        <p:spPr>
          <a:xfrm rot="10800000">
            <a:off x="3934265" y="2983523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1" name="Google Shape;3311;p82"/>
          <p:cNvCxnSpPr/>
          <p:nvPr/>
        </p:nvCxnSpPr>
        <p:spPr>
          <a:xfrm flipH="1" rot="10800000">
            <a:off x="2715065" y="3897923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2" name="Google Shape;3312;p82"/>
          <p:cNvCxnSpPr/>
          <p:nvPr/>
        </p:nvCxnSpPr>
        <p:spPr>
          <a:xfrm flipH="1" rot="10800000">
            <a:off x="3629465" y="3974123"/>
            <a:ext cx="1600200" cy="83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3" name="Google Shape;3313;p82"/>
          <p:cNvCxnSpPr/>
          <p:nvPr/>
        </p:nvCxnSpPr>
        <p:spPr>
          <a:xfrm flipH="1" rot="10800000">
            <a:off x="2562665" y="3516923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4" name="Google Shape;3314;p82"/>
          <p:cNvCxnSpPr/>
          <p:nvPr/>
        </p:nvCxnSpPr>
        <p:spPr>
          <a:xfrm>
            <a:off x="2791265" y="3364523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5" name="Google Shape;3315;p82"/>
          <p:cNvCxnSpPr/>
          <p:nvPr/>
        </p:nvCxnSpPr>
        <p:spPr>
          <a:xfrm>
            <a:off x="3978715" y="2788261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6" name="Google Shape;3316;p82"/>
          <p:cNvCxnSpPr/>
          <p:nvPr/>
        </p:nvCxnSpPr>
        <p:spPr>
          <a:xfrm>
            <a:off x="4848665" y="3059723"/>
            <a:ext cx="381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7" name="Google Shape;3317;p82"/>
          <p:cNvSpPr/>
          <p:nvPr/>
        </p:nvSpPr>
        <p:spPr>
          <a:xfrm>
            <a:off x="2334065" y="3212123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8" name="Google Shape;3318;p82"/>
          <p:cNvSpPr/>
          <p:nvPr/>
        </p:nvSpPr>
        <p:spPr>
          <a:xfrm>
            <a:off x="2486465" y="305972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9" name="Google Shape;3319;p82"/>
          <p:cNvSpPr/>
          <p:nvPr/>
        </p:nvSpPr>
        <p:spPr>
          <a:xfrm>
            <a:off x="2334065" y="397412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0" name="Google Shape;3320;p82"/>
          <p:cNvSpPr/>
          <p:nvPr/>
        </p:nvSpPr>
        <p:spPr>
          <a:xfrm>
            <a:off x="3705665" y="359312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1" name="Google Shape;3321;p82"/>
          <p:cNvSpPr/>
          <p:nvPr/>
        </p:nvSpPr>
        <p:spPr>
          <a:xfrm>
            <a:off x="3553265" y="260252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2" name="Google Shape;3322;p82"/>
          <p:cNvSpPr/>
          <p:nvPr/>
        </p:nvSpPr>
        <p:spPr>
          <a:xfrm>
            <a:off x="4620065" y="4583723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3" name="Google Shape;3323;p82"/>
          <p:cNvSpPr/>
          <p:nvPr/>
        </p:nvSpPr>
        <p:spPr>
          <a:xfrm>
            <a:off x="5077265" y="3669323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4" name="Google Shape;3324;p82"/>
          <p:cNvSpPr/>
          <p:nvPr/>
        </p:nvSpPr>
        <p:spPr>
          <a:xfrm>
            <a:off x="4543865" y="267872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5" name="Google Shape;3325;p82"/>
          <p:cNvSpPr/>
          <p:nvPr/>
        </p:nvSpPr>
        <p:spPr>
          <a:xfrm>
            <a:off x="3324665" y="4583723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6" name="Google Shape;3326;p82"/>
          <p:cNvCxnSpPr/>
          <p:nvPr/>
        </p:nvCxnSpPr>
        <p:spPr>
          <a:xfrm>
            <a:off x="4086665" y="3974123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7" name="Google Shape;3327;p82"/>
          <p:cNvCxnSpPr/>
          <p:nvPr/>
        </p:nvCxnSpPr>
        <p:spPr>
          <a:xfrm rot="10800000">
            <a:off x="3781865" y="4888523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8" name="Google Shape;3328;p82"/>
          <p:cNvCxnSpPr/>
          <p:nvPr/>
        </p:nvCxnSpPr>
        <p:spPr>
          <a:xfrm rot="10800000">
            <a:off x="2715065" y="4355123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9" name="Google Shape;3329;p82"/>
          <p:cNvSpPr txBox="1"/>
          <p:nvPr/>
        </p:nvSpPr>
        <p:spPr>
          <a:xfrm>
            <a:off x="4086665" y="48123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0" name="Google Shape;3330;p82"/>
          <p:cNvSpPr txBox="1"/>
          <p:nvPr/>
        </p:nvSpPr>
        <p:spPr>
          <a:xfrm>
            <a:off x="3912040" y="429003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1" name="Google Shape;3331;p82"/>
          <p:cNvSpPr txBox="1"/>
          <p:nvPr/>
        </p:nvSpPr>
        <p:spPr>
          <a:xfrm>
            <a:off x="4172390" y="395189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2" name="Google Shape;3332;p82"/>
          <p:cNvSpPr txBox="1"/>
          <p:nvPr/>
        </p:nvSpPr>
        <p:spPr>
          <a:xfrm>
            <a:off x="4443853" y="3483586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3" name="Google Shape;3333;p82"/>
          <p:cNvSpPr txBox="1"/>
          <p:nvPr/>
        </p:nvSpPr>
        <p:spPr>
          <a:xfrm>
            <a:off x="5001065" y="31359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4" name="Google Shape;3334;p82"/>
          <p:cNvSpPr txBox="1"/>
          <p:nvPr/>
        </p:nvSpPr>
        <p:spPr>
          <a:xfrm>
            <a:off x="4075553" y="331054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5" name="Google Shape;3335;p82"/>
          <p:cNvSpPr txBox="1"/>
          <p:nvPr/>
        </p:nvSpPr>
        <p:spPr>
          <a:xfrm>
            <a:off x="4131115" y="25263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6" name="Google Shape;3336;p82"/>
          <p:cNvSpPr txBox="1"/>
          <p:nvPr/>
        </p:nvSpPr>
        <p:spPr>
          <a:xfrm>
            <a:off x="3629465" y="31359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7" name="Google Shape;3337;p82"/>
          <p:cNvSpPr txBox="1"/>
          <p:nvPr/>
        </p:nvSpPr>
        <p:spPr>
          <a:xfrm>
            <a:off x="3324665" y="33645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8" name="Google Shape;3338;p82"/>
          <p:cNvSpPr txBox="1"/>
          <p:nvPr/>
        </p:nvSpPr>
        <p:spPr>
          <a:xfrm>
            <a:off x="3019865" y="38217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9" name="Google Shape;3339;p82"/>
          <p:cNvSpPr txBox="1"/>
          <p:nvPr/>
        </p:nvSpPr>
        <p:spPr>
          <a:xfrm>
            <a:off x="2856353" y="449799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0" name="Google Shape;3340;p82"/>
          <p:cNvCxnSpPr/>
          <p:nvPr/>
        </p:nvCxnSpPr>
        <p:spPr>
          <a:xfrm flipH="1" rot="10800000">
            <a:off x="2911915" y="2961298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1" name="Google Shape;3341;p82"/>
          <p:cNvSpPr txBox="1"/>
          <p:nvPr/>
        </p:nvSpPr>
        <p:spPr>
          <a:xfrm>
            <a:off x="2943665" y="283112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2" name="Google Shape;3342;p82"/>
          <p:cNvSpPr txBox="1"/>
          <p:nvPr>
            <p:ph type="title"/>
          </p:nvPr>
        </p:nvSpPr>
        <p:spPr>
          <a:xfrm>
            <a:off x="1536700" y="3000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8" name="Shape 3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" name="Google Shape;3349;p83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0" name="Google Shape;3350;p8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51" name="Google Shape;335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352" name="Google Shape;3352;p83"/>
          <p:cNvSpPr txBox="1"/>
          <p:nvPr/>
        </p:nvSpPr>
        <p:spPr>
          <a:xfrm>
            <a:off x="7015089" y="1846386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53" name="Google Shape;3353;p83"/>
          <p:cNvGraphicFramePr/>
          <p:nvPr/>
        </p:nvGraphicFramePr>
        <p:xfrm>
          <a:off x="7128803" y="27689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54" name="Google Shape;3354;p83"/>
          <p:cNvGraphicFramePr/>
          <p:nvPr/>
        </p:nvGraphicFramePr>
        <p:xfrm>
          <a:off x="9427698" y="27422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55" name="Google Shape;3355;p83"/>
          <p:cNvSpPr txBox="1"/>
          <p:nvPr/>
        </p:nvSpPr>
        <p:spPr>
          <a:xfrm>
            <a:off x="2655326" y="35931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6" name="Google Shape;3356;p83"/>
          <p:cNvCxnSpPr/>
          <p:nvPr/>
        </p:nvCxnSpPr>
        <p:spPr>
          <a:xfrm flipH="1">
            <a:off x="5301689" y="3897923"/>
            <a:ext cx="3810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7" name="Google Shape;3357;p83"/>
          <p:cNvSpPr txBox="1"/>
          <p:nvPr/>
        </p:nvSpPr>
        <p:spPr>
          <a:xfrm>
            <a:off x="5068326" y="422336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8" name="Google Shape;3358;p83"/>
          <p:cNvCxnSpPr/>
          <p:nvPr/>
        </p:nvCxnSpPr>
        <p:spPr>
          <a:xfrm>
            <a:off x="4049151" y="2907323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9" name="Google Shape;3359;p83"/>
          <p:cNvCxnSpPr/>
          <p:nvPr/>
        </p:nvCxnSpPr>
        <p:spPr>
          <a:xfrm flipH="1" rot="10800000">
            <a:off x="4353951" y="3059723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0" name="Google Shape;3360;p83"/>
          <p:cNvCxnSpPr/>
          <p:nvPr/>
        </p:nvCxnSpPr>
        <p:spPr>
          <a:xfrm rot="10800000">
            <a:off x="4201551" y="2983523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1" name="Google Shape;3361;p83"/>
          <p:cNvCxnSpPr/>
          <p:nvPr/>
        </p:nvCxnSpPr>
        <p:spPr>
          <a:xfrm flipH="1" rot="10800000">
            <a:off x="2982351" y="3897923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2" name="Google Shape;3362;p83"/>
          <p:cNvCxnSpPr/>
          <p:nvPr/>
        </p:nvCxnSpPr>
        <p:spPr>
          <a:xfrm flipH="1" rot="10800000">
            <a:off x="3896751" y="3974123"/>
            <a:ext cx="1600200" cy="83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3" name="Google Shape;3363;p83"/>
          <p:cNvCxnSpPr/>
          <p:nvPr/>
        </p:nvCxnSpPr>
        <p:spPr>
          <a:xfrm flipH="1" rot="10800000">
            <a:off x="2829951" y="3516923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4" name="Google Shape;3364;p83"/>
          <p:cNvCxnSpPr/>
          <p:nvPr/>
        </p:nvCxnSpPr>
        <p:spPr>
          <a:xfrm>
            <a:off x="3058551" y="3364523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5" name="Google Shape;3365;p83"/>
          <p:cNvCxnSpPr/>
          <p:nvPr/>
        </p:nvCxnSpPr>
        <p:spPr>
          <a:xfrm>
            <a:off x="4246001" y="2788261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6" name="Google Shape;3366;p83"/>
          <p:cNvCxnSpPr/>
          <p:nvPr/>
        </p:nvCxnSpPr>
        <p:spPr>
          <a:xfrm>
            <a:off x="5115951" y="3059723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7" name="Google Shape;3367;p83"/>
          <p:cNvSpPr/>
          <p:nvPr/>
        </p:nvSpPr>
        <p:spPr>
          <a:xfrm>
            <a:off x="2601351" y="3212123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8" name="Google Shape;3368;p83"/>
          <p:cNvSpPr/>
          <p:nvPr/>
        </p:nvSpPr>
        <p:spPr>
          <a:xfrm>
            <a:off x="2753751" y="305972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9" name="Google Shape;3369;p83"/>
          <p:cNvSpPr/>
          <p:nvPr/>
        </p:nvSpPr>
        <p:spPr>
          <a:xfrm>
            <a:off x="2601351" y="397412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0" name="Google Shape;3370;p83"/>
          <p:cNvSpPr/>
          <p:nvPr/>
        </p:nvSpPr>
        <p:spPr>
          <a:xfrm>
            <a:off x="3972951" y="359312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1" name="Google Shape;3371;p83"/>
          <p:cNvSpPr/>
          <p:nvPr/>
        </p:nvSpPr>
        <p:spPr>
          <a:xfrm>
            <a:off x="3820551" y="260252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2" name="Google Shape;3372;p83"/>
          <p:cNvSpPr/>
          <p:nvPr/>
        </p:nvSpPr>
        <p:spPr>
          <a:xfrm>
            <a:off x="4887351" y="4583723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3" name="Google Shape;3373;p83"/>
          <p:cNvSpPr/>
          <p:nvPr/>
        </p:nvSpPr>
        <p:spPr>
          <a:xfrm>
            <a:off x="5344551" y="3669323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4" name="Google Shape;3374;p83"/>
          <p:cNvSpPr/>
          <p:nvPr/>
        </p:nvSpPr>
        <p:spPr>
          <a:xfrm>
            <a:off x="4811151" y="2678723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5" name="Google Shape;3375;p83"/>
          <p:cNvSpPr/>
          <p:nvPr/>
        </p:nvSpPr>
        <p:spPr>
          <a:xfrm>
            <a:off x="3591951" y="4583723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6" name="Google Shape;3376;p83"/>
          <p:cNvCxnSpPr/>
          <p:nvPr/>
        </p:nvCxnSpPr>
        <p:spPr>
          <a:xfrm>
            <a:off x="4353951" y="3974123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7" name="Google Shape;3377;p83"/>
          <p:cNvCxnSpPr/>
          <p:nvPr/>
        </p:nvCxnSpPr>
        <p:spPr>
          <a:xfrm rot="10800000">
            <a:off x="4049151" y="4888523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8" name="Google Shape;3378;p83"/>
          <p:cNvCxnSpPr/>
          <p:nvPr/>
        </p:nvCxnSpPr>
        <p:spPr>
          <a:xfrm rot="10800000">
            <a:off x="2982351" y="4355123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9" name="Google Shape;3379;p83"/>
          <p:cNvSpPr txBox="1"/>
          <p:nvPr/>
        </p:nvSpPr>
        <p:spPr>
          <a:xfrm>
            <a:off x="4353951" y="48123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0" name="Google Shape;3380;p83"/>
          <p:cNvSpPr txBox="1"/>
          <p:nvPr/>
        </p:nvSpPr>
        <p:spPr>
          <a:xfrm>
            <a:off x="4179326" y="429003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1" name="Google Shape;3381;p83"/>
          <p:cNvSpPr txBox="1"/>
          <p:nvPr/>
        </p:nvSpPr>
        <p:spPr>
          <a:xfrm>
            <a:off x="4439676" y="395189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2" name="Google Shape;3382;p83"/>
          <p:cNvSpPr txBox="1"/>
          <p:nvPr/>
        </p:nvSpPr>
        <p:spPr>
          <a:xfrm>
            <a:off x="4711139" y="3483586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3" name="Google Shape;3383;p83"/>
          <p:cNvSpPr txBox="1"/>
          <p:nvPr/>
        </p:nvSpPr>
        <p:spPr>
          <a:xfrm>
            <a:off x="5268351" y="31359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4" name="Google Shape;3384;p83"/>
          <p:cNvSpPr txBox="1"/>
          <p:nvPr/>
        </p:nvSpPr>
        <p:spPr>
          <a:xfrm>
            <a:off x="4342839" y="331054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5" name="Google Shape;3385;p83"/>
          <p:cNvSpPr txBox="1"/>
          <p:nvPr/>
        </p:nvSpPr>
        <p:spPr>
          <a:xfrm>
            <a:off x="4398401" y="25263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6" name="Google Shape;3386;p83"/>
          <p:cNvSpPr txBox="1"/>
          <p:nvPr/>
        </p:nvSpPr>
        <p:spPr>
          <a:xfrm>
            <a:off x="3896751" y="31359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7" name="Google Shape;3387;p83"/>
          <p:cNvSpPr txBox="1"/>
          <p:nvPr/>
        </p:nvSpPr>
        <p:spPr>
          <a:xfrm>
            <a:off x="3591951" y="33645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8" name="Google Shape;3388;p83"/>
          <p:cNvSpPr txBox="1"/>
          <p:nvPr/>
        </p:nvSpPr>
        <p:spPr>
          <a:xfrm>
            <a:off x="3287151" y="382172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9" name="Google Shape;3389;p83"/>
          <p:cNvSpPr txBox="1"/>
          <p:nvPr/>
        </p:nvSpPr>
        <p:spPr>
          <a:xfrm>
            <a:off x="3123639" y="449799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0" name="Google Shape;3390;p83"/>
          <p:cNvCxnSpPr/>
          <p:nvPr/>
        </p:nvCxnSpPr>
        <p:spPr>
          <a:xfrm flipH="1" rot="10800000">
            <a:off x="3179201" y="2961298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1" name="Google Shape;3391;p83"/>
          <p:cNvSpPr txBox="1"/>
          <p:nvPr/>
        </p:nvSpPr>
        <p:spPr>
          <a:xfrm>
            <a:off x="3210951" y="283112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2" name="Google Shape;3392;p83"/>
          <p:cNvSpPr txBox="1"/>
          <p:nvPr>
            <p:ph type="title"/>
          </p:nvPr>
        </p:nvSpPr>
        <p:spPr>
          <a:xfrm>
            <a:off x="1465263" y="2873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8" name="Shape 3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" name="Google Shape;3399;p84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0" name="Google Shape;3400;p8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01" name="Google Shape;3401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104900" cy="999508"/>
          </a:xfrm>
          <a:prstGeom prst="rect">
            <a:avLst/>
          </a:prstGeom>
          <a:noFill/>
          <a:ln>
            <a:noFill/>
          </a:ln>
        </p:spPr>
      </p:pic>
      <p:sp>
        <p:nvSpPr>
          <p:cNvPr id="3402" name="Google Shape;3402;p84"/>
          <p:cNvSpPr txBox="1"/>
          <p:nvPr/>
        </p:nvSpPr>
        <p:spPr>
          <a:xfrm>
            <a:off x="6902547" y="2085536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03" name="Google Shape;3403;p84"/>
          <p:cNvGraphicFramePr/>
          <p:nvPr/>
        </p:nvGraphicFramePr>
        <p:xfrm>
          <a:off x="7283547" y="2923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04" name="Google Shape;3404;p84"/>
          <p:cNvGraphicFramePr/>
          <p:nvPr/>
        </p:nvGraphicFramePr>
        <p:xfrm>
          <a:off x="9188547" y="29110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05" name="Google Shape;3405;p84"/>
          <p:cNvSpPr txBox="1"/>
          <p:nvPr/>
        </p:nvSpPr>
        <p:spPr>
          <a:xfrm>
            <a:off x="2359904" y="38182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6" name="Google Shape;3406;p84"/>
          <p:cNvCxnSpPr/>
          <p:nvPr/>
        </p:nvCxnSpPr>
        <p:spPr>
          <a:xfrm flipH="1">
            <a:off x="5006267" y="4123006"/>
            <a:ext cx="3810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7" name="Google Shape;3407;p84"/>
          <p:cNvSpPr txBox="1"/>
          <p:nvPr/>
        </p:nvSpPr>
        <p:spPr>
          <a:xfrm>
            <a:off x="4772904" y="444844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8" name="Google Shape;3408;p84"/>
          <p:cNvCxnSpPr/>
          <p:nvPr/>
        </p:nvCxnSpPr>
        <p:spPr>
          <a:xfrm>
            <a:off x="3753729" y="3132406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9" name="Google Shape;3409;p84"/>
          <p:cNvCxnSpPr/>
          <p:nvPr/>
        </p:nvCxnSpPr>
        <p:spPr>
          <a:xfrm flipH="1" rot="10800000">
            <a:off x="4058529" y="3284806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0" name="Google Shape;3410;p84"/>
          <p:cNvCxnSpPr/>
          <p:nvPr/>
        </p:nvCxnSpPr>
        <p:spPr>
          <a:xfrm rot="10800000">
            <a:off x="3906129" y="3208606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1" name="Google Shape;3411;p84"/>
          <p:cNvCxnSpPr/>
          <p:nvPr/>
        </p:nvCxnSpPr>
        <p:spPr>
          <a:xfrm flipH="1" rot="10800000">
            <a:off x="2686929" y="4123006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2" name="Google Shape;3412;p84"/>
          <p:cNvCxnSpPr/>
          <p:nvPr/>
        </p:nvCxnSpPr>
        <p:spPr>
          <a:xfrm flipH="1" rot="10800000">
            <a:off x="3601329" y="4199206"/>
            <a:ext cx="1600200" cy="83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3" name="Google Shape;3413;p84"/>
          <p:cNvCxnSpPr/>
          <p:nvPr/>
        </p:nvCxnSpPr>
        <p:spPr>
          <a:xfrm flipH="1" rot="10800000">
            <a:off x="2534529" y="3742006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4" name="Google Shape;3414;p84"/>
          <p:cNvCxnSpPr/>
          <p:nvPr/>
        </p:nvCxnSpPr>
        <p:spPr>
          <a:xfrm>
            <a:off x="2763129" y="3589606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5" name="Google Shape;3415;p84"/>
          <p:cNvCxnSpPr/>
          <p:nvPr/>
        </p:nvCxnSpPr>
        <p:spPr>
          <a:xfrm>
            <a:off x="3950579" y="3013344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6" name="Google Shape;3416;p84"/>
          <p:cNvCxnSpPr/>
          <p:nvPr/>
        </p:nvCxnSpPr>
        <p:spPr>
          <a:xfrm>
            <a:off x="4820529" y="3284806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7" name="Google Shape;3417;p84"/>
          <p:cNvSpPr/>
          <p:nvPr/>
        </p:nvSpPr>
        <p:spPr>
          <a:xfrm>
            <a:off x="2305929" y="3437206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8" name="Google Shape;3418;p84"/>
          <p:cNvSpPr/>
          <p:nvPr/>
        </p:nvSpPr>
        <p:spPr>
          <a:xfrm>
            <a:off x="2458329" y="3284806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9" name="Google Shape;3419;p84"/>
          <p:cNvSpPr/>
          <p:nvPr/>
        </p:nvSpPr>
        <p:spPr>
          <a:xfrm>
            <a:off x="2305929" y="419920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0" name="Google Shape;3420;p84"/>
          <p:cNvSpPr/>
          <p:nvPr/>
        </p:nvSpPr>
        <p:spPr>
          <a:xfrm>
            <a:off x="3677529" y="3818206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1" name="Google Shape;3421;p84"/>
          <p:cNvSpPr/>
          <p:nvPr/>
        </p:nvSpPr>
        <p:spPr>
          <a:xfrm>
            <a:off x="3525129" y="2827606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2" name="Google Shape;3422;p84"/>
          <p:cNvSpPr/>
          <p:nvPr/>
        </p:nvSpPr>
        <p:spPr>
          <a:xfrm>
            <a:off x="4591929" y="480880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3" name="Google Shape;3423;p84"/>
          <p:cNvSpPr/>
          <p:nvPr/>
        </p:nvSpPr>
        <p:spPr>
          <a:xfrm>
            <a:off x="5049129" y="389440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4" name="Google Shape;3424;p84"/>
          <p:cNvSpPr/>
          <p:nvPr/>
        </p:nvSpPr>
        <p:spPr>
          <a:xfrm>
            <a:off x="4515729" y="290380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5" name="Google Shape;3425;p84"/>
          <p:cNvSpPr/>
          <p:nvPr/>
        </p:nvSpPr>
        <p:spPr>
          <a:xfrm>
            <a:off x="3296529" y="480880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6" name="Google Shape;3426;p84"/>
          <p:cNvCxnSpPr/>
          <p:nvPr/>
        </p:nvCxnSpPr>
        <p:spPr>
          <a:xfrm>
            <a:off x="4058529" y="4199206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7" name="Google Shape;3427;p84"/>
          <p:cNvCxnSpPr/>
          <p:nvPr/>
        </p:nvCxnSpPr>
        <p:spPr>
          <a:xfrm rot="10800000">
            <a:off x="3753729" y="5113606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8" name="Google Shape;3428;p84"/>
          <p:cNvCxnSpPr/>
          <p:nvPr/>
        </p:nvCxnSpPr>
        <p:spPr>
          <a:xfrm rot="10800000">
            <a:off x="2686929" y="4580206"/>
            <a:ext cx="609600" cy="3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9" name="Google Shape;3429;p84"/>
          <p:cNvSpPr txBox="1"/>
          <p:nvPr/>
        </p:nvSpPr>
        <p:spPr>
          <a:xfrm>
            <a:off x="4058529" y="50374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0" name="Google Shape;3430;p84"/>
          <p:cNvSpPr txBox="1"/>
          <p:nvPr/>
        </p:nvSpPr>
        <p:spPr>
          <a:xfrm>
            <a:off x="3883904" y="451511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1" name="Google Shape;3431;p84"/>
          <p:cNvSpPr txBox="1"/>
          <p:nvPr/>
        </p:nvSpPr>
        <p:spPr>
          <a:xfrm>
            <a:off x="4144254" y="417698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2" name="Google Shape;3432;p84"/>
          <p:cNvSpPr txBox="1"/>
          <p:nvPr/>
        </p:nvSpPr>
        <p:spPr>
          <a:xfrm>
            <a:off x="4415717" y="3708669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3" name="Google Shape;3433;p84"/>
          <p:cNvSpPr txBox="1"/>
          <p:nvPr/>
        </p:nvSpPr>
        <p:spPr>
          <a:xfrm>
            <a:off x="4972929" y="33610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4" name="Google Shape;3434;p84"/>
          <p:cNvSpPr txBox="1"/>
          <p:nvPr/>
        </p:nvSpPr>
        <p:spPr>
          <a:xfrm>
            <a:off x="4047417" y="353563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5" name="Google Shape;3435;p84"/>
          <p:cNvSpPr txBox="1"/>
          <p:nvPr/>
        </p:nvSpPr>
        <p:spPr>
          <a:xfrm>
            <a:off x="4102979" y="27514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6" name="Google Shape;3436;p84"/>
          <p:cNvSpPr txBox="1"/>
          <p:nvPr/>
        </p:nvSpPr>
        <p:spPr>
          <a:xfrm>
            <a:off x="3601329" y="33610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7" name="Google Shape;3437;p84"/>
          <p:cNvSpPr txBox="1"/>
          <p:nvPr/>
        </p:nvSpPr>
        <p:spPr>
          <a:xfrm>
            <a:off x="3296529" y="35896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8" name="Google Shape;3438;p84"/>
          <p:cNvSpPr txBox="1"/>
          <p:nvPr/>
        </p:nvSpPr>
        <p:spPr>
          <a:xfrm>
            <a:off x="2991729" y="40468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9" name="Google Shape;3439;p84"/>
          <p:cNvSpPr txBox="1"/>
          <p:nvPr/>
        </p:nvSpPr>
        <p:spPr>
          <a:xfrm>
            <a:off x="2828217" y="472308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0" name="Google Shape;3440;p84"/>
          <p:cNvCxnSpPr/>
          <p:nvPr/>
        </p:nvCxnSpPr>
        <p:spPr>
          <a:xfrm flipH="1" rot="10800000">
            <a:off x="2883779" y="3186381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1" name="Google Shape;3441;p84"/>
          <p:cNvSpPr txBox="1"/>
          <p:nvPr/>
        </p:nvSpPr>
        <p:spPr>
          <a:xfrm>
            <a:off x="2915529" y="305620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2" name="Google Shape;3442;p84"/>
          <p:cNvSpPr txBox="1"/>
          <p:nvPr>
            <p:ph type="title"/>
          </p:nvPr>
        </p:nvSpPr>
        <p:spPr>
          <a:xfrm>
            <a:off x="1712913" y="122238"/>
            <a:ext cx="10058400" cy="998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8" name="Shape 3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9" name="Google Shape;3449;p85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0" name="Google Shape;3450;p8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51" name="Google Shape;3451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452" name="Google Shape;3452;p85"/>
          <p:cNvSpPr txBox="1"/>
          <p:nvPr/>
        </p:nvSpPr>
        <p:spPr>
          <a:xfrm>
            <a:off x="7015089" y="2254347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53" name="Google Shape;3453;p85"/>
          <p:cNvGraphicFramePr/>
          <p:nvPr/>
        </p:nvGraphicFramePr>
        <p:xfrm>
          <a:off x="7396089" y="30925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54" name="Google Shape;3454;p85"/>
          <p:cNvGraphicFramePr/>
          <p:nvPr/>
        </p:nvGraphicFramePr>
        <p:xfrm>
          <a:off x="9301089" y="30798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55" name="Google Shape;3455;p85"/>
          <p:cNvSpPr txBox="1"/>
          <p:nvPr/>
        </p:nvSpPr>
        <p:spPr>
          <a:xfrm>
            <a:off x="2233295" y="374786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6" name="Google Shape;3456;p85"/>
          <p:cNvCxnSpPr/>
          <p:nvPr/>
        </p:nvCxnSpPr>
        <p:spPr>
          <a:xfrm flipH="1">
            <a:off x="4879658" y="4052668"/>
            <a:ext cx="3810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7" name="Google Shape;3457;p85"/>
          <p:cNvSpPr txBox="1"/>
          <p:nvPr/>
        </p:nvSpPr>
        <p:spPr>
          <a:xfrm>
            <a:off x="4646295" y="437810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8" name="Google Shape;3458;p85"/>
          <p:cNvCxnSpPr/>
          <p:nvPr/>
        </p:nvCxnSpPr>
        <p:spPr>
          <a:xfrm>
            <a:off x="3627120" y="3062068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9" name="Google Shape;3459;p85"/>
          <p:cNvCxnSpPr/>
          <p:nvPr/>
        </p:nvCxnSpPr>
        <p:spPr>
          <a:xfrm flipH="1" rot="10800000">
            <a:off x="3931920" y="3214468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0" name="Google Shape;3460;p85"/>
          <p:cNvCxnSpPr/>
          <p:nvPr/>
        </p:nvCxnSpPr>
        <p:spPr>
          <a:xfrm rot="10800000">
            <a:off x="3779520" y="3138268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1" name="Google Shape;3461;p85"/>
          <p:cNvCxnSpPr/>
          <p:nvPr/>
        </p:nvCxnSpPr>
        <p:spPr>
          <a:xfrm flipH="1" rot="10800000">
            <a:off x="2560320" y="4052668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2" name="Google Shape;3462;p85"/>
          <p:cNvCxnSpPr/>
          <p:nvPr/>
        </p:nvCxnSpPr>
        <p:spPr>
          <a:xfrm flipH="1" rot="10800000">
            <a:off x="3474720" y="4128868"/>
            <a:ext cx="1600200" cy="83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3" name="Google Shape;3463;p85"/>
          <p:cNvCxnSpPr/>
          <p:nvPr/>
        </p:nvCxnSpPr>
        <p:spPr>
          <a:xfrm flipH="1" rot="10800000">
            <a:off x="2407920" y="3671668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4" name="Google Shape;3464;p85"/>
          <p:cNvCxnSpPr/>
          <p:nvPr/>
        </p:nvCxnSpPr>
        <p:spPr>
          <a:xfrm>
            <a:off x="2636520" y="3519268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5" name="Google Shape;3465;p85"/>
          <p:cNvCxnSpPr/>
          <p:nvPr/>
        </p:nvCxnSpPr>
        <p:spPr>
          <a:xfrm>
            <a:off x="3823970" y="2943006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6" name="Google Shape;3466;p85"/>
          <p:cNvCxnSpPr/>
          <p:nvPr/>
        </p:nvCxnSpPr>
        <p:spPr>
          <a:xfrm>
            <a:off x="4693920" y="3214468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7" name="Google Shape;3467;p85"/>
          <p:cNvSpPr/>
          <p:nvPr/>
        </p:nvSpPr>
        <p:spPr>
          <a:xfrm>
            <a:off x="2179320" y="3366868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8" name="Google Shape;3468;p85"/>
          <p:cNvSpPr/>
          <p:nvPr/>
        </p:nvSpPr>
        <p:spPr>
          <a:xfrm>
            <a:off x="2331720" y="3214468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9" name="Google Shape;3469;p85"/>
          <p:cNvSpPr/>
          <p:nvPr/>
        </p:nvSpPr>
        <p:spPr>
          <a:xfrm>
            <a:off x="2179320" y="412886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0" name="Google Shape;3470;p85"/>
          <p:cNvSpPr/>
          <p:nvPr/>
        </p:nvSpPr>
        <p:spPr>
          <a:xfrm>
            <a:off x="3550920" y="3747868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1" name="Google Shape;3471;p85"/>
          <p:cNvSpPr/>
          <p:nvPr/>
        </p:nvSpPr>
        <p:spPr>
          <a:xfrm>
            <a:off x="3398520" y="275726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2" name="Google Shape;3472;p85"/>
          <p:cNvSpPr/>
          <p:nvPr/>
        </p:nvSpPr>
        <p:spPr>
          <a:xfrm>
            <a:off x="4465320" y="473846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3" name="Google Shape;3473;p85"/>
          <p:cNvSpPr/>
          <p:nvPr/>
        </p:nvSpPr>
        <p:spPr>
          <a:xfrm>
            <a:off x="4922520" y="382406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4" name="Google Shape;3474;p85"/>
          <p:cNvSpPr/>
          <p:nvPr/>
        </p:nvSpPr>
        <p:spPr>
          <a:xfrm>
            <a:off x="4389120" y="283346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5" name="Google Shape;3475;p85"/>
          <p:cNvSpPr/>
          <p:nvPr/>
        </p:nvSpPr>
        <p:spPr>
          <a:xfrm>
            <a:off x="3169920" y="473846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6" name="Google Shape;3476;p85"/>
          <p:cNvCxnSpPr/>
          <p:nvPr/>
        </p:nvCxnSpPr>
        <p:spPr>
          <a:xfrm>
            <a:off x="3931920" y="4128868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7" name="Google Shape;3477;p85"/>
          <p:cNvCxnSpPr/>
          <p:nvPr/>
        </p:nvCxnSpPr>
        <p:spPr>
          <a:xfrm rot="10800000">
            <a:off x="3627120" y="5043268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8" name="Google Shape;3478;p85"/>
          <p:cNvCxnSpPr/>
          <p:nvPr/>
        </p:nvCxnSpPr>
        <p:spPr>
          <a:xfrm rot="10800000">
            <a:off x="2560320" y="4509868"/>
            <a:ext cx="609600" cy="3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9" name="Google Shape;3479;p85"/>
          <p:cNvSpPr txBox="1"/>
          <p:nvPr/>
        </p:nvSpPr>
        <p:spPr>
          <a:xfrm>
            <a:off x="3931920" y="496706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0" name="Google Shape;3480;p85"/>
          <p:cNvSpPr txBox="1"/>
          <p:nvPr/>
        </p:nvSpPr>
        <p:spPr>
          <a:xfrm>
            <a:off x="3757295" y="444478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1" name="Google Shape;3481;p85"/>
          <p:cNvSpPr txBox="1"/>
          <p:nvPr/>
        </p:nvSpPr>
        <p:spPr>
          <a:xfrm>
            <a:off x="4017645" y="410664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2" name="Google Shape;3482;p85"/>
          <p:cNvSpPr txBox="1"/>
          <p:nvPr/>
        </p:nvSpPr>
        <p:spPr>
          <a:xfrm>
            <a:off x="4289108" y="3638331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3" name="Google Shape;3483;p85"/>
          <p:cNvSpPr txBox="1"/>
          <p:nvPr/>
        </p:nvSpPr>
        <p:spPr>
          <a:xfrm>
            <a:off x="4846320" y="329066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4" name="Google Shape;3484;p85"/>
          <p:cNvSpPr txBox="1"/>
          <p:nvPr/>
        </p:nvSpPr>
        <p:spPr>
          <a:xfrm>
            <a:off x="3920808" y="346529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5" name="Google Shape;3485;p85"/>
          <p:cNvSpPr txBox="1"/>
          <p:nvPr/>
        </p:nvSpPr>
        <p:spPr>
          <a:xfrm>
            <a:off x="3976370" y="268106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6" name="Google Shape;3486;p85"/>
          <p:cNvSpPr txBox="1"/>
          <p:nvPr/>
        </p:nvSpPr>
        <p:spPr>
          <a:xfrm>
            <a:off x="3474720" y="329066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7" name="Google Shape;3487;p85"/>
          <p:cNvSpPr txBox="1"/>
          <p:nvPr/>
        </p:nvSpPr>
        <p:spPr>
          <a:xfrm>
            <a:off x="3169920" y="351926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8" name="Google Shape;3488;p85"/>
          <p:cNvSpPr txBox="1"/>
          <p:nvPr/>
        </p:nvSpPr>
        <p:spPr>
          <a:xfrm>
            <a:off x="2865120" y="397646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9" name="Google Shape;3489;p85"/>
          <p:cNvSpPr txBox="1"/>
          <p:nvPr/>
        </p:nvSpPr>
        <p:spPr>
          <a:xfrm>
            <a:off x="2701608" y="465274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0" name="Google Shape;3490;p85"/>
          <p:cNvCxnSpPr/>
          <p:nvPr/>
        </p:nvCxnSpPr>
        <p:spPr>
          <a:xfrm flipH="1" rot="10800000">
            <a:off x="2757170" y="3116043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1" name="Google Shape;3491;p85"/>
          <p:cNvSpPr txBox="1"/>
          <p:nvPr/>
        </p:nvSpPr>
        <p:spPr>
          <a:xfrm>
            <a:off x="2788920" y="298586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2" name="Google Shape;3492;p85"/>
          <p:cNvSpPr txBox="1"/>
          <p:nvPr>
            <p:ph type="title"/>
          </p:nvPr>
        </p:nvSpPr>
        <p:spPr>
          <a:xfrm>
            <a:off x="1643063" y="3762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8" name="Shape 3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9" name="Google Shape;3499;p86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0" name="Google Shape;3500;p8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01" name="Google Shape;3501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502" name="Google Shape;3502;p86"/>
          <p:cNvSpPr txBox="1"/>
          <p:nvPr/>
        </p:nvSpPr>
        <p:spPr>
          <a:xfrm>
            <a:off x="7212036" y="2043332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03" name="Google Shape;3503;p86"/>
          <p:cNvGraphicFramePr/>
          <p:nvPr/>
        </p:nvGraphicFramePr>
        <p:xfrm>
          <a:off x="7593036" y="28815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04" name="Google Shape;3504;p86"/>
          <p:cNvGraphicFramePr/>
          <p:nvPr/>
        </p:nvGraphicFramePr>
        <p:xfrm>
          <a:off x="9498036" y="28688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05" name="Google Shape;3505;p86"/>
          <p:cNvSpPr txBox="1"/>
          <p:nvPr/>
        </p:nvSpPr>
        <p:spPr>
          <a:xfrm>
            <a:off x="2486513" y="37619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6" name="Google Shape;3506;p86"/>
          <p:cNvCxnSpPr/>
          <p:nvPr/>
        </p:nvCxnSpPr>
        <p:spPr>
          <a:xfrm flipH="1">
            <a:off x="5132876" y="4066735"/>
            <a:ext cx="3810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7" name="Google Shape;3507;p86"/>
          <p:cNvSpPr txBox="1"/>
          <p:nvPr/>
        </p:nvSpPr>
        <p:spPr>
          <a:xfrm>
            <a:off x="4899513" y="439217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8" name="Google Shape;3508;p86"/>
          <p:cNvCxnSpPr/>
          <p:nvPr/>
        </p:nvCxnSpPr>
        <p:spPr>
          <a:xfrm>
            <a:off x="3880338" y="3076135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9" name="Google Shape;3509;p86"/>
          <p:cNvCxnSpPr/>
          <p:nvPr/>
        </p:nvCxnSpPr>
        <p:spPr>
          <a:xfrm flipH="1" rot="10800000">
            <a:off x="4185138" y="3228535"/>
            <a:ext cx="5334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0" name="Google Shape;3510;p86"/>
          <p:cNvCxnSpPr/>
          <p:nvPr/>
        </p:nvCxnSpPr>
        <p:spPr>
          <a:xfrm rot="10800000">
            <a:off x="4032738" y="3152335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1" name="Google Shape;3511;p86"/>
          <p:cNvCxnSpPr/>
          <p:nvPr/>
        </p:nvCxnSpPr>
        <p:spPr>
          <a:xfrm flipH="1" rot="10800000">
            <a:off x="2813538" y="4066735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2" name="Google Shape;3512;p86"/>
          <p:cNvCxnSpPr/>
          <p:nvPr/>
        </p:nvCxnSpPr>
        <p:spPr>
          <a:xfrm flipH="1" rot="10800000">
            <a:off x="3727938" y="4142935"/>
            <a:ext cx="1600200" cy="83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3" name="Google Shape;3513;p86"/>
          <p:cNvCxnSpPr/>
          <p:nvPr/>
        </p:nvCxnSpPr>
        <p:spPr>
          <a:xfrm flipH="1" rot="10800000">
            <a:off x="2661138" y="3685735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4" name="Google Shape;3514;p86"/>
          <p:cNvCxnSpPr/>
          <p:nvPr/>
        </p:nvCxnSpPr>
        <p:spPr>
          <a:xfrm>
            <a:off x="2889738" y="3533335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5" name="Google Shape;3515;p86"/>
          <p:cNvCxnSpPr/>
          <p:nvPr/>
        </p:nvCxnSpPr>
        <p:spPr>
          <a:xfrm>
            <a:off x="4077188" y="2957073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6" name="Google Shape;3516;p86"/>
          <p:cNvCxnSpPr/>
          <p:nvPr/>
        </p:nvCxnSpPr>
        <p:spPr>
          <a:xfrm>
            <a:off x="4947138" y="3228535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7" name="Google Shape;3517;p86"/>
          <p:cNvSpPr/>
          <p:nvPr/>
        </p:nvSpPr>
        <p:spPr>
          <a:xfrm>
            <a:off x="2432538" y="3380935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8" name="Google Shape;3518;p86"/>
          <p:cNvSpPr/>
          <p:nvPr/>
        </p:nvSpPr>
        <p:spPr>
          <a:xfrm>
            <a:off x="2584938" y="322853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9" name="Google Shape;3519;p86"/>
          <p:cNvSpPr/>
          <p:nvPr/>
        </p:nvSpPr>
        <p:spPr>
          <a:xfrm>
            <a:off x="2432538" y="414293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0" name="Google Shape;3520;p86"/>
          <p:cNvSpPr/>
          <p:nvPr/>
        </p:nvSpPr>
        <p:spPr>
          <a:xfrm>
            <a:off x="3804138" y="376193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1" name="Google Shape;3521;p86"/>
          <p:cNvSpPr/>
          <p:nvPr/>
        </p:nvSpPr>
        <p:spPr>
          <a:xfrm>
            <a:off x="3651738" y="277133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2" name="Google Shape;3522;p86"/>
          <p:cNvSpPr/>
          <p:nvPr/>
        </p:nvSpPr>
        <p:spPr>
          <a:xfrm>
            <a:off x="4718538" y="475253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3" name="Google Shape;3523;p86"/>
          <p:cNvSpPr/>
          <p:nvPr/>
        </p:nvSpPr>
        <p:spPr>
          <a:xfrm>
            <a:off x="5175738" y="383813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4" name="Google Shape;3524;p86"/>
          <p:cNvSpPr/>
          <p:nvPr/>
        </p:nvSpPr>
        <p:spPr>
          <a:xfrm>
            <a:off x="4642338" y="284753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5" name="Google Shape;3525;p86"/>
          <p:cNvSpPr/>
          <p:nvPr/>
        </p:nvSpPr>
        <p:spPr>
          <a:xfrm>
            <a:off x="3423138" y="475253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6" name="Google Shape;3526;p86"/>
          <p:cNvCxnSpPr/>
          <p:nvPr/>
        </p:nvCxnSpPr>
        <p:spPr>
          <a:xfrm>
            <a:off x="4185138" y="4142935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7" name="Google Shape;3527;p86"/>
          <p:cNvCxnSpPr/>
          <p:nvPr/>
        </p:nvCxnSpPr>
        <p:spPr>
          <a:xfrm rot="10800000">
            <a:off x="3880338" y="5057335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8" name="Google Shape;3528;p86"/>
          <p:cNvCxnSpPr/>
          <p:nvPr/>
        </p:nvCxnSpPr>
        <p:spPr>
          <a:xfrm rot="10800000">
            <a:off x="2813538" y="4523935"/>
            <a:ext cx="609600" cy="3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9" name="Google Shape;3529;p86"/>
          <p:cNvSpPr txBox="1"/>
          <p:nvPr/>
        </p:nvSpPr>
        <p:spPr>
          <a:xfrm>
            <a:off x="4185138" y="49811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0" name="Google Shape;3530;p86"/>
          <p:cNvSpPr txBox="1"/>
          <p:nvPr/>
        </p:nvSpPr>
        <p:spPr>
          <a:xfrm>
            <a:off x="4010513" y="445884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1" name="Google Shape;3531;p86"/>
          <p:cNvSpPr txBox="1"/>
          <p:nvPr/>
        </p:nvSpPr>
        <p:spPr>
          <a:xfrm>
            <a:off x="4270863" y="412071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2" name="Google Shape;3532;p86"/>
          <p:cNvSpPr txBox="1"/>
          <p:nvPr/>
        </p:nvSpPr>
        <p:spPr>
          <a:xfrm>
            <a:off x="4542326" y="3652398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3" name="Google Shape;3533;p86"/>
          <p:cNvSpPr txBox="1"/>
          <p:nvPr/>
        </p:nvSpPr>
        <p:spPr>
          <a:xfrm>
            <a:off x="5099538" y="33047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4" name="Google Shape;3534;p86"/>
          <p:cNvSpPr txBox="1"/>
          <p:nvPr/>
        </p:nvSpPr>
        <p:spPr>
          <a:xfrm>
            <a:off x="4174026" y="347936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5" name="Google Shape;3535;p86"/>
          <p:cNvSpPr txBox="1"/>
          <p:nvPr/>
        </p:nvSpPr>
        <p:spPr>
          <a:xfrm>
            <a:off x="4229588" y="26951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6" name="Google Shape;3536;p86"/>
          <p:cNvSpPr txBox="1"/>
          <p:nvPr/>
        </p:nvSpPr>
        <p:spPr>
          <a:xfrm>
            <a:off x="3727938" y="33047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7" name="Google Shape;3537;p86"/>
          <p:cNvSpPr txBox="1"/>
          <p:nvPr/>
        </p:nvSpPr>
        <p:spPr>
          <a:xfrm>
            <a:off x="3423138" y="35333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8" name="Google Shape;3538;p86"/>
          <p:cNvSpPr txBox="1"/>
          <p:nvPr/>
        </p:nvSpPr>
        <p:spPr>
          <a:xfrm>
            <a:off x="3118338" y="39905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9" name="Google Shape;3539;p86"/>
          <p:cNvSpPr txBox="1"/>
          <p:nvPr/>
        </p:nvSpPr>
        <p:spPr>
          <a:xfrm>
            <a:off x="2954826" y="466681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0" name="Google Shape;3540;p86"/>
          <p:cNvCxnSpPr/>
          <p:nvPr/>
        </p:nvCxnSpPr>
        <p:spPr>
          <a:xfrm flipH="1" rot="10800000">
            <a:off x="3010388" y="313011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1" name="Google Shape;3541;p86"/>
          <p:cNvSpPr txBox="1"/>
          <p:nvPr/>
        </p:nvSpPr>
        <p:spPr>
          <a:xfrm>
            <a:off x="3042138" y="299993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2" name="Google Shape;3542;p86"/>
          <p:cNvSpPr txBox="1"/>
          <p:nvPr>
            <p:ph type="title"/>
          </p:nvPr>
        </p:nvSpPr>
        <p:spPr>
          <a:xfrm>
            <a:off x="1681163" y="2746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8" name="Shape 3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9" name="Google Shape;3549;p87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0" name="Google Shape;3550;p8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51" name="Google Shape;3551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552" name="Google Shape;3552;p87"/>
          <p:cNvSpPr txBox="1"/>
          <p:nvPr/>
        </p:nvSpPr>
        <p:spPr>
          <a:xfrm>
            <a:off x="7268308" y="2254348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53" name="Google Shape;3553;p87"/>
          <p:cNvGraphicFramePr/>
          <p:nvPr/>
        </p:nvGraphicFramePr>
        <p:xfrm>
          <a:off x="7649308" y="30925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54" name="Google Shape;3554;p87"/>
          <p:cNvGraphicFramePr/>
          <p:nvPr/>
        </p:nvGraphicFramePr>
        <p:xfrm>
          <a:off x="9554308" y="3079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55" name="Google Shape;3555;p87"/>
          <p:cNvSpPr txBox="1"/>
          <p:nvPr/>
        </p:nvSpPr>
        <p:spPr>
          <a:xfrm>
            <a:off x="2303633" y="36353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6" name="Google Shape;3556;p87"/>
          <p:cNvCxnSpPr/>
          <p:nvPr/>
        </p:nvCxnSpPr>
        <p:spPr>
          <a:xfrm flipH="1">
            <a:off x="4949996" y="3940126"/>
            <a:ext cx="3810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7" name="Google Shape;3557;p87"/>
          <p:cNvSpPr txBox="1"/>
          <p:nvPr/>
        </p:nvSpPr>
        <p:spPr>
          <a:xfrm>
            <a:off x="4716633" y="426556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8" name="Google Shape;3558;p87"/>
          <p:cNvCxnSpPr/>
          <p:nvPr/>
        </p:nvCxnSpPr>
        <p:spPr>
          <a:xfrm>
            <a:off x="3697458" y="2949526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9" name="Google Shape;3559;p87"/>
          <p:cNvCxnSpPr/>
          <p:nvPr/>
        </p:nvCxnSpPr>
        <p:spPr>
          <a:xfrm flipH="1" rot="10800000">
            <a:off x="4002258" y="3101926"/>
            <a:ext cx="5334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0" name="Google Shape;3560;p87"/>
          <p:cNvCxnSpPr/>
          <p:nvPr/>
        </p:nvCxnSpPr>
        <p:spPr>
          <a:xfrm rot="10800000">
            <a:off x="3849858" y="3025726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1" name="Google Shape;3561;p87"/>
          <p:cNvCxnSpPr/>
          <p:nvPr/>
        </p:nvCxnSpPr>
        <p:spPr>
          <a:xfrm flipH="1" rot="10800000">
            <a:off x="2630658" y="3940126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2" name="Google Shape;3562;p87"/>
          <p:cNvCxnSpPr/>
          <p:nvPr/>
        </p:nvCxnSpPr>
        <p:spPr>
          <a:xfrm flipH="1" rot="10800000">
            <a:off x="3545058" y="4016326"/>
            <a:ext cx="1600200" cy="83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3" name="Google Shape;3563;p87"/>
          <p:cNvCxnSpPr/>
          <p:nvPr/>
        </p:nvCxnSpPr>
        <p:spPr>
          <a:xfrm flipH="1" rot="10800000">
            <a:off x="2478258" y="3559126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4" name="Google Shape;3564;p87"/>
          <p:cNvCxnSpPr/>
          <p:nvPr/>
        </p:nvCxnSpPr>
        <p:spPr>
          <a:xfrm>
            <a:off x="2706858" y="3406726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5" name="Google Shape;3565;p87"/>
          <p:cNvCxnSpPr/>
          <p:nvPr/>
        </p:nvCxnSpPr>
        <p:spPr>
          <a:xfrm>
            <a:off x="3894308" y="2830464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6" name="Google Shape;3566;p87"/>
          <p:cNvCxnSpPr/>
          <p:nvPr/>
        </p:nvCxnSpPr>
        <p:spPr>
          <a:xfrm>
            <a:off x="4764258" y="3101926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7" name="Google Shape;3567;p87"/>
          <p:cNvSpPr/>
          <p:nvPr/>
        </p:nvSpPr>
        <p:spPr>
          <a:xfrm>
            <a:off x="2249658" y="3254326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8" name="Google Shape;3568;p87"/>
          <p:cNvSpPr/>
          <p:nvPr/>
        </p:nvSpPr>
        <p:spPr>
          <a:xfrm>
            <a:off x="2402058" y="3101926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9" name="Google Shape;3569;p87"/>
          <p:cNvSpPr/>
          <p:nvPr/>
        </p:nvSpPr>
        <p:spPr>
          <a:xfrm>
            <a:off x="2249658" y="401632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0" name="Google Shape;3570;p87"/>
          <p:cNvSpPr/>
          <p:nvPr/>
        </p:nvSpPr>
        <p:spPr>
          <a:xfrm>
            <a:off x="3621258" y="363532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1" name="Google Shape;3571;p87"/>
          <p:cNvSpPr/>
          <p:nvPr/>
        </p:nvSpPr>
        <p:spPr>
          <a:xfrm>
            <a:off x="3468858" y="264472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2" name="Google Shape;3572;p87"/>
          <p:cNvSpPr/>
          <p:nvPr/>
        </p:nvSpPr>
        <p:spPr>
          <a:xfrm>
            <a:off x="4535658" y="462592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3" name="Google Shape;3573;p87"/>
          <p:cNvSpPr/>
          <p:nvPr/>
        </p:nvSpPr>
        <p:spPr>
          <a:xfrm>
            <a:off x="4992858" y="371152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4" name="Google Shape;3574;p87"/>
          <p:cNvSpPr/>
          <p:nvPr/>
        </p:nvSpPr>
        <p:spPr>
          <a:xfrm>
            <a:off x="4459458" y="272092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5" name="Google Shape;3575;p87"/>
          <p:cNvSpPr/>
          <p:nvPr/>
        </p:nvSpPr>
        <p:spPr>
          <a:xfrm>
            <a:off x="3240258" y="462592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6" name="Google Shape;3576;p87"/>
          <p:cNvCxnSpPr/>
          <p:nvPr/>
        </p:nvCxnSpPr>
        <p:spPr>
          <a:xfrm>
            <a:off x="4002258" y="4016326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7" name="Google Shape;3577;p87"/>
          <p:cNvCxnSpPr/>
          <p:nvPr/>
        </p:nvCxnSpPr>
        <p:spPr>
          <a:xfrm rot="10800000">
            <a:off x="3697458" y="4930726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8" name="Google Shape;3578;p87"/>
          <p:cNvCxnSpPr/>
          <p:nvPr/>
        </p:nvCxnSpPr>
        <p:spPr>
          <a:xfrm rot="10800000">
            <a:off x="2630658" y="4397326"/>
            <a:ext cx="609600" cy="3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9" name="Google Shape;3579;p87"/>
          <p:cNvSpPr txBox="1"/>
          <p:nvPr/>
        </p:nvSpPr>
        <p:spPr>
          <a:xfrm>
            <a:off x="4002258" y="48545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0" name="Google Shape;3580;p87"/>
          <p:cNvSpPr txBox="1"/>
          <p:nvPr/>
        </p:nvSpPr>
        <p:spPr>
          <a:xfrm>
            <a:off x="3827633" y="433223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1" name="Google Shape;3581;p87"/>
          <p:cNvSpPr txBox="1"/>
          <p:nvPr/>
        </p:nvSpPr>
        <p:spPr>
          <a:xfrm>
            <a:off x="4087983" y="399410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2" name="Google Shape;3582;p87"/>
          <p:cNvSpPr txBox="1"/>
          <p:nvPr/>
        </p:nvSpPr>
        <p:spPr>
          <a:xfrm>
            <a:off x="4359446" y="3525789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3" name="Google Shape;3583;p87"/>
          <p:cNvSpPr txBox="1"/>
          <p:nvPr/>
        </p:nvSpPr>
        <p:spPr>
          <a:xfrm>
            <a:off x="4916658" y="31781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4" name="Google Shape;3584;p87"/>
          <p:cNvSpPr txBox="1"/>
          <p:nvPr/>
        </p:nvSpPr>
        <p:spPr>
          <a:xfrm>
            <a:off x="3991146" y="335275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5" name="Google Shape;3585;p87"/>
          <p:cNvSpPr txBox="1"/>
          <p:nvPr/>
        </p:nvSpPr>
        <p:spPr>
          <a:xfrm>
            <a:off x="4046708" y="25685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6" name="Google Shape;3586;p87"/>
          <p:cNvSpPr txBox="1"/>
          <p:nvPr/>
        </p:nvSpPr>
        <p:spPr>
          <a:xfrm>
            <a:off x="3545058" y="31781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7" name="Google Shape;3587;p87"/>
          <p:cNvSpPr txBox="1"/>
          <p:nvPr/>
        </p:nvSpPr>
        <p:spPr>
          <a:xfrm>
            <a:off x="3240258" y="34067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8" name="Google Shape;3588;p87"/>
          <p:cNvSpPr txBox="1"/>
          <p:nvPr/>
        </p:nvSpPr>
        <p:spPr>
          <a:xfrm>
            <a:off x="2935458" y="38639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9" name="Google Shape;3589;p87"/>
          <p:cNvSpPr txBox="1"/>
          <p:nvPr/>
        </p:nvSpPr>
        <p:spPr>
          <a:xfrm>
            <a:off x="2771946" y="454020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0" name="Google Shape;3590;p87"/>
          <p:cNvCxnSpPr/>
          <p:nvPr/>
        </p:nvCxnSpPr>
        <p:spPr>
          <a:xfrm flipH="1" rot="10800000">
            <a:off x="2827508" y="3003501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1" name="Google Shape;3591;p87"/>
          <p:cNvSpPr txBox="1"/>
          <p:nvPr/>
        </p:nvSpPr>
        <p:spPr>
          <a:xfrm>
            <a:off x="2859258" y="287332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2" name="Google Shape;3592;p87"/>
          <p:cNvSpPr txBox="1"/>
          <p:nvPr>
            <p:ph type="title"/>
          </p:nvPr>
        </p:nvSpPr>
        <p:spPr>
          <a:xfrm>
            <a:off x="1592263" y="2873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8" name="Shape 3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9" name="Google Shape;3599;p88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0" name="Google Shape;3600;p8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01" name="Google Shape;3601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602" name="Google Shape;3602;p88"/>
          <p:cNvSpPr txBox="1"/>
          <p:nvPr/>
        </p:nvSpPr>
        <p:spPr>
          <a:xfrm>
            <a:off x="6972886" y="2282483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03" name="Google Shape;3603;p88"/>
          <p:cNvGraphicFramePr/>
          <p:nvPr/>
        </p:nvGraphicFramePr>
        <p:xfrm>
          <a:off x="7353886" y="31206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04" name="Google Shape;3604;p88"/>
          <p:cNvGraphicFramePr/>
          <p:nvPr/>
        </p:nvGraphicFramePr>
        <p:xfrm>
          <a:off x="9258886" y="31079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05" name="Google Shape;3605;p88"/>
          <p:cNvSpPr txBox="1"/>
          <p:nvPr/>
        </p:nvSpPr>
        <p:spPr>
          <a:xfrm>
            <a:off x="2359904" y="390261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6" name="Google Shape;3606;p88"/>
          <p:cNvCxnSpPr/>
          <p:nvPr/>
        </p:nvCxnSpPr>
        <p:spPr>
          <a:xfrm flipH="1">
            <a:off x="5006267" y="4207412"/>
            <a:ext cx="3810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7" name="Google Shape;3607;p88"/>
          <p:cNvSpPr txBox="1"/>
          <p:nvPr/>
        </p:nvSpPr>
        <p:spPr>
          <a:xfrm>
            <a:off x="4772904" y="453285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8" name="Google Shape;3608;p88"/>
          <p:cNvCxnSpPr/>
          <p:nvPr/>
        </p:nvCxnSpPr>
        <p:spPr>
          <a:xfrm>
            <a:off x="3753729" y="3216812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9" name="Google Shape;3609;p88"/>
          <p:cNvCxnSpPr/>
          <p:nvPr/>
        </p:nvCxnSpPr>
        <p:spPr>
          <a:xfrm flipH="1" rot="10800000">
            <a:off x="4058529" y="3369212"/>
            <a:ext cx="5334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0" name="Google Shape;3610;p88"/>
          <p:cNvCxnSpPr/>
          <p:nvPr/>
        </p:nvCxnSpPr>
        <p:spPr>
          <a:xfrm rot="10800000">
            <a:off x="3906129" y="3293012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1" name="Google Shape;3611;p88"/>
          <p:cNvCxnSpPr/>
          <p:nvPr/>
        </p:nvCxnSpPr>
        <p:spPr>
          <a:xfrm flipH="1" rot="10800000">
            <a:off x="2686929" y="4207412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2" name="Google Shape;3612;p88"/>
          <p:cNvCxnSpPr/>
          <p:nvPr/>
        </p:nvCxnSpPr>
        <p:spPr>
          <a:xfrm flipH="1" rot="10800000">
            <a:off x="3601329" y="4283612"/>
            <a:ext cx="1600200" cy="83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3" name="Google Shape;3613;p88"/>
          <p:cNvCxnSpPr/>
          <p:nvPr/>
        </p:nvCxnSpPr>
        <p:spPr>
          <a:xfrm flipH="1" rot="10800000">
            <a:off x="2534529" y="3826412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4" name="Google Shape;3614;p88"/>
          <p:cNvCxnSpPr/>
          <p:nvPr/>
        </p:nvCxnSpPr>
        <p:spPr>
          <a:xfrm>
            <a:off x="2763129" y="3674012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5" name="Google Shape;3615;p88"/>
          <p:cNvCxnSpPr/>
          <p:nvPr/>
        </p:nvCxnSpPr>
        <p:spPr>
          <a:xfrm>
            <a:off x="3950579" y="3097750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6" name="Google Shape;3616;p88"/>
          <p:cNvCxnSpPr/>
          <p:nvPr/>
        </p:nvCxnSpPr>
        <p:spPr>
          <a:xfrm>
            <a:off x="4820529" y="3369212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7" name="Google Shape;3617;p88"/>
          <p:cNvSpPr/>
          <p:nvPr/>
        </p:nvSpPr>
        <p:spPr>
          <a:xfrm>
            <a:off x="2305929" y="3521612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8" name="Google Shape;3618;p88"/>
          <p:cNvSpPr/>
          <p:nvPr/>
        </p:nvSpPr>
        <p:spPr>
          <a:xfrm>
            <a:off x="2458329" y="3369212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9" name="Google Shape;3619;p88"/>
          <p:cNvSpPr/>
          <p:nvPr/>
        </p:nvSpPr>
        <p:spPr>
          <a:xfrm>
            <a:off x="2305929" y="428361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0" name="Google Shape;3620;p88"/>
          <p:cNvSpPr/>
          <p:nvPr/>
        </p:nvSpPr>
        <p:spPr>
          <a:xfrm>
            <a:off x="3677529" y="390261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1" name="Google Shape;3621;p88"/>
          <p:cNvSpPr/>
          <p:nvPr/>
        </p:nvSpPr>
        <p:spPr>
          <a:xfrm>
            <a:off x="3525129" y="291201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2" name="Google Shape;3622;p88"/>
          <p:cNvSpPr/>
          <p:nvPr/>
        </p:nvSpPr>
        <p:spPr>
          <a:xfrm>
            <a:off x="4591929" y="489321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3" name="Google Shape;3623;p88"/>
          <p:cNvSpPr/>
          <p:nvPr/>
        </p:nvSpPr>
        <p:spPr>
          <a:xfrm>
            <a:off x="5049129" y="397881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4" name="Google Shape;3624;p88"/>
          <p:cNvSpPr/>
          <p:nvPr/>
        </p:nvSpPr>
        <p:spPr>
          <a:xfrm>
            <a:off x="4515729" y="298821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5" name="Google Shape;3625;p88"/>
          <p:cNvSpPr/>
          <p:nvPr/>
        </p:nvSpPr>
        <p:spPr>
          <a:xfrm>
            <a:off x="3296529" y="489321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6" name="Google Shape;3626;p88"/>
          <p:cNvCxnSpPr/>
          <p:nvPr/>
        </p:nvCxnSpPr>
        <p:spPr>
          <a:xfrm>
            <a:off x="4058529" y="4283612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7" name="Google Shape;3627;p88"/>
          <p:cNvCxnSpPr/>
          <p:nvPr/>
        </p:nvCxnSpPr>
        <p:spPr>
          <a:xfrm rot="10800000">
            <a:off x="3753729" y="5198012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8" name="Google Shape;3628;p88"/>
          <p:cNvCxnSpPr/>
          <p:nvPr/>
        </p:nvCxnSpPr>
        <p:spPr>
          <a:xfrm rot="10800000">
            <a:off x="2686929" y="4664612"/>
            <a:ext cx="609600" cy="3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9" name="Google Shape;3629;p88"/>
          <p:cNvSpPr txBox="1"/>
          <p:nvPr/>
        </p:nvSpPr>
        <p:spPr>
          <a:xfrm>
            <a:off x="4058529" y="512181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0" name="Google Shape;3630;p88"/>
          <p:cNvSpPr txBox="1"/>
          <p:nvPr/>
        </p:nvSpPr>
        <p:spPr>
          <a:xfrm>
            <a:off x="3883904" y="4599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1" name="Google Shape;3631;p88"/>
          <p:cNvSpPr txBox="1"/>
          <p:nvPr/>
        </p:nvSpPr>
        <p:spPr>
          <a:xfrm>
            <a:off x="4144254" y="4261387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2" name="Google Shape;3632;p88"/>
          <p:cNvSpPr txBox="1"/>
          <p:nvPr/>
        </p:nvSpPr>
        <p:spPr>
          <a:xfrm>
            <a:off x="4415717" y="3793075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3" name="Google Shape;3633;p88"/>
          <p:cNvSpPr txBox="1"/>
          <p:nvPr/>
        </p:nvSpPr>
        <p:spPr>
          <a:xfrm>
            <a:off x="4972929" y="344541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4" name="Google Shape;3634;p88"/>
          <p:cNvSpPr txBox="1"/>
          <p:nvPr/>
        </p:nvSpPr>
        <p:spPr>
          <a:xfrm>
            <a:off x="4047417" y="36200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5" name="Google Shape;3635;p88"/>
          <p:cNvSpPr txBox="1"/>
          <p:nvPr/>
        </p:nvSpPr>
        <p:spPr>
          <a:xfrm>
            <a:off x="4102979" y="283581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6" name="Google Shape;3636;p88"/>
          <p:cNvSpPr txBox="1"/>
          <p:nvPr/>
        </p:nvSpPr>
        <p:spPr>
          <a:xfrm>
            <a:off x="3601329" y="344541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7" name="Google Shape;3637;p88"/>
          <p:cNvSpPr txBox="1"/>
          <p:nvPr/>
        </p:nvSpPr>
        <p:spPr>
          <a:xfrm>
            <a:off x="3296529" y="367401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8" name="Google Shape;3638;p88"/>
          <p:cNvSpPr txBox="1"/>
          <p:nvPr/>
        </p:nvSpPr>
        <p:spPr>
          <a:xfrm>
            <a:off x="2991729" y="413121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9" name="Google Shape;3639;p88"/>
          <p:cNvSpPr txBox="1"/>
          <p:nvPr/>
        </p:nvSpPr>
        <p:spPr>
          <a:xfrm>
            <a:off x="2828217" y="480748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40" name="Google Shape;3640;p88"/>
          <p:cNvCxnSpPr/>
          <p:nvPr/>
        </p:nvCxnSpPr>
        <p:spPr>
          <a:xfrm flipH="1" rot="10800000">
            <a:off x="2883779" y="3270787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1" name="Google Shape;3641;p88"/>
          <p:cNvSpPr txBox="1"/>
          <p:nvPr/>
        </p:nvSpPr>
        <p:spPr>
          <a:xfrm>
            <a:off x="2915529" y="314061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2" name="Google Shape;3642;p88"/>
          <p:cNvSpPr txBox="1"/>
          <p:nvPr>
            <p:ph type="title"/>
          </p:nvPr>
        </p:nvSpPr>
        <p:spPr>
          <a:xfrm>
            <a:off x="1541463" y="3635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8" name="Shape 3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9" name="Google Shape;3649;p89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0" name="Google Shape;3650;p8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51" name="Google Shape;3651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652" name="Google Shape;3652;p89"/>
          <p:cNvSpPr txBox="1"/>
          <p:nvPr/>
        </p:nvSpPr>
        <p:spPr>
          <a:xfrm>
            <a:off x="7085428" y="2240280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53" name="Google Shape;3653;p89"/>
          <p:cNvGraphicFramePr/>
          <p:nvPr/>
        </p:nvGraphicFramePr>
        <p:xfrm>
          <a:off x="7466428" y="3078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54" name="Google Shape;3654;p89"/>
          <p:cNvGraphicFramePr/>
          <p:nvPr/>
        </p:nvGraphicFramePr>
        <p:xfrm>
          <a:off x="9371428" y="3065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55" name="Google Shape;3655;p89"/>
          <p:cNvSpPr txBox="1"/>
          <p:nvPr/>
        </p:nvSpPr>
        <p:spPr>
          <a:xfrm>
            <a:off x="2303634" y="370566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6" name="Google Shape;3656;p89"/>
          <p:cNvCxnSpPr/>
          <p:nvPr/>
        </p:nvCxnSpPr>
        <p:spPr>
          <a:xfrm flipH="1">
            <a:off x="4949997" y="4010464"/>
            <a:ext cx="3810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7" name="Google Shape;3657;p89"/>
          <p:cNvSpPr txBox="1"/>
          <p:nvPr/>
        </p:nvSpPr>
        <p:spPr>
          <a:xfrm>
            <a:off x="4716634" y="433590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8" name="Google Shape;3658;p89"/>
          <p:cNvCxnSpPr/>
          <p:nvPr/>
        </p:nvCxnSpPr>
        <p:spPr>
          <a:xfrm>
            <a:off x="3697459" y="3019864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9" name="Google Shape;3659;p89"/>
          <p:cNvCxnSpPr/>
          <p:nvPr/>
        </p:nvCxnSpPr>
        <p:spPr>
          <a:xfrm flipH="1" rot="10800000">
            <a:off x="4002259" y="3172264"/>
            <a:ext cx="5334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0" name="Google Shape;3660;p89"/>
          <p:cNvCxnSpPr/>
          <p:nvPr/>
        </p:nvCxnSpPr>
        <p:spPr>
          <a:xfrm rot="10800000">
            <a:off x="3849859" y="3096064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1" name="Google Shape;3661;p89"/>
          <p:cNvCxnSpPr/>
          <p:nvPr/>
        </p:nvCxnSpPr>
        <p:spPr>
          <a:xfrm flipH="1" rot="10800000">
            <a:off x="2630659" y="4010464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2" name="Google Shape;3662;p89"/>
          <p:cNvCxnSpPr/>
          <p:nvPr/>
        </p:nvCxnSpPr>
        <p:spPr>
          <a:xfrm flipH="1" rot="10800000">
            <a:off x="3545059" y="4086664"/>
            <a:ext cx="1600200" cy="83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3" name="Google Shape;3663;p89"/>
          <p:cNvCxnSpPr/>
          <p:nvPr/>
        </p:nvCxnSpPr>
        <p:spPr>
          <a:xfrm flipH="1" rot="10800000">
            <a:off x="2478259" y="3629464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4" name="Google Shape;3664;p89"/>
          <p:cNvCxnSpPr/>
          <p:nvPr/>
        </p:nvCxnSpPr>
        <p:spPr>
          <a:xfrm>
            <a:off x="2706859" y="3477064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5" name="Google Shape;3665;p89"/>
          <p:cNvCxnSpPr/>
          <p:nvPr/>
        </p:nvCxnSpPr>
        <p:spPr>
          <a:xfrm>
            <a:off x="3894309" y="2900802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6" name="Google Shape;3666;p89"/>
          <p:cNvCxnSpPr/>
          <p:nvPr/>
        </p:nvCxnSpPr>
        <p:spPr>
          <a:xfrm>
            <a:off x="4764259" y="3172264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7" name="Google Shape;3667;p89"/>
          <p:cNvSpPr/>
          <p:nvPr/>
        </p:nvSpPr>
        <p:spPr>
          <a:xfrm>
            <a:off x="2249659" y="3324664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8" name="Google Shape;3668;p89"/>
          <p:cNvSpPr/>
          <p:nvPr/>
        </p:nvSpPr>
        <p:spPr>
          <a:xfrm>
            <a:off x="2402059" y="317226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9" name="Google Shape;3669;p89"/>
          <p:cNvSpPr/>
          <p:nvPr/>
        </p:nvSpPr>
        <p:spPr>
          <a:xfrm>
            <a:off x="2249659" y="408666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0" name="Google Shape;3670;p89"/>
          <p:cNvSpPr/>
          <p:nvPr/>
        </p:nvSpPr>
        <p:spPr>
          <a:xfrm>
            <a:off x="3621259" y="370566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1" name="Google Shape;3671;p89"/>
          <p:cNvSpPr/>
          <p:nvPr/>
        </p:nvSpPr>
        <p:spPr>
          <a:xfrm>
            <a:off x="3468859" y="271506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2" name="Google Shape;3672;p89"/>
          <p:cNvSpPr/>
          <p:nvPr/>
        </p:nvSpPr>
        <p:spPr>
          <a:xfrm>
            <a:off x="4535659" y="469626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3" name="Google Shape;3673;p89"/>
          <p:cNvSpPr/>
          <p:nvPr/>
        </p:nvSpPr>
        <p:spPr>
          <a:xfrm>
            <a:off x="4992859" y="378186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4" name="Google Shape;3674;p89"/>
          <p:cNvSpPr/>
          <p:nvPr/>
        </p:nvSpPr>
        <p:spPr>
          <a:xfrm>
            <a:off x="4459459" y="279126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5" name="Google Shape;3675;p89"/>
          <p:cNvSpPr/>
          <p:nvPr/>
        </p:nvSpPr>
        <p:spPr>
          <a:xfrm>
            <a:off x="3240259" y="469626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6" name="Google Shape;3676;p89"/>
          <p:cNvCxnSpPr/>
          <p:nvPr/>
        </p:nvCxnSpPr>
        <p:spPr>
          <a:xfrm>
            <a:off x="4002259" y="4086664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7" name="Google Shape;3677;p89"/>
          <p:cNvCxnSpPr/>
          <p:nvPr/>
        </p:nvCxnSpPr>
        <p:spPr>
          <a:xfrm rot="10800000">
            <a:off x="3697459" y="5001064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8" name="Google Shape;3678;p89"/>
          <p:cNvCxnSpPr/>
          <p:nvPr/>
        </p:nvCxnSpPr>
        <p:spPr>
          <a:xfrm rot="10800000">
            <a:off x="2630659" y="4467664"/>
            <a:ext cx="609600" cy="3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9" name="Google Shape;3679;p89"/>
          <p:cNvSpPr txBox="1"/>
          <p:nvPr/>
        </p:nvSpPr>
        <p:spPr>
          <a:xfrm>
            <a:off x="4002259" y="492486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0" name="Google Shape;3680;p89"/>
          <p:cNvSpPr txBox="1"/>
          <p:nvPr/>
        </p:nvSpPr>
        <p:spPr>
          <a:xfrm>
            <a:off x="3827634" y="440257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1" name="Google Shape;3681;p89"/>
          <p:cNvSpPr txBox="1"/>
          <p:nvPr/>
        </p:nvSpPr>
        <p:spPr>
          <a:xfrm>
            <a:off x="4087984" y="406443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2" name="Google Shape;3682;p89"/>
          <p:cNvSpPr txBox="1"/>
          <p:nvPr/>
        </p:nvSpPr>
        <p:spPr>
          <a:xfrm>
            <a:off x="4359447" y="3596127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3" name="Google Shape;3683;p89"/>
          <p:cNvSpPr txBox="1"/>
          <p:nvPr/>
        </p:nvSpPr>
        <p:spPr>
          <a:xfrm>
            <a:off x="4916659" y="324846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4" name="Google Shape;3684;p89"/>
          <p:cNvSpPr txBox="1"/>
          <p:nvPr/>
        </p:nvSpPr>
        <p:spPr>
          <a:xfrm>
            <a:off x="3991147" y="342308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5" name="Google Shape;3685;p89"/>
          <p:cNvSpPr txBox="1"/>
          <p:nvPr/>
        </p:nvSpPr>
        <p:spPr>
          <a:xfrm>
            <a:off x="4046709" y="263886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6" name="Google Shape;3686;p89"/>
          <p:cNvSpPr txBox="1"/>
          <p:nvPr/>
        </p:nvSpPr>
        <p:spPr>
          <a:xfrm>
            <a:off x="3545059" y="324846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7" name="Google Shape;3687;p89"/>
          <p:cNvSpPr txBox="1"/>
          <p:nvPr/>
        </p:nvSpPr>
        <p:spPr>
          <a:xfrm>
            <a:off x="3240259" y="347706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8" name="Google Shape;3688;p89"/>
          <p:cNvSpPr txBox="1"/>
          <p:nvPr/>
        </p:nvSpPr>
        <p:spPr>
          <a:xfrm>
            <a:off x="2935459" y="393426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9" name="Google Shape;3689;p89"/>
          <p:cNvSpPr txBox="1"/>
          <p:nvPr/>
        </p:nvSpPr>
        <p:spPr>
          <a:xfrm>
            <a:off x="2771947" y="461053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0" name="Google Shape;3690;p89"/>
          <p:cNvCxnSpPr/>
          <p:nvPr/>
        </p:nvCxnSpPr>
        <p:spPr>
          <a:xfrm flipH="1" rot="10800000">
            <a:off x="2827509" y="3073839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1" name="Google Shape;3691;p89"/>
          <p:cNvSpPr txBox="1"/>
          <p:nvPr/>
        </p:nvSpPr>
        <p:spPr>
          <a:xfrm>
            <a:off x="2859259" y="294366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2" name="Google Shape;3692;p89"/>
          <p:cNvSpPr txBox="1"/>
          <p:nvPr>
            <p:ph type="title"/>
          </p:nvPr>
        </p:nvSpPr>
        <p:spPr>
          <a:xfrm>
            <a:off x="1722438" y="381000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8" name="Shape 3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9" name="Google Shape;3699;p90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0" name="Google Shape;3700;p9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01" name="Google Shape;3701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702" name="Google Shape;3702;p90"/>
          <p:cNvSpPr txBox="1"/>
          <p:nvPr/>
        </p:nvSpPr>
        <p:spPr>
          <a:xfrm>
            <a:off x="7099496" y="2184009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03" name="Google Shape;3703;p90"/>
          <p:cNvGraphicFramePr/>
          <p:nvPr/>
        </p:nvGraphicFramePr>
        <p:xfrm>
          <a:off x="7480496" y="30222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04" name="Google Shape;3704;p90"/>
          <p:cNvGraphicFramePr/>
          <p:nvPr/>
        </p:nvGraphicFramePr>
        <p:xfrm>
          <a:off x="9385496" y="3009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05" name="Google Shape;3705;p90"/>
          <p:cNvSpPr txBox="1"/>
          <p:nvPr/>
        </p:nvSpPr>
        <p:spPr>
          <a:xfrm>
            <a:off x="2542785" y="377600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6" name="Google Shape;3706;p90"/>
          <p:cNvCxnSpPr/>
          <p:nvPr/>
        </p:nvCxnSpPr>
        <p:spPr>
          <a:xfrm flipH="1">
            <a:off x="5189148" y="4080804"/>
            <a:ext cx="3810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7" name="Google Shape;3707;p90"/>
          <p:cNvSpPr txBox="1"/>
          <p:nvPr/>
        </p:nvSpPr>
        <p:spPr>
          <a:xfrm>
            <a:off x="4955785" y="440624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8" name="Google Shape;3708;p90"/>
          <p:cNvCxnSpPr/>
          <p:nvPr/>
        </p:nvCxnSpPr>
        <p:spPr>
          <a:xfrm>
            <a:off x="3936610" y="3090204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9" name="Google Shape;3709;p90"/>
          <p:cNvCxnSpPr/>
          <p:nvPr/>
        </p:nvCxnSpPr>
        <p:spPr>
          <a:xfrm flipH="1" rot="10800000">
            <a:off x="4241410" y="3242604"/>
            <a:ext cx="5334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0" name="Google Shape;3710;p90"/>
          <p:cNvCxnSpPr/>
          <p:nvPr/>
        </p:nvCxnSpPr>
        <p:spPr>
          <a:xfrm rot="10800000">
            <a:off x="4089010" y="3166404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1" name="Google Shape;3711;p90"/>
          <p:cNvCxnSpPr/>
          <p:nvPr/>
        </p:nvCxnSpPr>
        <p:spPr>
          <a:xfrm flipH="1" rot="10800000">
            <a:off x="2869810" y="4080804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2" name="Google Shape;3712;p90"/>
          <p:cNvCxnSpPr/>
          <p:nvPr/>
        </p:nvCxnSpPr>
        <p:spPr>
          <a:xfrm flipH="1" rot="10800000">
            <a:off x="3784210" y="4157004"/>
            <a:ext cx="1600200" cy="83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3" name="Google Shape;3713;p90"/>
          <p:cNvCxnSpPr/>
          <p:nvPr/>
        </p:nvCxnSpPr>
        <p:spPr>
          <a:xfrm flipH="1" rot="10800000">
            <a:off x="2717410" y="3699804"/>
            <a:ext cx="76200" cy="533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4" name="Google Shape;3714;p90"/>
          <p:cNvCxnSpPr/>
          <p:nvPr/>
        </p:nvCxnSpPr>
        <p:spPr>
          <a:xfrm>
            <a:off x="2946010" y="3547404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5" name="Google Shape;3715;p90"/>
          <p:cNvCxnSpPr/>
          <p:nvPr/>
        </p:nvCxnSpPr>
        <p:spPr>
          <a:xfrm>
            <a:off x="4133460" y="2971142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6" name="Google Shape;3716;p90"/>
          <p:cNvCxnSpPr/>
          <p:nvPr/>
        </p:nvCxnSpPr>
        <p:spPr>
          <a:xfrm>
            <a:off x="5003410" y="3242604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7" name="Google Shape;3717;p90"/>
          <p:cNvSpPr/>
          <p:nvPr/>
        </p:nvSpPr>
        <p:spPr>
          <a:xfrm>
            <a:off x="2488810" y="3395004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p90"/>
          <p:cNvSpPr/>
          <p:nvPr/>
        </p:nvSpPr>
        <p:spPr>
          <a:xfrm>
            <a:off x="2641210" y="324260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9" name="Google Shape;3719;p90"/>
          <p:cNvSpPr/>
          <p:nvPr/>
        </p:nvSpPr>
        <p:spPr>
          <a:xfrm>
            <a:off x="2488810" y="415700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0" name="Google Shape;3720;p90"/>
          <p:cNvSpPr/>
          <p:nvPr/>
        </p:nvSpPr>
        <p:spPr>
          <a:xfrm>
            <a:off x="3860410" y="377600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1" name="Google Shape;3721;p90"/>
          <p:cNvSpPr/>
          <p:nvPr/>
        </p:nvSpPr>
        <p:spPr>
          <a:xfrm>
            <a:off x="3708010" y="278540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2" name="Google Shape;3722;p90"/>
          <p:cNvSpPr/>
          <p:nvPr/>
        </p:nvSpPr>
        <p:spPr>
          <a:xfrm>
            <a:off x="4774810" y="476660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3" name="Google Shape;3723;p90"/>
          <p:cNvSpPr/>
          <p:nvPr/>
        </p:nvSpPr>
        <p:spPr>
          <a:xfrm>
            <a:off x="5232010" y="385220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4" name="Google Shape;3724;p90"/>
          <p:cNvSpPr/>
          <p:nvPr/>
        </p:nvSpPr>
        <p:spPr>
          <a:xfrm>
            <a:off x="4698610" y="286160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5" name="Google Shape;3725;p90"/>
          <p:cNvSpPr/>
          <p:nvPr/>
        </p:nvSpPr>
        <p:spPr>
          <a:xfrm>
            <a:off x="3479410" y="476660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6" name="Google Shape;3726;p90"/>
          <p:cNvCxnSpPr/>
          <p:nvPr/>
        </p:nvCxnSpPr>
        <p:spPr>
          <a:xfrm>
            <a:off x="4241410" y="4157004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7" name="Google Shape;3727;p90"/>
          <p:cNvCxnSpPr/>
          <p:nvPr/>
        </p:nvCxnSpPr>
        <p:spPr>
          <a:xfrm rot="10800000">
            <a:off x="3936610" y="5071404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8" name="Google Shape;3728;p90"/>
          <p:cNvCxnSpPr/>
          <p:nvPr/>
        </p:nvCxnSpPr>
        <p:spPr>
          <a:xfrm rot="10800000">
            <a:off x="2869810" y="4538004"/>
            <a:ext cx="609600" cy="3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9" name="Google Shape;3729;p90"/>
          <p:cNvSpPr txBox="1"/>
          <p:nvPr/>
        </p:nvSpPr>
        <p:spPr>
          <a:xfrm>
            <a:off x="4241410" y="499520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0" name="Google Shape;3730;p90"/>
          <p:cNvSpPr txBox="1"/>
          <p:nvPr/>
        </p:nvSpPr>
        <p:spPr>
          <a:xfrm>
            <a:off x="4066785" y="447291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1" name="Google Shape;3731;p90"/>
          <p:cNvSpPr txBox="1"/>
          <p:nvPr/>
        </p:nvSpPr>
        <p:spPr>
          <a:xfrm>
            <a:off x="4327135" y="413477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2" name="Google Shape;3732;p90"/>
          <p:cNvSpPr txBox="1"/>
          <p:nvPr/>
        </p:nvSpPr>
        <p:spPr>
          <a:xfrm>
            <a:off x="4598598" y="3666467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3" name="Google Shape;3733;p90"/>
          <p:cNvSpPr txBox="1"/>
          <p:nvPr/>
        </p:nvSpPr>
        <p:spPr>
          <a:xfrm>
            <a:off x="5155810" y="331880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4" name="Google Shape;3734;p90"/>
          <p:cNvSpPr txBox="1"/>
          <p:nvPr/>
        </p:nvSpPr>
        <p:spPr>
          <a:xfrm>
            <a:off x="4230298" y="349342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5" name="Google Shape;3735;p90"/>
          <p:cNvSpPr txBox="1"/>
          <p:nvPr/>
        </p:nvSpPr>
        <p:spPr>
          <a:xfrm>
            <a:off x="4285860" y="270920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6" name="Google Shape;3736;p90"/>
          <p:cNvSpPr txBox="1"/>
          <p:nvPr/>
        </p:nvSpPr>
        <p:spPr>
          <a:xfrm>
            <a:off x="3784210" y="331880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7" name="Google Shape;3737;p90"/>
          <p:cNvSpPr txBox="1"/>
          <p:nvPr/>
        </p:nvSpPr>
        <p:spPr>
          <a:xfrm>
            <a:off x="3479410" y="354740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8" name="Google Shape;3738;p90"/>
          <p:cNvSpPr txBox="1"/>
          <p:nvPr/>
        </p:nvSpPr>
        <p:spPr>
          <a:xfrm>
            <a:off x="3174610" y="400460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9" name="Google Shape;3739;p90"/>
          <p:cNvSpPr txBox="1"/>
          <p:nvPr/>
        </p:nvSpPr>
        <p:spPr>
          <a:xfrm>
            <a:off x="3011098" y="468087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0" name="Google Shape;3740;p90"/>
          <p:cNvCxnSpPr/>
          <p:nvPr/>
        </p:nvCxnSpPr>
        <p:spPr>
          <a:xfrm flipH="1" rot="10800000">
            <a:off x="3066660" y="3144179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1" name="Google Shape;3741;p90"/>
          <p:cNvSpPr txBox="1"/>
          <p:nvPr/>
        </p:nvSpPr>
        <p:spPr>
          <a:xfrm>
            <a:off x="3098410" y="301400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2" name="Google Shape;3742;p90"/>
          <p:cNvSpPr txBox="1"/>
          <p:nvPr>
            <p:ph type="title"/>
          </p:nvPr>
        </p:nvSpPr>
        <p:spPr>
          <a:xfrm>
            <a:off x="1370013" y="193675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8" name="Shape 3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9" name="Google Shape;3749;p91"/>
          <p:cNvSpPr txBox="1"/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sp>
        <p:nvSpPr>
          <p:cNvPr id="3750" name="Google Shape;3750;p91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1" name="Google Shape;3751;p9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52" name="Google Shape;375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753" name="Google Shape;3753;p91"/>
          <p:cNvSpPr txBox="1"/>
          <p:nvPr/>
        </p:nvSpPr>
        <p:spPr>
          <a:xfrm>
            <a:off x="6916615" y="1536895"/>
            <a:ext cx="4038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first |V|–1 edges which do not generate a 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54" name="Google Shape;3754;p91"/>
          <p:cNvGraphicFramePr/>
          <p:nvPr/>
        </p:nvGraphicFramePr>
        <p:xfrm>
          <a:off x="7297615" y="23750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381000"/>
                <a:gridCol w="5334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(E,G)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(C,D)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(G,H)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(B,C)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55" name="Google Shape;3755;p91"/>
          <p:cNvGraphicFramePr/>
          <p:nvPr/>
        </p:nvGraphicFramePr>
        <p:xfrm>
          <a:off x="9202615" y="23623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85800"/>
                <a:gridCol w="457200"/>
                <a:gridCol w="457200"/>
              </a:tblGrid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(B,H)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χ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(A,H)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√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(A,F)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56" name="Google Shape;3756;p91"/>
          <p:cNvSpPr txBox="1"/>
          <p:nvPr/>
        </p:nvSpPr>
        <p:spPr>
          <a:xfrm>
            <a:off x="7526215" y="5042095"/>
            <a:ext cx="28956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Cost =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Σ </a:t>
            </a: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baseline="-2500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</a:t>
            </a: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7" name="Google Shape;3757;p91"/>
          <p:cNvSpPr txBox="1"/>
          <p:nvPr/>
        </p:nvSpPr>
        <p:spPr>
          <a:xfrm>
            <a:off x="10726615" y="3867345"/>
            <a:ext cx="457200" cy="109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8" name="Google Shape;3758;p91"/>
          <p:cNvSpPr txBox="1"/>
          <p:nvPr/>
        </p:nvSpPr>
        <p:spPr>
          <a:xfrm>
            <a:off x="10974265" y="4224533"/>
            <a:ext cx="9906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9" name="Google Shape;3759;p91"/>
          <p:cNvSpPr txBox="1"/>
          <p:nvPr/>
        </p:nvSpPr>
        <p:spPr>
          <a:xfrm>
            <a:off x="2247362" y="356498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0" name="Google Shape;3760;p91"/>
          <p:cNvCxnSpPr/>
          <p:nvPr/>
        </p:nvCxnSpPr>
        <p:spPr>
          <a:xfrm flipH="1">
            <a:off x="4893725" y="3869788"/>
            <a:ext cx="3810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61" name="Google Shape;3761;p91"/>
          <p:cNvSpPr txBox="1"/>
          <p:nvPr/>
        </p:nvSpPr>
        <p:spPr>
          <a:xfrm>
            <a:off x="4660362" y="419522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2" name="Google Shape;3762;p91"/>
          <p:cNvCxnSpPr/>
          <p:nvPr/>
        </p:nvCxnSpPr>
        <p:spPr>
          <a:xfrm flipH="1" rot="10800000">
            <a:off x="3945987" y="3031588"/>
            <a:ext cx="5334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3" name="Google Shape;3763;p91"/>
          <p:cNvCxnSpPr/>
          <p:nvPr/>
        </p:nvCxnSpPr>
        <p:spPr>
          <a:xfrm flipH="1" rot="10800000">
            <a:off x="3488787" y="3945988"/>
            <a:ext cx="1600200" cy="838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4" name="Google Shape;3764;p91"/>
          <p:cNvCxnSpPr/>
          <p:nvPr/>
        </p:nvCxnSpPr>
        <p:spPr>
          <a:xfrm flipH="1" rot="10800000">
            <a:off x="2421987" y="3488788"/>
            <a:ext cx="76200" cy="533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5" name="Google Shape;3765;p91"/>
          <p:cNvCxnSpPr/>
          <p:nvPr/>
        </p:nvCxnSpPr>
        <p:spPr>
          <a:xfrm>
            <a:off x="3838037" y="2760126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6" name="Google Shape;3766;p91"/>
          <p:cNvCxnSpPr/>
          <p:nvPr/>
        </p:nvCxnSpPr>
        <p:spPr>
          <a:xfrm>
            <a:off x="4707987" y="3031588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67" name="Google Shape;3767;p91"/>
          <p:cNvSpPr/>
          <p:nvPr/>
        </p:nvSpPr>
        <p:spPr>
          <a:xfrm>
            <a:off x="2193387" y="3183988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8" name="Google Shape;3768;p91"/>
          <p:cNvSpPr/>
          <p:nvPr/>
        </p:nvSpPr>
        <p:spPr>
          <a:xfrm>
            <a:off x="2345787" y="303158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9" name="Google Shape;3769;p91"/>
          <p:cNvSpPr/>
          <p:nvPr/>
        </p:nvSpPr>
        <p:spPr>
          <a:xfrm>
            <a:off x="2193387" y="394598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0" name="Google Shape;3770;p91"/>
          <p:cNvSpPr/>
          <p:nvPr/>
        </p:nvSpPr>
        <p:spPr>
          <a:xfrm>
            <a:off x="3564987" y="356498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1" name="Google Shape;3771;p91"/>
          <p:cNvSpPr/>
          <p:nvPr/>
        </p:nvSpPr>
        <p:spPr>
          <a:xfrm>
            <a:off x="3412587" y="257438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2" name="Google Shape;3772;p91"/>
          <p:cNvSpPr/>
          <p:nvPr/>
        </p:nvSpPr>
        <p:spPr>
          <a:xfrm>
            <a:off x="4479387" y="455558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3" name="Google Shape;3773;p91"/>
          <p:cNvSpPr/>
          <p:nvPr/>
        </p:nvSpPr>
        <p:spPr>
          <a:xfrm>
            <a:off x="4936587" y="364118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4" name="Google Shape;3774;p91"/>
          <p:cNvSpPr/>
          <p:nvPr/>
        </p:nvSpPr>
        <p:spPr>
          <a:xfrm>
            <a:off x="4403187" y="265058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5" name="Google Shape;3775;p91"/>
          <p:cNvSpPr/>
          <p:nvPr/>
        </p:nvSpPr>
        <p:spPr>
          <a:xfrm>
            <a:off x="3183987" y="455558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6" name="Google Shape;3776;p91"/>
          <p:cNvCxnSpPr/>
          <p:nvPr/>
        </p:nvCxnSpPr>
        <p:spPr>
          <a:xfrm rot="10800000">
            <a:off x="2574387" y="4326988"/>
            <a:ext cx="609600" cy="3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7" name="Google Shape;3777;p91"/>
          <p:cNvSpPr txBox="1"/>
          <p:nvPr/>
        </p:nvSpPr>
        <p:spPr>
          <a:xfrm>
            <a:off x="3771362" y="426190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8" name="Google Shape;3778;p91"/>
          <p:cNvSpPr txBox="1"/>
          <p:nvPr/>
        </p:nvSpPr>
        <p:spPr>
          <a:xfrm>
            <a:off x="4860387" y="310778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9" name="Google Shape;3779;p91"/>
          <p:cNvSpPr txBox="1"/>
          <p:nvPr/>
        </p:nvSpPr>
        <p:spPr>
          <a:xfrm>
            <a:off x="3990437" y="249818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0" name="Google Shape;3780;p91"/>
          <p:cNvSpPr txBox="1"/>
          <p:nvPr/>
        </p:nvSpPr>
        <p:spPr>
          <a:xfrm>
            <a:off x="2715675" y="44698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1" name="Google Shape;3781;p91"/>
          <p:cNvSpPr txBox="1"/>
          <p:nvPr/>
        </p:nvSpPr>
        <p:spPr>
          <a:xfrm>
            <a:off x="3934875" y="328241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2" name="Google Shape;3782;p91"/>
          <p:cNvSpPr txBox="1"/>
          <p:nvPr/>
        </p:nvSpPr>
        <p:spPr>
          <a:xfrm>
            <a:off x="1370013" y="193675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8" name="Shape 3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" name="Google Shape;3789;p92"/>
          <p:cNvSpPr txBox="1"/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0" name="Google Shape;3790;p92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1" name="Google Shape;3791;p9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92" name="Google Shape;3792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793" name="Google Shape;3793;p92"/>
          <p:cNvSpPr/>
          <p:nvPr/>
        </p:nvSpPr>
        <p:spPr>
          <a:xfrm>
            <a:off x="977998" y="1839180"/>
            <a:ext cx="8991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//Assume G has at least one vertex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TV={0};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//start with vertex 0 and no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(T=Ø; T contains less than n-1 edges; add(u,v) to T)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let (u,v) be a least cost edge such that u ∈ TV and v ∉ TV;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if (there is no such edge )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add v to TV;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(T contains fewer than n-1 edges)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cout&lt;&lt;“No spanning tree\n”;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whatis.techtarget.com/WhatIs/images/elem-not.gif" id="3794" name="Google Shape;3794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325" y="-114300"/>
            <a:ext cx="7620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whatis.techtarget.com/WhatIs/images/elem-not.gif" id="3795" name="Google Shape;3795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725" y="38100"/>
            <a:ext cx="7620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whatis.techtarget.com/WhatIs/images/elem-not.gif" id="3796" name="Google Shape;3796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575" y="-136525"/>
            <a:ext cx="76200" cy="1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2" name="Shape 3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3" name="Google Shape;3803;p94"/>
          <p:cNvSpPr txBox="1"/>
          <p:nvPr>
            <p:ph idx="1" type="body"/>
          </p:nvPr>
        </p:nvSpPr>
        <p:spPr>
          <a:xfrm>
            <a:off x="1097280" y="1841500"/>
            <a:ext cx="4338320" cy="4027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4" name="Google Shape;3804;p94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5" name="Google Shape;3805;p9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06" name="Google Shape;3806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9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807" name="Google Shape;3807;p94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8" name="Google Shape;3808;p94"/>
          <p:cNvSpPr/>
          <p:nvPr/>
        </p:nvSpPr>
        <p:spPr>
          <a:xfrm>
            <a:off x="5854700" y="1984608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9" name="Google Shape;3809;p94"/>
          <p:cNvGraphicFramePr/>
          <p:nvPr/>
        </p:nvGraphicFramePr>
        <p:xfrm>
          <a:off x="8029135" y="26564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10" name="Google Shape;3810;p94"/>
          <p:cNvSpPr txBox="1"/>
          <p:nvPr/>
        </p:nvSpPr>
        <p:spPr>
          <a:xfrm>
            <a:off x="8202125" y="2100775"/>
            <a:ext cx="1676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1" name="Google Shape;3811;p94"/>
          <p:cNvSpPr txBox="1"/>
          <p:nvPr/>
        </p:nvSpPr>
        <p:spPr>
          <a:xfrm>
            <a:off x="2613122" y="36353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2" name="Google Shape;3812;p94"/>
          <p:cNvCxnSpPr/>
          <p:nvPr/>
        </p:nvCxnSpPr>
        <p:spPr>
          <a:xfrm flipH="1">
            <a:off x="5259485" y="3940126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3" name="Google Shape;3813;p94"/>
          <p:cNvSpPr txBox="1"/>
          <p:nvPr/>
        </p:nvSpPr>
        <p:spPr>
          <a:xfrm>
            <a:off x="5026122" y="426556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4" name="Google Shape;3814;p94"/>
          <p:cNvCxnSpPr/>
          <p:nvPr/>
        </p:nvCxnSpPr>
        <p:spPr>
          <a:xfrm>
            <a:off x="4006947" y="2949526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5" name="Google Shape;3815;p94"/>
          <p:cNvCxnSpPr/>
          <p:nvPr/>
        </p:nvCxnSpPr>
        <p:spPr>
          <a:xfrm flipH="1" rot="10800000">
            <a:off x="4311747" y="3101926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6" name="Google Shape;3816;p94"/>
          <p:cNvCxnSpPr/>
          <p:nvPr/>
        </p:nvCxnSpPr>
        <p:spPr>
          <a:xfrm rot="10800000">
            <a:off x="4159347" y="3025726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7" name="Google Shape;3817;p94"/>
          <p:cNvCxnSpPr/>
          <p:nvPr/>
        </p:nvCxnSpPr>
        <p:spPr>
          <a:xfrm flipH="1" rot="10800000">
            <a:off x="2940147" y="3940126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8" name="Google Shape;3818;p94"/>
          <p:cNvCxnSpPr/>
          <p:nvPr/>
        </p:nvCxnSpPr>
        <p:spPr>
          <a:xfrm flipH="1" rot="10800000">
            <a:off x="3854547" y="4092526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9" name="Google Shape;3819;p94"/>
          <p:cNvCxnSpPr/>
          <p:nvPr/>
        </p:nvCxnSpPr>
        <p:spPr>
          <a:xfrm flipH="1" rot="10800000">
            <a:off x="2787747" y="3559126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0" name="Google Shape;3820;p94"/>
          <p:cNvCxnSpPr/>
          <p:nvPr/>
        </p:nvCxnSpPr>
        <p:spPr>
          <a:xfrm>
            <a:off x="3016347" y="3406726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1" name="Google Shape;3821;p94"/>
          <p:cNvCxnSpPr/>
          <p:nvPr/>
        </p:nvCxnSpPr>
        <p:spPr>
          <a:xfrm>
            <a:off x="4203797" y="2797126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2" name="Google Shape;3822;p94"/>
          <p:cNvCxnSpPr/>
          <p:nvPr/>
        </p:nvCxnSpPr>
        <p:spPr>
          <a:xfrm>
            <a:off x="5073747" y="3101926"/>
            <a:ext cx="381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3" name="Google Shape;3823;p94"/>
          <p:cNvSpPr/>
          <p:nvPr/>
        </p:nvSpPr>
        <p:spPr>
          <a:xfrm>
            <a:off x="2559147" y="3254326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4" name="Google Shape;3824;p94"/>
          <p:cNvSpPr/>
          <p:nvPr/>
        </p:nvSpPr>
        <p:spPr>
          <a:xfrm>
            <a:off x="2711547" y="3101926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5" name="Google Shape;3825;p94"/>
          <p:cNvSpPr/>
          <p:nvPr/>
        </p:nvSpPr>
        <p:spPr>
          <a:xfrm>
            <a:off x="2559147" y="4016326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6" name="Google Shape;3826;p94"/>
          <p:cNvSpPr/>
          <p:nvPr/>
        </p:nvSpPr>
        <p:spPr>
          <a:xfrm>
            <a:off x="3930747" y="3635326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7" name="Google Shape;3827;p94"/>
          <p:cNvSpPr/>
          <p:nvPr/>
        </p:nvSpPr>
        <p:spPr>
          <a:xfrm>
            <a:off x="3778347" y="2644726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8" name="Google Shape;3828;p94"/>
          <p:cNvSpPr/>
          <p:nvPr/>
        </p:nvSpPr>
        <p:spPr>
          <a:xfrm>
            <a:off x="4845147" y="4625926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9" name="Google Shape;3829;p94"/>
          <p:cNvSpPr/>
          <p:nvPr/>
        </p:nvSpPr>
        <p:spPr>
          <a:xfrm>
            <a:off x="5302347" y="3711526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0" name="Google Shape;3830;p94"/>
          <p:cNvSpPr/>
          <p:nvPr/>
        </p:nvSpPr>
        <p:spPr>
          <a:xfrm>
            <a:off x="4768947" y="2720926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1" name="Google Shape;3831;p94"/>
          <p:cNvSpPr/>
          <p:nvPr/>
        </p:nvSpPr>
        <p:spPr>
          <a:xfrm>
            <a:off x="3549747" y="4625926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32" name="Google Shape;3832;p94"/>
          <p:cNvCxnSpPr/>
          <p:nvPr/>
        </p:nvCxnSpPr>
        <p:spPr>
          <a:xfrm>
            <a:off x="4311747" y="4016326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3" name="Google Shape;3833;p94"/>
          <p:cNvCxnSpPr/>
          <p:nvPr/>
        </p:nvCxnSpPr>
        <p:spPr>
          <a:xfrm rot="10800000">
            <a:off x="4006947" y="4930726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4" name="Google Shape;3834;p94"/>
          <p:cNvCxnSpPr/>
          <p:nvPr/>
        </p:nvCxnSpPr>
        <p:spPr>
          <a:xfrm rot="10800000">
            <a:off x="2940147" y="4397326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5" name="Google Shape;3835;p94"/>
          <p:cNvSpPr txBox="1"/>
          <p:nvPr/>
        </p:nvSpPr>
        <p:spPr>
          <a:xfrm>
            <a:off x="4311747" y="48545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6" name="Google Shape;3836;p94"/>
          <p:cNvSpPr txBox="1"/>
          <p:nvPr/>
        </p:nvSpPr>
        <p:spPr>
          <a:xfrm>
            <a:off x="4137122" y="433223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7" name="Google Shape;3837;p94"/>
          <p:cNvSpPr txBox="1"/>
          <p:nvPr/>
        </p:nvSpPr>
        <p:spPr>
          <a:xfrm>
            <a:off x="4397472" y="399410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8" name="Google Shape;3838;p94"/>
          <p:cNvSpPr txBox="1"/>
          <p:nvPr/>
        </p:nvSpPr>
        <p:spPr>
          <a:xfrm>
            <a:off x="4668935" y="3525789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9" name="Google Shape;3839;p94"/>
          <p:cNvSpPr txBox="1"/>
          <p:nvPr/>
        </p:nvSpPr>
        <p:spPr>
          <a:xfrm>
            <a:off x="5226147" y="31781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0" name="Google Shape;3840;p94"/>
          <p:cNvSpPr txBox="1"/>
          <p:nvPr/>
        </p:nvSpPr>
        <p:spPr>
          <a:xfrm>
            <a:off x="4300635" y="335275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1" name="Google Shape;3841;p94"/>
          <p:cNvSpPr txBox="1"/>
          <p:nvPr/>
        </p:nvSpPr>
        <p:spPr>
          <a:xfrm>
            <a:off x="4356197" y="25685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2" name="Google Shape;3842;p94"/>
          <p:cNvSpPr txBox="1"/>
          <p:nvPr/>
        </p:nvSpPr>
        <p:spPr>
          <a:xfrm>
            <a:off x="3854547" y="31781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3" name="Google Shape;3843;p94"/>
          <p:cNvSpPr txBox="1"/>
          <p:nvPr/>
        </p:nvSpPr>
        <p:spPr>
          <a:xfrm>
            <a:off x="3549747" y="34067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4" name="Google Shape;3844;p94"/>
          <p:cNvSpPr txBox="1"/>
          <p:nvPr/>
        </p:nvSpPr>
        <p:spPr>
          <a:xfrm>
            <a:off x="3244947" y="38639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5" name="Google Shape;3845;p94"/>
          <p:cNvSpPr txBox="1"/>
          <p:nvPr/>
        </p:nvSpPr>
        <p:spPr>
          <a:xfrm>
            <a:off x="3081435" y="454020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6" name="Google Shape;3846;p94"/>
          <p:cNvCxnSpPr/>
          <p:nvPr/>
        </p:nvCxnSpPr>
        <p:spPr>
          <a:xfrm flipH="1" rot="10800000">
            <a:off x="3136997" y="3003501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7" name="Google Shape;3847;p94"/>
          <p:cNvSpPr txBox="1"/>
          <p:nvPr/>
        </p:nvSpPr>
        <p:spPr>
          <a:xfrm>
            <a:off x="3168747" y="287332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8" name="Google Shape;3848;p94"/>
          <p:cNvSpPr/>
          <p:nvPr/>
        </p:nvSpPr>
        <p:spPr>
          <a:xfrm>
            <a:off x="4083147" y="2263726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9" name="Google Shape;3849;p94"/>
          <p:cNvSpPr txBox="1"/>
          <p:nvPr/>
        </p:nvSpPr>
        <p:spPr>
          <a:xfrm>
            <a:off x="5226147" y="211132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0" name="Google Shape;3850;p94"/>
          <p:cNvCxnSpPr/>
          <p:nvPr/>
        </p:nvCxnSpPr>
        <p:spPr>
          <a:xfrm flipH="1">
            <a:off x="5302347" y="4625926"/>
            <a:ext cx="228600" cy="195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1" name="Google Shape;3851;p94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7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Google Shape;3858;p95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9" name="Google Shape;3859;p9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60" name="Google Shape;386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61" name="Google Shape;3861;p95"/>
          <p:cNvGraphicFramePr/>
          <p:nvPr/>
        </p:nvGraphicFramePr>
        <p:xfrm>
          <a:off x="8366760" y="2965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62" name="Google Shape;3862;p95"/>
          <p:cNvSpPr txBox="1"/>
          <p:nvPr/>
        </p:nvSpPr>
        <p:spPr>
          <a:xfrm>
            <a:off x="8061960" y="2241453"/>
            <a:ext cx="2895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with any node, say 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3" name="Google Shape;3863;p95"/>
          <p:cNvSpPr txBox="1"/>
          <p:nvPr/>
        </p:nvSpPr>
        <p:spPr>
          <a:xfrm>
            <a:off x="2866341" y="38463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4" name="Google Shape;3864;p95"/>
          <p:cNvCxnSpPr/>
          <p:nvPr/>
        </p:nvCxnSpPr>
        <p:spPr>
          <a:xfrm flipH="1">
            <a:off x="5512704" y="4151141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5" name="Google Shape;3865;p95"/>
          <p:cNvSpPr txBox="1"/>
          <p:nvPr/>
        </p:nvSpPr>
        <p:spPr>
          <a:xfrm>
            <a:off x="5279341" y="447657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6" name="Google Shape;3866;p95"/>
          <p:cNvCxnSpPr/>
          <p:nvPr/>
        </p:nvCxnSpPr>
        <p:spPr>
          <a:xfrm>
            <a:off x="4260166" y="3160541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7" name="Google Shape;3867;p95"/>
          <p:cNvCxnSpPr/>
          <p:nvPr/>
        </p:nvCxnSpPr>
        <p:spPr>
          <a:xfrm flipH="1" rot="10800000">
            <a:off x="4564966" y="3312941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8" name="Google Shape;3868;p95"/>
          <p:cNvCxnSpPr/>
          <p:nvPr/>
        </p:nvCxnSpPr>
        <p:spPr>
          <a:xfrm rot="10800000">
            <a:off x="4412566" y="3236741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9" name="Google Shape;3869;p95"/>
          <p:cNvCxnSpPr/>
          <p:nvPr/>
        </p:nvCxnSpPr>
        <p:spPr>
          <a:xfrm flipH="1" rot="10800000">
            <a:off x="3193366" y="4151141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0" name="Google Shape;3870;p95"/>
          <p:cNvCxnSpPr/>
          <p:nvPr/>
        </p:nvCxnSpPr>
        <p:spPr>
          <a:xfrm flipH="1" rot="10800000">
            <a:off x="4107766" y="4303541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1" name="Google Shape;3871;p95"/>
          <p:cNvCxnSpPr/>
          <p:nvPr/>
        </p:nvCxnSpPr>
        <p:spPr>
          <a:xfrm flipH="1" rot="10800000">
            <a:off x="3040966" y="3770141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2" name="Google Shape;3872;p95"/>
          <p:cNvCxnSpPr/>
          <p:nvPr/>
        </p:nvCxnSpPr>
        <p:spPr>
          <a:xfrm>
            <a:off x="3269566" y="3617741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3" name="Google Shape;3873;p95"/>
          <p:cNvCxnSpPr/>
          <p:nvPr/>
        </p:nvCxnSpPr>
        <p:spPr>
          <a:xfrm>
            <a:off x="4457016" y="3008141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4" name="Google Shape;3874;p95"/>
          <p:cNvCxnSpPr/>
          <p:nvPr/>
        </p:nvCxnSpPr>
        <p:spPr>
          <a:xfrm>
            <a:off x="5326966" y="3312941"/>
            <a:ext cx="381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5" name="Google Shape;3875;p95"/>
          <p:cNvSpPr/>
          <p:nvPr/>
        </p:nvSpPr>
        <p:spPr>
          <a:xfrm>
            <a:off x="2812366" y="3465341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6" name="Google Shape;3876;p95"/>
          <p:cNvSpPr/>
          <p:nvPr/>
        </p:nvSpPr>
        <p:spPr>
          <a:xfrm>
            <a:off x="2964766" y="3312941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7" name="Google Shape;3877;p95"/>
          <p:cNvSpPr/>
          <p:nvPr/>
        </p:nvSpPr>
        <p:spPr>
          <a:xfrm>
            <a:off x="2812366" y="4227341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8" name="Google Shape;3878;p95"/>
          <p:cNvSpPr/>
          <p:nvPr/>
        </p:nvSpPr>
        <p:spPr>
          <a:xfrm>
            <a:off x="4183966" y="3846341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9" name="Google Shape;3879;p95"/>
          <p:cNvSpPr/>
          <p:nvPr/>
        </p:nvSpPr>
        <p:spPr>
          <a:xfrm>
            <a:off x="4031566" y="2855741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0" name="Google Shape;3880;p95"/>
          <p:cNvSpPr/>
          <p:nvPr/>
        </p:nvSpPr>
        <p:spPr>
          <a:xfrm>
            <a:off x="5098366" y="4836941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1" name="Google Shape;3881;p95"/>
          <p:cNvSpPr/>
          <p:nvPr/>
        </p:nvSpPr>
        <p:spPr>
          <a:xfrm>
            <a:off x="5555566" y="3922541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2" name="Google Shape;3882;p95"/>
          <p:cNvSpPr/>
          <p:nvPr/>
        </p:nvSpPr>
        <p:spPr>
          <a:xfrm>
            <a:off x="5022166" y="2931941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3" name="Google Shape;3883;p95"/>
          <p:cNvSpPr/>
          <p:nvPr/>
        </p:nvSpPr>
        <p:spPr>
          <a:xfrm>
            <a:off x="3802966" y="4836941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4" name="Google Shape;3884;p95"/>
          <p:cNvCxnSpPr/>
          <p:nvPr/>
        </p:nvCxnSpPr>
        <p:spPr>
          <a:xfrm>
            <a:off x="4564966" y="4227341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5" name="Google Shape;3885;p95"/>
          <p:cNvCxnSpPr/>
          <p:nvPr/>
        </p:nvCxnSpPr>
        <p:spPr>
          <a:xfrm rot="10800000">
            <a:off x="4260166" y="5141741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6" name="Google Shape;3886;p95"/>
          <p:cNvCxnSpPr/>
          <p:nvPr/>
        </p:nvCxnSpPr>
        <p:spPr>
          <a:xfrm rot="10800000">
            <a:off x="3193366" y="4608341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7" name="Google Shape;3887;p95"/>
          <p:cNvSpPr txBox="1"/>
          <p:nvPr/>
        </p:nvSpPr>
        <p:spPr>
          <a:xfrm>
            <a:off x="4564966" y="50655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8" name="Google Shape;3888;p95"/>
          <p:cNvSpPr txBox="1"/>
          <p:nvPr/>
        </p:nvSpPr>
        <p:spPr>
          <a:xfrm>
            <a:off x="4390341" y="454325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9" name="Google Shape;3889;p95"/>
          <p:cNvSpPr txBox="1"/>
          <p:nvPr/>
        </p:nvSpPr>
        <p:spPr>
          <a:xfrm>
            <a:off x="4650691" y="420511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0" name="Google Shape;3890;p95"/>
          <p:cNvSpPr txBox="1"/>
          <p:nvPr/>
        </p:nvSpPr>
        <p:spPr>
          <a:xfrm>
            <a:off x="4922154" y="3736804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1" name="Google Shape;3891;p95"/>
          <p:cNvSpPr txBox="1"/>
          <p:nvPr/>
        </p:nvSpPr>
        <p:spPr>
          <a:xfrm>
            <a:off x="5479366" y="33891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2" name="Google Shape;3892;p95"/>
          <p:cNvSpPr txBox="1"/>
          <p:nvPr/>
        </p:nvSpPr>
        <p:spPr>
          <a:xfrm>
            <a:off x="4553854" y="356376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3" name="Google Shape;3893;p95"/>
          <p:cNvSpPr txBox="1"/>
          <p:nvPr/>
        </p:nvSpPr>
        <p:spPr>
          <a:xfrm>
            <a:off x="4609416" y="27795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4" name="Google Shape;3894;p95"/>
          <p:cNvSpPr txBox="1"/>
          <p:nvPr/>
        </p:nvSpPr>
        <p:spPr>
          <a:xfrm>
            <a:off x="4107766" y="33891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5" name="Google Shape;3895;p95"/>
          <p:cNvSpPr txBox="1"/>
          <p:nvPr/>
        </p:nvSpPr>
        <p:spPr>
          <a:xfrm>
            <a:off x="3802966" y="36177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6" name="Google Shape;3896;p95"/>
          <p:cNvSpPr txBox="1"/>
          <p:nvPr/>
        </p:nvSpPr>
        <p:spPr>
          <a:xfrm>
            <a:off x="3498166" y="40749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7" name="Google Shape;3897;p95"/>
          <p:cNvSpPr txBox="1"/>
          <p:nvPr/>
        </p:nvSpPr>
        <p:spPr>
          <a:xfrm>
            <a:off x="3334654" y="475121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8" name="Google Shape;3898;p95"/>
          <p:cNvCxnSpPr/>
          <p:nvPr/>
        </p:nvCxnSpPr>
        <p:spPr>
          <a:xfrm flipH="1" rot="10800000">
            <a:off x="3390216" y="3214516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9" name="Google Shape;3899;p95"/>
          <p:cNvSpPr txBox="1"/>
          <p:nvPr/>
        </p:nvSpPr>
        <p:spPr>
          <a:xfrm>
            <a:off x="3421966" y="308434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0" name="Google Shape;3900;p95"/>
          <p:cNvSpPr/>
          <p:nvPr/>
        </p:nvSpPr>
        <p:spPr>
          <a:xfrm>
            <a:off x="4336366" y="2474741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1" name="Google Shape;3901;p95"/>
          <p:cNvSpPr txBox="1"/>
          <p:nvPr/>
        </p:nvSpPr>
        <p:spPr>
          <a:xfrm>
            <a:off x="5479366" y="232234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2" name="Google Shape;3902;p95"/>
          <p:cNvCxnSpPr/>
          <p:nvPr/>
        </p:nvCxnSpPr>
        <p:spPr>
          <a:xfrm flipH="1">
            <a:off x="5555566" y="4836941"/>
            <a:ext cx="228600" cy="195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3" name="Google Shape;3903;p95"/>
          <p:cNvSpPr txBox="1"/>
          <p:nvPr>
            <p:ph type="title"/>
          </p:nvPr>
        </p:nvSpPr>
        <p:spPr>
          <a:xfrm>
            <a:off x="1757363" y="447675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9" name="Shape 3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0" name="Google Shape;3910;p96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1" name="Google Shape;3911;p9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12" name="Google Shape;3912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470" y="372895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13" name="Google Shape;3913;p96"/>
          <p:cNvGraphicFramePr/>
          <p:nvPr/>
        </p:nvGraphicFramePr>
        <p:xfrm>
          <a:off x="8380827" y="30362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14" name="Google Shape;3914;p96"/>
          <p:cNvSpPr txBox="1"/>
          <p:nvPr/>
        </p:nvSpPr>
        <p:spPr>
          <a:xfrm>
            <a:off x="7873218" y="2006991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distances of adjacent, unselected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5" name="Google Shape;3915;p96"/>
          <p:cNvSpPr txBox="1"/>
          <p:nvPr/>
        </p:nvSpPr>
        <p:spPr>
          <a:xfrm>
            <a:off x="3302440" y="40573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6" name="Google Shape;3916;p96"/>
          <p:cNvCxnSpPr/>
          <p:nvPr/>
        </p:nvCxnSpPr>
        <p:spPr>
          <a:xfrm flipH="1">
            <a:off x="5948803" y="4362157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7" name="Google Shape;3917;p96"/>
          <p:cNvSpPr txBox="1"/>
          <p:nvPr/>
        </p:nvSpPr>
        <p:spPr>
          <a:xfrm>
            <a:off x="5715440" y="468759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8" name="Google Shape;3918;p96"/>
          <p:cNvCxnSpPr/>
          <p:nvPr/>
        </p:nvCxnSpPr>
        <p:spPr>
          <a:xfrm>
            <a:off x="4696265" y="3371557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19" name="Google Shape;3919;p96"/>
          <p:cNvCxnSpPr/>
          <p:nvPr/>
        </p:nvCxnSpPr>
        <p:spPr>
          <a:xfrm flipH="1" rot="10800000">
            <a:off x="5001065" y="3523957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0" name="Google Shape;3920;p96"/>
          <p:cNvCxnSpPr/>
          <p:nvPr/>
        </p:nvCxnSpPr>
        <p:spPr>
          <a:xfrm rot="10800000">
            <a:off x="4848665" y="3447757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1" name="Google Shape;3921;p96"/>
          <p:cNvCxnSpPr/>
          <p:nvPr/>
        </p:nvCxnSpPr>
        <p:spPr>
          <a:xfrm flipH="1" rot="10800000">
            <a:off x="3629465" y="4362157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2" name="Google Shape;3922;p96"/>
          <p:cNvCxnSpPr/>
          <p:nvPr/>
        </p:nvCxnSpPr>
        <p:spPr>
          <a:xfrm flipH="1" rot="10800000">
            <a:off x="4543865" y="4514557"/>
            <a:ext cx="1447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3" name="Google Shape;3923;p96"/>
          <p:cNvCxnSpPr/>
          <p:nvPr/>
        </p:nvCxnSpPr>
        <p:spPr>
          <a:xfrm flipH="1" rot="10800000">
            <a:off x="3477065" y="3981157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4" name="Google Shape;3924;p96"/>
          <p:cNvCxnSpPr/>
          <p:nvPr/>
        </p:nvCxnSpPr>
        <p:spPr>
          <a:xfrm>
            <a:off x="3705665" y="3828757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5" name="Google Shape;3925;p96"/>
          <p:cNvCxnSpPr/>
          <p:nvPr/>
        </p:nvCxnSpPr>
        <p:spPr>
          <a:xfrm>
            <a:off x="4893115" y="3219157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6" name="Google Shape;3926;p96"/>
          <p:cNvCxnSpPr/>
          <p:nvPr/>
        </p:nvCxnSpPr>
        <p:spPr>
          <a:xfrm>
            <a:off x="5763065" y="3523957"/>
            <a:ext cx="381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7" name="Google Shape;3927;p96"/>
          <p:cNvSpPr/>
          <p:nvPr/>
        </p:nvSpPr>
        <p:spPr>
          <a:xfrm>
            <a:off x="3248465" y="3676357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8" name="Google Shape;3928;p96"/>
          <p:cNvSpPr/>
          <p:nvPr/>
        </p:nvSpPr>
        <p:spPr>
          <a:xfrm>
            <a:off x="3400865" y="3523957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9" name="Google Shape;3929;p96"/>
          <p:cNvSpPr/>
          <p:nvPr/>
        </p:nvSpPr>
        <p:spPr>
          <a:xfrm>
            <a:off x="3248465" y="4438357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0" name="Google Shape;3930;p96"/>
          <p:cNvSpPr/>
          <p:nvPr/>
        </p:nvSpPr>
        <p:spPr>
          <a:xfrm>
            <a:off x="4620065" y="4057357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1" name="Google Shape;3931;p96"/>
          <p:cNvSpPr/>
          <p:nvPr/>
        </p:nvSpPr>
        <p:spPr>
          <a:xfrm>
            <a:off x="4467665" y="3066757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2" name="Google Shape;3932;p96"/>
          <p:cNvSpPr/>
          <p:nvPr/>
        </p:nvSpPr>
        <p:spPr>
          <a:xfrm>
            <a:off x="5534465" y="5047957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3" name="Google Shape;3933;p96"/>
          <p:cNvSpPr/>
          <p:nvPr/>
        </p:nvSpPr>
        <p:spPr>
          <a:xfrm>
            <a:off x="5991665" y="4133557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4" name="Google Shape;3934;p96"/>
          <p:cNvSpPr/>
          <p:nvPr/>
        </p:nvSpPr>
        <p:spPr>
          <a:xfrm>
            <a:off x="5458265" y="3142957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5" name="Google Shape;3935;p96"/>
          <p:cNvSpPr/>
          <p:nvPr/>
        </p:nvSpPr>
        <p:spPr>
          <a:xfrm>
            <a:off x="4239065" y="5047957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6" name="Google Shape;3936;p96"/>
          <p:cNvCxnSpPr/>
          <p:nvPr/>
        </p:nvCxnSpPr>
        <p:spPr>
          <a:xfrm>
            <a:off x="5001065" y="4438357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7" name="Google Shape;3937;p96"/>
          <p:cNvCxnSpPr/>
          <p:nvPr/>
        </p:nvCxnSpPr>
        <p:spPr>
          <a:xfrm rot="10800000">
            <a:off x="4696265" y="5352757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8" name="Google Shape;3938;p96"/>
          <p:cNvCxnSpPr/>
          <p:nvPr/>
        </p:nvCxnSpPr>
        <p:spPr>
          <a:xfrm rot="10800000">
            <a:off x="3629465" y="4819357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9" name="Google Shape;3939;p96"/>
          <p:cNvSpPr txBox="1"/>
          <p:nvPr/>
        </p:nvSpPr>
        <p:spPr>
          <a:xfrm>
            <a:off x="5001065" y="52765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0" name="Google Shape;3940;p96"/>
          <p:cNvSpPr txBox="1"/>
          <p:nvPr/>
        </p:nvSpPr>
        <p:spPr>
          <a:xfrm>
            <a:off x="4826440" y="475427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1" name="Google Shape;3941;p96"/>
          <p:cNvSpPr txBox="1"/>
          <p:nvPr/>
        </p:nvSpPr>
        <p:spPr>
          <a:xfrm>
            <a:off x="5086790" y="441613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2" name="Google Shape;3942;p96"/>
          <p:cNvSpPr txBox="1"/>
          <p:nvPr/>
        </p:nvSpPr>
        <p:spPr>
          <a:xfrm>
            <a:off x="5358253" y="3947820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3" name="Google Shape;3943;p96"/>
          <p:cNvSpPr txBox="1"/>
          <p:nvPr/>
        </p:nvSpPr>
        <p:spPr>
          <a:xfrm>
            <a:off x="5915465" y="36001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4" name="Google Shape;3944;p96"/>
          <p:cNvSpPr txBox="1"/>
          <p:nvPr/>
        </p:nvSpPr>
        <p:spPr>
          <a:xfrm>
            <a:off x="4989953" y="377478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5" name="Google Shape;3945;p96"/>
          <p:cNvSpPr txBox="1"/>
          <p:nvPr/>
        </p:nvSpPr>
        <p:spPr>
          <a:xfrm>
            <a:off x="5045515" y="29905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6" name="Google Shape;3946;p96"/>
          <p:cNvSpPr txBox="1"/>
          <p:nvPr/>
        </p:nvSpPr>
        <p:spPr>
          <a:xfrm>
            <a:off x="4543865" y="36001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7" name="Google Shape;3947;p96"/>
          <p:cNvSpPr txBox="1"/>
          <p:nvPr/>
        </p:nvSpPr>
        <p:spPr>
          <a:xfrm>
            <a:off x="4239065" y="38287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8" name="Google Shape;3948;p96"/>
          <p:cNvSpPr txBox="1"/>
          <p:nvPr/>
        </p:nvSpPr>
        <p:spPr>
          <a:xfrm>
            <a:off x="3934265" y="42859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9" name="Google Shape;3949;p96"/>
          <p:cNvSpPr txBox="1"/>
          <p:nvPr/>
        </p:nvSpPr>
        <p:spPr>
          <a:xfrm>
            <a:off x="3770753" y="496223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0" name="Google Shape;3950;p96"/>
          <p:cNvCxnSpPr/>
          <p:nvPr/>
        </p:nvCxnSpPr>
        <p:spPr>
          <a:xfrm flipH="1" rot="10800000">
            <a:off x="3826315" y="3425532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1" name="Google Shape;3951;p96"/>
          <p:cNvSpPr txBox="1"/>
          <p:nvPr/>
        </p:nvSpPr>
        <p:spPr>
          <a:xfrm>
            <a:off x="3858065" y="3295357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2" name="Google Shape;3952;p96"/>
          <p:cNvSpPr/>
          <p:nvPr/>
        </p:nvSpPr>
        <p:spPr>
          <a:xfrm>
            <a:off x="4772465" y="2685757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3" name="Google Shape;3953;p96"/>
          <p:cNvSpPr txBox="1"/>
          <p:nvPr/>
        </p:nvSpPr>
        <p:spPr>
          <a:xfrm>
            <a:off x="5915465" y="253335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4" name="Google Shape;3954;p96"/>
          <p:cNvCxnSpPr/>
          <p:nvPr/>
        </p:nvCxnSpPr>
        <p:spPr>
          <a:xfrm flipH="1">
            <a:off x="5991665" y="5047957"/>
            <a:ext cx="228600" cy="195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5" name="Google Shape;3955;p96"/>
          <p:cNvSpPr txBox="1"/>
          <p:nvPr>
            <p:ph type="title"/>
          </p:nvPr>
        </p:nvSpPr>
        <p:spPr>
          <a:xfrm>
            <a:off x="1643063" y="373063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1" name="Shape 3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" name="Google Shape;3962;p97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3" name="Google Shape;3963;p9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64" name="Google Shape;396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65" name="Google Shape;3965;p97"/>
          <p:cNvGraphicFramePr/>
          <p:nvPr/>
        </p:nvGraphicFramePr>
        <p:xfrm>
          <a:off x="8254218" y="28533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66" name="Google Shape;3966;p97"/>
          <p:cNvSpPr txBox="1"/>
          <p:nvPr/>
        </p:nvSpPr>
        <p:spPr>
          <a:xfrm>
            <a:off x="7971692" y="1922585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node with minimum distance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7" name="Google Shape;3967;p97"/>
          <p:cNvSpPr txBox="1"/>
          <p:nvPr/>
        </p:nvSpPr>
        <p:spPr>
          <a:xfrm>
            <a:off x="3302440" y="38322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8" name="Google Shape;3968;p97"/>
          <p:cNvCxnSpPr/>
          <p:nvPr/>
        </p:nvCxnSpPr>
        <p:spPr>
          <a:xfrm flipH="1">
            <a:off x="5948803" y="4137074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9" name="Google Shape;3969;p97"/>
          <p:cNvSpPr txBox="1"/>
          <p:nvPr/>
        </p:nvSpPr>
        <p:spPr>
          <a:xfrm>
            <a:off x="5715440" y="446251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0" name="Google Shape;3970;p97"/>
          <p:cNvCxnSpPr/>
          <p:nvPr/>
        </p:nvCxnSpPr>
        <p:spPr>
          <a:xfrm>
            <a:off x="4696265" y="3146474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1" name="Google Shape;3971;p97"/>
          <p:cNvCxnSpPr/>
          <p:nvPr/>
        </p:nvCxnSpPr>
        <p:spPr>
          <a:xfrm flipH="1" rot="10800000">
            <a:off x="5001065" y="3298874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2" name="Google Shape;3972;p97"/>
          <p:cNvCxnSpPr/>
          <p:nvPr/>
        </p:nvCxnSpPr>
        <p:spPr>
          <a:xfrm rot="10800000">
            <a:off x="4848665" y="3222674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3" name="Google Shape;3973;p97"/>
          <p:cNvCxnSpPr/>
          <p:nvPr/>
        </p:nvCxnSpPr>
        <p:spPr>
          <a:xfrm flipH="1" rot="10800000">
            <a:off x="3629465" y="4137074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4" name="Google Shape;3974;p97"/>
          <p:cNvCxnSpPr/>
          <p:nvPr/>
        </p:nvCxnSpPr>
        <p:spPr>
          <a:xfrm flipH="1" rot="10800000">
            <a:off x="4696265" y="4213274"/>
            <a:ext cx="14478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5" name="Google Shape;3975;p97"/>
          <p:cNvCxnSpPr/>
          <p:nvPr/>
        </p:nvCxnSpPr>
        <p:spPr>
          <a:xfrm flipH="1" rot="10800000">
            <a:off x="3477065" y="3756074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6" name="Google Shape;3976;p97"/>
          <p:cNvCxnSpPr/>
          <p:nvPr/>
        </p:nvCxnSpPr>
        <p:spPr>
          <a:xfrm>
            <a:off x="3705665" y="3603674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7" name="Google Shape;3977;p97"/>
          <p:cNvCxnSpPr/>
          <p:nvPr/>
        </p:nvCxnSpPr>
        <p:spPr>
          <a:xfrm>
            <a:off x="4893115" y="2994074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8" name="Google Shape;3978;p97"/>
          <p:cNvCxnSpPr/>
          <p:nvPr/>
        </p:nvCxnSpPr>
        <p:spPr>
          <a:xfrm>
            <a:off x="5763065" y="3298874"/>
            <a:ext cx="381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9" name="Google Shape;3979;p97"/>
          <p:cNvSpPr/>
          <p:nvPr/>
        </p:nvSpPr>
        <p:spPr>
          <a:xfrm>
            <a:off x="3248465" y="3451274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0" name="Google Shape;3980;p97"/>
          <p:cNvSpPr/>
          <p:nvPr/>
        </p:nvSpPr>
        <p:spPr>
          <a:xfrm>
            <a:off x="3400865" y="32988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1" name="Google Shape;3981;p97"/>
          <p:cNvSpPr/>
          <p:nvPr/>
        </p:nvSpPr>
        <p:spPr>
          <a:xfrm>
            <a:off x="3248465" y="42132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2" name="Google Shape;3982;p97"/>
          <p:cNvSpPr/>
          <p:nvPr/>
        </p:nvSpPr>
        <p:spPr>
          <a:xfrm>
            <a:off x="4620065" y="38322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3" name="Google Shape;3983;p97"/>
          <p:cNvSpPr/>
          <p:nvPr/>
        </p:nvSpPr>
        <p:spPr>
          <a:xfrm>
            <a:off x="4467665" y="28416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4" name="Google Shape;3984;p97"/>
          <p:cNvSpPr/>
          <p:nvPr/>
        </p:nvSpPr>
        <p:spPr>
          <a:xfrm>
            <a:off x="5534465" y="48228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5" name="Google Shape;3985;p97"/>
          <p:cNvSpPr/>
          <p:nvPr/>
        </p:nvSpPr>
        <p:spPr>
          <a:xfrm>
            <a:off x="5991665" y="390847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6" name="Google Shape;3986;p97"/>
          <p:cNvSpPr/>
          <p:nvPr/>
        </p:nvSpPr>
        <p:spPr>
          <a:xfrm>
            <a:off x="5458265" y="29178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7" name="Google Shape;3987;p97"/>
          <p:cNvSpPr/>
          <p:nvPr/>
        </p:nvSpPr>
        <p:spPr>
          <a:xfrm>
            <a:off x="4239065" y="482287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8" name="Google Shape;3988;p97"/>
          <p:cNvCxnSpPr/>
          <p:nvPr/>
        </p:nvCxnSpPr>
        <p:spPr>
          <a:xfrm>
            <a:off x="5001065" y="4213274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9" name="Google Shape;3989;p97"/>
          <p:cNvCxnSpPr/>
          <p:nvPr/>
        </p:nvCxnSpPr>
        <p:spPr>
          <a:xfrm rot="10800000">
            <a:off x="4696265" y="5127674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0" name="Google Shape;3990;p97"/>
          <p:cNvCxnSpPr/>
          <p:nvPr/>
        </p:nvCxnSpPr>
        <p:spPr>
          <a:xfrm rot="10800000">
            <a:off x="3629465" y="4594274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1" name="Google Shape;3991;p97"/>
          <p:cNvSpPr txBox="1"/>
          <p:nvPr/>
        </p:nvSpPr>
        <p:spPr>
          <a:xfrm>
            <a:off x="5001065" y="5051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2" name="Google Shape;3992;p97"/>
          <p:cNvSpPr txBox="1"/>
          <p:nvPr/>
        </p:nvSpPr>
        <p:spPr>
          <a:xfrm>
            <a:off x="4826440" y="452918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3" name="Google Shape;3993;p97"/>
          <p:cNvSpPr txBox="1"/>
          <p:nvPr/>
        </p:nvSpPr>
        <p:spPr>
          <a:xfrm>
            <a:off x="5086790" y="419104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4" name="Google Shape;3994;p97"/>
          <p:cNvSpPr txBox="1"/>
          <p:nvPr/>
        </p:nvSpPr>
        <p:spPr>
          <a:xfrm>
            <a:off x="5358253" y="3722737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5" name="Google Shape;3995;p97"/>
          <p:cNvSpPr txBox="1"/>
          <p:nvPr/>
        </p:nvSpPr>
        <p:spPr>
          <a:xfrm>
            <a:off x="5915465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6" name="Google Shape;3996;p97"/>
          <p:cNvSpPr txBox="1"/>
          <p:nvPr/>
        </p:nvSpPr>
        <p:spPr>
          <a:xfrm>
            <a:off x="4989953" y="354969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7" name="Google Shape;3997;p97"/>
          <p:cNvSpPr txBox="1"/>
          <p:nvPr/>
        </p:nvSpPr>
        <p:spPr>
          <a:xfrm>
            <a:off x="5045515" y="2765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8" name="Google Shape;3998;p97"/>
          <p:cNvSpPr txBox="1"/>
          <p:nvPr/>
        </p:nvSpPr>
        <p:spPr>
          <a:xfrm>
            <a:off x="4543865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9" name="Google Shape;3999;p97"/>
          <p:cNvSpPr txBox="1"/>
          <p:nvPr/>
        </p:nvSpPr>
        <p:spPr>
          <a:xfrm>
            <a:off x="4239065" y="36036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0" name="Google Shape;4000;p97"/>
          <p:cNvSpPr txBox="1"/>
          <p:nvPr/>
        </p:nvSpPr>
        <p:spPr>
          <a:xfrm>
            <a:off x="3934265" y="40608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1" name="Google Shape;4001;p97"/>
          <p:cNvSpPr txBox="1"/>
          <p:nvPr/>
        </p:nvSpPr>
        <p:spPr>
          <a:xfrm>
            <a:off x="3770753" y="473714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2" name="Google Shape;4002;p97"/>
          <p:cNvCxnSpPr/>
          <p:nvPr/>
        </p:nvCxnSpPr>
        <p:spPr>
          <a:xfrm flipH="1" rot="10800000">
            <a:off x="3826315" y="3200449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3" name="Google Shape;4003;p97"/>
          <p:cNvSpPr txBox="1"/>
          <p:nvPr/>
        </p:nvSpPr>
        <p:spPr>
          <a:xfrm>
            <a:off x="3858065" y="307027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4" name="Google Shape;4004;p97"/>
          <p:cNvSpPr/>
          <p:nvPr/>
        </p:nvSpPr>
        <p:spPr>
          <a:xfrm>
            <a:off x="4772465" y="2460674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5" name="Google Shape;4005;p97"/>
          <p:cNvSpPr txBox="1"/>
          <p:nvPr/>
        </p:nvSpPr>
        <p:spPr>
          <a:xfrm>
            <a:off x="5915465" y="23082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6" name="Google Shape;4006;p97"/>
          <p:cNvCxnSpPr/>
          <p:nvPr/>
        </p:nvCxnSpPr>
        <p:spPr>
          <a:xfrm flipH="1">
            <a:off x="5991665" y="4822874"/>
            <a:ext cx="228600" cy="195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7" name="Google Shape;4007;p97"/>
          <p:cNvSpPr txBox="1"/>
          <p:nvPr>
            <p:ph type="title"/>
          </p:nvPr>
        </p:nvSpPr>
        <p:spPr>
          <a:xfrm>
            <a:off x="1536700" y="2619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3" name="Shape 4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" name="Google Shape;4014;p98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5" name="Google Shape;4015;p9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16" name="Google Shape;4016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17" name="Google Shape;4017;p98"/>
          <p:cNvGraphicFramePr/>
          <p:nvPr/>
        </p:nvGraphicFramePr>
        <p:xfrm>
          <a:off x="8465234" y="28252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18" name="Google Shape;4018;p98"/>
          <p:cNvSpPr txBox="1"/>
          <p:nvPr/>
        </p:nvSpPr>
        <p:spPr>
          <a:xfrm>
            <a:off x="8042031" y="1894449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distances of adjacent, unselected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9" name="Google Shape;4019;p98"/>
          <p:cNvSpPr txBox="1"/>
          <p:nvPr/>
        </p:nvSpPr>
        <p:spPr>
          <a:xfrm>
            <a:off x="2613123" y="37760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0" name="Google Shape;4020;p98"/>
          <p:cNvCxnSpPr/>
          <p:nvPr/>
        </p:nvCxnSpPr>
        <p:spPr>
          <a:xfrm flipH="1">
            <a:off x="5259486" y="4080803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1" name="Google Shape;4021;p98"/>
          <p:cNvSpPr txBox="1"/>
          <p:nvPr/>
        </p:nvSpPr>
        <p:spPr>
          <a:xfrm>
            <a:off x="5026123" y="440624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2" name="Google Shape;4022;p98"/>
          <p:cNvCxnSpPr/>
          <p:nvPr/>
        </p:nvCxnSpPr>
        <p:spPr>
          <a:xfrm>
            <a:off x="4006948" y="3090203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3" name="Google Shape;4023;p98"/>
          <p:cNvCxnSpPr/>
          <p:nvPr/>
        </p:nvCxnSpPr>
        <p:spPr>
          <a:xfrm flipH="1" rot="10800000">
            <a:off x="4311748" y="3242603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4" name="Google Shape;4024;p98"/>
          <p:cNvCxnSpPr/>
          <p:nvPr/>
        </p:nvCxnSpPr>
        <p:spPr>
          <a:xfrm rot="10800000">
            <a:off x="4159348" y="3166403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5" name="Google Shape;4025;p98"/>
          <p:cNvCxnSpPr/>
          <p:nvPr/>
        </p:nvCxnSpPr>
        <p:spPr>
          <a:xfrm flipH="1" rot="10800000">
            <a:off x="2940148" y="4080803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6" name="Google Shape;4026;p98"/>
          <p:cNvCxnSpPr/>
          <p:nvPr/>
        </p:nvCxnSpPr>
        <p:spPr>
          <a:xfrm flipH="1" rot="10800000">
            <a:off x="4006948" y="4157003"/>
            <a:ext cx="14478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7" name="Google Shape;4027;p98"/>
          <p:cNvCxnSpPr/>
          <p:nvPr/>
        </p:nvCxnSpPr>
        <p:spPr>
          <a:xfrm flipH="1" rot="10800000">
            <a:off x="2787748" y="3699803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8" name="Google Shape;4028;p98"/>
          <p:cNvCxnSpPr/>
          <p:nvPr/>
        </p:nvCxnSpPr>
        <p:spPr>
          <a:xfrm>
            <a:off x="3016348" y="3547403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9" name="Google Shape;4029;p98"/>
          <p:cNvCxnSpPr/>
          <p:nvPr/>
        </p:nvCxnSpPr>
        <p:spPr>
          <a:xfrm>
            <a:off x="4203798" y="2937803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0" name="Google Shape;4030;p98"/>
          <p:cNvCxnSpPr/>
          <p:nvPr/>
        </p:nvCxnSpPr>
        <p:spPr>
          <a:xfrm>
            <a:off x="5073748" y="3242603"/>
            <a:ext cx="3810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1" name="Google Shape;4031;p98"/>
          <p:cNvSpPr/>
          <p:nvPr/>
        </p:nvSpPr>
        <p:spPr>
          <a:xfrm>
            <a:off x="2559148" y="3395003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2" name="Google Shape;4032;p98"/>
          <p:cNvSpPr/>
          <p:nvPr/>
        </p:nvSpPr>
        <p:spPr>
          <a:xfrm>
            <a:off x="2711548" y="324260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3" name="Google Shape;4033;p98"/>
          <p:cNvSpPr/>
          <p:nvPr/>
        </p:nvSpPr>
        <p:spPr>
          <a:xfrm>
            <a:off x="2559148" y="415700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4" name="Google Shape;4034;p98"/>
          <p:cNvSpPr/>
          <p:nvPr/>
        </p:nvSpPr>
        <p:spPr>
          <a:xfrm>
            <a:off x="3930748" y="377600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5" name="Google Shape;4035;p98"/>
          <p:cNvSpPr/>
          <p:nvPr/>
        </p:nvSpPr>
        <p:spPr>
          <a:xfrm>
            <a:off x="3778348" y="278540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6" name="Google Shape;4036;p98"/>
          <p:cNvSpPr/>
          <p:nvPr/>
        </p:nvSpPr>
        <p:spPr>
          <a:xfrm>
            <a:off x="4845148" y="476660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7" name="Google Shape;4037;p98"/>
          <p:cNvSpPr/>
          <p:nvPr/>
        </p:nvSpPr>
        <p:spPr>
          <a:xfrm>
            <a:off x="5302348" y="3852203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8" name="Google Shape;4038;p98"/>
          <p:cNvSpPr/>
          <p:nvPr/>
        </p:nvSpPr>
        <p:spPr>
          <a:xfrm>
            <a:off x="4768948" y="2861603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9" name="Google Shape;4039;p98"/>
          <p:cNvSpPr/>
          <p:nvPr/>
        </p:nvSpPr>
        <p:spPr>
          <a:xfrm>
            <a:off x="3549748" y="4766603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0" name="Google Shape;4040;p98"/>
          <p:cNvCxnSpPr/>
          <p:nvPr/>
        </p:nvCxnSpPr>
        <p:spPr>
          <a:xfrm>
            <a:off x="4311748" y="4157003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1" name="Google Shape;4041;p98"/>
          <p:cNvCxnSpPr/>
          <p:nvPr/>
        </p:nvCxnSpPr>
        <p:spPr>
          <a:xfrm rot="10800000">
            <a:off x="4006948" y="5071403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2" name="Google Shape;4042;p98"/>
          <p:cNvCxnSpPr/>
          <p:nvPr/>
        </p:nvCxnSpPr>
        <p:spPr>
          <a:xfrm rot="10800000">
            <a:off x="2940148" y="4538003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3" name="Google Shape;4043;p98"/>
          <p:cNvSpPr txBox="1"/>
          <p:nvPr/>
        </p:nvSpPr>
        <p:spPr>
          <a:xfrm>
            <a:off x="4311748" y="49952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4" name="Google Shape;4044;p98"/>
          <p:cNvSpPr txBox="1"/>
          <p:nvPr/>
        </p:nvSpPr>
        <p:spPr>
          <a:xfrm>
            <a:off x="4137123" y="447291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5" name="Google Shape;4045;p98"/>
          <p:cNvSpPr txBox="1"/>
          <p:nvPr/>
        </p:nvSpPr>
        <p:spPr>
          <a:xfrm>
            <a:off x="4397473" y="413477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6" name="Google Shape;4046;p98"/>
          <p:cNvSpPr txBox="1"/>
          <p:nvPr/>
        </p:nvSpPr>
        <p:spPr>
          <a:xfrm>
            <a:off x="4668936" y="3666466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7" name="Google Shape;4047;p98"/>
          <p:cNvSpPr txBox="1"/>
          <p:nvPr/>
        </p:nvSpPr>
        <p:spPr>
          <a:xfrm>
            <a:off x="5226148" y="33188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8" name="Google Shape;4048;p98"/>
          <p:cNvSpPr txBox="1"/>
          <p:nvPr/>
        </p:nvSpPr>
        <p:spPr>
          <a:xfrm>
            <a:off x="4300636" y="349342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9" name="Google Shape;4049;p98"/>
          <p:cNvSpPr txBox="1"/>
          <p:nvPr/>
        </p:nvSpPr>
        <p:spPr>
          <a:xfrm>
            <a:off x="4356198" y="27092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0" name="Google Shape;4050;p98"/>
          <p:cNvSpPr txBox="1"/>
          <p:nvPr/>
        </p:nvSpPr>
        <p:spPr>
          <a:xfrm>
            <a:off x="3854548" y="33188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1" name="Google Shape;4051;p98"/>
          <p:cNvSpPr txBox="1"/>
          <p:nvPr/>
        </p:nvSpPr>
        <p:spPr>
          <a:xfrm>
            <a:off x="3549748" y="35474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2" name="Google Shape;4052;p98"/>
          <p:cNvSpPr txBox="1"/>
          <p:nvPr/>
        </p:nvSpPr>
        <p:spPr>
          <a:xfrm>
            <a:off x="3244948" y="40046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3" name="Google Shape;4053;p98"/>
          <p:cNvSpPr txBox="1"/>
          <p:nvPr/>
        </p:nvSpPr>
        <p:spPr>
          <a:xfrm>
            <a:off x="3081436" y="468087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4" name="Google Shape;4054;p98"/>
          <p:cNvCxnSpPr/>
          <p:nvPr/>
        </p:nvCxnSpPr>
        <p:spPr>
          <a:xfrm flipH="1" rot="10800000">
            <a:off x="3136998" y="3144178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5" name="Google Shape;4055;p98"/>
          <p:cNvSpPr txBox="1"/>
          <p:nvPr/>
        </p:nvSpPr>
        <p:spPr>
          <a:xfrm>
            <a:off x="3168748" y="301400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6" name="Google Shape;4056;p98"/>
          <p:cNvSpPr/>
          <p:nvPr/>
        </p:nvSpPr>
        <p:spPr>
          <a:xfrm>
            <a:off x="4083148" y="2404403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7" name="Google Shape;4057;p98"/>
          <p:cNvSpPr txBox="1"/>
          <p:nvPr/>
        </p:nvSpPr>
        <p:spPr>
          <a:xfrm>
            <a:off x="5226148" y="225200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8" name="Google Shape;4058;p98"/>
          <p:cNvCxnSpPr/>
          <p:nvPr/>
        </p:nvCxnSpPr>
        <p:spPr>
          <a:xfrm flipH="1">
            <a:off x="5302348" y="4766603"/>
            <a:ext cx="228600" cy="195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9" name="Google Shape;4059;p98"/>
          <p:cNvSpPr txBox="1"/>
          <p:nvPr>
            <p:ph type="title"/>
          </p:nvPr>
        </p:nvSpPr>
        <p:spPr>
          <a:xfrm>
            <a:off x="1663700" y="258763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5" name="Shape 4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6" name="Google Shape;4066;p99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7" name="Google Shape;4067;p9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68" name="Google Shape;406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69" name="Google Shape;4069;p99"/>
          <p:cNvGraphicFramePr/>
          <p:nvPr/>
        </p:nvGraphicFramePr>
        <p:xfrm>
          <a:off x="8197948" y="29940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70" name="Google Shape;4070;p99"/>
          <p:cNvSpPr txBox="1"/>
          <p:nvPr/>
        </p:nvSpPr>
        <p:spPr>
          <a:xfrm>
            <a:off x="7704406" y="1964788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node with minimum distance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1" name="Google Shape;4071;p99"/>
          <p:cNvSpPr txBox="1"/>
          <p:nvPr/>
        </p:nvSpPr>
        <p:spPr>
          <a:xfrm>
            <a:off x="2992950" y="38322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2" name="Google Shape;4072;p99"/>
          <p:cNvCxnSpPr/>
          <p:nvPr/>
        </p:nvCxnSpPr>
        <p:spPr>
          <a:xfrm flipH="1">
            <a:off x="5639313" y="4137074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3" name="Google Shape;4073;p99"/>
          <p:cNvSpPr txBox="1"/>
          <p:nvPr/>
        </p:nvSpPr>
        <p:spPr>
          <a:xfrm>
            <a:off x="5405950" y="446251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4" name="Google Shape;4074;p99"/>
          <p:cNvCxnSpPr/>
          <p:nvPr/>
        </p:nvCxnSpPr>
        <p:spPr>
          <a:xfrm>
            <a:off x="4386775" y="3146474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5" name="Google Shape;4075;p99"/>
          <p:cNvCxnSpPr/>
          <p:nvPr/>
        </p:nvCxnSpPr>
        <p:spPr>
          <a:xfrm flipH="1" rot="10800000">
            <a:off x="4691575" y="3298874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6" name="Google Shape;4076;p99"/>
          <p:cNvCxnSpPr/>
          <p:nvPr/>
        </p:nvCxnSpPr>
        <p:spPr>
          <a:xfrm rot="10800000">
            <a:off x="4539175" y="3222674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7" name="Google Shape;4077;p99"/>
          <p:cNvCxnSpPr/>
          <p:nvPr/>
        </p:nvCxnSpPr>
        <p:spPr>
          <a:xfrm flipH="1" rot="10800000">
            <a:off x="3319975" y="4137074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8" name="Google Shape;4078;p99"/>
          <p:cNvCxnSpPr/>
          <p:nvPr/>
        </p:nvCxnSpPr>
        <p:spPr>
          <a:xfrm flipH="1" rot="10800000">
            <a:off x="4386775" y="4213274"/>
            <a:ext cx="14478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9" name="Google Shape;4079;p99"/>
          <p:cNvCxnSpPr/>
          <p:nvPr/>
        </p:nvCxnSpPr>
        <p:spPr>
          <a:xfrm flipH="1" rot="10800000">
            <a:off x="3167575" y="3756074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0" name="Google Shape;4080;p99"/>
          <p:cNvCxnSpPr/>
          <p:nvPr/>
        </p:nvCxnSpPr>
        <p:spPr>
          <a:xfrm>
            <a:off x="3396175" y="3603674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1" name="Google Shape;4081;p99"/>
          <p:cNvCxnSpPr/>
          <p:nvPr/>
        </p:nvCxnSpPr>
        <p:spPr>
          <a:xfrm>
            <a:off x="4583625" y="2994074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2" name="Google Shape;4082;p99"/>
          <p:cNvCxnSpPr/>
          <p:nvPr/>
        </p:nvCxnSpPr>
        <p:spPr>
          <a:xfrm>
            <a:off x="5453575" y="3298874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3" name="Google Shape;4083;p99"/>
          <p:cNvSpPr/>
          <p:nvPr/>
        </p:nvSpPr>
        <p:spPr>
          <a:xfrm>
            <a:off x="2938975" y="3451274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4" name="Google Shape;4084;p99"/>
          <p:cNvSpPr/>
          <p:nvPr/>
        </p:nvSpPr>
        <p:spPr>
          <a:xfrm>
            <a:off x="3091375" y="32988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5" name="Google Shape;4085;p99"/>
          <p:cNvSpPr/>
          <p:nvPr/>
        </p:nvSpPr>
        <p:spPr>
          <a:xfrm>
            <a:off x="2938975" y="42132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6" name="Google Shape;4086;p99"/>
          <p:cNvSpPr/>
          <p:nvPr/>
        </p:nvSpPr>
        <p:spPr>
          <a:xfrm>
            <a:off x="4310575" y="38322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7" name="Google Shape;4087;p99"/>
          <p:cNvSpPr/>
          <p:nvPr/>
        </p:nvSpPr>
        <p:spPr>
          <a:xfrm>
            <a:off x="4158175" y="28416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8" name="Google Shape;4088;p99"/>
          <p:cNvSpPr/>
          <p:nvPr/>
        </p:nvSpPr>
        <p:spPr>
          <a:xfrm>
            <a:off x="5224975" y="48228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9" name="Google Shape;4089;p99"/>
          <p:cNvSpPr/>
          <p:nvPr/>
        </p:nvSpPr>
        <p:spPr>
          <a:xfrm>
            <a:off x="5682175" y="390847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0" name="Google Shape;4090;p99"/>
          <p:cNvSpPr/>
          <p:nvPr/>
        </p:nvSpPr>
        <p:spPr>
          <a:xfrm>
            <a:off x="5148775" y="291787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1" name="Google Shape;4091;p99"/>
          <p:cNvSpPr/>
          <p:nvPr/>
        </p:nvSpPr>
        <p:spPr>
          <a:xfrm>
            <a:off x="3929575" y="482287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2" name="Google Shape;4092;p99"/>
          <p:cNvCxnSpPr/>
          <p:nvPr/>
        </p:nvCxnSpPr>
        <p:spPr>
          <a:xfrm>
            <a:off x="4691575" y="4213274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3" name="Google Shape;4093;p99"/>
          <p:cNvCxnSpPr/>
          <p:nvPr/>
        </p:nvCxnSpPr>
        <p:spPr>
          <a:xfrm rot="10800000">
            <a:off x="4386775" y="5127674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4" name="Google Shape;4094;p99"/>
          <p:cNvCxnSpPr/>
          <p:nvPr/>
        </p:nvCxnSpPr>
        <p:spPr>
          <a:xfrm rot="10800000">
            <a:off x="3319975" y="4594274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5" name="Google Shape;4095;p99"/>
          <p:cNvSpPr txBox="1"/>
          <p:nvPr/>
        </p:nvSpPr>
        <p:spPr>
          <a:xfrm>
            <a:off x="4691575" y="5051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6" name="Google Shape;4096;p99"/>
          <p:cNvSpPr txBox="1"/>
          <p:nvPr/>
        </p:nvSpPr>
        <p:spPr>
          <a:xfrm>
            <a:off x="4516950" y="452918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7" name="Google Shape;4097;p99"/>
          <p:cNvSpPr txBox="1"/>
          <p:nvPr/>
        </p:nvSpPr>
        <p:spPr>
          <a:xfrm>
            <a:off x="4777300" y="419104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8" name="Google Shape;4098;p99"/>
          <p:cNvSpPr txBox="1"/>
          <p:nvPr/>
        </p:nvSpPr>
        <p:spPr>
          <a:xfrm>
            <a:off x="5048763" y="3722737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9" name="Google Shape;4099;p99"/>
          <p:cNvSpPr txBox="1"/>
          <p:nvPr/>
        </p:nvSpPr>
        <p:spPr>
          <a:xfrm>
            <a:off x="5605975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0" name="Google Shape;4100;p99"/>
          <p:cNvSpPr txBox="1"/>
          <p:nvPr/>
        </p:nvSpPr>
        <p:spPr>
          <a:xfrm>
            <a:off x="4680463" y="354969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1" name="Google Shape;4101;p99"/>
          <p:cNvSpPr txBox="1"/>
          <p:nvPr/>
        </p:nvSpPr>
        <p:spPr>
          <a:xfrm>
            <a:off x="4736025" y="2765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2" name="Google Shape;4102;p99"/>
          <p:cNvSpPr txBox="1"/>
          <p:nvPr/>
        </p:nvSpPr>
        <p:spPr>
          <a:xfrm>
            <a:off x="4234375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3" name="Google Shape;4103;p99"/>
          <p:cNvSpPr txBox="1"/>
          <p:nvPr/>
        </p:nvSpPr>
        <p:spPr>
          <a:xfrm>
            <a:off x="3929575" y="36036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4" name="Google Shape;4104;p99"/>
          <p:cNvSpPr txBox="1"/>
          <p:nvPr/>
        </p:nvSpPr>
        <p:spPr>
          <a:xfrm>
            <a:off x="3624775" y="40608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5" name="Google Shape;4105;p99"/>
          <p:cNvSpPr txBox="1"/>
          <p:nvPr/>
        </p:nvSpPr>
        <p:spPr>
          <a:xfrm>
            <a:off x="3461263" y="473714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6" name="Google Shape;4106;p99"/>
          <p:cNvCxnSpPr/>
          <p:nvPr/>
        </p:nvCxnSpPr>
        <p:spPr>
          <a:xfrm flipH="1" rot="10800000">
            <a:off x="3516825" y="3200449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7" name="Google Shape;4107;p99"/>
          <p:cNvSpPr txBox="1"/>
          <p:nvPr/>
        </p:nvSpPr>
        <p:spPr>
          <a:xfrm>
            <a:off x="3548575" y="307027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8" name="Google Shape;4108;p99"/>
          <p:cNvSpPr/>
          <p:nvPr/>
        </p:nvSpPr>
        <p:spPr>
          <a:xfrm>
            <a:off x="4462975" y="2460674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9" name="Google Shape;4109;p99"/>
          <p:cNvSpPr txBox="1"/>
          <p:nvPr/>
        </p:nvSpPr>
        <p:spPr>
          <a:xfrm>
            <a:off x="5605975" y="23082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0" name="Google Shape;4110;p99"/>
          <p:cNvCxnSpPr/>
          <p:nvPr/>
        </p:nvCxnSpPr>
        <p:spPr>
          <a:xfrm flipH="1">
            <a:off x="5682175" y="4822874"/>
            <a:ext cx="228600" cy="195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1" name="Google Shape;4111;p99"/>
          <p:cNvSpPr txBox="1"/>
          <p:nvPr>
            <p:ph type="title"/>
          </p:nvPr>
        </p:nvSpPr>
        <p:spPr>
          <a:xfrm>
            <a:off x="1681163" y="3762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7" name="Shape 4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8" name="Google Shape;4118;p100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9" name="Google Shape;4119;p10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20" name="Google Shape;4120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21" name="Google Shape;4121;p100"/>
          <p:cNvGraphicFramePr/>
          <p:nvPr/>
        </p:nvGraphicFramePr>
        <p:xfrm>
          <a:off x="8029135" y="28815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22" name="Google Shape;4122;p100"/>
          <p:cNvSpPr txBox="1"/>
          <p:nvPr/>
        </p:nvSpPr>
        <p:spPr>
          <a:xfrm>
            <a:off x="7493391" y="1936653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distances of adjacent, unselected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3" name="Google Shape;4123;p100"/>
          <p:cNvSpPr txBox="1"/>
          <p:nvPr/>
        </p:nvSpPr>
        <p:spPr>
          <a:xfrm>
            <a:off x="2796003" y="39448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4" name="Google Shape;4124;p100"/>
          <p:cNvCxnSpPr/>
          <p:nvPr/>
        </p:nvCxnSpPr>
        <p:spPr>
          <a:xfrm flipH="1">
            <a:off x="5442366" y="4249615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5" name="Google Shape;4125;p100"/>
          <p:cNvSpPr txBox="1"/>
          <p:nvPr/>
        </p:nvSpPr>
        <p:spPr>
          <a:xfrm>
            <a:off x="5209003" y="457505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6" name="Google Shape;4126;p100"/>
          <p:cNvCxnSpPr/>
          <p:nvPr/>
        </p:nvCxnSpPr>
        <p:spPr>
          <a:xfrm>
            <a:off x="4189828" y="3259015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7" name="Google Shape;4127;p100"/>
          <p:cNvCxnSpPr/>
          <p:nvPr/>
        </p:nvCxnSpPr>
        <p:spPr>
          <a:xfrm flipH="1" rot="10800000">
            <a:off x="4494628" y="3411415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8" name="Google Shape;4128;p100"/>
          <p:cNvCxnSpPr/>
          <p:nvPr/>
        </p:nvCxnSpPr>
        <p:spPr>
          <a:xfrm rot="10800000">
            <a:off x="4342228" y="3335215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9" name="Google Shape;4129;p100"/>
          <p:cNvCxnSpPr/>
          <p:nvPr/>
        </p:nvCxnSpPr>
        <p:spPr>
          <a:xfrm flipH="1" rot="10800000">
            <a:off x="3123028" y="4249615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0" name="Google Shape;4130;p100"/>
          <p:cNvCxnSpPr/>
          <p:nvPr/>
        </p:nvCxnSpPr>
        <p:spPr>
          <a:xfrm flipH="1" rot="10800000">
            <a:off x="4189828" y="4325815"/>
            <a:ext cx="14478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1" name="Google Shape;4131;p100"/>
          <p:cNvCxnSpPr/>
          <p:nvPr/>
        </p:nvCxnSpPr>
        <p:spPr>
          <a:xfrm flipH="1" rot="10800000">
            <a:off x="2970628" y="3868615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2" name="Google Shape;4132;p100"/>
          <p:cNvCxnSpPr/>
          <p:nvPr/>
        </p:nvCxnSpPr>
        <p:spPr>
          <a:xfrm>
            <a:off x="3199228" y="3716215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3" name="Google Shape;4133;p100"/>
          <p:cNvCxnSpPr/>
          <p:nvPr/>
        </p:nvCxnSpPr>
        <p:spPr>
          <a:xfrm>
            <a:off x="4386678" y="3139953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4" name="Google Shape;4134;p100"/>
          <p:cNvCxnSpPr/>
          <p:nvPr/>
        </p:nvCxnSpPr>
        <p:spPr>
          <a:xfrm>
            <a:off x="5256628" y="3411415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5" name="Google Shape;4135;p100"/>
          <p:cNvSpPr/>
          <p:nvPr/>
        </p:nvSpPr>
        <p:spPr>
          <a:xfrm>
            <a:off x="2742028" y="3563815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6" name="Google Shape;4136;p100"/>
          <p:cNvSpPr/>
          <p:nvPr/>
        </p:nvSpPr>
        <p:spPr>
          <a:xfrm>
            <a:off x="2894428" y="341141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7" name="Google Shape;4137;p100"/>
          <p:cNvSpPr/>
          <p:nvPr/>
        </p:nvSpPr>
        <p:spPr>
          <a:xfrm>
            <a:off x="2742028" y="432581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8" name="Google Shape;4138;p100"/>
          <p:cNvSpPr/>
          <p:nvPr/>
        </p:nvSpPr>
        <p:spPr>
          <a:xfrm>
            <a:off x="4113628" y="394481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9" name="Google Shape;4139;p100"/>
          <p:cNvSpPr/>
          <p:nvPr/>
        </p:nvSpPr>
        <p:spPr>
          <a:xfrm>
            <a:off x="3961228" y="295421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0" name="Google Shape;4140;p100"/>
          <p:cNvSpPr/>
          <p:nvPr/>
        </p:nvSpPr>
        <p:spPr>
          <a:xfrm>
            <a:off x="5028028" y="493541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1" name="Google Shape;4141;p100"/>
          <p:cNvSpPr/>
          <p:nvPr/>
        </p:nvSpPr>
        <p:spPr>
          <a:xfrm>
            <a:off x="5485228" y="402101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2" name="Google Shape;4142;p100"/>
          <p:cNvSpPr/>
          <p:nvPr/>
        </p:nvSpPr>
        <p:spPr>
          <a:xfrm>
            <a:off x="4951828" y="303041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3" name="Google Shape;4143;p100"/>
          <p:cNvSpPr/>
          <p:nvPr/>
        </p:nvSpPr>
        <p:spPr>
          <a:xfrm>
            <a:off x="3732628" y="493541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44" name="Google Shape;4144;p100"/>
          <p:cNvCxnSpPr/>
          <p:nvPr/>
        </p:nvCxnSpPr>
        <p:spPr>
          <a:xfrm>
            <a:off x="4494628" y="4325815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5" name="Google Shape;4145;p100"/>
          <p:cNvCxnSpPr/>
          <p:nvPr/>
        </p:nvCxnSpPr>
        <p:spPr>
          <a:xfrm rot="10800000">
            <a:off x="4189828" y="5240215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6" name="Google Shape;4146;p100"/>
          <p:cNvCxnSpPr/>
          <p:nvPr/>
        </p:nvCxnSpPr>
        <p:spPr>
          <a:xfrm rot="10800000">
            <a:off x="3123028" y="4706815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7" name="Google Shape;4147;p100"/>
          <p:cNvSpPr txBox="1"/>
          <p:nvPr/>
        </p:nvSpPr>
        <p:spPr>
          <a:xfrm>
            <a:off x="4494628" y="51640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8" name="Google Shape;4148;p100"/>
          <p:cNvSpPr txBox="1"/>
          <p:nvPr/>
        </p:nvSpPr>
        <p:spPr>
          <a:xfrm>
            <a:off x="4320003" y="464172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9" name="Google Shape;4149;p100"/>
          <p:cNvSpPr txBox="1"/>
          <p:nvPr/>
        </p:nvSpPr>
        <p:spPr>
          <a:xfrm>
            <a:off x="4580353" y="430359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0" name="Google Shape;4150;p100"/>
          <p:cNvSpPr txBox="1"/>
          <p:nvPr/>
        </p:nvSpPr>
        <p:spPr>
          <a:xfrm>
            <a:off x="4851816" y="3835278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1" name="Google Shape;4151;p100"/>
          <p:cNvSpPr txBox="1"/>
          <p:nvPr/>
        </p:nvSpPr>
        <p:spPr>
          <a:xfrm>
            <a:off x="5409028" y="34876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2" name="Google Shape;4152;p100"/>
          <p:cNvSpPr txBox="1"/>
          <p:nvPr/>
        </p:nvSpPr>
        <p:spPr>
          <a:xfrm>
            <a:off x="4483516" y="366224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3" name="Google Shape;4153;p100"/>
          <p:cNvSpPr txBox="1"/>
          <p:nvPr/>
        </p:nvSpPr>
        <p:spPr>
          <a:xfrm>
            <a:off x="4539078" y="28780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4" name="Google Shape;4154;p100"/>
          <p:cNvSpPr txBox="1"/>
          <p:nvPr/>
        </p:nvSpPr>
        <p:spPr>
          <a:xfrm>
            <a:off x="4037428" y="34876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5" name="Google Shape;4155;p100"/>
          <p:cNvSpPr txBox="1"/>
          <p:nvPr/>
        </p:nvSpPr>
        <p:spPr>
          <a:xfrm>
            <a:off x="3732628" y="37162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6" name="Google Shape;4156;p100"/>
          <p:cNvSpPr txBox="1"/>
          <p:nvPr/>
        </p:nvSpPr>
        <p:spPr>
          <a:xfrm>
            <a:off x="3427828" y="41734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7" name="Google Shape;4157;p100"/>
          <p:cNvSpPr txBox="1"/>
          <p:nvPr/>
        </p:nvSpPr>
        <p:spPr>
          <a:xfrm>
            <a:off x="3264316" y="484969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8" name="Google Shape;4158;p100"/>
          <p:cNvCxnSpPr/>
          <p:nvPr/>
        </p:nvCxnSpPr>
        <p:spPr>
          <a:xfrm flipH="1" rot="10800000">
            <a:off x="3319878" y="331299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9" name="Google Shape;4159;p100"/>
          <p:cNvSpPr txBox="1"/>
          <p:nvPr/>
        </p:nvSpPr>
        <p:spPr>
          <a:xfrm>
            <a:off x="3351628" y="318281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0" name="Google Shape;4160;p100"/>
          <p:cNvSpPr/>
          <p:nvPr/>
        </p:nvSpPr>
        <p:spPr>
          <a:xfrm>
            <a:off x="4266028" y="2573215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1" name="Google Shape;4161;p100"/>
          <p:cNvSpPr txBox="1"/>
          <p:nvPr/>
        </p:nvSpPr>
        <p:spPr>
          <a:xfrm>
            <a:off x="5409028" y="24208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2" name="Google Shape;4162;p100"/>
          <p:cNvCxnSpPr/>
          <p:nvPr/>
        </p:nvCxnSpPr>
        <p:spPr>
          <a:xfrm flipH="1">
            <a:off x="5485228" y="4935415"/>
            <a:ext cx="228600" cy="195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3" name="Google Shape;4163;p100"/>
          <p:cNvSpPr txBox="1"/>
          <p:nvPr>
            <p:ph type="title"/>
          </p:nvPr>
        </p:nvSpPr>
        <p:spPr>
          <a:xfrm>
            <a:off x="1681163" y="26828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9" name="Shape 4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0" name="Google Shape;4170;p101"/>
          <p:cNvSpPr txBox="1"/>
          <p:nvPr>
            <p:ph type="title"/>
          </p:nvPr>
        </p:nvSpPr>
        <p:spPr>
          <a:xfrm>
            <a:off x="1910080" y="362804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171" name="Google Shape;4171;p101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2" name="Google Shape;4172;p10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73" name="Google Shape;4173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74" name="Google Shape;4174;p101"/>
          <p:cNvGraphicFramePr/>
          <p:nvPr/>
        </p:nvGraphicFramePr>
        <p:xfrm>
          <a:off x="8071338" y="29940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75" name="Google Shape;4175;p101"/>
          <p:cNvSpPr txBox="1"/>
          <p:nvPr/>
        </p:nvSpPr>
        <p:spPr>
          <a:xfrm>
            <a:off x="7591865" y="2035127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node with minimum distance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6" name="Google Shape;4176;p101"/>
          <p:cNvSpPr txBox="1"/>
          <p:nvPr/>
        </p:nvSpPr>
        <p:spPr>
          <a:xfrm>
            <a:off x="2781935" y="39448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7" name="Google Shape;4177;p101"/>
          <p:cNvCxnSpPr/>
          <p:nvPr/>
        </p:nvCxnSpPr>
        <p:spPr>
          <a:xfrm flipH="1">
            <a:off x="5428298" y="4249615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8" name="Google Shape;4178;p101"/>
          <p:cNvSpPr txBox="1"/>
          <p:nvPr/>
        </p:nvSpPr>
        <p:spPr>
          <a:xfrm>
            <a:off x="5194935" y="457505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9" name="Google Shape;4179;p101"/>
          <p:cNvCxnSpPr/>
          <p:nvPr/>
        </p:nvCxnSpPr>
        <p:spPr>
          <a:xfrm>
            <a:off x="4175760" y="3259015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0" name="Google Shape;4180;p101"/>
          <p:cNvCxnSpPr/>
          <p:nvPr/>
        </p:nvCxnSpPr>
        <p:spPr>
          <a:xfrm flipH="1" rot="10800000">
            <a:off x="4480560" y="3411415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1" name="Google Shape;4181;p101"/>
          <p:cNvCxnSpPr/>
          <p:nvPr/>
        </p:nvCxnSpPr>
        <p:spPr>
          <a:xfrm rot="10800000">
            <a:off x="4328160" y="3335215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2" name="Google Shape;4182;p101"/>
          <p:cNvCxnSpPr/>
          <p:nvPr/>
        </p:nvCxnSpPr>
        <p:spPr>
          <a:xfrm flipH="1" rot="10800000">
            <a:off x="3108960" y="4249615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3" name="Google Shape;4183;p101"/>
          <p:cNvCxnSpPr/>
          <p:nvPr/>
        </p:nvCxnSpPr>
        <p:spPr>
          <a:xfrm flipH="1" rot="10800000">
            <a:off x="4175760" y="4325815"/>
            <a:ext cx="14478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4" name="Google Shape;4184;p101"/>
          <p:cNvCxnSpPr/>
          <p:nvPr/>
        </p:nvCxnSpPr>
        <p:spPr>
          <a:xfrm flipH="1" rot="10800000">
            <a:off x="2956560" y="3868615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5" name="Google Shape;4185;p101"/>
          <p:cNvCxnSpPr/>
          <p:nvPr/>
        </p:nvCxnSpPr>
        <p:spPr>
          <a:xfrm>
            <a:off x="3185160" y="3716215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6" name="Google Shape;4186;p101"/>
          <p:cNvCxnSpPr/>
          <p:nvPr/>
        </p:nvCxnSpPr>
        <p:spPr>
          <a:xfrm>
            <a:off x="4372610" y="3139953"/>
            <a:ext cx="71755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7" name="Google Shape;4187;p101"/>
          <p:cNvCxnSpPr/>
          <p:nvPr/>
        </p:nvCxnSpPr>
        <p:spPr>
          <a:xfrm>
            <a:off x="5242560" y="3411415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8" name="Google Shape;4188;p101"/>
          <p:cNvSpPr/>
          <p:nvPr/>
        </p:nvSpPr>
        <p:spPr>
          <a:xfrm>
            <a:off x="2727960" y="3563815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9" name="Google Shape;4189;p101"/>
          <p:cNvSpPr/>
          <p:nvPr/>
        </p:nvSpPr>
        <p:spPr>
          <a:xfrm>
            <a:off x="2880360" y="341141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0" name="Google Shape;4190;p101"/>
          <p:cNvSpPr/>
          <p:nvPr/>
        </p:nvSpPr>
        <p:spPr>
          <a:xfrm>
            <a:off x="2727960" y="432581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1" name="Google Shape;4191;p101"/>
          <p:cNvSpPr/>
          <p:nvPr/>
        </p:nvSpPr>
        <p:spPr>
          <a:xfrm>
            <a:off x="4099560" y="394481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2" name="Google Shape;4192;p101"/>
          <p:cNvSpPr/>
          <p:nvPr/>
        </p:nvSpPr>
        <p:spPr>
          <a:xfrm>
            <a:off x="3947160" y="295421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3" name="Google Shape;4193;p101"/>
          <p:cNvSpPr/>
          <p:nvPr/>
        </p:nvSpPr>
        <p:spPr>
          <a:xfrm>
            <a:off x="5013960" y="493541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4" name="Google Shape;4194;p101"/>
          <p:cNvSpPr/>
          <p:nvPr/>
        </p:nvSpPr>
        <p:spPr>
          <a:xfrm>
            <a:off x="5471160" y="402101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5" name="Google Shape;4195;p101"/>
          <p:cNvSpPr/>
          <p:nvPr/>
        </p:nvSpPr>
        <p:spPr>
          <a:xfrm>
            <a:off x="4937760" y="303041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6" name="Google Shape;4196;p101"/>
          <p:cNvSpPr/>
          <p:nvPr/>
        </p:nvSpPr>
        <p:spPr>
          <a:xfrm>
            <a:off x="3718560" y="493541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7" name="Google Shape;4197;p101"/>
          <p:cNvCxnSpPr/>
          <p:nvPr/>
        </p:nvCxnSpPr>
        <p:spPr>
          <a:xfrm>
            <a:off x="4480560" y="4325815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8" name="Google Shape;4198;p101"/>
          <p:cNvCxnSpPr/>
          <p:nvPr/>
        </p:nvCxnSpPr>
        <p:spPr>
          <a:xfrm rot="10800000">
            <a:off x="4175760" y="5240215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9" name="Google Shape;4199;p101"/>
          <p:cNvCxnSpPr/>
          <p:nvPr/>
        </p:nvCxnSpPr>
        <p:spPr>
          <a:xfrm rot="10800000">
            <a:off x="3108960" y="4706815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0" name="Google Shape;4200;p101"/>
          <p:cNvSpPr txBox="1"/>
          <p:nvPr/>
        </p:nvSpPr>
        <p:spPr>
          <a:xfrm>
            <a:off x="4480560" y="51640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1" name="Google Shape;4201;p101"/>
          <p:cNvSpPr txBox="1"/>
          <p:nvPr/>
        </p:nvSpPr>
        <p:spPr>
          <a:xfrm>
            <a:off x="4305935" y="464172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2" name="Google Shape;4202;p101"/>
          <p:cNvSpPr txBox="1"/>
          <p:nvPr/>
        </p:nvSpPr>
        <p:spPr>
          <a:xfrm>
            <a:off x="4566285" y="430359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3" name="Google Shape;4203;p101"/>
          <p:cNvSpPr txBox="1"/>
          <p:nvPr/>
        </p:nvSpPr>
        <p:spPr>
          <a:xfrm>
            <a:off x="4837748" y="3835278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4" name="Google Shape;4204;p101"/>
          <p:cNvSpPr txBox="1"/>
          <p:nvPr/>
        </p:nvSpPr>
        <p:spPr>
          <a:xfrm>
            <a:off x="5394960" y="34876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5" name="Google Shape;4205;p101"/>
          <p:cNvSpPr txBox="1"/>
          <p:nvPr/>
        </p:nvSpPr>
        <p:spPr>
          <a:xfrm>
            <a:off x="4469448" y="366224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6" name="Google Shape;4206;p101"/>
          <p:cNvSpPr txBox="1"/>
          <p:nvPr/>
        </p:nvSpPr>
        <p:spPr>
          <a:xfrm>
            <a:off x="4525010" y="28780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7" name="Google Shape;4207;p101"/>
          <p:cNvSpPr txBox="1"/>
          <p:nvPr/>
        </p:nvSpPr>
        <p:spPr>
          <a:xfrm>
            <a:off x="4023360" y="34876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8" name="Google Shape;4208;p101"/>
          <p:cNvSpPr txBox="1"/>
          <p:nvPr/>
        </p:nvSpPr>
        <p:spPr>
          <a:xfrm>
            <a:off x="3718560" y="37162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9" name="Google Shape;4209;p101"/>
          <p:cNvSpPr txBox="1"/>
          <p:nvPr/>
        </p:nvSpPr>
        <p:spPr>
          <a:xfrm>
            <a:off x="3413760" y="41734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0" name="Google Shape;4210;p101"/>
          <p:cNvSpPr txBox="1"/>
          <p:nvPr/>
        </p:nvSpPr>
        <p:spPr>
          <a:xfrm>
            <a:off x="3250248" y="484969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1" name="Google Shape;4211;p101"/>
          <p:cNvCxnSpPr/>
          <p:nvPr/>
        </p:nvCxnSpPr>
        <p:spPr>
          <a:xfrm flipH="1" rot="10800000">
            <a:off x="3305810" y="331299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2" name="Google Shape;4212;p101"/>
          <p:cNvSpPr txBox="1"/>
          <p:nvPr/>
        </p:nvSpPr>
        <p:spPr>
          <a:xfrm>
            <a:off x="3337560" y="318281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3" name="Google Shape;4213;p101"/>
          <p:cNvSpPr/>
          <p:nvPr/>
        </p:nvSpPr>
        <p:spPr>
          <a:xfrm>
            <a:off x="4251960" y="2573215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4" name="Google Shape;4214;p101"/>
          <p:cNvSpPr txBox="1"/>
          <p:nvPr/>
        </p:nvSpPr>
        <p:spPr>
          <a:xfrm>
            <a:off x="5394960" y="242081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5" name="Google Shape;4215;p101"/>
          <p:cNvCxnSpPr/>
          <p:nvPr/>
        </p:nvCxnSpPr>
        <p:spPr>
          <a:xfrm flipH="1">
            <a:off x="5471160" y="4935415"/>
            <a:ext cx="228600" cy="195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6" name="Google Shape;4216;p101"/>
          <p:cNvSpPr txBox="1"/>
          <p:nvPr/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2" name="Shape 4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3" name="Google Shape;4223;p102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4" name="Google Shape;4224;p10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25" name="Google Shape;4225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26" name="Google Shape;4226;p102"/>
          <p:cNvGraphicFramePr/>
          <p:nvPr/>
        </p:nvGraphicFramePr>
        <p:xfrm>
          <a:off x="8029135" y="289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27" name="Google Shape;4227;p102"/>
          <p:cNvSpPr txBox="1"/>
          <p:nvPr/>
        </p:nvSpPr>
        <p:spPr>
          <a:xfrm>
            <a:off x="7788812" y="1894450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distances of adjacent, unselected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8" name="Google Shape;4228;p102"/>
          <p:cNvSpPr txBox="1"/>
          <p:nvPr/>
        </p:nvSpPr>
        <p:spPr>
          <a:xfrm>
            <a:off x="2458378" y="40292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29" name="Google Shape;4229;p102"/>
          <p:cNvCxnSpPr/>
          <p:nvPr/>
        </p:nvCxnSpPr>
        <p:spPr>
          <a:xfrm flipH="1">
            <a:off x="5104741" y="4334022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0" name="Google Shape;4230;p102"/>
          <p:cNvSpPr txBox="1"/>
          <p:nvPr/>
        </p:nvSpPr>
        <p:spPr>
          <a:xfrm>
            <a:off x="4871378" y="465946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1" name="Google Shape;4231;p102"/>
          <p:cNvCxnSpPr/>
          <p:nvPr/>
        </p:nvCxnSpPr>
        <p:spPr>
          <a:xfrm>
            <a:off x="3852203" y="3343422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2" name="Google Shape;4232;p102"/>
          <p:cNvCxnSpPr/>
          <p:nvPr/>
        </p:nvCxnSpPr>
        <p:spPr>
          <a:xfrm flipH="1" rot="10800000">
            <a:off x="4157003" y="3495822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3" name="Google Shape;4233;p102"/>
          <p:cNvCxnSpPr/>
          <p:nvPr/>
        </p:nvCxnSpPr>
        <p:spPr>
          <a:xfrm rot="10800000">
            <a:off x="4004603" y="3419622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4" name="Google Shape;4234;p102"/>
          <p:cNvCxnSpPr/>
          <p:nvPr/>
        </p:nvCxnSpPr>
        <p:spPr>
          <a:xfrm flipH="1" rot="10800000">
            <a:off x="2785403" y="4334022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5" name="Google Shape;4235;p102"/>
          <p:cNvCxnSpPr/>
          <p:nvPr/>
        </p:nvCxnSpPr>
        <p:spPr>
          <a:xfrm flipH="1" rot="10800000">
            <a:off x="3852203" y="4410222"/>
            <a:ext cx="14478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6" name="Google Shape;4236;p102"/>
          <p:cNvCxnSpPr/>
          <p:nvPr/>
        </p:nvCxnSpPr>
        <p:spPr>
          <a:xfrm flipH="1" rot="10800000">
            <a:off x="2633003" y="3953022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7" name="Google Shape;4237;p102"/>
          <p:cNvCxnSpPr/>
          <p:nvPr/>
        </p:nvCxnSpPr>
        <p:spPr>
          <a:xfrm>
            <a:off x="2861603" y="3800622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8" name="Google Shape;4238;p102"/>
          <p:cNvCxnSpPr/>
          <p:nvPr/>
        </p:nvCxnSpPr>
        <p:spPr>
          <a:xfrm>
            <a:off x="4049053" y="3224360"/>
            <a:ext cx="71755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9" name="Google Shape;4239;p102"/>
          <p:cNvCxnSpPr/>
          <p:nvPr/>
        </p:nvCxnSpPr>
        <p:spPr>
          <a:xfrm>
            <a:off x="4919003" y="3495822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0" name="Google Shape;4240;p102"/>
          <p:cNvSpPr/>
          <p:nvPr/>
        </p:nvSpPr>
        <p:spPr>
          <a:xfrm>
            <a:off x="2404403" y="3648222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1" name="Google Shape;4241;p102"/>
          <p:cNvSpPr/>
          <p:nvPr/>
        </p:nvSpPr>
        <p:spPr>
          <a:xfrm>
            <a:off x="2556803" y="3495822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2" name="Google Shape;4242;p102"/>
          <p:cNvSpPr/>
          <p:nvPr/>
        </p:nvSpPr>
        <p:spPr>
          <a:xfrm>
            <a:off x="2404403" y="4410222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3" name="Google Shape;4243;p102"/>
          <p:cNvSpPr/>
          <p:nvPr/>
        </p:nvSpPr>
        <p:spPr>
          <a:xfrm>
            <a:off x="3776003" y="4029222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4" name="Google Shape;4244;p102"/>
          <p:cNvSpPr/>
          <p:nvPr/>
        </p:nvSpPr>
        <p:spPr>
          <a:xfrm>
            <a:off x="3623603" y="303862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5" name="Google Shape;4245;p102"/>
          <p:cNvSpPr/>
          <p:nvPr/>
        </p:nvSpPr>
        <p:spPr>
          <a:xfrm>
            <a:off x="4690403" y="5019822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6" name="Google Shape;4246;p102"/>
          <p:cNvSpPr/>
          <p:nvPr/>
        </p:nvSpPr>
        <p:spPr>
          <a:xfrm>
            <a:off x="5147603" y="410542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7" name="Google Shape;4247;p102"/>
          <p:cNvSpPr/>
          <p:nvPr/>
        </p:nvSpPr>
        <p:spPr>
          <a:xfrm>
            <a:off x="4614203" y="311482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8" name="Google Shape;4248;p102"/>
          <p:cNvSpPr/>
          <p:nvPr/>
        </p:nvSpPr>
        <p:spPr>
          <a:xfrm>
            <a:off x="3395003" y="501982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9" name="Google Shape;4249;p102"/>
          <p:cNvCxnSpPr/>
          <p:nvPr/>
        </p:nvCxnSpPr>
        <p:spPr>
          <a:xfrm>
            <a:off x="4157003" y="4410222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0" name="Google Shape;4250;p102"/>
          <p:cNvCxnSpPr/>
          <p:nvPr/>
        </p:nvCxnSpPr>
        <p:spPr>
          <a:xfrm rot="10800000">
            <a:off x="3852203" y="5324622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1" name="Google Shape;4251;p102"/>
          <p:cNvCxnSpPr/>
          <p:nvPr/>
        </p:nvCxnSpPr>
        <p:spPr>
          <a:xfrm rot="10800000">
            <a:off x="2785403" y="4791222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2" name="Google Shape;4252;p102"/>
          <p:cNvSpPr txBox="1"/>
          <p:nvPr/>
        </p:nvSpPr>
        <p:spPr>
          <a:xfrm>
            <a:off x="4157003" y="52484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3" name="Google Shape;4253;p102"/>
          <p:cNvSpPr txBox="1"/>
          <p:nvPr/>
        </p:nvSpPr>
        <p:spPr>
          <a:xfrm>
            <a:off x="3982378" y="47261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4" name="Google Shape;4254;p102"/>
          <p:cNvSpPr txBox="1"/>
          <p:nvPr/>
        </p:nvSpPr>
        <p:spPr>
          <a:xfrm>
            <a:off x="4242728" y="4387997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5" name="Google Shape;4255;p102"/>
          <p:cNvSpPr txBox="1"/>
          <p:nvPr/>
        </p:nvSpPr>
        <p:spPr>
          <a:xfrm>
            <a:off x="4514191" y="3919685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6" name="Google Shape;4256;p102"/>
          <p:cNvSpPr txBox="1"/>
          <p:nvPr/>
        </p:nvSpPr>
        <p:spPr>
          <a:xfrm>
            <a:off x="5071403" y="35720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7" name="Google Shape;4257;p102"/>
          <p:cNvSpPr txBox="1"/>
          <p:nvPr/>
        </p:nvSpPr>
        <p:spPr>
          <a:xfrm>
            <a:off x="4145891" y="374664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8" name="Google Shape;4258;p102"/>
          <p:cNvSpPr txBox="1"/>
          <p:nvPr/>
        </p:nvSpPr>
        <p:spPr>
          <a:xfrm>
            <a:off x="4201453" y="29624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9" name="Google Shape;4259;p102"/>
          <p:cNvSpPr txBox="1"/>
          <p:nvPr/>
        </p:nvSpPr>
        <p:spPr>
          <a:xfrm>
            <a:off x="3699803" y="35720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0" name="Google Shape;4260;p102"/>
          <p:cNvSpPr txBox="1"/>
          <p:nvPr/>
        </p:nvSpPr>
        <p:spPr>
          <a:xfrm>
            <a:off x="3395003" y="38006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1" name="Google Shape;4261;p102"/>
          <p:cNvSpPr txBox="1"/>
          <p:nvPr/>
        </p:nvSpPr>
        <p:spPr>
          <a:xfrm>
            <a:off x="3090203" y="42578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2" name="Google Shape;4262;p102"/>
          <p:cNvSpPr txBox="1"/>
          <p:nvPr/>
        </p:nvSpPr>
        <p:spPr>
          <a:xfrm>
            <a:off x="2926691" y="493409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63" name="Google Shape;4263;p102"/>
          <p:cNvCxnSpPr/>
          <p:nvPr/>
        </p:nvCxnSpPr>
        <p:spPr>
          <a:xfrm flipH="1" rot="10800000">
            <a:off x="2982253" y="3397397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4" name="Google Shape;4264;p102"/>
          <p:cNvSpPr txBox="1"/>
          <p:nvPr/>
        </p:nvSpPr>
        <p:spPr>
          <a:xfrm>
            <a:off x="3014003" y="326722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5" name="Google Shape;4265;p102"/>
          <p:cNvSpPr/>
          <p:nvPr/>
        </p:nvSpPr>
        <p:spPr>
          <a:xfrm>
            <a:off x="3928403" y="2657622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6" name="Google Shape;4266;p102"/>
          <p:cNvSpPr txBox="1"/>
          <p:nvPr/>
        </p:nvSpPr>
        <p:spPr>
          <a:xfrm>
            <a:off x="5071403" y="25052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67" name="Google Shape;4267;p102"/>
          <p:cNvCxnSpPr/>
          <p:nvPr/>
        </p:nvCxnSpPr>
        <p:spPr>
          <a:xfrm flipH="1">
            <a:off x="5147603" y="5019822"/>
            <a:ext cx="228600" cy="195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8" name="Google Shape;4268;p102"/>
          <p:cNvSpPr txBox="1"/>
          <p:nvPr>
            <p:ph type="title"/>
          </p:nvPr>
        </p:nvSpPr>
        <p:spPr>
          <a:xfrm>
            <a:off x="1655763" y="352425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4" name="Shape 4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5" name="Google Shape;4275;p103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6" name="Google Shape;4276;p10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77" name="Google Shape;4277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78" name="Google Shape;4278;p103"/>
          <p:cNvGraphicFramePr/>
          <p:nvPr/>
        </p:nvGraphicFramePr>
        <p:xfrm>
          <a:off x="8521504" y="29682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4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79" name="Google Shape;4279;p103"/>
          <p:cNvSpPr txBox="1"/>
          <p:nvPr/>
        </p:nvSpPr>
        <p:spPr>
          <a:xfrm>
            <a:off x="8084234" y="1950720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node with minimum distance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0" name="Google Shape;4280;p103"/>
          <p:cNvSpPr/>
          <p:nvPr/>
        </p:nvSpPr>
        <p:spPr>
          <a:xfrm>
            <a:off x="3773659" y="2699825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1" name="Google Shape;4281;p103"/>
          <p:cNvSpPr txBox="1"/>
          <p:nvPr/>
        </p:nvSpPr>
        <p:spPr>
          <a:xfrm>
            <a:off x="2303634" y="40714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2" name="Google Shape;4282;p103"/>
          <p:cNvCxnSpPr/>
          <p:nvPr/>
        </p:nvCxnSpPr>
        <p:spPr>
          <a:xfrm flipH="1">
            <a:off x="4949997" y="4376225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3" name="Google Shape;4283;p103"/>
          <p:cNvSpPr txBox="1"/>
          <p:nvPr/>
        </p:nvSpPr>
        <p:spPr>
          <a:xfrm>
            <a:off x="4716634" y="470166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4" name="Google Shape;4284;p103"/>
          <p:cNvCxnSpPr/>
          <p:nvPr/>
        </p:nvCxnSpPr>
        <p:spPr>
          <a:xfrm>
            <a:off x="3697459" y="3385625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5" name="Google Shape;4285;p103"/>
          <p:cNvCxnSpPr/>
          <p:nvPr/>
        </p:nvCxnSpPr>
        <p:spPr>
          <a:xfrm flipH="1" rot="10800000">
            <a:off x="4002259" y="3538025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6" name="Google Shape;4286;p103"/>
          <p:cNvCxnSpPr/>
          <p:nvPr/>
        </p:nvCxnSpPr>
        <p:spPr>
          <a:xfrm rot="10800000">
            <a:off x="3849859" y="3461825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7" name="Google Shape;4287;p103"/>
          <p:cNvCxnSpPr/>
          <p:nvPr/>
        </p:nvCxnSpPr>
        <p:spPr>
          <a:xfrm flipH="1" rot="10800000">
            <a:off x="2630659" y="4376225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8" name="Google Shape;4288;p103"/>
          <p:cNvCxnSpPr/>
          <p:nvPr/>
        </p:nvCxnSpPr>
        <p:spPr>
          <a:xfrm flipH="1" rot="10800000">
            <a:off x="3697459" y="4452425"/>
            <a:ext cx="14478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9" name="Google Shape;4289;p103"/>
          <p:cNvCxnSpPr/>
          <p:nvPr/>
        </p:nvCxnSpPr>
        <p:spPr>
          <a:xfrm flipH="1" rot="10800000">
            <a:off x="2478259" y="3995225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0" name="Google Shape;4290;p103"/>
          <p:cNvCxnSpPr/>
          <p:nvPr/>
        </p:nvCxnSpPr>
        <p:spPr>
          <a:xfrm>
            <a:off x="2706859" y="3842825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1" name="Google Shape;4291;p103"/>
          <p:cNvCxnSpPr/>
          <p:nvPr/>
        </p:nvCxnSpPr>
        <p:spPr>
          <a:xfrm>
            <a:off x="3894309" y="3266563"/>
            <a:ext cx="71755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2" name="Google Shape;4292;p103"/>
          <p:cNvCxnSpPr/>
          <p:nvPr/>
        </p:nvCxnSpPr>
        <p:spPr>
          <a:xfrm>
            <a:off x="4764259" y="3538025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3" name="Google Shape;4293;p103"/>
          <p:cNvSpPr/>
          <p:nvPr/>
        </p:nvSpPr>
        <p:spPr>
          <a:xfrm>
            <a:off x="2249659" y="3690425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4" name="Google Shape;4294;p103"/>
          <p:cNvSpPr/>
          <p:nvPr/>
        </p:nvSpPr>
        <p:spPr>
          <a:xfrm>
            <a:off x="2402059" y="353802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5" name="Google Shape;4295;p103"/>
          <p:cNvSpPr/>
          <p:nvPr/>
        </p:nvSpPr>
        <p:spPr>
          <a:xfrm>
            <a:off x="2249659" y="445242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6" name="Google Shape;4296;p103"/>
          <p:cNvSpPr/>
          <p:nvPr/>
        </p:nvSpPr>
        <p:spPr>
          <a:xfrm>
            <a:off x="3621259" y="407142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7" name="Google Shape;4297;p103"/>
          <p:cNvSpPr/>
          <p:nvPr/>
        </p:nvSpPr>
        <p:spPr>
          <a:xfrm>
            <a:off x="3468859" y="308082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8" name="Google Shape;4298;p103"/>
          <p:cNvSpPr/>
          <p:nvPr/>
        </p:nvSpPr>
        <p:spPr>
          <a:xfrm>
            <a:off x="4535659" y="506202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9" name="Google Shape;4299;p103"/>
          <p:cNvSpPr/>
          <p:nvPr/>
        </p:nvSpPr>
        <p:spPr>
          <a:xfrm>
            <a:off x="4992859" y="414762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0" name="Google Shape;4300;p103"/>
          <p:cNvSpPr/>
          <p:nvPr/>
        </p:nvSpPr>
        <p:spPr>
          <a:xfrm>
            <a:off x="4459459" y="315702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1" name="Google Shape;4301;p103"/>
          <p:cNvSpPr/>
          <p:nvPr/>
        </p:nvSpPr>
        <p:spPr>
          <a:xfrm>
            <a:off x="3240259" y="506202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2" name="Google Shape;4302;p103"/>
          <p:cNvCxnSpPr/>
          <p:nvPr/>
        </p:nvCxnSpPr>
        <p:spPr>
          <a:xfrm>
            <a:off x="4002259" y="4452425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3" name="Google Shape;4303;p103"/>
          <p:cNvCxnSpPr/>
          <p:nvPr/>
        </p:nvCxnSpPr>
        <p:spPr>
          <a:xfrm rot="10800000">
            <a:off x="3697459" y="5366825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4" name="Google Shape;4304;p103"/>
          <p:cNvCxnSpPr/>
          <p:nvPr/>
        </p:nvCxnSpPr>
        <p:spPr>
          <a:xfrm rot="10800000">
            <a:off x="2630659" y="4833425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5" name="Google Shape;4305;p103"/>
          <p:cNvSpPr txBox="1"/>
          <p:nvPr/>
        </p:nvSpPr>
        <p:spPr>
          <a:xfrm>
            <a:off x="4002259" y="52906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6" name="Google Shape;4306;p103"/>
          <p:cNvSpPr txBox="1"/>
          <p:nvPr/>
        </p:nvSpPr>
        <p:spPr>
          <a:xfrm>
            <a:off x="3827634" y="4768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7" name="Google Shape;4307;p103"/>
          <p:cNvSpPr txBox="1"/>
          <p:nvPr/>
        </p:nvSpPr>
        <p:spPr>
          <a:xfrm>
            <a:off x="4087984" y="443020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8" name="Google Shape;4308;p103"/>
          <p:cNvSpPr txBox="1"/>
          <p:nvPr/>
        </p:nvSpPr>
        <p:spPr>
          <a:xfrm>
            <a:off x="4359447" y="3961888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9" name="Google Shape;4309;p103"/>
          <p:cNvSpPr txBox="1"/>
          <p:nvPr/>
        </p:nvSpPr>
        <p:spPr>
          <a:xfrm>
            <a:off x="4916659" y="36142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0" name="Google Shape;4310;p103"/>
          <p:cNvSpPr txBox="1"/>
          <p:nvPr/>
        </p:nvSpPr>
        <p:spPr>
          <a:xfrm>
            <a:off x="3991147" y="37888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1" name="Google Shape;4311;p103"/>
          <p:cNvSpPr txBox="1"/>
          <p:nvPr/>
        </p:nvSpPr>
        <p:spPr>
          <a:xfrm>
            <a:off x="4046709" y="30046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2" name="Google Shape;4312;p103"/>
          <p:cNvSpPr txBox="1"/>
          <p:nvPr/>
        </p:nvSpPr>
        <p:spPr>
          <a:xfrm>
            <a:off x="3545059" y="36142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3" name="Google Shape;4313;p103"/>
          <p:cNvSpPr txBox="1"/>
          <p:nvPr/>
        </p:nvSpPr>
        <p:spPr>
          <a:xfrm>
            <a:off x="3240259" y="38428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4" name="Google Shape;4314;p103"/>
          <p:cNvSpPr txBox="1"/>
          <p:nvPr/>
        </p:nvSpPr>
        <p:spPr>
          <a:xfrm>
            <a:off x="2935459" y="43000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5" name="Google Shape;4315;p103"/>
          <p:cNvSpPr txBox="1"/>
          <p:nvPr/>
        </p:nvSpPr>
        <p:spPr>
          <a:xfrm>
            <a:off x="2771947" y="49763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6" name="Google Shape;4316;p103"/>
          <p:cNvCxnSpPr/>
          <p:nvPr/>
        </p:nvCxnSpPr>
        <p:spPr>
          <a:xfrm flipH="1" rot="10800000">
            <a:off x="2827509" y="34396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7" name="Google Shape;4317;p103"/>
          <p:cNvSpPr txBox="1"/>
          <p:nvPr/>
        </p:nvSpPr>
        <p:spPr>
          <a:xfrm>
            <a:off x="2859259" y="330942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8" name="Google Shape;4318;p103"/>
          <p:cNvSpPr txBox="1"/>
          <p:nvPr/>
        </p:nvSpPr>
        <p:spPr>
          <a:xfrm>
            <a:off x="4916659" y="25474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9" name="Google Shape;4319;p103"/>
          <p:cNvCxnSpPr/>
          <p:nvPr/>
        </p:nvCxnSpPr>
        <p:spPr>
          <a:xfrm flipH="1">
            <a:off x="4992859" y="5062025"/>
            <a:ext cx="228600" cy="19526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20" name="Google Shape;4320;p103"/>
          <p:cNvSpPr txBox="1"/>
          <p:nvPr>
            <p:ph type="title"/>
          </p:nvPr>
        </p:nvSpPr>
        <p:spPr>
          <a:xfrm>
            <a:off x="1719263" y="4016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6" name="Shape 4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7" name="Google Shape;4327;p104"/>
          <p:cNvSpPr txBox="1"/>
          <p:nvPr>
            <p:ph type="title"/>
          </p:nvPr>
        </p:nvSpPr>
        <p:spPr>
          <a:xfrm>
            <a:off x="1617980" y="35299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8" name="Google Shape;4328;p104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9" name="Google Shape;4329;p10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30" name="Google Shape;4330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31" name="Google Shape;4331;p104"/>
          <p:cNvGraphicFramePr/>
          <p:nvPr/>
        </p:nvGraphicFramePr>
        <p:xfrm>
          <a:off x="7930662" y="26142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32" name="Google Shape;4332;p104"/>
          <p:cNvSpPr txBox="1"/>
          <p:nvPr/>
        </p:nvSpPr>
        <p:spPr>
          <a:xfrm>
            <a:off x="7605933" y="5774788"/>
            <a:ext cx="2819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entries unchanged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3" name="Google Shape;4333;p104"/>
          <p:cNvSpPr txBox="1"/>
          <p:nvPr/>
        </p:nvSpPr>
        <p:spPr>
          <a:xfrm>
            <a:off x="7563729" y="1838179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distances of adjacent, unselected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4" name="Google Shape;4334;p104"/>
          <p:cNvSpPr/>
          <p:nvPr/>
        </p:nvSpPr>
        <p:spPr>
          <a:xfrm>
            <a:off x="4111283" y="2699825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5" name="Google Shape;4335;p104"/>
          <p:cNvSpPr txBox="1"/>
          <p:nvPr/>
        </p:nvSpPr>
        <p:spPr>
          <a:xfrm>
            <a:off x="2641258" y="40714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6" name="Google Shape;4336;p104"/>
          <p:cNvCxnSpPr/>
          <p:nvPr/>
        </p:nvCxnSpPr>
        <p:spPr>
          <a:xfrm flipH="1">
            <a:off x="5287621" y="4376225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7" name="Google Shape;4337;p104"/>
          <p:cNvSpPr txBox="1"/>
          <p:nvPr/>
        </p:nvSpPr>
        <p:spPr>
          <a:xfrm>
            <a:off x="5054258" y="470166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8" name="Google Shape;4338;p104"/>
          <p:cNvCxnSpPr/>
          <p:nvPr/>
        </p:nvCxnSpPr>
        <p:spPr>
          <a:xfrm>
            <a:off x="4035083" y="3385625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9" name="Google Shape;4339;p104"/>
          <p:cNvCxnSpPr/>
          <p:nvPr/>
        </p:nvCxnSpPr>
        <p:spPr>
          <a:xfrm flipH="1" rot="10800000">
            <a:off x="4339883" y="3538025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0" name="Google Shape;4340;p104"/>
          <p:cNvCxnSpPr/>
          <p:nvPr/>
        </p:nvCxnSpPr>
        <p:spPr>
          <a:xfrm rot="10800000">
            <a:off x="4187483" y="3461825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1" name="Google Shape;4341;p104"/>
          <p:cNvCxnSpPr/>
          <p:nvPr/>
        </p:nvCxnSpPr>
        <p:spPr>
          <a:xfrm flipH="1" rot="10800000">
            <a:off x="2968283" y="4376225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2" name="Google Shape;4342;p104"/>
          <p:cNvCxnSpPr/>
          <p:nvPr/>
        </p:nvCxnSpPr>
        <p:spPr>
          <a:xfrm flipH="1" rot="10800000">
            <a:off x="4035083" y="4452425"/>
            <a:ext cx="14478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3" name="Google Shape;4343;p104"/>
          <p:cNvCxnSpPr/>
          <p:nvPr/>
        </p:nvCxnSpPr>
        <p:spPr>
          <a:xfrm flipH="1" rot="10800000">
            <a:off x="2815883" y="3995225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4" name="Google Shape;4344;p104"/>
          <p:cNvCxnSpPr/>
          <p:nvPr/>
        </p:nvCxnSpPr>
        <p:spPr>
          <a:xfrm>
            <a:off x="3044483" y="3842825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5" name="Google Shape;4345;p104"/>
          <p:cNvCxnSpPr/>
          <p:nvPr/>
        </p:nvCxnSpPr>
        <p:spPr>
          <a:xfrm>
            <a:off x="4231933" y="3266563"/>
            <a:ext cx="71755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6" name="Google Shape;4346;p104"/>
          <p:cNvCxnSpPr/>
          <p:nvPr/>
        </p:nvCxnSpPr>
        <p:spPr>
          <a:xfrm>
            <a:off x="5101883" y="3538025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7" name="Google Shape;4347;p104"/>
          <p:cNvSpPr/>
          <p:nvPr/>
        </p:nvSpPr>
        <p:spPr>
          <a:xfrm>
            <a:off x="2587283" y="3690425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8" name="Google Shape;4348;p104"/>
          <p:cNvSpPr/>
          <p:nvPr/>
        </p:nvSpPr>
        <p:spPr>
          <a:xfrm>
            <a:off x="2739683" y="353802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9" name="Google Shape;4349;p104"/>
          <p:cNvSpPr/>
          <p:nvPr/>
        </p:nvSpPr>
        <p:spPr>
          <a:xfrm>
            <a:off x="2587283" y="445242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0" name="Google Shape;4350;p104"/>
          <p:cNvSpPr/>
          <p:nvPr/>
        </p:nvSpPr>
        <p:spPr>
          <a:xfrm>
            <a:off x="3958883" y="4071425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1" name="Google Shape;4351;p104"/>
          <p:cNvSpPr/>
          <p:nvPr/>
        </p:nvSpPr>
        <p:spPr>
          <a:xfrm>
            <a:off x="3806483" y="308082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2" name="Google Shape;4352;p104"/>
          <p:cNvSpPr/>
          <p:nvPr/>
        </p:nvSpPr>
        <p:spPr>
          <a:xfrm>
            <a:off x="4873283" y="506202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3" name="Google Shape;4353;p104"/>
          <p:cNvSpPr/>
          <p:nvPr/>
        </p:nvSpPr>
        <p:spPr>
          <a:xfrm>
            <a:off x="5330483" y="414762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4" name="Google Shape;4354;p104"/>
          <p:cNvSpPr/>
          <p:nvPr/>
        </p:nvSpPr>
        <p:spPr>
          <a:xfrm>
            <a:off x="4797083" y="315702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5" name="Google Shape;4355;p104"/>
          <p:cNvSpPr/>
          <p:nvPr/>
        </p:nvSpPr>
        <p:spPr>
          <a:xfrm>
            <a:off x="3577883" y="5062025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6" name="Google Shape;4356;p104"/>
          <p:cNvCxnSpPr/>
          <p:nvPr/>
        </p:nvCxnSpPr>
        <p:spPr>
          <a:xfrm>
            <a:off x="4339883" y="4452425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7" name="Google Shape;4357;p104"/>
          <p:cNvCxnSpPr/>
          <p:nvPr/>
        </p:nvCxnSpPr>
        <p:spPr>
          <a:xfrm rot="10800000">
            <a:off x="4035083" y="5366825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8" name="Google Shape;4358;p104"/>
          <p:cNvCxnSpPr/>
          <p:nvPr/>
        </p:nvCxnSpPr>
        <p:spPr>
          <a:xfrm rot="10800000">
            <a:off x="2968283" y="4833425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59" name="Google Shape;4359;p104"/>
          <p:cNvSpPr txBox="1"/>
          <p:nvPr/>
        </p:nvSpPr>
        <p:spPr>
          <a:xfrm>
            <a:off x="4339883" y="52906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0" name="Google Shape;4360;p104"/>
          <p:cNvSpPr txBox="1"/>
          <p:nvPr/>
        </p:nvSpPr>
        <p:spPr>
          <a:xfrm>
            <a:off x="4165258" y="4768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1" name="Google Shape;4361;p104"/>
          <p:cNvSpPr txBox="1"/>
          <p:nvPr/>
        </p:nvSpPr>
        <p:spPr>
          <a:xfrm>
            <a:off x="4425608" y="4430200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2" name="Google Shape;4362;p104"/>
          <p:cNvSpPr txBox="1"/>
          <p:nvPr/>
        </p:nvSpPr>
        <p:spPr>
          <a:xfrm>
            <a:off x="4697071" y="3961888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3" name="Google Shape;4363;p104"/>
          <p:cNvSpPr txBox="1"/>
          <p:nvPr/>
        </p:nvSpPr>
        <p:spPr>
          <a:xfrm>
            <a:off x="5254283" y="36142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4" name="Google Shape;4364;p104"/>
          <p:cNvSpPr txBox="1"/>
          <p:nvPr/>
        </p:nvSpPr>
        <p:spPr>
          <a:xfrm>
            <a:off x="4328771" y="37888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5" name="Google Shape;4365;p104"/>
          <p:cNvSpPr txBox="1"/>
          <p:nvPr/>
        </p:nvSpPr>
        <p:spPr>
          <a:xfrm>
            <a:off x="4384333" y="30046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6" name="Google Shape;4366;p104"/>
          <p:cNvSpPr txBox="1"/>
          <p:nvPr/>
        </p:nvSpPr>
        <p:spPr>
          <a:xfrm>
            <a:off x="3882683" y="36142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7" name="Google Shape;4367;p104"/>
          <p:cNvSpPr txBox="1"/>
          <p:nvPr/>
        </p:nvSpPr>
        <p:spPr>
          <a:xfrm>
            <a:off x="3577883" y="38428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8" name="Google Shape;4368;p104"/>
          <p:cNvSpPr txBox="1"/>
          <p:nvPr/>
        </p:nvSpPr>
        <p:spPr>
          <a:xfrm>
            <a:off x="3273083" y="43000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9" name="Google Shape;4369;p104"/>
          <p:cNvSpPr txBox="1"/>
          <p:nvPr/>
        </p:nvSpPr>
        <p:spPr>
          <a:xfrm>
            <a:off x="3109571" y="49763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0" name="Google Shape;4370;p104"/>
          <p:cNvCxnSpPr/>
          <p:nvPr/>
        </p:nvCxnSpPr>
        <p:spPr>
          <a:xfrm flipH="1" rot="10800000">
            <a:off x="3165133" y="3439600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71" name="Google Shape;4371;p104"/>
          <p:cNvSpPr txBox="1"/>
          <p:nvPr/>
        </p:nvSpPr>
        <p:spPr>
          <a:xfrm>
            <a:off x="3196883" y="3309425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2" name="Google Shape;4372;p104"/>
          <p:cNvSpPr txBox="1"/>
          <p:nvPr/>
        </p:nvSpPr>
        <p:spPr>
          <a:xfrm>
            <a:off x="5254283" y="25474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3" name="Google Shape;4373;p104"/>
          <p:cNvCxnSpPr/>
          <p:nvPr/>
        </p:nvCxnSpPr>
        <p:spPr>
          <a:xfrm flipH="1">
            <a:off x="5330483" y="5062025"/>
            <a:ext cx="228600" cy="19526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9" name="Shape 4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0" name="Google Shape;4380;p105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1" name="Google Shape;4381;p10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82" name="Google Shape;4382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83" name="Google Shape;4383;p105"/>
          <p:cNvGraphicFramePr/>
          <p:nvPr/>
        </p:nvGraphicFramePr>
        <p:xfrm>
          <a:off x="8296422" y="29378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84" name="Google Shape;4384;p105"/>
          <p:cNvSpPr txBox="1"/>
          <p:nvPr/>
        </p:nvSpPr>
        <p:spPr>
          <a:xfrm>
            <a:off x="7816948" y="1992923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node with minimum distance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5" name="Google Shape;4385;p105"/>
          <p:cNvSpPr/>
          <p:nvPr/>
        </p:nvSpPr>
        <p:spPr>
          <a:xfrm>
            <a:off x="4195690" y="2460674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6" name="Google Shape;4386;p105"/>
          <p:cNvSpPr txBox="1"/>
          <p:nvPr/>
        </p:nvSpPr>
        <p:spPr>
          <a:xfrm>
            <a:off x="2725665" y="38322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7" name="Google Shape;4387;p105"/>
          <p:cNvCxnSpPr/>
          <p:nvPr/>
        </p:nvCxnSpPr>
        <p:spPr>
          <a:xfrm flipH="1">
            <a:off x="5372028" y="4137074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8" name="Google Shape;4388;p105"/>
          <p:cNvSpPr txBox="1"/>
          <p:nvPr/>
        </p:nvSpPr>
        <p:spPr>
          <a:xfrm>
            <a:off x="5138665" y="4462512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9" name="Google Shape;4389;p105"/>
          <p:cNvCxnSpPr/>
          <p:nvPr/>
        </p:nvCxnSpPr>
        <p:spPr>
          <a:xfrm>
            <a:off x="4119490" y="3146474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0" name="Google Shape;4390;p105"/>
          <p:cNvCxnSpPr/>
          <p:nvPr/>
        </p:nvCxnSpPr>
        <p:spPr>
          <a:xfrm flipH="1" rot="10800000">
            <a:off x="4424290" y="3298874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1" name="Google Shape;4391;p105"/>
          <p:cNvCxnSpPr/>
          <p:nvPr/>
        </p:nvCxnSpPr>
        <p:spPr>
          <a:xfrm rot="10800000">
            <a:off x="4271890" y="3222674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2" name="Google Shape;4392;p105"/>
          <p:cNvCxnSpPr/>
          <p:nvPr/>
        </p:nvCxnSpPr>
        <p:spPr>
          <a:xfrm flipH="1" rot="10800000">
            <a:off x="3052690" y="4137074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3" name="Google Shape;4393;p105"/>
          <p:cNvCxnSpPr/>
          <p:nvPr/>
        </p:nvCxnSpPr>
        <p:spPr>
          <a:xfrm flipH="1" rot="10800000">
            <a:off x="4119490" y="4213274"/>
            <a:ext cx="14478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4" name="Google Shape;4394;p105"/>
          <p:cNvCxnSpPr/>
          <p:nvPr/>
        </p:nvCxnSpPr>
        <p:spPr>
          <a:xfrm flipH="1" rot="10800000">
            <a:off x="2900290" y="3756074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5" name="Google Shape;4395;p105"/>
          <p:cNvCxnSpPr/>
          <p:nvPr/>
        </p:nvCxnSpPr>
        <p:spPr>
          <a:xfrm>
            <a:off x="3128890" y="3603674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6" name="Google Shape;4396;p105"/>
          <p:cNvCxnSpPr/>
          <p:nvPr/>
        </p:nvCxnSpPr>
        <p:spPr>
          <a:xfrm>
            <a:off x="4316340" y="3027412"/>
            <a:ext cx="71755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7" name="Google Shape;4397;p105"/>
          <p:cNvCxnSpPr/>
          <p:nvPr/>
        </p:nvCxnSpPr>
        <p:spPr>
          <a:xfrm>
            <a:off x="5186290" y="3298874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98" name="Google Shape;4398;p105"/>
          <p:cNvSpPr/>
          <p:nvPr/>
        </p:nvSpPr>
        <p:spPr>
          <a:xfrm>
            <a:off x="2671690" y="3451274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9" name="Google Shape;4399;p105"/>
          <p:cNvSpPr/>
          <p:nvPr/>
        </p:nvSpPr>
        <p:spPr>
          <a:xfrm>
            <a:off x="2824090" y="32988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0" name="Google Shape;4400;p105"/>
          <p:cNvSpPr/>
          <p:nvPr/>
        </p:nvSpPr>
        <p:spPr>
          <a:xfrm>
            <a:off x="2671690" y="421327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1" name="Google Shape;4401;p105"/>
          <p:cNvSpPr/>
          <p:nvPr/>
        </p:nvSpPr>
        <p:spPr>
          <a:xfrm>
            <a:off x="4043290" y="3832274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2" name="Google Shape;4402;p105"/>
          <p:cNvSpPr/>
          <p:nvPr/>
        </p:nvSpPr>
        <p:spPr>
          <a:xfrm>
            <a:off x="3890890" y="284167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3" name="Google Shape;4403;p105"/>
          <p:cNvSpPr/>
          <p:nvPr/>
        </p:nvSpPr>
        <p:spPr>
          <a:xfrm>
            <a:off x="4957690" y="482287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4" name="Google Shape;4404;p105"/>
          <p:cNvSpPr/>
          <p:nvPr/>
        </p:nvSpPr>
        <p:spPr>
          <a:xfrm>
            <a:off x="5414890" y="390847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5" name="Google Shape;4405;p105"/>
          <p:cNvSpPr/>
          <p:nvPr/>
        </p:nvSpPr>
        <p:spPr>
          <a:xfrm>
            <a:off x="4881490" y="291787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6" name="Google Shape;4406;p105"/>
          <p:cNvSpPr/>
          <p:nvPr/>
        </p:nvSpPr>
        <p:spPr>
          <a:xfrm>
            <a:off x="3662290" y="4822874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7" name="Google Shape;4407;p105"/>
          <p:cNvCxnSpPr/>
          <p:nvPr/>
        </p:nvCxnSpPr>
        <p:spPr>
          <a:xfrm>
            <a:off x="4424290" y="4213274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8" name="Google Shape;4408;p105"/>
          <p:cNvCxnSpPr/>
          <p:nvPr/>
        </p:nvCxnSpPr>
        <p:spPr>
          <a:xfrm rot="10800000">
            <a:off x="4119490" y="5127674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9" name="Google Shape;4409;p105"/>
          <p:cNvCxnSpPr/>
          <p:nvPr/>
        </p:nvCxnSpPr>
        <p:spPr>
          <a:xfrm rot="10800000">
            <a:off x="3052690" y="4594274"/>
            <a:ext cx="609600" cy="3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0" name="Google Shape;4410;p105"/>
          <p:cNvSpPr txBox="1"/>
          <p:nvPr/>
        </p:nvSpPr>
        <p:spPr>
          <a:xfrm>
            <a:off x="4424290" y="5051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1" name="Google Shape;4411;p105"/>
          <p:cNvSpPr txBox="1"/>
          <p:nvPr/>
        </p:nvSpPr>
        <p:spPr>
          <a:xfrm>
            <a:off x="4249665" y="452918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2" name="Google Shape;4412;p105"/>
          <p:cNvSpPr txBox="1"/>
          <p:nvPr/>
        </p:nvSpPr>
        <p:spPr>
          <a:xfrm>
            <a:off x="4510015" y="419104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3" name="Google Shape;4413;p105"/>
          <p:cNvSpPr txBox="1"/>
          <p:nvPr/>
        </p:nvSpPr>
        <p:spPr>
          <a:xfrm>
            <a:off x="4781478" y="3722737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4" name="Google Shape;4414;p105"/>
          <p:cNvSpPr txBox="1"/>
          <p:nvPr/>
        </p:nvSpPr>
        <p:spPr>
          <a:xfrm>
            <a:off x="5338690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5" name="Google Shape;4415;p105"/>
          <p:cNvSpPr txBox="1"/>
          <p:nvPr/>
        </p:nvSpPr>
        <p:spPr>
          <a:xfrm>
            <a:off x="4413178" y="354969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6" name="Google Shape;4416;p105"/>
          <p:cNvSpPr txBox="1"/>
          <p:nvPr/>
        </p:nvSpPr>
        <p:spPr>
          <a:xfrm>
            <a:off x="4468740" y="27654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7" name="Google Shape;4417;p105"/>
          <p:cNvSpPr txBox="1"/>
          <p:nvPr/>
        </p:nvSpPr>
        <p:spPr>
          <a:xfrm>
            <a:off x="3967090" y="33750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8" name="Google Shape;4418;p105"/>
          <p:cNvSpPr txBox="1"/>
          <p:nvPr/>
        </p:nvSpPr>
        <p:spPr>
          <a:xfrm>
            <a:off x="3662290" y="36036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9" name="Google Shape;4419;p105"/>
          <p:cNvSpPr txBox="1"/>
          <p:nvPr/>
        </p:nvSpPr>
        <p:spPr>
          <a:xfrm>
            <a:off x="3357490" y="40608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0" name="Google Shape;4420;p105"/>
          <p:cNvSpPr txBox="1"/>
          <p:nvPr/>
        </p:nvSpPr>
        <p:spPr>
          <a:xfrm>
            <a:off x="3193978" y="473714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1" name="Google Shape;4421;p105"/>
          <p:cNvCxnSpPr/>
          <p:nvPr/>
        </p:nvCxnSpPr>
        <p:spPr>
          <a:xfrm flipH="1" rot="10800000">
            <a:off x="3249540" y="3200449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2" name="Google Shape;4422;p105"/>
          <p:cNvSpPr txBox="1"/>
          <p:nvPr/>
        </p:nvSpPr>
        <p:spPr>
          <a:xfrm>
            <a:off x="3281290" y="307027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3" name="Google Shape;4423;p105"/>
          <p:cNvSpPr txBox="1"/>
          <p:nvPr/>
        </p:nvSpPr>
        <p:spPr>
          <a:xfrm>
            <a:off x="5338690" y="230827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4" name="Google Shape;4424;p105"/>
          <p:cNvCxnSpPr/>
          <p:nvPr/>
        </p:nvCxnSpPr>
        <p:spPr>
          <a:xfrm flipH="1">
            <a:off x="5414890" y="4822874"/>
            <a:ext cx="228600" cy="19526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5" name="Google Shape;4425;p105"/>
          <p:cNvSpPr txBox="1"/>
          <p:nvPr>
            <p:ph type="title"/>
          </p:nvPr>
        </p:nvSpPr>
        <p:spPr>
          <a:xfrm>
            <a:off x="1795463" y="2873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1" name="Shape 4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2" name="Google Shape;4432;p106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3" name="Google Shape;4433;p10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34" name="Google Shape;4434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35" name="Google Shape;4435;p106"/>
          <p:cNvGraphicFramePr/>
          <p:nvPr/>
        </p:nvGraphicFramePr>
        <p:xfrm>
          <a:off x="8479302" y="29659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36" name="Google Shape;4436;p106"/>
          <p:cNvSpPr txBox="1"/>
          <p:nvPr/>
        </p:nvSpPr>
        <p:spPr>
          <a:xfrm>
            <a:off x="8013896" y="1950720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distances of adjacent, unselected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7" name="Google Shape;4437;p106"/>
          <p:cNvSpPr/>
          <p:nvPr/>
        </p:nvSpPr>
        <p:spPr>
          <a:xfrm>
            <a:off x="5208563" y="2629486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8" name="Google Shape;4438;p106"/>
          <p:cNvSpPr txBox="1"/>
          <p:nvPr/>
        </p:nvSpPr>
        <p:spPr>
          <a:xfrm>
            <a:off x="3738538" y="40010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9" name="Google Shape;4439;p106"/>
          <p:cNvCxnSpPr/>
          <p:nvPr/>
        </p:nvCxnSpPr>
        <p:spPr>
          <a:xfrm flipH="1">
            <a:off x="6384901" y="4305886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0" name="Google Shape;4440;p106"/>
          <p:cNvSpPr txBox="1"/>
          <p:nvPr/>
        </p:nvSpPr>
        <p:spPr>
          <a:xfrm>
            <a:off x="6151538" y="463132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41" name="Google Shape;4441;p106"/>
          <p:cNvCxnSpPr/>
          <p:nvPr/>
        </p:nvCxnSpPr>
        <p:spPr>
          <a:xfrm>
            <a:off x="5132363" y="3315286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2" name="Google Shape;4442;p106"/>
          <p:cNvCxnSpPr/>
          <p:nvPr/>
        </p:nvCxnSpPr>
        <p:spPr>
          <a:xfrm flipH="1" rot="10800000">
            <a:off x="5437163" y="3467686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3" name="Google Shape;4443;p106"/>
          <p:cNvCxnSpPr/>
          <p:nvPr/>
        </p:nvCxnSpPr>
        <p:spPr>
          <a:xfrm rot="10800000">
            <a:off x="5284763" y="3391486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4" name="Google Shape;4444;p106"/>
          <p:cNvCxnSpPr/>
          <p:nvPr/>
        </p:nvCxnSpPr>
        <p:spPr>
          <a:xfrm flipH="1" rot="10800000">
            <a:off x="4065563" y="4305886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5" name="Google Shape;4445;p106"/>
          <p:cNvCxnSpPr/>
          <p:nvPr/>
        </p:nvCxnSpPr>
        <p:spPr>
          <a:xfrm flipH="1" rot="10800000">
            <a:off x="5132363" y="4382086"/>
            <a:ext cx="14478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6" name="Google Shape;4446;p106"/>
          <p:cNvCxnSpPr/>
          <p:nvPr/>
        </p:nvCxnSpPr>
        <p:spPr>
          <a:xfrm flipH="1" rot="10800000">
            <a:off x="3913163" y="3924886"/>
            <a:ext cx="762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7" name="Google Shape;4447;p106"/>
          <p:cNvCxnSpPr/>
          <p:nvPr/>
        </p:nvCxnSpPr>
        <p:spPr>
          <a:xfrm>
            <a:off x="4141763" y="3772486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8" name="Google Shape;4448;p106"/>
          <p:cNvCxnSpPr/>
          <p:nvPr/>
        </p:nvCxnSpPr>
        <p:spPr>
          <a:xfrm>
            <a:off x="5329213" y="3196224"/>
            <a:ext cx="71755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9" name="Google Shape;4449;p106"/>
          <p:cNvCxnSpPr/>
          <p:nvPr/>
        </p:nvCxnSpPr>
        <p:spPr>
          <a:xfrm>
            <a:off x="6199163" y="3467686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0" name="Google Shape;4450;p106"/>
          <p:cNvSpPr/>
          <p:nvPr/>
        </p:nvSpPr>
        <p:spPr>
          <a:xfrm>
            <a:off x="3684563" y="3620086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1" name="Google Shape;4451;p106"/>
          <p:cNvSpPr/>
          <p:nvPr/>
        </p:nvSpPr>
        <p:spPr>
          <a:xfrm>
            <a:off x="3836963" y="3467686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2" name="Google Shape;4452;p106"/>
          <p:cNvSpPr/>
          <p:nvPr/>
        </p:nvSpPr>
        <p:spPr>
          <a:xfrm>
            <a:off x="3684563" y="438208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3" name="Google Shape;4453;p106"/>
          <p:cNvSpPr/>
          <p:nvPr/>
        </p:nvSpPr>
        <p:spPr>
          <a:xfrm>
            <a:off x="5056163" y="4001086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4" name="Google Shape;4454;p106"/>
          <p:cNvSpPr/>
          <p:nvPr/>
        </p:nvSpPr>
        <p:spPr>
          <a:xfrm>
            <a:off x="4903763" y="301048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5" name="Google Shape;4455;p106"/>
          <p:cNvSpPr/>
          <p:nvPr/>
        </p:nvSpPr>
        <p:spPr>
          <a:xfrm>
            <a:off x="5970563" y="499168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6" name="Google Shape;4456;p106"/>
          <p:cNvSpPr/>
          <p:nvPr/>
        </p:nvSpPr>
        <p:spPr>
          <a:xfrm>
            <a:off x="6427763" y="407728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7" name="Google Shape;4457;p106"/>
          <p:cNvSpPr/>
          <p:nvPr/>
        </p:nvSpPr>
        <p:spPr>
          <a:xfrm>
            <a:off x="5894363" y="308668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8" name="Google Shape;4458;p106"/>
          <p:cNvSpPr/>
          <p:nvPr/>
        </p:nvSpPr>
        <p:spPr>
          <a:xfrm>
            <a:off x="4675163" y="499168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59" name="Google Shape;4459;p106"/>
          <p:cNvCxnSpPr/>
          <p:nvPr/>
        </p:nvCxnSpPr>
        <p:spPr>
          <a:xfrm>
            <a:off x="5437163" y="4382086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0" name="Google Shape;4460;p106"/>
          <p:cNvCxnSpPr/>
          <p:nvPr/>
        </p:nvCxnSpPr>
        <p:spPr>
          <a:xfrm rot="10800000">
            <a:off x="5132363" y="5296486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1" name="Google Shape;4461;p106"/>
          <p:cNvCxnSpPr/>
          <p:nvPr/>
        </p:nvCxnSpPr>
        <p:spPr>
          <a:xfrm rot="10800000">
            <a:off x="4065563" y="4763086"/>
            <a:ext cx="609600" cy="3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2" name="Google Shape;4462;p106"/>
          <p:cNvSpPr txBox="1"/>
          <p:nvPr/>
        </p:nvSpPr>
        <p:spPr>
          <a:xfrm>
            <a:off x="5437163" y="52202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3" name="Google Shape;4463;p106"/>
          <p:cNvSpPr txBox="1"/>
          <p:nvPr/>
        </p:nvSpPr>
        <p:spPr>
          <a:xfrm>
            <a:off x="5262538" y="469799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4" name="Google Shape;4464;p106"/>
          <p:cNvSpPr txBox="1"/>
          <p:nvPr/>
        </p:nvSpPr>
        <p:spPr>
          <a:xfrm>
            <a:off x="5522888" y="435986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5" name="Google Shape;4465;p106"/>
          <p:cNvSpPr txBox="1"/>
          <p:nvPr/>
        </p:nvSpPr>
        <p:spPr>
          <a:xfrm>
            <a:off x="5794351" y="3891549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6" name="Google Shape;4466;p106"/>
          <p:cNvSpPr txBox="1"/>
          <p:nvPr/>
        </p:nvSpPr>
        <p:spPr>
          <a:xfrm>
            <a:off x="6351563" y="35438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7" name="Google Shape;4467;p106"/>
          <p:cNvSpPr txBox="1"/>
          <p:nvPr/>
        </p:nvSpPr>
        <p:spPr>
          <a:xfrm>
            <a:off x="5426051" y="371851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8" name="Google Shape;4468;p106"/>
          <p:cNvSpPr txBox="1"/>
          <p:nvPr/>
        </p:nvSpPr>
        <p:spPr>
          <a:xfrm>
            <a:off x="5481613" y="29342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9" name="Google Shape;4469;p106"/>
          <p:cNvSpPr txBox="1"/>
          <p:nvPr/>
        </p:nvSpPr>
        <p:spPr>
          <a:xfrm>
            <a:off x="4979963" y="35438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0" name="Google Shape;4470;p106"/>
          <p:cNvSpPr txBox="1"/>
          <p:nvPr/>
        </p:nvSpPr>
        <p:spPr>
          <a:xfrm>
            <a:off x="4675163" y="37724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1" name="Google Shape;4471;p106"/>
          <p:cNvSpPr txBox="1"/>
          <p:nvPr/>
        </p:nvSpPr>
        <p:spPr>
          <a:xfrm>
            <a:off x="4370363" y="42296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2" name="Google Shape;4472;p106"/>
          <p:cNvSpPr txBox="1"/>
          <p:nvPr/>
        </p:nvSpPr>
        <p:spPr>
          <a:xfrm>
            <a:off x="4206851" y="490596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3" name="Google Shape;4473;p106"/>
          <p:cNvCxnSpPr/>
          <p:nvPr/>
        </p:nvCxnSpPr>
        <p:spPr>
          <a:xfrm flipH="1" rot="10800000">
            <a:off x="4262413" y="3369261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4" name="Google Shape;4474;p106"/>
          <p:cNvSpPr txBox="1"/>
          <p:nvPr/>
        </p:nvSpPr>
        <p:spPr>
          <a:xfrm>
            <a:off x="4294163" y="323908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5" name="Google Shape;4475;p106"/>
          <p:cNvSpPr txBox="1"/>
          <p:nvPr/>
        </p:nvSpPr>
        <p:spPr>
          <a:xfrm>
            <a:off x="6351563" y="247708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6" name="Google Shape;4476;p106"/>
          <p:cNvCxnSpPr/>
          <p:nvPr/>
        </p:nvCxnSpPr>
        <p:spPr>
          <a:xfrm flipH="1">
            <a:off x="6427763" y="4991686"/>
            <a:ext cx="228600" cy="19526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7" name="Google Shape;4477;p106"/>
          <p:cNvSpPr txBox="1"/>
          <p:nvPr>
            <p:ph type="title"/>
          </p:nvPr>
        </p:nvSpPr>
        <p:spPr>
          <a:xfrm>
            <a:off x="1566863" y="371475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3" name="Shape 4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4" name="Google Shape;4484;p107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5" name="Google Shape;4485;p10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86" name="Google Shape;448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87" name="Google Shape;4487;p107"/>
          <p:cNvGraphicFramePr/>
          <p:nvPr/>
        </p:nvGraphicFramePr>
        <p:xfrm>
          <a:off x="8521504" y="30362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88" name="Google Shape;4488;p107"/>
          <p:cNvSpPr txBox="1"/>
          <p:nvPr/>
        </p:nvSpPr>
        <p:spPr>
          <a:xfrm>
            <a:off x="8084233" y="2077329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node with minimum distance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9" name="Google Shape;4489;p107"/>
          <p:cNvSpPr/>
          <p:nvPr/>
        </p:nvSpPr>
        <p:spPr>
          <a:xfrm>
            <a:off x="3604846" y="2657621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0" name="Google Shape;4490;p107"/>
          <p:cNvSpPr txBox="1"/>
          <p:nvPr/>
        </p:nvSpPr>
        <p:spPr>
          <a:xfrm>
            <a:off x="2134821" y="40292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1" name="Google Shape;4491;p107"/>
          <p:cNvCxnSpPr/>
          <p:nvPr/>
        </p:nvCxnSpPr>
        <p:spPr>
          <a:xfrm flipH="1">
            <a:off x="4781184" y="4334021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92" name="Google Shape;4492;p107"/>
          <p:cNvSpPr txBox="1"/>
          <p:nvPr/>
        </p:nvSpPr>
        <p:spPr>
          <a:xfrm>
            <a:off x="4547821" y="4659459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3" name="Google Shape;4493;p107"/>
          <p:cNvCxnSpPr/>
          <p:nvPr/>
        </p:nvCxnSpPr>
        <p:spPr>
          <a:xfrm>
            <a:off x="3528646" y="3343421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4" name="Google Shape;4494;p107"/>
          <p:cNvCxnSpPr/>
          <p:nvPr/>
        </p:nvCxnSpPr>
        <p:spPr>
          <a:xfrm flipH="1" rot="10800000">
            <a:off x="3833446" y="3495821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5" name="Google Shape;4495;p107"/>
          <p:cNvCxnSpPr/>
          <p:nvPr/>
        </p:nvCxnSpPr>
        <p:spPr>
          <a:xfrm rot="10800000">
            <a:off x="3681046" y="3419621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6" name="Google Shape;4496;p107"/>
          <p:cNvCxnSpPr/>
          <p:nvPr/>
        </p:nvCxnSpPr>
        <p:spPr>
          <a:xfrm flipH="1" rot="10800000">
            <a:off x="2461846" y="4334021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7" name="Google Shape;4497;p107"/>
          <p:cNvCxnSpPr/>
          <p:nvPr/>
        </p:nvCxnSpPr>
        <p:spPr>
          <a:xfrm flipH="1" rot="10800000">
            <a:off x="3528646" y="4410221"/>
            <a:ext cx="14478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8" name="Google Shape;4498;p107"/>
          <p:cNvCxnSpPr/>
          <p:nvPr/>
        </p:nvCxnSpPr>
        <p:spPr>
          <a:xfrm flipH="1" rot="10800000">
            <a:off x="2309446" y="3953021"/>
            <a:ext cx="76200" cy="533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9" name="Google Shape;4499;p107"/>
          <p:cNvCxnSpPr/>
          <p:nvPr/>
        </p:nvCxnSpPr>
        <p:spPr>
          <a:xfrm>
            <a:off x="2538046" y="3800621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0" name="Google Shape;4500;p107"/>
          <p:cNvCxnSpPr/>
          <p:nvPr/>
        </p:nvCxnSpPr>
        <p:spPr>
          <a:xfrm>
            <a:off x="3725496" y="3224359"/>
            <a:ext cx="71755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1" name="Google Shape;4501;p107"/>
          <p:cNvCxnSpPr/>
          <p:nvPr/>
        </p:nvCxnSpPr>
        <p:spPr>
          <a:xfrm>
            <a:off x="4595446" y="3495821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02" name="Google Shape;4502;p107"/>
          <p:cNvSpPr/>
          <p:nvPr/>
        </p:nvSpPr>
        <p:spPr>
          <a:xfrm>
            <a:off x="2080846" y="3648221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3" name="Google Shape;4503;p107"/>
          <p:cNvSpPr/>
          <p:nvPr/>
        </p:nvSpPr>
        <p:spPr>
          <a:xfrm>
            <a:off x="2233246" y="3495821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4" name="Google Shape;4504;p107"/>
          <p:cNvSpPr/>
          <p:nvPr/>
        </p:nvSpPr>
        <p:spPr>
          <a:xfrm>
            <a:off x="2080846" y="4410221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5" name="Google Shape;4505;p107"/>
          <p:cNvSpPr/>
          <p:nvPr/>
        </p:nvSpPr>
        <p:spPr>
          <a:xfrm>
            <a:off x="3452446" y="4029221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6" name="Google Shape;4506;p107"/>
          <p:cNvSpPr/>
          <p:nvPr/>
        </p:nvSpPr>
        <p:spPr>
          <a:xfrm>
            <a:off x="3300046" y="3038621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7" name="Google Shape;4507;p107"/>
          <p:cNvSpPr/>
          <p:nvPr/>
        </p:nvSpPr>
        <p:spPr>
          <a:xfrm>
            <a:off x="4366846" y="5019821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8" name="Google Shape;4508;p107"/>
          <p:cNvSpPr/>
          <p:nvPr/>
        </p:nvSpPr>
        <p:spPr>
          <a:xfrm>
            <a:off x="4824046" y="4105421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9" name="Google Shape;4509;p107"/>
          <p:cNvSpPr/>
          <p:nvPr/>
        </p:nvSpPr>
        <p:spPr>
          <a:xfrm>
            <a:off x="4290646" y="3114821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0" name="Google Shape;4510;p107"/>
          <p:cNvSpPr/>
          <p:nvPr/>
        </p:nvSpPr>
        <p:spPr>
          <a:xfrm>
            <a:off x="3071446" y="5019821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1" name="Google Shape;4511;p107"/>
          <p:cNvCxnSpPr/>
          <p:nvPr/>
        </p:nvCxnSpPr>
        <p:spPr>
          <a:xfrm>
            <a:off x="3833446" y="4410221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2" name="Google Shape;4512;p107"/>
          <p:cNvCxnSpPr/>
          <p:nvPr/>
        </p:nvCxnSpPr>
        <p:spPr>
          <a:xfrm rot="10800000">
            <a:off x="3528646" y="5324621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3" name="Google Shape;4513;p107"/>
          <p:cNvCxnSpPr/>
          <p:nvPr/>
        </p:nvCxnSpPr>
        <p:spPr>
          <a:xfrm rot="10800000">
            <a:off x="2461846" y="4791221"/>
            <a:ext cx="609600" cy="3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4" name="Google Shape;4514;p107"/>
          <p:cNvSpPr txBox="1"/>
          <p:nvPr/>
        </p:nvSpPr>
        <p:spPr>
          <a:xfrm>
            <a:off x="3833446" y="52484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5" name="Google Shape;4515;p107"/>
          <p:cNvSpPr txBox="1"/>
          <p:nvPr/>
        </p:nvSpPr>
        <p:spPr>
          <a:xfrm>
            <a:off x="3658821" y="472613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6" name="Google Shape;4516;p107"/>
          <p:cNvSpPr txBox="1"/>
          <p:nvPr/>
        </p:nvSpPr>
        <p:spPr>
          <a:xfrm>
            <a:off x="3919171" y="438799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7" name="Google Shape;4517;p107"/>
          <p:cNvSpPr txBox="1"/>
          <p:nvPr/>
        </p:nvSpPr>
        <p:spPr>
          <a:xfrm>
            <a:off x="4190634" y="3919684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8" name="Google Shape;4518;p107"/>
          <p:cNvSpPr txBox="1"/>
          <p:nvPr/>
        </p:nvSpPr>
        <p:spPr>
          <a:xfrm>
            <a:off x="4747846" y="35720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9" name="Google Shape;4519;p107"/>
          <p:cNvSpPr txBox="1"/>
          <p:nvPr/>
        </p:nvSpPr>
        <p:spPr>
          <a:xfrm>
            <a:off x="3822334" y="374664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0" name="Google Shape;4520;p107"/>
          <p:cNvSpPr txBox="1"/>
          <p:nvPr/>
        </p:nvSpPr>
        <p:spPr>
          <a:xfrm>
            <a:off x="3877896" y="29624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1" name="Google Shape;4521;p107"/>
          <p:cNvSpPr txBox="1"/>
          <p:nvPr/>
        </p:nvSpPr>
        <p:spPr>
          <a:xfrm>
            <a:off x="3376246" y="35720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2" name="Google Shape;4522;p107"/>
          <p:cNvSpPr txBox="1"/>
          <p:nvPr/>
        </p:nvSpPr>
        <p:spPr>
          <a:xfrm>
            <a:off x="3071446" y="38006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3" name="Google Shape;4523;p107"/>
          <p:cNvSpPr txBox="1"/>
          <p:nvPr/>
        </p:nvSpPr>
        <p:spPr>
          <a:xfrm>
            <a:off x="2766646" y="42578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4" name="Google Shape;4524;p107"/>
          <p:cNvSpPr txBox="1"/>
          <p:nvPr/>
        </p:nvSpPr>
        <p:spPr>
          <a:xfrm>
            <a:off x="2603134" y="493409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5" name="Google Shape;4525;p107"/>
          <p:cNvCxnSpPr/>
          <p:nvPr/>
        </p:nvCxnSpPr>
        <p:spPr>
          <a:xfrm flipH="1" rot="10800000">
            <a:off x="2658696" y="3397396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6" name="Google Shape;4526;p107"/>
          <p:cNvSpPr txBox="1"/>
          <p:nvPr/>
        </p:nvSpPr>
        <p:spPr>
          <a:xfrm>
            <a:off x="2690446" y="326722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7" name="Google Shape;4527;p107"/>
          <p:cNvSpPr txBox="1"/>
          <p:nvPr/>
        </p:nvSpPr>
        <p:spPr>
          <a:xfrm>
            <a:off x="4747846" y="250522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8" name="Google Shape;4528;p107"/>
          <p:cNvCxnSpPr/>
          <p:nvPr/>
        </p:nvCxnSpPr>
        <p:spPr>
          <a:xfrm flipH="1">
            <a:off x="4824046" y="5019821"/>
            <a:ext cx="228600" cy="19526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9" name="Google Shape;4529;p107"/>
          <p:cNvSpPr txBox="1"/>
          <p:nvPr>
            <p:ph type="title"/>
          </p:nvPr>
        </p:nvSpPr>
        <p:spPr>
          <a:xfrm>
            <a:off x="1617663" y="3762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5" name="Shape 4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" name="Google Shape;4536;p108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7" name="Google Shape;4537;p10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38" name="Google Shape;4538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39" name="Google Shape;4539;p108"/>
          <p:cNvGraphicFramePr/>
          <p:nvPr/>
        </p:nvGraphicFramePr>
        <p:xfrm>
          <a:off x="7818120" y="26564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40" name="Google Shape;4540;p108"/>
          <p:cNvSpPr txBox="1"/>
          <p:nvPr/>
        </p:nvSpPr>
        <p:spPr>
          <a:xfrm>
            <a:off x="7577796" y="5788856"/>
            <a:ext cx="2819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entries unchanged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1" name="Google Shape;4541;p108"/>
          <p:cNvSpPr txBox="1"/>
          <p:nvPr/>
        </p:nvSpPr>
        <p:spPr>
          <a:xfrm>
            <a:off x="7549661" y="1795975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distances of adjacent, unselected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2" name="Google Shape;4542;p108"/>
          <p:cNvSpPr/>
          <p:nvPr/>
        </p:nvSpPr>
        <p:spPr>
          <a:xfrm>
            <a:off x="4069080" y="2446606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3" name="Google Shape;4543;p108"/>
          <p:cNvSpPr txBox="1"/>
          <p:nvPr/>
        </p:nvSpPr>
        <p:spPr>
          <a:xfrm>
            <a:off x="2599055" y="38182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4" name="Google Shape;4544;p108"/>
          <p:cNvCxnSpPr/>
          <p:nvPr/>
        </p:nvCxnSpPr>
        <p:spPr>
          <a:xfrm flipH="1">
            <a:off x="5245418" y="4123006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5" name="Google Shape;4545;p108"/>
          <p:cNvSpPr txBox="1"/>
          <p:nvPr/>
        </p:nvSpPr>
        <p:spPr>
          <a:xfrm>
            <a:off x="5012055" y="4448444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6" name="Google Shape;4546;p108"/>
          <p:cNvCxnSpPr/>
          <p:nvPr/>
        </p:nvCxnSpPr>
        <p:spPr>
          <a:xfrm>
            <a:off x="3992880" y="3132406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7" name="Google Shape;4547;p108"/>
          <p:cNvCxnSpPr/>
          <p:nvPr/>
        </p:nvCxnSpPr>
        <p:spPr>
          <a:xfrm flipH="1" rot="10800000">
            <a:off x="4297680" y="3284806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8" name="Google Shape;4548;p108"/>
          <p:cNvCxnSpPr/>
          <p:nvPr/>
        </p:nvCxnSpPr>
        <p:spPr>
          <a:xfrm rot="10800000">
            <a:off x="4145280" y="3208606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9" name="Google Shape;4549;p108"/>
          <p:cNvCxnSpPr/>
          <p:nvPr/>
        </p:nvCxnSpPr>
        <p:spPr>
          <a:xfrm flipH="1" rot="10800000">
            <a:off x="2926080" y="4123006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0" name="Google Shape;4550;p108"/>
          <p:cNvCxnSpPr/>
          <p:nvPr/>
        </p:nvCxnSpPr>
        <p:spPr>
          <a:xfrm flipH="1" rot="10800000">
            <a:off x="3992880" y="4199206"/>
            <a:ext cx="14478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1" name="Google Shape;4551;p108"/>
          <p:cNvCxnSpPr/>
          <p:nvPr/>
        </p:nvCxnSpPr>
        <p:spPr>
          <a:xfrm flipH="1" rot="10800000">
            <a:off x="2773680" y="3742006"/>
            <a:ext cx="76200" cy="533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2" name="Google Shape;4552;p108"/>
          <p:cNvCxnSpPr/>
          <p:nvPr/>
        </p:nvCxnSpPr>
        <p:spPr>
          <a:xfrm>
            <a:off x="3002280" y="3589606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3" name="Google Shape;4553;p108"/>
          <p:cNvCxnSpPr/>
          <p:nvPr/>
        </p:nvCxnSpPr>
        <p:spPr>
          <a:xfrm>
            <a:off x="4189730" y="3013344"/>
            <a:ext cx="71755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4" name="Google Shape;4554;p108"/>
          <p:cNvCxnSpPr/>
          <p:nvPr/>
        </p:nvCxnSpPr>
        <p:spPr>
          <a:xfrm>
            <a:off x="5059680" y="3284806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55" name="Google Shape;4555;p108"/>
          <p:cNvSpPr/>
          <p:nvPr/>
        </p:nvSpPr>
        <p:spPr>
          <a:xfrm>
            <a:off x="2545080" y="3437206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6" name="Google Shape;4556;p108"/>
          <p:cNvSpPr/>
          <p:nvPr/>
        </p:nvSpPr>
        <p:spPr>
          <a:xfrm>
            <a:off x="2697480" y="328480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7" name="Google Shape;4557;p108"/>
          <p:cNvSpPr/>
          <p:nvPr/>
        </p:nvSpPr>
        <p:spPr>
          <a:xfrm>
            <a:off x="2545080" y="419920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8" name="Google Shape;4558;p108"/>
          <p:cNvSpPr/>
          <p:nvPr/>
        </p:nvSpPr>
        <p:spPr>
          <a:xfrm>
            <a:off x="3916680" y="3818206"/>
            <a:ext cx="457200" cy="4572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9" name="Google Shape;4559;p108"/>
          <p:cNvSpPr/>
          <p:nvPr/>
        </p:nvSpPr>
        <p:spPr>
          <a:xfrm>
            <a:off x="3764280" y="282760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0" name="Google Shape;4560;p108"/>
          <p:cNvSpPr/>
          <p:nvPr/>
        </p:nvSpPr>
        <p:spPr>
          <a:xfrm>
            <a:off x="4831080" y="480880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1" name="Google Shape;4561;p108"/>
          <p:cNvSpPr/>
          <p:nvPr/>
        </p:nvSpPr>
        <p:spPr>
          <a:xfrm>
            <a:off x="5288280" y="389440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2" name="Google Shape;4562;p108"/>
          <p:cNvSpPr/>
          <p:nvPr/>
        </p:nvSpPr>
        <p:spPr>
          <a:xfrm>
            <a:off x="4754880" y="290380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3" name="Google Shape;4563;p108"/>
          <p:cNvSpPr/>
          <p:nvPr/>
        </p:nvSpPr>
        <p:spPr>
          <a:xfrm>
            <a:off x="3535680" y="4808806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64" name="Google Shape;4564;p108"/>
          <p:cNvCxnSpPr/>
          <p:nvPr/>
        </p:nvCxnSpPr>
        <p:spPr>
          <a:xfrm>
            <a:off x="4297680" y="4199206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5" name="Google Shape;4565;p108"/>
          <p:cNvCxnSpPr/>
          <p:nvPr/>
        </p:nvCxnSpPr>
        <p:spPr>
          <a:xfrm rot="10800000">
            <a:off x="3992880" y="5113606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6" name="Google Shape;4566;p108"/>
          <p:cNvCxnSpPr/>
          <p:nvPr/>
        </p:nvCxnSpPr>
        <p:spPr>
          <a:xfrm rot="10800000">
            <a:off x="2926080" y="4580206"/>
            <a:ext cx="609600" cy="3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7" name="Google Shape;4567;p108"/>
          <p:cNvSpPr txBox="1"/>
          <p:nvPr/>
        </p:nvSpPr>
        <p:spPr>
          <a:xfrm>
            <a:off x="4297680" y="50374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8" name="Google Shape;4568;p108"/>
          <p:cNvSpPr txBox="1"/>
          <p:nvPr/>
        </p:nvSpPr>
        <p:spPr>
          <a:xfrm>
            <a:off x="4123055" y="451511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9" name="Google Shape;4569;p108"/>
          <p:cNvSpPr txBox="1"/>
          <p:nvPr/>
        </p:nvSpPr>
        <p:spPr>
          <a:xfrm>
            <a:off x="4383405" y="4176981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0" name="Google Shape;4570;p108"/>
          <p:cNvSpPr txBox="1"/>
          <p:nvPr/>
        </p:nvSpPr>
        <p:spPr>
          <a:xfrm>
            <a:off x="4654868" y="3708669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1" name="Google Shape;4571;p108"/>
          <p:cNvSpPr txBox="1"/>
          <p:nvPr/>
        </p:nvSpPr>
        <p:spPr>
          <a:xfrm>
            <a:off x="5212080" y="33610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2" name="Google Shape;4572;p108"/>
          <p:cNvSpPr txBox="1"/>
          <p:nvPr/>
        </p:nvSpPr>
        <p:spPr>
          <a:xfrm>
            <a:off x="4286568" y="353563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3" name="Google Shape;4573;p108"/>
          <p:cNvSpPr txBox="1"/>
          <p:nvPr/>
        </p:nvSpPr>
        <p:spPr>
          <a:xfrm>
            <a:off x="4342130" y="27514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4" name="Google Shape;4574;p108"/>
          <p:cNvSpPr txBox="1"/>
          <p:nvPr/>
        </p:nvSpPr>
        <p:spPr>
          <a:xfrm>
            <a:off x="3840480" y="33610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5" name="Google Shape;4575;p108"/>
          <p:cNvSpPr txBox="1"/>
          <p:nvPr/>
        </p:nvSpPr>
        <p:spPr>
          <a:xfrm>
            <a:off x="3535680" y="35896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6" name="Google Shape;4576;p108"/>
          <p:cNvSpPr txBox="1"/>
          <p:nvPr/>
        </p:nvSpPr>
        <p:spPr>
          <a:xfrm>
            <a:off x="3230880" y="40468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7" name="Google Shape;4577;p108"/>
          <p:cNvSpPr txBox="1"/>
          <p:nvPr/>
        </p:nvSpPr>
        <p:spPr>
          <a:xfrm>
            <a:off x="3067368" y="472308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78" name="Google Shape;4578;p108"/>
          <p:cNvCxnSpPr/>
          <p:nvPr/>
        </p:nvCxnSpPr>
        <p:spPr>
          <a:xfrm flipH="1" rot="10800000">
            <a:off x="3122930" y="3186381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79" name="Google Shape;4579;p108"/>
          <p:cNvSpPr txBox="1"/>
          <p:nvPr/>
        </p:nvSpPr>
        <p:spPr>
          <a:xfrm>
            <a:off x="3154680" y="305620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0" name="Google Shape;4580;p108"/>
          <p:cNvSpPr txBox="1"/>
          <p:nvPr/>
        </p:nvSpPr>
        <p:spPr>
          <a:xfrm>
            <a:off x="5212080" y="229420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81" name="Google Shape;4581;p108"/>
          <p:cNvCxnSpPr/>
          <p:nvPr/>
        </p:nvCxnSpPr>
        <p:spPr>
          <a:xfrm flipH="1">
            <a:off x="5288280" y="4808806"/>
            <a:ext cx="228600" cy="19526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82" name="Google Shape;4582;p108"/>
          <p:cNvSpPr txBox="1"/>
          <p:nvPr>
            <p:ph type="title"/>
          </p:nvPr>
        </p:nvSpPr>
        <p:spPr>
          <a:xfrm>
            <a:off x="1706563" y="3381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8" name="Shape 4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9" name="Google Shape;4589;p109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0" name="Google Shape;4590;p10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91" name="Google Shape;4591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92" name="Google Shape;4592;p109"/>
          <p:cNvGraphicFramePr/>
          <p:nvPr/>
        </p:nvGraphicFramePr>
        <p:xfrm>
          <a:off x="7930662" y="25720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baseline="-25000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93" name="Google Shape;4593;p109"/>
          <p:cNvSpPr txBox="1"/>
          <p:nvPr/>
        </p:nvSpPr>
        <p:spPr>
          <a:xfrm>
            <a:off x="7662203" y="1795976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node with minimum distance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4" name="Google Shape;4594;p109"/>
          <p:cNvSpPr/>
          <p:nvPr/>
        </p:nvSpPr>
        <p:spPr>
          <a:xfrm>
            <a:off x="4462975" y="2432538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5" name="Google Shape;4595;p109"/>
          <p:cNvSpPr txBox="1"/>
          <p:nvPr/>
        </p:nvSpPr>
        <p:spPr>
          <a:xfrm>
            <a:off x="2992950" y="3804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96" name="Google Shape;4596;p109"/>
          <p:cNvCxnSpPr/>
          <p:nvPr/>
        </p:nvCxnSpPr>
        <p:spPr>
          <a:xfrm flipH="1">
            <a:off x="5639313" y="4108938"/>
            <a:ext cx="3810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7" name="Google Shape;4597;p109"/>
          <p:cNvSpPr txBox="1"/>
          <p:nvPr/>
        </p:nvSpPr>
        <p:spPr>
          <a:xfrm>
            <a:off x="5405950" y="4434376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98" name="Google Shape;4598;p109"/>
          <p:cNvCxnSpPr/>
          <p:nvPr/>
        </p:nvCxnSpPr>
        <p:spPr>
          <a:xfrm>
            <a:off x="4386775" y="3118338"/>
            <a:ext cx="1524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9" name="Google Shape;4599;p109"/>
          <p:cNvCxnSpPr/>
          <p:nvPr/>
        </p:nvCxnSpPr>
        <p:spPr>
          <a:xfrm flipH="1" rot="10800000">
            <a:off x="4691575" y="3270738"/>
            <a:ext cx="5334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0" name="Google Shape;4600;p109"/>
          <p:cNvCxnSpPr/>
          <p:nvPr/>
        </p:nvCxnSpPr>
        <p:spPr>
          <a:xfrm rot="10800000">
            <a:off x="4539175" y="3194538"/>
            <a:ext cx="12192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1" name="Google Shape;4601;p109"/>
          <p:cNvCxnSpPr/>
          <p:nvPr/>
        </p:nvCxnSpPr>
        <p:spPr>
          <a:xfrm flipH="1" rot="10800000">
            <a:off x="3319975" y="4108938"/>
            <a:ext cx="990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2" name="Google Shape;4602;p109"/>
          <p:cNvCxnSpPr/>
          <p:nvPr/>
        </p:nvCxnSpPr>
        <p:spPr>
          <a:xfrm flipH="1" rot="10800000">
            <a:off x="4386775" y="4185138"/>
            <a:ext cx="14478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3" name="Google Shape;4603;p109"/>
          <p:cNvCxnSpPr/>
          <p:nvPr/>
        </p:nvCxnSpPr>
        <p:spPr>
          <a:xfrm flipH="1" rot="10800000">
            <a:off x="3167575" y="3727938"/>
            <a:ext cx="76200" cy="533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4" name="Google Shape;4604;p109"/>
          <p:cNvCxnSpPr/>
          <p:nvPr/>
        </p:nvCxnSpPr>
        <p:spPr>
          <a:xfrm>
            <a:off x="3396175" y="3575538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5" name="Google Shape;4605;p109"/>
          <p:cNvCxnSpPr/>
          <p:nvPr/>
        </p:nvCxnSpPr>
        <p:spPr>
          <a:xfrm>
            <a:off x="4583625" y="2999276"/>
            <a:ext cx="71755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6" name="Google Shape;4606;p109"/>
          <p:cNvCxnSpPr/>
          <p:nvPr/>
        </p:nvCxnSpPr>
        <p:spPr>
          <a:xfrm>
            <a:off x="5453575" y="3270738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07" name="Google Shape;4607;p109"/>
          <p:cNvSpPr/>
          <p:nvPr/>
        </p:nvSpPr>
        <p:spPr>
          <a:xfrm>
            <a:off x="2938975" y="3423138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8" name="Google Shape;4608;p109"/>
          <p:cNvSpPr/>
          <p:nvPr/>
        </p:nvSpPr>
        <p:spPr>
          <a:xfrm>
            <a:off x="3091375" y="327073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9" name="Google Shape;4609;p109"/>
          <p:cNvSpPr/>
          <p:nvPr/>
        </p:nvSpPr>
        <p:spPr>
          <a:xfrm>
            <a:off x="2938975" y="418513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0" name="Google Shape;4610;p109"/>
          <p:cNvSpPr/>
          <p:nvPr/>
        </p:nvSpPr>
        <p:spPr>
          <a:xfrm>
            <a:off x="4310575" y="380413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1" name="Google Shape;4611;p109"/>
          <p:cNvSpPr/>
          <p:nvPr/>
        </p:nvSpPr>
        <p:spPr>
          <a:xfrm>
            <a:off x="4158175" y="281353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2" name="Google Shape;4612;p109"/>
          <p:cNvSpPr/>
          <p:nvPr/>
        </p:nvSpPr>
        <p:spPr>
          <a:xfrm>
            <a:off x="5224975" y="479473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3" name="Google Shape;4613;p109"/>
          <p:cNvSpPr/>
          <p:nvPr/>
        </p:nvSpPr>
        <p:spPr>
          <a:xfrm>
            <a:off x="5682175" y="388033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4" name="Google Shape;4614;p109"/>
          <p:cNvSpPr/>
          <p:nvPr/>
        </p:nvSpPr>
        <p:spPr>
          <a:xfrm>
            <a:off x="5148775" y="288973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5" name="Google Shape;4615;p109"/>
          <p:cNvSpPr/>
          <p:nvPr/>
        </p:nvSpPr>
        <p:spPr>
          <a:xfrm>
            <a:off x="3929575" y="4794738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6" name="Google Shape;4616;p109"/>
          <p:cNvCxnSpPr/>
          <p:nvPr/>
        </p:nvCxnSpPr>
        <p:spPr>
          <a:xfrm>
            <a:off x="4691575" y="4185138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7" name="Google Shape;4617;p109"/>
          <p:cNvCxnSpPr/>
          <p:nvPr/>
        </p:nvCxnSpPr>
        <p:spPr>
          <a:xfrm rot="10800000">
            <a:off x="4386775" y="5099538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8" name="Google Shape;4618;p109"/>
          <p:cNvCxnSpPr/>
          <p:nvPr/>
        </p:nvCxnSpPr>
        <p:spPr>
          <a:xfrm rot="10800000">
            <a:off x="3319975" y="4566138"/>
            <a:ext cx="609600" cy="3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9" name="Google Shape;4619;p109"/>
          <p:cNvSpPr txBox="1"/>
          <p:nvPr/>
        </p:nvSpPr>
        <p:spPr>
          <a:xfrm>
            <a:off x="4691575" y="5023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0" name="Google Shape;4620;p109"/>
          <p:cNvSpPr txBox="1"/>
          <p:nvPr/>
        </p:nvSpPr>
        <p:spPr>
          <a:xfrm>
            <a:off x="4516950" y="450105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1" name="Google Shape;4621;p109"/>
          <p:cNvSpPr txBox="1"/>
          <p:nvPr/>
        </p:nvSpPr>
        <p:spPr>
          <a:xfrm>
            <a:off x="4777300" y="4162913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2" name="Google Shape;4622;p109"/>
          <p:cNvSpPr txBox="1"/>
          <p:nvPr/>
        </p:nvSpPr>
        <p:spPr>
          <a:xfrm>
            <a:off x="5048763" y="3694601"/>
            <a:ext cx="4683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3" name="Google Shape;4623;p109"/>
          <p:cNvSpPr txBox="1"/>
          <p:nvPr/>
        </p:nvSpPr>
        <p:spPr>
          <a:xfrm>
            <a:off x="5605975" y="3346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4" name="Google Shape;4624;p109"/>
          <p:cNvSpPr txBox="1"/>
          <p:nvPr/>
        </p:nvSpPr>
        <p:spPr>
          <a:xfrm>
            <a:off x="4680463" y="35215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5" name="Google Shape;4625;p109"/>
          <p:cNvSpPr txBox="1"/>
          <p:nvPr/>
        </p:nvSpPr>
        <p:spPr>
          <a:xfrm>
            <a:off x="4736025" y="2737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6" name="Google Shape;4626;p109"/>
          <p:cNvSpPr txBox="1"/>
          <p:nvPr/>
        </p:nvSpPr>
        <p:spPr>
          <a:xfrm>
            <a:off x="4234375" y="3346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7" name="Google Shape;4627;p109"/>
          <p:cNvSpPr txBox="1"/>
          <p:nvPr/>
        </p:nvSpPr>
        <p:spPr>
          <a:xfrm>
            <a:off x="3929575" y="3575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8" name="Google Shape;4628;p109"/>
          <p:cNvSpPr txBox="1"/>
          <p:nvPr/>
        </p:nvSpPr>
        <p:spPr>
          <a:xfrm>
            <a:off x="3624775" y="4032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9" name="Google Shape;4629;p109"/>
          <p:cNvSpPr txBox="1"/>
          <p:nvPr/>
        </p:nvSpPr>
        <p:spPr>
          <a:xfrm>
            <a:off x="3461263" y="470901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0" name="Google Shape;4630;p109"/>
          <p:cNvCxnSpPr/>
          <p:nvPr/>
        </p:nvCxnSpPr>
        <p:spPr>
          <a:xfrm flipH="1" rot="10800000">
            <a:off x="3516825" y="3172313"/>
            <a:ext cx="685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1" name="Google Shape;4631;p109"/>
          <p:cNvSpPr txBox="1"/>
          <p:nvPr/>
        </p:nvSpPr>
        <p:spPr>
          <a:xfrm>
            <a:off x="3548575" y="3042138"/>
            <a:ext cx="47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2" name="Google Shape;4632;p109"/>
          <p:cNvSpPr txBox="1"/>
          <p:nvPr/>
        </p:nvSpPr>
        <p:spPr>
          <a:xfrm>
            <a:off x="5605975" y="2280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3" name="Google Shape;4633;p109"/>
          <p:cNvCxnSpPr/>
          <p:nvPr/>
        </p:nvCxnSpPr>
        <p:spPr>
          <a:xfrm flipH="1">
            <a:off x="5682175" y="4794738"/>
            <a:ext cx="228600" cy="19526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4" name="Google Shape;4634;p109"/>
          <p:cNvSpPr txBox="1"/>
          <p:nvPr>
            <p:ph type="title"/>
          </p:nvPr>
        </p:nvSpPr>
        <p:spPr>
          <a:xfrm>
            <a:off x="1744663" y="312738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0" name="Shape 4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1" name="Google Shape;4641;p110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2" name="Google Shape;4642;p1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43" name="Google Shape;4643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44" name="Google Shape;4644;p110"/>
          <p:cNvGraphicFramePr/>
          <p:nvPr/>
        </p:nvGraphicFramePr>
        <p:xfrm>
          <a:off x="8423031" y="2923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533400"/>
                <a:gridCol w="533400"/>
                <a:gridCol w="533400"/>
                <a:gridCol w="533400"/>
              </a:tblGrid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i="1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b="1" baseline="-25000" i="1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45" name="Google Shape;4645;p110"/>
          <p:cNvSpPr txBox="1"/>
          <p:nvPr/>
        </p:nvSpPr>
        <p:spPr>
          <a:xfrm>
            <a:off x="8027963" y="1922584"/>
            <a:ext cx="289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of Minimum Spanning Tree = Σ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baseline="-25000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6" name="Google Shape;4646;p110"/>
          <p:cNvSpPr txBox="1"/>
          <p:nvPr/>
        </p:nvSpPr>
        <p:spPr>
          <a:xfrm>
            <a:off x="8618294" y="5969391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7" name="Google Shape;4647;p110"/>
          <p:cNvSpPr/>
          <p:nvPr/>
        </p:nvSpPr>
        <p:spPr>
          <a:xfrm>
            <a:off x="4350434" y="2657622"/>
            <a:ext cx="2057400" cy="2514600"/>
          </a:xfrm>
          <a:custGeom>
            <a:rect b="b" l="l" r="r" t="t"/>
            <a:pathLst>
              <a:path extrusionOk="0" h="1584" w="1296">
                <a:moveTo>
                  <a:pt x="0" y="288"/>
                </a:moveTo>
                <a:cubicBezTo>
                  <a:pt x="100" y="144"/>
                  <a:pt x="200" y="0"/>
                  <a:pt x="384" y="0"/>
                </a:cubicBezTo>
                <a:cubicBezTo>
                  <a:pt x="568" y="0"/>
                  <a:pt x="960" y="112"/>
                  <a:pt x="1104" y="288"/>
                </a:cubicBezTo>
                <a:cubicBezTo>
                  <a:pt x="1248" y="464"/>
                  <a:pt x="1296" y="840"/>
                  <a:pt x="1248" y="1056"/>
                </a:cubicBezTo>
                <a:cubicBezTo>
                  <a:pt x="1200" y="1272"/>
                  <a:pt x="888" y="1496"/>
                  <a:pt x="816" y="1584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8" name="Google Shape;4648;p110"/>
          <p:cNvSpPr txBox="1"/>
          <p:nvPr/>
        </p:nvSpPr>
        <p:spPr>
          <a:xfrm>
            <a:off x="2880409" y="40292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49" name="Google Shape;4649;p110"/>
          <p:cNvCxnSpPr/>
          <p:nvPr/>
        </p:nvCxnSpPr>
        <p:spPr>
          <a:xfrm flipH="1" rot="10800000">
            <a:off x="4579034" y="3495822"/>
            <a:ext cx="5334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0" name="Google Shape;4650;p110"/>
          <p:cNvCxnSpPr/>
          <p:nvPr/>
        </p:nvCxnSpPr>
        <p:spPr>
          <a:xfrm flipH="1" rot="10800000">
            <a:off x="4274234" y="4410222"/>
            <a:ext cx="1447800" cy="76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1" name="Google Shape;4651;p110"/>
          <p:cNvCxnSpPr/>
          <p:nvPr/>
        </p:nvCxnSpPr>
        <p:spPr>
          <a:xfrm flipH="1" rot="10800000">
            <a:off x="3055034" y="3953022"/>
            <a:ext cx="76200" cy="533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2" name="Google Shape;4652;p110"/>
          <p:cNvCxnSpPr/>
          <p:nvPr/>
        </p:nvCxnSpPr>
        <p:spPr>
          <a:xfrm>
            <a:off x="4471084" y="3224360"/>
            <a:ext cx="71755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3" name="Google Shape;4653;p110"/>
          <p:cNvCxnSpPr/>
          <p:nvPr/>
        </p:nvCxnSpPr>
        <p:spPr>
          <a:xfrm>
            <a:off x="5341034" y="3495822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4" name="Google Shape;4654;p110"/>
          <p:cNvSpPr/>
          <p:nvPr/>
        </p:nvSpPr>
        <p:spPr>
          <a:xfrm>
            <a:off x="2826434" y="3648222"/>
            <a:ext cx="533400" cy="53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5" name="Google Shape;4655;p110"/>
          <p:cNvSpPr/>
          <p:nvPr/>
        </p:nvSpPr>
        <p:spPr>
          <a:xfrm>
            <a:off x="2978834" y="349582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6" name="Google Shape;4656;p110"/>
          <p:cNvSpPr/>
          <p:nvPr/>
        </p:nvSpPr>
        <p:spPr>
          <a:xfrm>
            <a:off x="2826434" y="441022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7" name="Google Shape;4657;p110"/>
          <p:cNvSpPr/>
          <p:nvPr/>
        </p:nvSpPr>
        <p:spPr>
          <a:xfrm>
            <a:off x="4198034" y="402922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8" name="Google Shape;4658;p110"/>
          <p:cNvSpPr/>
          <p:nvPr/>
        </p:nvSpPr>
        <p:spPr>
          <a:xfrm>
            <a:off x="4045634" y="303862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9" name="Google Shape;4659;p110"/>
          <p:cNvSpPr/>
          <p:nvPr/>
        </p:nvSpPr>
        <p:spPr>
          <a:xfrm>
            <a:off x="5112434" y="501982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0" name="Google Shape;4660;p110"/>
          <p:cNvSpPr/>
          <p:nvPr/>
        </p:nvSpPr>
        <p:spPr>
          <a:xfrm>
            <a:off x="5569634" y="410542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1" name="Google Shape;4661;p110"/>
          <p:cNvSpPr/>
          <p:nvPr/>
        </p:nvSpPr>
        <p:spPr>
          <a:xfrm>
            <a:off x="5036234" y="311482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2" name="Google Shape;4662;p110"/>
          <p:cNvSpPr/>
          <p:nvPr/>
        </p:nvSpPr>
        <p:spPr>
          <a:xfrm>
            <a:off x="3817034" y="5019822"/>
            <a:ext cx="457200" cy="4572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3" name="Google Shape;4663;p110"/>
          <p:cNvCxnSpPr/>
          <p:nvPr/>
        </p:nvCxnSpPr>
        <p:spPr>
          <a:xfrm rot="10800000">
            <a:off x="3207434" y="4791222"/>
            <a:ext cx="609600" cy="3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4" name="Google Shape;4664;p110"/>
          <p:cNvSpPr txBox="1"/>
          <p:nvPr/>
        </p:nvSpPr>
        <p:spPr>
          <a:xfrm>
            <a:off x="4404409" y="472613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5" name="Google Shape;4665;p110"/>
          <p:cNvSpPr txBox="1"/>
          <p:nvPr/>
        </p:nvSpPr>
        <p:spPr>
          <a:xfrm>
            <a:off x="5493434" y="35720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6" name="Google Shape;4666;p110"/>
          <p:cNvSpPr txBox="1"/>
          <p:nvPr/>
        </p:nvSpPr>
        <p:spPr>
          <a:xfrm>
            <a:off x="4567922" y="374664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7" name="Google Shape;4667;p110"/>
          <p:cNvSpPr txBox="1"/>
          <p:nvPr/>
        </p:nvSpPr>
        <p:spPr>
          <a:xfrm>
            <a:off x="4623484" y="29624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8" name="Google Shape;4668;p110"/>
          <p:cNvSpPr txBox="1"/>
          <p:nvPr/>
        </p:nvSpPr>
        <p:spPr>
          <a:xfrm>
            <a:off x="3348722" y="493409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9" name="Google Shape;4669;p110"/>
          <p:cNvSpPr txBox="1"/>
          <p:nvPr/>
        </p:nvSpPr>
        <p:spPr>
          <a:xfrm>
            <a:off x="5493434" y="250522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0" name="Google Shape;4670;p110"/>
          <p:cNvCxnSpPr/>
          <p:nvPr/>
        </p:nvCxnSpPr>
        <p:spPr>
          <a:xfrm flipH="1">
            <a:off x="5569634" y="5019822"/>
            <a:ext cx="228600" cy="19526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71" name="Google Shape;4671;p110"/>
          <p:cNvSpPr txBox="1"/>
          <p:nvPr>
            <p:ph type="title"/>
          </p:nvPr>
        </p:nvSpPr>
        <p:spPr>
          <a:xfrm>
            <a:off x="1516063" y="461963"/>
            <a:ext cx="10058400" cy="968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7" name="Shape 4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8" name="Google Shape;4678;p170"/>
          <p:cNvSpPr txBox="1"/>
          <p:nvPr>
            <p:ph idx="1" type="body"/>
          </p:nvPr>
        </p:nvSpPr>
        <p:spPr>
          <a:xfrm>
            <a:off x="195070" y="1853625"/>
            <a:ext cx="5014155" cy="4182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Algorithm prims(start_v){  </a:t>
            </a:r>
            <a:endParaRPr/>
          </a:p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//cost[i][j] is either +ve or infinity. </a:t>
            </a:r>
            <a:endParaRPr/>
          </a:p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//A MST is  computed &amp; stored as a set of edges in the //array  t[n][1].  t[i][0], t[i][1]) is an edge in the MST </a:t>
            </a:r>
            <a:endParaRPr/>
          </a:p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//where 0&lt;i&lt;n.</a:t>
            </a:r>
            <a:endParaRPr sz="16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 start_v be the starting vertex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{         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//Initialize nearest</a:t>
            </a:r>
            <a:endParaRPr sz="16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nearest [start_v] = -1;</a:t>
            </a:r>
            <a:endParaRPr/>
          </a:p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for i=0 to n-1 do            </a:t>
            </a:r>
            <a:endParaRPr/>
          </a:p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{  	if(i!=start_v)</a:t>
            </a:r>
            <a:endParaRPr/>
          </a:p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                        nearest[i]= start_v;</a:t>
            </a:r>
            <a:endParaRPr/>
          </a:p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}  </a:t>
            </a:r>
            <a:endParaRPr/>
          </a:p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r=0; </a:t>
            </a:r>
            <a:endParaRPr/>
          </a:p>
        </p:txBody>
      </p:sp>
      <p:sp>
        <p:nvSpPr>
          <p:cNvPr id="4679" name="Google Shape;4679;p170"/>
          <p:cNvSpPr txBox="1"/>
          <p:nvPr>
            <p:ph idx="2" type="body"/>
          </p:nvPr>
        </p:nvSpPr>
        <p:spPr>
          <a:xfrm>
            <a:off x="5965583" y="1125416"/>
            <a:ext cx="5695582" cy="52548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600"/>
              <a:t> 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for  i=1 to n-1 do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{  //find n-1 additional edges for t</a:t>
            </a:r>
            <a:endParaRPr sz="1600">
              <a:solidFill>
                <a:srgbClr val="7030A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     min= ∞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    for k=0 to n-1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{</a:t>
            </a:r>
            <a:r>
              <a:rPr lang="en-US" sz="1600"/>
              <a:t>  </a:t>
            </a: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find  j :  vertex such that;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	if (nearest[k]!= -1 and cost[k, nearest[k]] &lt;min)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                 {  j=k ; min= cost[k, nearest[k]];}  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}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//update tree and total cost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    t[ r][0]=nearest[j] , t[r][1]=j; t[r][2] = min;  r=r+1;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    mincost = mincost +cost[j, nearest[j]);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    nearest[j]=-1;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//update nearest for remaining vertices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    for k=0 to n-1 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{   </a:t>
            </a:r>
            <a:r>
              <a:rPr lang="en-US" sz="1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         if(nearest[k]!= -1 and (cost[k, nearest[k])&gt; cost[k, j]   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                nearest[k]=j;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   }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           }  //end for i=1 to n-1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return mincost;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600"/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680" name="Google Shape;4680;p17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1" name="Google Shape;4681;p17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82" name="Google Shape;4682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683" name="Google Shape;4683;p170"/>
          <p:cNvSpPr txBox="1"/>
          <p:nvPr/>
        </p:nvSpPr>
        <p:spPr>
          <a:xfrm>
            <a:off x="1369996" y="194108"/>
            <a:ext cx="10058400" cy="8171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Prim’s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8" name="Shape 4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" name="Google Shape;4689;gd5047cd828_1_0"/>
          <p:cNvSpPr txBox="1"/>
          <p:nvPr>
            <p:ph idx="1" type="body"/>
          </p:nvPr>
        </p:nvSpPr>
        <p:spPr>
          <a:xfrm>
            <a:off x="406400" y="1905000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/>
              <a:t>Cost Adjacancy Matrix</a:t>
            </a:r>
            <a:endParaRPr/>
          </a:p>
        </p:txBody>
      </p:sp>
      <p:graphicFrame>
        <p:nvGraphicFramePr>
          <p:cNvPr id="4690" name="Google Shape;4690;gd5047cd828_1_0"/>
          <p:cNvGraphicFramePr/>
          <p:nvPr/>
        </p:nvGraphicFramePr>
        <p:xfrm>
          <a:off x="5066748" y="15339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Stv=1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Near[1]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Near[2]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Near[3]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Near[4]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Near[5]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graphicFrame>
        <p:nvGraphicFramePr>
          <p:cNvPr id="4691" name="Google Shape;4691;gd5047cd828_1_0"/>
          <p:cNvGraphicFramePr/>
          <p:nvPr/>
        </p:nvGraphicFramePr>
        <p:xfrm>
          <a:off x="711200" y="2514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643475"/>
                <a:gridCol w="643475"/>
                <a:gridCol w="643475"/>
                <a:gridCol w="643475"/>
                <a:gridCol w="788775"/>
                <a:gridCol w="498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sp>
        <p:nvSpPr>
          <p:cNvPr id="4692" name="Google Shape;4692;gd5047cd828_1_0"/>
          <p:cNvSpPr/>
          <p:nvPr/>
        </p:nvSpPr>
        <p:spPr>
          <a:xfrm>
            <a:off x="11379200" y="3170381"/>
            <a:ext cx="711300" cy="3048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64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3" name="Google Shape;4693;gd5047cd828_1_0"/>
          <p:cNvSpPr txBox="1"/>
          <p:nvPr/>
        </p:nvSpPr>
        <p:spPr>
          <a:xfrm>
            <a:off x="11379200" y="2895600"/>
            <a:ext cx="81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694" name="Google Shape;4694;gd5047cd828_1_0"/>
          <p:cNvGraphicFramePr/>
          <p:nvPr/>
        </p:nvGraphicFramePr>
        <p:xfrm>
          <a:off x="8128000" y="15339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2287875"/>
                <a:gridCol w="9633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Stv=1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cost[2,near[2]]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cost[3,near[3]]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cost[4,near[4]]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Cost[5,near[5]]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</a:t>
                      </a: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pic>
        <p:nvPicPr>
          <p:cNvPr id="4695" name="Google Shape;4695;gd5047cd828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" y="152400"/>
            <a:ext cx="3048000" cy="1904999"/>
          </a:xfrm>
          <a:prstGeom prst="rect">
            <a:avLst/>
          </a:prstGeom>
          <a:noFill/>
          <a:ln>
            <a:noFill/>
          </a:ln>
        </p:spPr>
      </p:pic>
      <p:sp>
        <p:nvSpPr>
          <p:cNvPr id="4696" name="Google Shape;4696;gd5047cd828_1_0"/>
          <p:cNvSpPr txBox="1"/>
          <p:nvPr/>
        </p:nvSpPr>
        <p:spPr>
          <a:xfrm>
            <a:off x="5181600" y="4876800"/>
            <a:ext cx="66039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 near[1]= -1 as it has been included in ST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97" name="Google Shape;4697;gd5047cd828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0611" y="0"/>
            <a:ext cx="1110572" cy="927652"/>
          </a:xfrm>
          <a:prstGeom prst="rect">
            <a:avLst/>
          </a:prstGeom>
          <a:noFill/>
          <a:ln>
            <a:noFill/>
          </a:ln>
        </p:spPr>
      </p:pic>
      <p:sp>
        <p:nvSpPr>
          <p:cNvPr id="4698" name="Google Shape;4698;gd5047cd828_1_0"/>
          <p:cNvSpPr txBox="1"/>
          <p:nvPr/>
        </p:nvSpPr>
        <p:spPr>
          <a:xfrm>
            <a:off x="5194300" y="1054100"/>
            <a:ext cx="228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 values of Near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9" name="Google Shape;4699;gd5047cd828_1_0"/>
          <p:cNvSpPr txBox="1"/>
          <p:nvPr/>
        </p:nvSpPr>
        <p:spPr>
          <a:xfrm>
            <a:off x="8191500" y="1168400"/>
            <a:ext cx="381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 i=1  find minimum edge connecting to v1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0" name="Google Shape;4700;gd5047cd828_1_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701" name="Google Shape;4701;gd5047cd828_1_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6" name="Shape 4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7" name="Google Shape;4707;gd5047cd828_1_17"/>
          <p:cNvSpPr txBox="1"/>
          <p:nvPr>
            <p:ph idx="1" type="body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/>
              <a:t>Cost Adjacancy Matrix</a:t>
            </a:r>
            <a:endParaRPr/>
          </a:p>
        </p:txBody>
      </p:sp>
      <p:graphicFrame>
        <p:nvGraphicFramePr>
          <p:cNvPr id="4708" name="Google Shape;4708;gd5047cd828_1_17"/>
          <p:cNvGraphicFramePr/>
          <p:nvPr/>
        </p:nvGraphicFramePr>
        <p:xfrm>
          <a:off x="8636000" y="304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1371600"/>
                <a:gridCol w="1371600"/>
              </a:tblGrid>
              <a:tr h="51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j=3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1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Near[1]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Near[2]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Near[3]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Near[4]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Near[5]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graphicFrame>
        <p:nvGraphicFramePr>
          <p:cNvPr id="4709" name="Google Shape;4709;gd5047cd828_1_17"/>
          <p:cNvGraphicFramePr/>
          <p:nvPr/>
        </p:nvGraphicFramePr>
        <p:xfrm>
          <a:off x="508000" y="30480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{FFAC38A5-4750-412C-82DB-E6BB03D30E54}</a:tableStyleId>
              </a:tblPr>
              <a:tblGrid>
                <a:gridCol w="643475"/>
                <a:gridCol w="643475"/>
                <a:gridCol w="643475"/>
                <a:gridCol w="643475"/>
                <a:gridCol w="788775"/>
                <a:gridCol w="498175"/>
              </a:tblGrid>
              <a:tr h="30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graphicFrame>
        <p:nvGraphicFramePr>
          <p:cNvPr id="4710" name="Google Shape;4710;gd5047cd828_1_17"/>
          <p:cNvGraphicFramePr/>
          <p:nvPr/>
        </p:nvGraphicFramePr>
        <p:xfrm>
          <a:off x="4876800" y="304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2235200"/>
                <a:gridCol w="12192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J=3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cost[2,3] &lt; cost[2,near[2]]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 &lt; 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cost[4,3] &lt; cost[4,near[4]]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12&lt; 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cost[5,3] &lt; cost[5,near[5]]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6  &lt;  </a:t>
                      </a: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sp>
        <p:nvSpPr>
          <p:cNvPr id="4711" name="Google Shape;4711;gd5047cd828_1_17"/>
          <p:cNvSpPr txBox="1"/>
          <p:nvPr>
            <p:ph type="title"/>
          </p:nvPr>
        </p:nvSpPr>
        <p:spPr>
          <a:xfrm>
            <a:off x="5345043" y="4290391"/>
            <a:ext cx="66039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 sz="2400"/>
              <a:t>Put near[3]= -1 as it has been included in ST </a:t>
            </a:r>
            <a:endParaRPr sz="2400"/>
          </a:p>
        </p:txBody>
      </p:sp>
      <p:graphicFrame>
        <p:nvGraphicFramePr>
          <p:cNvPr id="4712" name="Google Shape;4712;gd5047cd828_1_17"/>
          <p:cNvGraphicFramePr/>
          <p:nvPr/>
        </p:nvGraphicFramePr>
        <p:xfrm>
          <a:off x="711200" y="3992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965200"/>
                <a:gridCol w="965200"/>
                <a:gridCol w="965200"/>
                <a:gridCol w="965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(v1)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(v2)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 3 (cost)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pic>
        <p:nvPicPr>
          <p:cNvPr id="4713" name="Google Shape;4713;gd5047cd828_1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8400" y="4714461"/>
            <a:ext cx="3048000" cy="1904999"/>
          </a:xfrm>
          <a:prstGeom prst="rect">
            <a:avLst/>
          </a:prstGeom>
          <a:noFill/>
          <a:ln>
            <a:noFill/>
          </a:ln>
        </p:spPr>
      </p:pic>
      <p:sp>
        <p:nvSpPr>
          <p:cNvPr id="4714" name="Google Shape;4714;gd5047cd828_1_17"/>
          <p:cNvSpPr txBox="1"/>
          <p:nvPr>
            <p:ph idx="1" type="body"/>
          </p:nvPr>
        </p:nvSpPr>
        <p:spPr>
          <a:xfrm>
            <a:off x="4775200" y="0"/>
            <a:ext cx="7823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55000" lnSpcReduction="20000"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330545"/>
              <a:buNone/>
            </a:pPr>
            <a:r>
              <a:rPr lang="en-US"/>
              <a:t>Update Near matrix i.e. (cost [i][j] &lt; cost[j][near[j]])</a:t>
            </a:r>
            <a:endParaRPr/>
          </a:p>
        </p:txBody>
      </p:sp>
      <p:pic>
        <p:nvPicPr>
          <p:cNvPr id="4715" name="Google Shape;4715;gd5047cd828_1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81428" y="5353879"/>
            <a:ext cx="1110572" cy="927652"/>
          </a:xfrm>
          <a:prstGeom prst="rect">
            <a:avLst/>
          </a:prstGeom>
          <a:noFill/>
          <a:ln>
            <a:noFill/>
          </a:ln>
        </p:spPr>
      </p:pic>
      <p:sp>
        <p:nvSpPr>
          <p:cNvPr id="4716" name="Google Shape;4716;gd5047cd828_1_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717" name="Google Shape;4717;gd5047cd828_1_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2" name="Shape 4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3" name="Google Shape;4723;gd5047cd828_1_31"/>
          <p:cNvSpPr txBox="1"/>
          <p:nvPr>
            <p:ph idx="1" type="body"/>
          </p:nvPr>
        </p:nvSpPr>
        <p:spPr>
          <a:xfrm>
            <a:off x="0" y="1905000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/>
              <a:t>Cost Adjacancy Matrix</a:t>
            </a:r>
            <a:endParaRPr/>
          </a:p>
        </p:txBody>
      </p:sp>
      <p:sp>
        <p:nvSpPr>
          <p:cNvPr id="4724" name="Google Shape;4724;gd5047cd828_1_31"/>
          <p:cNvSpPr txBox="1"/>
          <p:nvPr>
            <p:ph idx="3" type="body"/>
          </p:nvPr>
        </p:nvSpPr>
        <p:spPr>
          <a:xfrm>
            <a:off x="6802968" y="914400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/>
              <a:t>Find next j</a:t>
            </a:r>
            <a:endParaRPr/>
          </a:p>
        </p:txBody>
      </p:sp>
      <p:sp>
        <p:nvSpPr>
          <p:cNvPr id="4725" name="Google Shape;4725;gd5047cd828_1_31"/>
          <p:cNvSpPr txBox="1"/>
          <p:nvPr>
            <p:ph idx="4" type="body"/>
          </p:nvPr>
        </p:nvSpPr>
        <p:spPr>
          <a:xfrm>
            <a:off x="8432801" y="0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429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/>
              <a:t>--</a:t>
            </a:r>
            <a:endParaRPr/>
          </a:p>
        </p:txBody>
      </p:sp>
      <p:graphicFrame>
        <p:nvGraphicFramePr>
          <p:cNvPr id="4726" name="Google Shape;4726;gd5047cd828_1_31"/>
          <p:cNvGraphicFramePr/>
          <p:nvPr/>
        </p:nvGraphicFramePr>
        <p:xfrm>
          <a:off x="406400" y="2743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643475"/>
                <a:gridCol w="643475"/>
                <a:gridCol w="643475"/>
                <a:gridCol w="643475"/>
                <a:gridCol w="788775"/>
                <a:gridCol w="498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graphicFrame>
        <p:nvGraphicFramePr>
          <p:cNvPr id="4727" name="Google Shape;4727;gd5047cd828_1_31"/>
          <p:cNvGraphicFramePr/>
          <p:nvPr/>
        </p:nvGraphicFramePr>
        <p:xfrm>
          <a:off x="8128000" y="1752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2287875"/>
                <a:gridCol w="963325"/>
              </a:tblGrid>
              <a:tr h="47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j=3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77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66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cost[2,near[2]]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66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66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cost[4,near[4]]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69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Cost[5,near[5]]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</a:t>
                      </a: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graphicFrame>
        <p:nvGraphicFramePr>
          <p:cNvPr id="4728" name="Google Shape;4728;gd5047cd828_1_31"/>
          <p:cNvGraphicFramePr/>
          <p:nvPr/>
        </p:nvGraphicFramePr>
        <p:xfrm>
          <a:off x="5080000" y="1676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1371600"/>
                <a:gridCol w="1371600"/>
              </a:tblGrid>
              <a:tr h="51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j=3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1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Near[1]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Near[2]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Near[3]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Near[4]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Near[5]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sp>
        <p:nvSpPr>
          <p:cNvPr id="4729" name="Google Shape;4729;gd5047cd828_1_31"/>
          <p:cNvSpPr/>
          <p:nvPr/>
        </p:nvSpPr>
        <p:spPr>
          <a:xfrm>
            <a:off x="11480800" y="4800600"/>
            <a:ext cx="711300" cy="3048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64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0" name="Google Shape;4730;gd5047cd828_1_31"/>
          <p:cNvSpPr txBox="1"/>
          <p:nvPr/>
        </p:nvSpPr>
        <p:spPr>
          <a:xfrm>
            <a:off x="11379200" y="5105400"/>
            <a:ext cx="81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31" name="Google Shape;4731;gd5047cd828_1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000" y="0"/>
            <a:ext cx="3048000" cy="19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2" name="Google Shape;4732;gd5047cd828_1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0611" y="0"/>
            <a:ext cx="1110572" cy="927652"/>
          </a:xfrm>
          <a:prstGeom prst="rect">
            <a:avLst/>
          </a:prstGeom>
          <a:noFill/>
          <a:ln>
            <a:noFill/>
          </a:ln>
        </p:spPr>
      </p:pic>
      <p:sp>
        <p:nvSpPr>
          <p:cNvPr id="4733" name="Google Shape;4733;gd5047cd828_1_31"/>
          <p:cNvSpPr txBox="1"/>
          <p:nvPr/>
        </p:nvSpPr>
        <p:spPr>
          <a:xfrm>
            <a:off x="5651500" y="660400"/>
            <a:ext cx="448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 i=2  find minimum edge connecting to v1 / v3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4" name="Google Shape;4734;gd5047cd828_1_3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735" name="Google Shape;4735;gd5047cd828_1_3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0" name="Shape 4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" name="Google Shape;4741;gd5047cd828_1_49"/>
          <p:cNvSpPr txBox="1"/>
          <p:nvPr>
            <p:ph idx="1" type="body"/>
          </p:nvPr>
        </p:nvSpPr>
        <p:spPr>
          <a:xfrm>
            <a:off x="609600" y="0"/>
            <a:ext cx="5386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55000" lnSpcReduction="20000"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330545"/>
              <a:buNone/>
            </a:pPr>
            <a:r>
              <a:rPr lang="en-US"/>
              <a:t>Cost Adjacancy Matrix</a:t>
            </a:r>
            <a:endParaRPr/>
          </a:p>
        </p:txBody>
      </p:sp>
      <p:graphicFrame>
        <p:nvGraphicFramePr>
          <p:cNvPr id="4742" name="Google Shape;4742;gd5047cd828_1_49"/>
          <p:cNvGraphicFramePr/>
          <p:nvPr/>
        </p:nvGraphicFramePr>
        <p:xfrm>
          <a:off x="8636000" y="685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1371600"/>
                <a:gridCol w="1371600"/>
              </a:tblGrid>
              <a:tr h="51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j=5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1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Near[1]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Near[2]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Near[3]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Near[4]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Near[5]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graphicFrame>
        <p:nvGraphicFramePr>
          <p:cNvPr id="4743" name="Google Shape;4743;gd5047cd828_1_49"/>
          <p:cNvGraphicFramePr/>
          <p:nvPr/>
        </p:nvGraphicFramePr>
        <p:xfrm>
          <a:off x="406400" y="45720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{FFAC38A5-4750-412C-82DB-E6BB03D30E54}</a:tableStyleId>
              </a:tblPr>
              <a:tblGrid>
                <a:gridCol w="643475"/>
                <a:gridCol w="643475"/>
                <a:gridCol w="643475"/>
                <a:gridCol w="643475"/>
                <a:gridCol w="788775"/>
                <a:gridCol w="498175"/>
              </a:tblGrid>
              <a:tr h="30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graphicFrame>
        <p:nvGraphicFramePr>
          <p:cNvPr id="4744" name="Google Shape;4744;gd5047cd828_1_49"/>
          <p:cNvGraphicFramePr/>
          <p:nvPr/>
        </p:nvGraphicFramePr>
        <p:xfrm>
          <a:off x="4775200" y="533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2235200"/>
                <a:gridCol w="1219200"/>
              </a:tblGrid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J=5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99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cost[2,5] &lt; cost[2,near[2]]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 &lt; 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99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cost[4,5] &lt; cost[4,near[4]]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7&lt; 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sp>
        <p:nvSpPr>
          <p:cNvPr id="4745" name="Google Shape;4745;gd5047cd828_1_49"/>
          <p:cNvSpPr txBox="1"/>
          <p:nvPr>
            <p:ph type="title"/>
          </p:nvPr>
        </p:nvSpPr>
        <p:spPr>
          <a:xfrm>
            <a:off x="5384800" y="4648200"/>
            <a:ext cx="66039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 sz="2400"/>
              <a:t>Put near[5]= -1 as it has been included in ST </a:t>
            </a:r>
            <a:endParaRPr sz="2400"/>
          </a:p>
        </p:txBody>
      </p:sp>
      <p:graphicFrame>
        <p:nvGraphicFramePr>
          <p:cNvPr id="4746" name="Google Shape;4746;gd5047cd828_1_49"/>
          <p:cNvGraphicFramePr/>
          <p:nvPr/>
        </p:nvGraphicFramePr>
        <p:xfrm>
          <a:off x="406400" y="4023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965200"/>
                <a:gridCol w="965200"/>
                <a:gridCol w="965200"/>
                <a:gridCol w="965200"/>
              </a:tblGrid>
              <a:tr h="59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(v1)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(v2)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 3 (cost)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45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45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45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45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45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45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pic>
        <p:nvPicPr>
          <p:cNvPr id="4747" name="Google Shape;4747;gd5047cd828_1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8400" y="4953000"/>
            <a:ext cx="3048000" cy="1904999"/>
          </a:xfrm>
          <a:prstGeom prst="rect">
            <a:avLst/>
          </a:prstGeom>
          <a:noFill/>
          <a:ln>
            <a:noFill/>
          </a:ln>
        </p:spPr>
      </p:pic>
      <p:sp>
        <p:nvSpPr>
          <p:cNvPr id="4748" name="Google Shape;4748;gd5047cd828_1_49"/>
          <p:cNvSpPr txBox="1"/>
          <p:nvPr>
            <p:ph idx="1" type="body"/>
          </p:nvPr>
        </p:nvSpPr>
        <p:spPr>
          <a:xfrm>
            <a:off x="4876800" y="152400"/>
            <a:ext cx="7315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55000" lnSpcReduction="20000"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330545"/>
              <a:buNone/>
            </a:pPr>
            <a:r>
              <a:rPr lang="en-US"/>
              <a:t>Update Near matrix i.e. (cost [i][j] &lt; cost[j][near[j]])</a:t>
            </a:r>
            <a:endParaRPr/>
          </a:p>
        </p:txBody>
      </p:sp>
      <p:pic>
        <p:nvPicPr>
          <p:cNvPr id="4749" name="Google Shape;4749;gd5047cd828_1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70364" y="0"/>
            <a:ext cx="821636" cy="821635"/>
          </a:xfrm>
          <a:prstGeom prst="rect">
            <a:avLst/>
          </a:prstGeom>
          <a:noFill/>
          <a:ln>
            <a:noFill/>
          </a:ln>
        </p:spPr>
      </p:pic>
      <p:sp>
        <p:nvSpPr>
          <p:cNvPr id="4750" name="Google Shape;4750;gd5047cd828_1_4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751" name="Google Shape;4751;gd5047cd828_1_4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6" name="Shape 4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7" name="Google Shape;4757;gd5047cd828_1_63"/>
          <p:cNvSpPr txBox="1"/>
          <p:nvPr>
            <p:ph idx="1" type="body"/>
          </p:nvPr>
        </p:nvSpPr>
        <p:spPr>
          <a:xfrm>
            <a:off x="406400" y="1905000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/>
              <a:t>Cost Adjacancy Matrix</a:t>
            </a:r>
            <a:endParaRPr/>
          </a:p>
        </p:txBody>
      </p:sp>
      <p:graphicFrame>
        <p:nvGraphicFramePr>
          <p:cNvPr id="4758" name="Google Shape;4758;gd5047cd828_1_63"/>
          <p:cNvGraphicFramePr/>
          <p:nvPr/>
        </p:nvGraphicFramePr>
        <p:xfrm>
          <a:off x="711200" y="2514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643475"/>
                <a:gridCol w="643475"/>
                <a:gridCol w="643475"/>
                <a:gridCol w="643475"/>
                <a:gridCol w="788775"/>
                <a:gridCol w="498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sp>
        <p:nvSpPr>
          <p:cNvPr id="4759" name="Google Shape;4759;gd5047cd828_1_63"/>
          <p:cNvSpPr/>
          <p:nvPr/>
        </p:nvSpPr>
        <p:spPr>
          <a:xfrm>
            <a:off x="11074400" y="2971800"/>
            <a:ext cx="711300" cy="3048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64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0" name="Google Shape;4760;gd5047cd828_1_63"/>
          <p:cNvSpPr txBox="1"/>
          <p:nvPr/>
        </p:nvSpPr>
        <p:spPr>
          <a:xfrm>
            <a:off x="11074400" y="3276600"/>
            <a:ext cx="81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61" name="Google Shape;4761;gd5047cd828_1_63"/>
          <p:cNvGraphicFramePr/>
          <p:nvPr/>
        </p:nvGraphicFramePr>
        <p:xfrm>
          <a:off x="78232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2287875"/>
                <a:gridCol w="963325"/>
              </a:tblGrid>
              <a:tr h="52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j=5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2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3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cost[2,near[2]]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2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3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cost[4,near[4]]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2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sp>
        <p:nvSpPr>
          <p:cNvPr id="4762" name="Google Shape;4762;gd5047cd828_1_63"/>
          <p:cNvSpPr txBox="1"/>
          <p:nvPr>
            <p:ph type="title"/>
          </p:nvPr>
        </p:nvSpPr>
        <p:spPr>
          <a:xfrm>
            <a:off x="4775200" y="1066800"/>
            <a:ext cx="65025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114"/>
              <a:buNone/>
            </a:pPr>
            <a:r>
              <a:rPr lang="en-US"/>
              <a:t>            </a:t>
            </a:r>
            <a:r>
              <a:rPr lang="en-US" sz="2700"/>
              <a:t>Find next j</a:t>
            </a:r>
            <a:endParaRPr sz="2700"/>
          </a:p>
        </p:txBody>
      </p:sp>
      <p:pic>
        <p:nvPicPr>
          <p:cNvPr id="4763" name="Google Shape;4763;gd5047cd828_1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00" y="152400"/>
            <a:ext cx="3048000" cy="1904999"/>
          </a:xfrm>
          <a:prstGeom prst="rect">
            <a:avLst/>
          </a:prstGeom>
          <a:noFill/>
          <a:ln>
            <a:noFill/>
          </a:ln>
        </p:spPr>
      </p:pic>
      <p:sp>
        <p:nvSpPr>
          <p:cNvPr id="4764" name="Google Shape;4764;gd5047cd828_1_63"/>
          <p:cNvSpPr txBox="1"/>
          <p:nvPr/>
        </p:nvSpPr>
        <p:spPr>
          <a:xfrm>
            <a:off x="5181600" y="5715000"/>
            <a:ext cx="66039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 near[2]= -1 as it has been included in ST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65" name="Google Shape;4765;gd5047cd828_1_63"/>
          <p:cNvGraphicFramePr/>
          <p:nvPr/>
        </p:nvGraphicFramePr>
        <p:xfrm>
          <a:off x="4775200" y="1524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1371600"/>
                <a:gridCol w="1371600"/>
              </a:tblGrid>
              <a:tr h="51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j=5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1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Near[1]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Near[2]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Near[3]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Near[4]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Near[5]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pic>
        <p:nvPicPr>
          <p:cNvPr id="4766" name="Google Shape;4766;gd5047cd828_1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0611" y="0"/>
            <a:ext cx="1110572" cy="927652"/>
          </a:xfrm>
          <a:prstGeom prst="rect">
            <a:avLst/>
          </a:prstGeom>
          <a:noFill/>
          <a:ln>
            <a:noFill/>
          </a:ln>
        </p:spPr>
      </p:pic>
      <p:sp>
        <p:nvSpPr>
          <p:cNvPr id="4767" name="Google Shape;4767;gd5047cd828_1_63"/>
          <p:cNvSpPr txBox="1"/>
          <p:nvPr/>
        </p:nvSpPr>
        <p:spPr>
          <a:xfrm>
            <a:off x="5651500" y="660400"/>
            <a:ext cx="448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 i=3  find minimum edge connecting to v1 / v3/v5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8" name="Google Shape;4768;gd5047cd828_1_6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769" name="Google Shape;4769;gd5047cd828_1_6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4" name="Shape 4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5" name="Google Shape;4775;gd5047cd828_1_80"/>
          <p:cNvSpPr txBox="1"/>
          <p:nvPr>
            <p:ph idx="1" type="body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/>
              <a:t>Cost Adjacancy Matrix</a:t>
            </a:r>
            <a:endParaRPr/>
          </a:p>
        </p:txBody>
      </p:sp>
      <p:graphicFrame>
        <p:nvGraphicFramePr>
          <p:cNvPr id="4776" name="Google Shape;4776;gd5047cd828_1_80"/>
          <p:cNvGraphicFramePr/>
          <p:nvPr/>
        </p:nvGraphicFramePr>
        <p:xfrm>
          <a:off x="8636000" y="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1371600"/>
                <a:gridCol w="1371600"/>
              </a:tblGrid>
              <a:tr h="51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j=2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1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Near[1]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Near[2]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Near[3]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Near[4]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Near[5]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graphicFrame>
        <p:nvGraphicFramePr>
          <p:cNvPr id="4777" name="Google Shape;4777;gd5047cd828_1_80"/>
          <p:cNvGraphicFramePr/>
          <p:nvPr/>
        </p:nvGraphicFramePr>
        <p:xfrm>
          <a:off x="508000" y="30480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{FFAC38A5-4750-412C-82DB-E6BB03D30E54}</a:tableStyleId>
              </a:tblPr>
              <a:tblGrid>
                <a:gridCol w="643475"/>
                <a:gridCol w="643475"/>
                <a:gridCol w="643475"/>
                <a:gridCol w="643475"/>
                <a:gridCol w="788775"/>
                <a:gridCol w="498175"/>
              </a:tblGrid>
              <a:tr h="30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graphicFrame>
        <p:nvGraphicFramePr>
          <p:cNvPr id="4778" name="Google Shape;4778;gd5047cd828_1_80"/>
          <p:cNvGraphicFramePr/>
          <p:nvPr/>
        </p:nvGraphicFramePr>
        <p:xfrm>
          <a:off x="4876800" y="60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2235200"/>
                <a:gridCol w="12192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J=2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cost[4,2] &lt;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cost[4,near[4]]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 </a:t>
                      </a:r>
                      <a:r>
                        <a:rPr lang="en-US" sz="1400" u="none" cap="none" strike="noStrike"/>
                        <a:t>&lt; 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sp>
        <p:nvSpPr>
          <p:cNvPr id="4779" name="Google Shape;4779;gd5047cd828_1_80"/>
          <p:cNvSpPr txBox="1"/>
          <p:nvPr>
            <p:ph type="title"/>
          </p:nvPr>
        </p:nvSpPr>
        <p:spPr>
          <a:xfrm>
            <a:off x="5181600" y="4038600"/>
            <a:ext cx="66039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 sz="2400"/>
              <a:t>Put near[4]= -1 as it has been included in ST </a:t>
            </a:r>
            <a:endParaRPr sz="2400"/>
          </a:p>
        </p:txBody>
      </p:sp>
      <p:graphicFrame>
        <p:nvGraphicFramePr>
          <p:cNvPr id="4780" name="Google Shape;4780;gd5047cd828_1_80"/>
          <p:cNvGraphicFramePr/>
          <p:nvPr/>
        </p:nvGraphicFramePr>
        <p:xfrm>
          <a:off x="711200" y="3992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965200"/>
                <a:gridCol w="965200"/>
                <a:gridCol w="965200"/>
                <a:gridCol w="965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(v1)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(v2)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 3 (cost)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pic>
        <p:nvPicPr>
          <p:cNvPr id="4781" name="Google Shape;4781;gd5047cd828_1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4419600"/>
            <a:ext cx="3048000" cy="19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2" name="Google Shape;4782;gd5047cd828_1_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9150" y="5234609"/>
            <a:ext cx="1110572" cy="927652"/>
          </a:xfrm>
          <a:prstGeom prst="rect">
            <a:avLst/>
          </a:prstGeom>
          <a:noFill/>
          <a:ln>
            <a:noFill/>
          </a:ln>
        </p:spPr>
      </p:pic>
      <p:sp>
        <p:nvSpPr>
          <p:cNvPr id="4783" name="Google Shape;4783;gd5047cd828_1_8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784" name="Google Shape;4784;gd5047cd828_1_8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9" name="Shape 4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0" name="Google Shape;4790;gd5047cd828_1_93"/>
          <p:cNvSpPr txBox="1"/>
          <p:nvPr>
            <p:ph idx="1" type="body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/>
              <a:t>Cost Adjacancy Matrix</a:t>
            </a:r>
            <a:endParaRPr/>
          </a:p>
        </p:txBody>
      </p:sp>
      <p:graphicFrame>
        <p:nvGraphicFramePr>
          <p:cNvPr id="4791" name="Google Shape;4791;gd5047cd828_1_93"/>
          <p:cNvGraphicFramePr/>
          <p:nvPr/>
        </p:nvGraphicFramePr>
        <p:xfrm>
          <a:off x="8966200" y="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1371600"/>
                <a:gridCol w="1371600"/>
              </a:tblGrid>
              <a:tr h="51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j=2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1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Near[1]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Near[2]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Near[3]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Near[4]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71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Near[5]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= -1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graphicFrame>
        <p:nvGraphicFramePr>
          <p:cNvPr id="4792" name="Google Shape;4792;gd5047cd828_1_93"/>
          <p:cNvGraphicFramePr/>
          <p:nvPr/>
        </p:nvGraphicFramePr>
        <p:xfrm>
          <a:off x="508000" y="30480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{FFAC38A5-4750-412C-82DB-E6BB03D30E54}</a:tableStyleId>
              </a:tblPr>
              <a:tblGrid>
                <a:gridCol w="643475"/>
                <a:gridCol w="643475"/>
                <a:gridCol w="643475"/>
                <a:gridCol w="643475"/>
                <a:gridCol w="788775"/>
                <a:gridCol w="498175"/>
              </a:tblGrid>
              <a:tr h="30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5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graphicFrame>
        <p:nvGraphicFramePr>
          <p:cNvPr id="4793" name="Google Shape;4793;gd5047cd828_1_93"/>
          <p:cNvGraphicFramePr/>
          <p:nvPr/>
        </p:nvGraphicFramePr>
        <p:xfrm>
          <a:off x="4876800" y="60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2235200"/>
                <a:gridCol w="12192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J=2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cost[4,2] &lt;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cost[4,near[4]]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∞ </a:t>
                      </a:r>
                      <a:r>
                        <a:rPr lang="en-US" sz="1400" u="none" cap="none" strike="noStrike"/>
                        <a:t>&lt; 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sp>
        <p:nvSpPr>
          <p:cNvPr id="4794" name="Google Shape;4794;gd5047cd828_1_93"/>
          <p:cNvSpPr txBox="1"/>
          <p:nvPr>
            <p:ph type="title"/>
          </p:nvPr>
        </p:nvSpPr>
        <p:spPr>
          <a:xfrm>
            <a:off x="5181600" y="4038600"/>
            <a:ext cx="66039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 sz="2400"/>
              <a:t>Put near[4]= -1 as it has been included in ST </a:t>
            </a:r>
            <a:endParaRPr sz="2400"/>
          </a:p>
        </p:txBody>
      </p:sp>
      <p:graphicFrame>
        <p:nvGraphicFramePr>
          <p:cNvPr id="4795" name="Google Shape;4795;gd5047cd828_1_93"/>
          <p:cNvGraphicFramePr/>
          <p:nvPr/>
        </p:nvGraphicFramePr>
        <p:xfrm>
          <a:off x="711200" y="3992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{FFAC38A5-4750-412C-82DB-E6BB03D30E54}</a:tableStyleId>
              </a:tblPr>
              <a:tblGrid>
                <a:gridCol w="965200"/>
                <a:gridCol w="965200"/>
                <a:gridCol w="965200"/>
                <a:gridCol w="965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1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(v1)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2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(v2)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 3 (cost)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pic>
        <p:nvPicPr>
          <p:cNvPr id="4796" name="Google Shape;4796;gd5047cd828_1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4419600"/>
            <a:ext cx="3048000" cy="19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7" name="Google Shape;4797;gd5047cd828_1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9150" y="5234609"/>
            <a:ext cx="1110572" cy="927652"/>
          </a:xfrm>
          <a:prstGeom prst="rect">
            <a:avLst/>
          </a:prstGeom>
          <a:noFill/>
          <a:ln>
            <a:noFill/>
          </a:ln>
        </p:spPr>
      </p:pic>
      <p:sp>
        <p:nvSpPr>
          <p:cNvPr id="4798" name="Google Shape;4798;gd5047cd828_1_93"/>
          <p:cNvSpPr txBox="1"/>
          <p:nvPr/>
        </p:nvSpPr>
        <p:spPr>
          <a:xfrm>
            <a:off x="4343400" y="165100"/>
            <a:ext cx="47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 i=4  find minimum edge connecting to v1 / v3/v5/v2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9" name="Google Shape;4799;gd5047cd828_1_93"/>
          <p:cNvSpPr/>
          <p:nvPr/>
        </p:nvSpPr>
        <p:spPr>
          <a:xfrm>
            <a:off x="11696700" y="2578100"/>
            <a:ext cx="495300" cy="292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64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0" name="Google Shape;4800;gd5047cd828_1_93"/>
          <p:cNvSpPr txBox="1"/>
          <p:nvPr/>
        </p:nvSpPr>
        <p:spPr>
          <a:xfrm>
            <a:off x="11379200" y="2857500"/>
            <a:ext cx="81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j=4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1" name="Google Shape;4801;gd5047cd828_1_9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802" name="Google Shape;4802;gd5047cd828_1_9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8" name="Shape 4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9" name="Google Shape;4809;p111"/>
          <p:cNvSpPr txBox="1"/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Times New Roman"/>
              <a:buNone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sp>
        <p:nvSpPr>
          <p:cNvPr id="4810" name="Google Shape;4810;p111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1" name="Google Shape;4811;p1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12" name="Google Shape;4812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813" name="Google Shape;4813;p111"/>
          <p:cNvSpPr txBox="1"/>
          <p:nvPr/>
        </p:nvSpPr>
        <p:spPr>
          <a:xfrm>
            <a:off x="681110" y="1804182"/>
            <a:ext cx="11142590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time will be O(n^2).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Kruskal’s, it doesn’t need to see all of the graph at once. It can deal with it one piece at a time. It also doesn’t need to worry if adding an edge will create a cycle since this algorithm deals primarily with the nodes and not the edges.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4" name="Google Shape;4814;p111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Prim’s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0" name="Shape 4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1" name="Google Shape;4821;p112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2" name="Google Shape;4822;p1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23" name="Google Shape;4823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824" name="Google Shape;4824;p112"/>
          <p:cNvSpPr txBox="1"/>
          <p:nvPr/>
        </p:nvSpPr>
        <p:spPr>
          <a:xfrm>
            <a:off x="976532" y="1866460"/>
            <a:ext cx="9067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MST for given Graph G1 using Prim’s and Kruskal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5" name="Google Shape;4825;p112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 Assignment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826" name="Google Shape;4826;p112"/>
          <p:cNvGrpSpPr/>
          <p:nvPr/>
        </p:nvGrpSpPr>
        <p:grpSpPr>
          <a:xfrm>
            <a:off x="2970213" y="2779713"/>
            <a:ext cx="2378075" cy="3224212"/>
            <a:chOff x="2970213" y="2779713"/>
            <a:chExt cx="2378075" cy="3224212"/>
          </a:xfrm>
        </p:grpSpPr>
        <p:sp>
          <p:nvSpPr>
            <p:cNvPr id="4827" name="Google Shape;4827;p112"/>
            <p:cNvSpPr/>
            <p:nvPr/>
          </p:nvSpPr>
          <p:spPr>
            <a:xfrm>
              <a:off x="3884613" y="2779713"/>
              <a:ext cx="444500" cy="444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025" lIns="92075" spcFirstLastPara="1" rIns="92075" wrap="square" tIns="46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8" name="Google Shape;4828;p112"/>
            <p:cNvSpPr/>
            <p:nvPr/>
          </p:nvSpPr>
          <p:spPr>
            <a:xfrm>
              <a:off x="4508500" y="3371850"/>
              <a:ext cx="444500" cy="444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025" lIns="92075" spcFirstLastPara="1" rIns="92075" wrap="square" tIns="46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9" name="Google Shape;4829;p112"/>
            <p:cNvSpPr/>
            <p:nvPr/>
          </p:nvSpPr>
          <p:spPr>
            <a:xfrm>
              <a:off x="4841875" y="4205288"/>
              <a:ext cx="444500" cy="444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025" lIns="92075" spcFirstLastPara="1" rIns="92075" wrap="square" tIns="46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0" name="Google Shape;4830;p112"/>
            <p:cNvSpPr/>
            <p:nvPr/>
          </p:nvSpPr>
          <p:spPr>
            <a:xfrm>
              <a:off x="4260850" y="5559425"/>
              <a:ext cx="444500" cy="444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025" lIns="92075" spcFirstLastPara="1" rIns="92075" wrap="square" tIns="46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1" name="Google Shape;4831;p112"/>
            <p:cNvSpPr/>
            <p:nvPr/>
          </p:nvSpPr>
          <p:spPr>
            <a:xfrm>
              <a:off x="3490913" y="5080000"/>
              <a:ext cx="444500" cy="444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025" lIns="92075" spcFirstLastPara="1" rIns="92075" wrap="square" tIns="46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2" name="Google Shape;4832;p112"/>
            <p:cNvSpPr/>
            <p:nvPr/>
          </p:nvSpPr>
          <p:spPr>
            <a:xfrm>
              <a:off x="3132138" y="4219575"/>
              <a:ext cx="444500" cy="444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025" lIns="92075" spcFirstLastPara="1" rIns="92075" wrap="square" tIns="46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3" name="Google Shape;4833;p112"/>
            <p:cNvSpPr/>
            <p:nvPr/>
          </p:nvSpPr>
          <p:spPr>
            <a:xfrm>
              <a:off x="4114800" y="4198938"/>
              <a:ext cx="444500" cy="4445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025" lIns="92075" spcFirstLastPara="1" rIns="92075" wrap="square" tIns="46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34" name="Google Shape;4834;p112"/>
            <p:cNvCxnSpPr/>
            <p:nvPr/>
          </p:nvCxnSpPr>
          <p:spPr>
            <a:xfrm flipH="1">
              <a:off x="3370263" y="3238500"/>
              <a:ext cx="630237" cy="96837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35" name="Google Shape;4835;p112"/>
            <p:cNvCxnSpPr/>
            <p:nvPr/>
          </p:nvCxnSpPr>
          <p:spPr>
            <a:xfrm>
              <a:off x="4271963" y="3187700"/>
              <a:ext cx="273050" cy="254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36" name="Google Shape;4836;p112"/>
            <p:cNvCxnSpPr/>
            <p:nvPr/>
          </p:nvCxnSpPr>
          <p:spPr>
            <a:xfrm>
              <a:off x="4833938" y="3798888"/>
              <a:ext cx="220662" cy="4079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37" name="Google Shape;4837;p112"/>
            <p:cNvCxnSpPr/>
            <p:nvPr/>
          </p:nvCxnSpPr>
          <p:spPr>
            <a:xfrm flipH="1">
              <a:off x="4322763" y="3798888"/>
              <a:ext cx="306387" cy="4079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38" name="Google Shape;4838;p112"/>
            <p:cNvCxnSpPr/>
            <p:nvPr/>
          </p:nvCxnSpPr>
          <p:spPr>
            <a:xfrm flipH="1">
              <a:off x="4611688" y="4632325"/>
              <a:ext cx="442912" cy="9525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39" name="Google Shape;4839;p112"/>
            <p:cNvCxnSpPr/>
            <p:nvPr/>
          </p:nvCxnSpPr>
          <p:spPr>
            <a:xfrm>
              <a:off x="4340225" y="4667250"/>
              <a:ext cx="101600" cy="90011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40" name="Google Shape;4840;p112"/>
            <p:cNvCxnSpPr/>
            <p:nvPr/>
          </p:nvCxnSpPr>
          <p:spPr>
            <a:xfrm flipH="1">
              <a:off x="3829050" y="4632325"/>
              <a:ext cx="374650" cy="4587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41" name="Google Shape;4841;p112"/>
            <p:cNvCxnSpPr/>
            <p:nvPr/>
          </p:nvCxnSpPr>
          <p:spPr>
            <a:xfrm>
              <a:off x="3879850" y="5465763"/>
              <a:ext cx="407988" cy="2047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842" name="Google Shape;4842;p112"/>
            <p:cNvSpPr/>
            <p:nvPr/>
          </p:nvSpPr>
          <p:spPr>
            <a:xfrm>
              <a:off x="4367213" y="3030538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3" name="Google Shape;4843;p112"/>
            <p:cNvSpPr/>
            <p:nvPr/>
          </p:nvSpPr>
          <p:spPr>
            <a:xfrm>
              <a:off x="4910138" y="3743325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4" name="Google Shape;4844;p112"/>
            <p:cNvSpPr/>
            <p:nvPr/>
          </p:nvSpPr>
          <p:spPr>
            <a:xfrm>
              <a:off x="4791075" y="4968875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5" name="Google Shape;4845;p112"/>
            <p:cNvSpPr/>
            <p:nvPr/>
          </p:nvSpPr>
          <p:spPr>
            <a:xfrm>
              <a:off x="4332288" y="4918075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6" name="Google Shape;4846;p112"/>
            <p:cNvSpPr/>
            <p:nvPr/>
          </p:nvSpPr>
          <p:spPr>
            <a:xfrm>
              <a:off x="3668713" y="4594225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7" name="Google Shape;4847;p112"/>
            <p:cNvSpPr/>
            <p:nvPr/>
          </p:nvSpPr>
          <p:spPr>
            <a:xfrm>
              <a:off x="3735388" y="5529263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8" name="Google Shape;4848;p112"/>
            <p:cNvSpPr/>
            <p:nvPr/>
          </p:nvSpPr>
          <p:spPr>
            <a:xfrm>
              <a:off x="3328988" y="3421063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9" name="Google Shape;4849;p112"/>
            <p:cNvSpPr/>
            <p:nvPr/>
          </p:nvSpPr>
          <p:spPr>
            <a:xfrm>
              <a:off x="4111625" y="3762375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50" name="Google Shape;4850;p112"/>
            <p:cNvCxnSpPr/>
            <p:nvPr/>
          </p:nvCxnSpPr>
          <p:spPr>
            <a:xfrm>
              <a:off x="3303588" y="4675188"/>
              <a:ext cx="290512" cy="42386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851" name="Google Shape;4851;p112"/>
            <p:cNvSpPr/>
            <p:nvPr/>
          </p:nvSpPr>
          <p:spPr>
            <a:xfrm>
              <a:off x="2970213" y="4818063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7" name="Shape 4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8" name="Google Shape;4858;p113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9" name="Google Shape;4859;p1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60" name="Google Shape;4860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861" name="Google Shape;4861;p113"/>
          <p:cNvSpPr txBox="1"/>
          <p:nvPr/>
        </p:nvSpPr>
        <p:spPr>
          <a:xfrm>
            <a:off x="976532" y="1866460"/>
            <a:ext cx="10113834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Kruskal’s has better running times if the number of edges is low, while Prim’s has a better running time if both the number of edges and the number of nodes are low.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of course, the best algorithm depends on the graph and if you want to bear the cost of complex data structures.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2" name="Google Shape;4862;p113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Prim’s and Kruskal’s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8" name="Shape 4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9" name="Google Shape;4869;p114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0" name="Google Shape;4870;p1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71" name="Google Shape;4871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872" name="Google Shape;4872;p114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Shortest Path Problems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3" name="Google Shape;4873;p114"/>
          <p:cNvSpPr/>
          <p:nvPr/>
        </p:nvSpPr>
        <p:spPr>
          <a:xfrm>
            <a:off x="660400" y="1939836"/>
            <a:ext cx="1019810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weighted graph.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length is sum of weights of edges on path.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vertex at which the path begins is the source vertex.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vertex at which the path ends is the destination vertex.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9" name="Shape 4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0" name="Google Shape;4880;p115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1" name="Google Shape;4881;p1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82" name="Google Shape;4882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883" name="Google Shape;4883;p115"/>
          <p:cNvSpPr txBox="1"/>
          <p:nvPr/>
        </p:nvSpPr>
        <p:spPr>
          <a:xfrm>
            <a:off x="976532" y="1866460"/>
            <a:ext cx="1005976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source single destination.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source all destinations.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pairs (every vertex is a source and destination).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4" name="Google Shape;4884;p115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Shortest Path Problems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0" name="Shape 4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1" name="Google Shape;4891;p116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2" name="Google Shape;4892;p1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93" name="Google Shape;4893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894" name="Google Shape;4894;p116"/>
          <p:cNvSpPr txBox="1"/>
          <p:nvPr/>
        </p:nvSpPr>
        <p:spPr>
          <a:xfrm>
            <a:off x="976532" y="1866460"/>
            <a:ext cx="90678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Finds Single source all destination shortest paths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Greedy Method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negative weights are allowed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6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Routing protocols in computer networks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6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Maps and many more..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5" name="Google Shape;4895;p116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96" name="Google Shape;4896;p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4174784"/>
            <a:ext cx="28765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7" name="Google Shape;4897;p1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8989" y="3958897"/>
            <a:ext cx="2766204" cy="2000142"/>
          </a:xfrm>
          <a:prstGeom prst="rect">
            <a:avLst/>
          </a:prstGeom>
          <a:noFill/>
          <a:ln>
            <a:noFill/>
          </a:ln>
        </p:spPr>
      </p:pic>
      <p:sp>
        <p:nvSpPr>
          <p:cNvPr id="4898" name="Google Shape;4898;p116"/>
          <p:cNvSpPr txBox="1"/>
          <p:nvPr/>
        </p:nvSpPr>
        <p:spPr>
          <a:xfrm>
            <a:off x="1034847" y="5728206"/>
            <a:ext cx="20641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Maps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9" name="Google Shape;4899;p116"/>
          <p:cNvSpPr txBox="1"/>
          <p:nvPr/>
        </p:nvSpPr>
        <p:spPr>
          <a:xfrm>
            <a:off x="8599566" y="5799105"/>
            <a:ext cx="24596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Routing Protocols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5" name="Shape 4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6" name="Google Shape;4906;p117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7" name="Google Shape;4907;p1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08" name="Google Shape;4908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909" name="Google Shape;4909;p117"/>
          <p:cNvSpPr txBox="1"/>
          <p:nvPr/>
        </p:nvSpPr>
        <p:spPr>
          <a:xfrm>
            <a:off x="1562100" y="344094"/>
            <a:ext cx="102489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0" name="Google Shape;4910;p117"/>
          <p:cNvSpPr txBox="1"/>
          <p:nvPr/>
        </p:nvSpPr>
        <p:spPr>
          <a:xfrm>
            <a:off x="762000" y="1799134"/>
            <a:ext cx="10818796" cy="4373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7780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 "/>
            </a:pPr>
            <a:r>
              <a:rPr b="0" i="0" lang="en-US" sz="28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shortest paths from v</a:t>
            </a:r>
            <a:r>
              <a:rPr b="0" baseline="-25000" i="0" lang="en-US" sz="28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8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source) to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destinations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1" name="Google Shape;4911;p117"/>
          <p:cNvSpPr/>
          <p:nvPr/>
        </p:nvSpPr>
        <p:spPr>
          <a:xfrm>
            <a:off x="1938338" y="228123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2" name="Google Shape;4912;p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286000"/>
            <a:ext cx="8153400" cy="3554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8" name="Shape 4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9" name="Google Shape;4919;p118"/>
          <p:cNvSpPr txBox="1"/>
          <p:nvPr>
            <p:ph idx="2" type="body"/>
          </p:nvPr>
        </p:nvSpPr>
        <p:spPr>
          <a:xfrm>
            <a:off x="4940300" y="1845734"/>
            <a:ext cx="7035800" cy="4339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85750" lvl="1" marL="7429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for(j=2;j&lt;n;  j++)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</a:pP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//choose u from among those vertices not in s such that dist[u] is minimum;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s[u] = 1;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each(w adjacent to u with s[w] = 0)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if(dist[w] &gt; dist[u]+g[u][w] 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dist[w] = dist[u]+cost[u][w];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920" name="Google Shape;4920;p1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1" name="Google Shape;4921;p1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22" name="Google Shape;492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923" name="Google Shape;4923;p118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4" name="Google Shape;4924;p118"/>
          <p:cNvSpPr txBox="1"/>
          <p:nvPr>
            <p:ph idx="1" type="body"/>
          </p:nvPr>
        </p:nvSpPr>
        <p:spPr>
          <a:xfrm>
            <a:off x="304801" y="1845734"/>
            <a:ext cx="4787900" cy="4339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shortest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(v)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//v is source vertex</a:t>
            </a:r>
            <a:endParaRPr sz="24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(i=0;i&lt;n; i++)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11430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s[i] = 0;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11430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dist[i]=g[v][i];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</a:pPr>
            <a:r>
              <a:rPr lang="en-US" sz="24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//put v into 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s[v] = 1;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dist[v] =0;   </a:t>
            </a:r>
            <a:endParaRPr b="0" i="0" sz="2400" u="none" cap="none" strike="noStrike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8" name="Shape 4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9" name="Google Shape;4929;p171"/>
          <p:cNvSpPr txBox="1"/>
          <p:nvPr>
            <p:ph type="title"/>
          </p:nvPr>
        </p:nvSpPr>
        <p:spPr>
          <a:xfrm>
            <a:off x="1097280" y="286603"/>
            <a:ext cx="10058400" cy="756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/>
          </a:p>
        </p:txBody>
      </p:sp>
      <p:sp>
        <p:nvSpPr>
          <p:cNvPr id="4930" name="Google Shape;4930;p17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4931" name="Google Shape;4931;p17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32" name="Google Shape;4932;p171"/>
          <p:cNvSpPr txBox="1"/>
          <p:nvPr>
            <p:ph idx="1" type="body"/>
          </p:nvPr>
        </p:nvSpPr>
        <p:spPr>
          <a:xfrm>
            <a:off x="1214437" y="1193921"/>
            <a:ext cx="7467600" cy="4873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Dijkstra(G)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for each v ∈ V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 d[v] = ∞;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d[s] = 0; S = ∅; Q = V;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while (Q ≠ ∅)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 u = ExtractMin(Q);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 S = S </a:t>
            </a:r>
            <a:r>
              <a:rPr b="1" lang="en-US" sz="2400"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{u};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 for each v ∈ Adj[u]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    if (d[v] &gt; d[u]+w(u,v))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       d[v] = d[u]+w(u,v);</a:t>
            </a:r>
            <a:endParaRPr/>
          </a:p>
        </p:txBody>
      </p:sp>
      <p:pic>
        <p:nvPicPr>
          <p:cNvPr id="4933" name="Google Shape;4933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9" name="Shape 4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0" name="Google Shape;4940;p119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1" name="Google Shape;4941;p1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42" name="Google Shape;4942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4943" name="Google Shape;4943;p119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44" name="Google Shape;4944;p119"/>
          <p:cNvCxnSpPr/>
          <p:nvPr/>
        </p:nvCxnSpPr>
        <p:spPr>
          <a:xfrm>
            <a:off x="8424875" y="1943100"/>
            <a:ext cx="1143000" cy="1524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45" name="Google Shape;4945;p119"/>
          <p:cNvCxnSpPr/>
          <p:nvPr/>
        </p:nvCxnSpPr>
        <p:spPr>
          <a:xfrm flipH="1" rot="10800000">
            <a:off x="5072075" y="1790700"/>
            <a:ext cx="2971800" cy="228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46" name="Google Shape;4946;p119"/>
          <p:cNvCxnSpPr/>
          <p:nvPr/>
        </p:nvCxnSpPr>
        <p:spPr>
          <a:xfrm>
            <a:off x="3243275" y="20955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947" name="Google Shape;4947;p119"/>
          <p:cNvSpPr/>
          <p:nvPr/>
        </p:nvSpPr>
        <p:spPr>
          <a:xfrm>
            <a:off x="2792425" y="18732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8" name="Google Shape;4948;p119"/>
          <p:cNvSpPr/>
          <p:nvPr/>
        </p:nvSpPr>
        <p:spPr>
          <a:xfrm>
            <a:off x="2846401" y="18510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9" name="Google Shape;4949;p119"/>
          <p:cNvSpPr/>
          <p:nvPr/>
        </p:nvSpPr>
        <p:spPr>
          <a:xfrm>
            <a:off x="2792425" y="34734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0" name="Google Shape;4950;p119"/>
          <p:cNvSpPr/>
          <p:nvPr/>
        </p:nvSpPr>
        <p:spPr>
          <a:xfrm>
            <a:off x="2846401" y="34512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1" name="Google Shape;4951;p119"/>
          <p:cNvSpPr/>
          <p:nvPr/>
        </p:nvSpPr>
        <p:spPr>
          <a:xfrm>
            <a:off x="4621225" y="18732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2" name="Google Shape;4952;p119"/>
          <p:cNvSpPr/>
          <p:nvPr/>
        </p:nvSpPr>
        <p:spPr>
          <a:xfrm>
            <a:off x="4675201" y="18510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3" name="Google Shape;4953;p119"/>
          <p:cNvSpPr/>
          <p:nvPr/>
        </p:nvSpPr>
        <p:spPr>
          <a:xfrm>
            <a:off x="4545025" y="34734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4" name="Google Shape;4954;p119"/>
          <p:cNvSpPr/>
          <p:nvPr/>
        </p:nvSpPr>
        <p:spPr>
          <a:xfrm>
            <a:off x="4599001" y="34512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5" name="Google Shape;4955;p119"/>
          <p:cNvSpPr/>
          <p:nvPr/>
        </p:nvSpPr>
        <p:spPr>
          <a:xfrm>
            <a:off x="6145225" y="25590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6" name="Google Shape;4956;p119"/>
          <p:cNvSpPr/>
          <p:nvPr/>
        </p:nvSpPr>
        <p:spPr>
          <a:xfrm>
            <a:off x="6199201" y="25368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7" name="Google Shape;4957;p119"/>
          <p:cNvSpPr/>
          <p:nvPr/>
        </p:nvSpPr>
        <p:spPr>
          <a:xfrm>
            <a:off x="8050225" y="15684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8" name="Google Shape;4958;p119"/>
          <p:cNvSpPr/>
          <p:nvPr/>
        </p:nvSpPr>
        <p:spPr>
          <a:xfrm>
            <a:off x="8118490" y="15462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9" name="Google Shape;4959;p119"/>
          <p:cNvSpPr/>
          <p:nvPr/>
        </p:nvSpPr>
        <p:spPr>
          <a:xfrm>
            <a:off x="9345625" y="34734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0" name="Google Shape;4960;p119"/>
          <p:cNvSpPr/>
          <p:nvPr/>
        </p:nvSpPr>
        <p:spPr>
          <a:xfrm>
            <a:off x="9399601" y="34512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1" name="Google Shape;4961;p119"/>
          <p:cNvCxnSpPr/>
          <p:nvPr/>
        </p:nvCxnSpPr>
        <p:spPr>
          <a:xfrm>
            <a:off x="3014675" y="2324100"/>
            <a:ext cx="0" cy="1143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62" name="Google Shape;4962;p119"/>
          <p:cNvCxnSpPr/>
          <p:nvPr/>
        </p:nvCxnSpPr>
        <p:spPr>
          <a:xfrm>
            <a:off x="3243275" y="3695700"/>
            <a:ext cx="1295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63" name="Google Shape;4963;p119"/>
          <p:cNvCxnSpPr/>
          <p:nvPr/>
        </p:nvCxnSpPr>
        <p:spPr>
          <a:xfrm>
            <a:off x="3167075" y="2324100"/>
            <a:ext cx="1524000" cy="1143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64" name="Google Shape;4964;p119"/>
          <p:cNvCxnSpPr/>
          <p:nvPr/>
        </p:nvCxnSpPr>
        <p:spPr>
          <a:xfrm flipH="1">
            <a:off x="3167075" y="2324100"/>
            <a:ext cx="1600200" cy="1219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65" name="Google Shape;4965;p119"/>
          <p:cNvCxnSpPr/>
          <p:nvPr/>
        </p:nvCxnSpPr>
        <p:spPr>
          <a:xfrm>
            <a:off x="4995875" y="2247900"/>
            <a:ext cx="12192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66" name="Google Shape;4966;p119"/>
          <p:cNvCxnSpPr/>
          <p:nvPr/>
        </p:nvCxnSpPr>
        <p:spPr>
          <a:xfrm flipH="1" rot="10800000">
            <a:off x="3243275" y="2781300"/>
            <a:ext cx="2895600" cy="83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67" name="Google Shape;4967;p119"/>
          <p:cNvCxnSpPr/>
          <p:nvPr/>
        </p:nvCxnSpPr>
        <p:spPr>
          <a:xfrm flipH="1">
            <a:off x="4919675" y="3009900"/>
            <a:ext cx="1295400" cy="60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68" name="Google Shape;4968;p119"/>
          <p:cNvCxnSpPr/>
          <p:nvPr/>
        </p:nvCxnSpPr>
        <p:spPr>
          <a:xfrm>
            <a:off x="4995875" y="3695700"/>
            <a:ext cx="434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69" name="Google Shape;4969;p119"/>
          <p:cNvCxnSpPr/>
          <p:nvPr/>
        </p:nvCxnSpPr>
        <p:spPr>
          <a:xfrm>
            <a:off x="6596075" y="2857500"/>
            <a:ext cx="2819400" cy="685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970" name="Google Shape;4970;p119"/>
          <p:cNvSpPr/>
          <p:nvPr/>
        </p:nvSpPr>
        <p:spPr>
          <a:xfrm>
            <a:off x="2135201" y="2171700"/>
            <a:ext cx="7281863" cy="2668588"/>
          </a:xfrm>
          <a:custGeom>
            <a:rect b="b" l="l" r="r" t="t"/>
            <a:pathLst>
              <a:path extrusionOk="0" h="1681" w="4587">
                <a:moveTo>
                  <a:pt x="410" y="0"/>
                </a:moveTo>
                <a:lnTo>
                  <a:pt x="362" y="28"/>
                </a:lnTo>
                <a:lnTo>
                  <a:pt x="306" y="58"/>
                </a:lnTo>
                <a:lnTo>
                  <a:pt x="272" y="78"/>
                </a:lnTo>
                <a:lnTo>
                  <a:pt x="249" y="108"/>
                </a:lnTo>
                <a:lnTo>
                  <a:pt x="226" y="148"/>
                </a:lnTo>
                <a:lnTo>
                  <a:pt x="215" y="178"/>
                </a:lnTo>
                <a:lnTo>
                  <a:pt x="193" y="208"/>
                </a:lnTo>
                <a:lnTo>
                  <a:pt x="170" y="238"/>
                </a:lnTo>
                <a:lnTo>
                  <a:pt x="159" y="268"/>
                </a:lnTo>
                <a:lnTo>
                  <a:pt x="136" y="298"/>
                </a:lnTo>
                <a:lnTo>
                  <a:pt x="125" y="328"/>
                </a:lnTo>
                <a:lnTo>
                  <a:pt x="91" y="378"/>
                </a:lnTo>
                <a:lnTo>
                  <a:pt x="79" y="419"/>
                </a:lnTo>
                <a:lnTo>
                  <a:pt x="57" y="468"/>
                </a:lnTo>
                <a:lnTo>
                  <a:pt x="45" y="498"/>
                </a:lnTo>
                <a:lnTo>
                  <a:pt x="34" y="539"/>
                </a:lnTo>
                <a:lnTo>
                  <a:pt x="23" y="588"/>
                </a:lnTo>
                <a:lnTo>
                  <a:pt x="23" y="628"/>
                </a:lnTo>
                <a:lnTo>
                  <a:pt x="11" y="669"/>
                </a:lnTo>
                <a:lnTo>
                  <a:pt x="11" y="699"/>
                </a:lnTo>
                <a:lnTo>
                  <a:pt x="0" y="729"/>
                </a:lnTo>
                <a:lnTo>
                  <a:pt x="0" y="759"/>
                </a:lnTo>
                <a:lnTo>
                  <a:pt x="0" y="789"/>
                </a:lnTo>
                <a:lnTo>
                  <a:pt x="0" y="818"/>
                </a:lnTo>
                <a:lnTo>
                  <a:pt x="0" y="869"/>
                </a:lnTo>
                <a:lnTo>
                  <a:pt x="0" y="899"/>
                </a:lnTo>
                <a:lnTo>
                  <a:pt x="23" y="939"/>
                </a:lnTo>
                <a:lnTo>
                  <a:pt x="34" y="969"/>
                </a:lnTo>
                <a:lnTo>
                  <a:pt x="68" y="1029"/>
                </a:lnTo>
                <a:lnTo>
                  <a:pt x="79" y="1059"/>
                </a:lnTo>
                <a:lnTo>
                  <a:pt x="125" y="1109"/>
                </a:lnTo>
                <a:lnTo>
                  <a:pt x="159" y="1149"/>
                </a:lnTo>
                <a:lnTo>
                  <a:pt x="215" y="1179"/>
                </a:lnTo>
                <a:lnTo>
                  <a:pt x="283" y="1209"/>
                </a:lnTo>
                <a:lnTo>
                  <a:pt x="328" y="1229"/>
                </a:lnTo>
                <a:lnTo>
                  <a:pt x="385" y="1259"/>
                </a:lnTo>
                <a:lnTo>
                  <a:pt x="442" y="1279"/>
                </a:lnTo>
                <a:lnTo>
                  <a:pt x="532" y="1309"/>
                </a:lnTo>
                <a:lnTo>
                  <a:pt x="645" y="1339"/>
                </a:lnTo>
                <a:lnTo>
                  <a:pt x="747" y="1369"/>
                </a:lnTo>
                <a:lnTo>
                  <a:pt x="872" y="1399"/>
                </a:lnTo>
                <a:lnTo>
                  <a:pt x="974" y="1409"/>
                </a:lnTo>
                <a:lnTo>
                  <a:pt x="1076" y="1429"/>
                </a:lnTo>
                <a:lnTo>
                  <a:pt x="1200" y="1450"/>
                </a:lnTo>
                <a:lnTo>
                  <a:pt x="1348" y="1480"/>
                </a:lnTo>
                <a:lnTo>
                  <a:pt x="1517" y="1529"/>
                </a:lnTo>
                <a:lnTo>
                  <a:pt x="1676" y="1569"/>
                </a:lnTo>
                <a:lnTo>
                  <a:pt x="1789" y="1599"/>
                </a:lnTo>
                <a:lnTo>
                  <a:pt x="1914" y="1619"/>
                </a:lnTo>
                <a:lnTo>
                  <a:pt x="2061" y="1640"/>
                </a:lnTo>
                <a:lnTo>
                  <a:pt x="2231" y="1659"/>
                </a:lnTo>
                <a:lnTo>
                  <a:pt x="2401" y="1670"/>
                </a:lnTo>
                <a:lnTo>
                  <a:pt x="2548" y="1680"/>
                </a:lnTo>
                <a:lnTo>
                  <a:pt x="2638" y="1680"/>
                </a:lnTo>
                <a:lnTo>
                  <a:pt x="2706" y="1680"/>
                </a:lnTo>
                <a:lnTo>
                  <a:pt x="2797" y="1659"/>
                </a:lnTo>
                <a:lnTo>
                  <a:pt x="2910" y="1649"/>
                </a:lnTo>
                <a:lnTo>
                  <a:pt x="3035" y="1629"/>
                </a:lnTo>
                <a:lnTo>
                  <a:pt x="3159" y="1629"/>
                </a:lnTo>
                <a:lnTo>
                  <a:pt x="3250" y="1619"/>
                </a:lnTo>
                <a:lnTo>
                  <a:pt x="3295" y="1610"/>
                </a:lnTo>
                <a:lnTo>
                  <a:pt x="3329" y="1589"/>
                </a:lnTo>
                <a:lnTo>
                  <a:pt x="3374" y="1569"/>
                </a:lnTo>
                <a:lnTo>
                  <a:pt x="3408" y="1550"/>
                </a:lnTo>
                <a:lnTo>
                  <a:pt x="3454" y="1519"/>
                </a:lnTo>
                <a:lnTo>
                  <a:pt x="3499" y="1509"/>
                </a:lnTo>
                <a:lnTo>
                  <a:pt x="3556" y="1499"/>
                </a:lnTo>
                <a:lnTo>
                  <a:pt x="3601" y="1489"/>
                </a:lnTo>
                <a:lnTo>
                  <a:pt x="3646" y="1469"/>
                </a:lnTo>
                <a:lnTo>
                  <a:pt x="3726" y="1450"/>
                </a:lnTo>
                <a:lnTo>
                  <a:pt x="3793" y="1429"/>
                </a:lnTo>
                <a:lnTo>
                  <a:pt x="3827" y="1420"/>
                </a:lnTo>
                <a:lnTo>
                  <a:pt x="3873" y="1399"/>
                </a:lnTo>
                <a:lnTo>
                  <a:pt x="3907" y="1369"/>
                </a:lnTo>
                <a:lnTo>
                  <a:pt x="3952" y="1339"/>
                </a:lnTo>
                <a:lnTo>
                  <a:pt x="3986" y="1329"/>
                </a:lnTo>
                <a:lnTo>
                  <a:pt x="4020" y="1309"/>
                </a:lnTo>
                <a:lnTo>
                  <a:pt x="4054" y="1309"/>
                </a:lnTo>
                <a:lnTo>
                  <a:pt x="4099" y="1289"/>
                </a:lnTo>
                <a:lnTo>
                  <a:pt x="4145" y="1269"/>
                </a:lnTo>
                <a:lnTo>
                  <a:pt x="4178" y="1259"/>
                </a:lnTo>
                <a:lnTo>
                  <a:pt x="4224" y="1239"/>
                </a:lnTo>
                <a:lnTo>
                  <a:pt x="4269" y="1209"/>
                </a:lnTo>
                <a:lnTo>
                  <a:pt x="4314" y="1189"/>
                </a:lnTo>
                <a:lnTo>
                  <a:pt x="4360" y="1169"/>
                </a:lnTo>
                <a:lnTo>
                  <a:pt x="4405" y="1139"/>
                </a:lnTo>
                <a:lnTo>
                  <a:pt x="4450" y="1109"/>
                </a:lnTo>
                <a:lnTo>
                  <a:pt x="4484" y="1079"/>
                </a:lnTo>
                <a:lnTo>
                  <a:pt x="4518" y="1049"/>
                </a:lnTo>
                <a:lnTo>
                  <a:pt x="4552" y="1029"/>
                </a:lnTo>
                <a:lnTo>
                  <a:pt x="4575" y="999"/>
                </a:lnTo>
                <a:lnTo>
                  <a:pt x="4586" y="969"/>
                </a:lnTo>
              </a:path>
            </a:pathLst>
          </a:custGeom>
          <a:noFill/>
          <a:ln cap="rnd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1" name="Google Shape;4971;p119"/>
          <p:cNvSpPr/>
          <p:nvPr/>
        </p:nvSpPr>
        <p:spPr>
          <a:xfrm>
            <a:off x="3638564" y="1638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2" name="Google Shape;4972;p119"/>
          <p:cNvSpPr/>
          <p:nvPr/>
        </p:nvSpPr>
        <p:spPr>
          <a:xfrm>
            <a:off x="2709875" y="2552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3" name="Google Shape;4973;p119"/>
          <p:cNvSpPr/>
          <p:nvPr/>
        </p:nvSpPr>
        <p:spPr>
          <a:xfrm>
            <a:off x="3471875" y="22479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4" name="Google Shape;4974;p119"/>
          <p:cNvSpPr/>
          <p:nvPr/>
        </p:nvSpPr>
        <p:spPr>
          <a:xfrm>
            <a:off x="4386275" y="2476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5" name="Google Shape;4975;p119"/>
          <p:cNvSpPr/>
          <p:nvPr/>
        </p:nvSpPr>
        <p:spPr>
          <a:xfrm>
            <a:off x="6153164" y="1409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6" name="Google Shape;4976;p119"/>
          <p:cNvSpPr/>
          <p:nvPr/>
        </p:nvSpPr>
        <p:spPr>
          <a:xfrm>
            <a:off x="7510475" y="25527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7" name="Google Shape;4977;p119"/>
          <p:cNvSpPr/>
          <p:nvPr/>
        </p:nvSpPr>
        <p:spPr>
          <a:xfrm>
            <a:off x="5529275" y="2019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8" name="Google Shape;4978;p119"/>
          <p:cNvSpPr/>
          <p:nvPr/>
        </p:nvSpPr>
        <p:spPr>
          <a:xfrm>
            <a:off x="5529275" y="43053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9" name="Google Shape;4979;p119"/>
          <p:cNvSpPr/>
          <p:nvPr/>
        </p:nvSpPr>
        <p:spPr>
          <a:xfrm>
            <a:off x="5224475" y="2552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0" name="Google Shape;4980;p119"/>
          <p:cNvSpPr/>
          <p:nvPr/>
        </p:nvSpPr>
        <p:spPr>
          <a:xfrm>
            <a:off x="5910275" y="30099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1" name="Google Shape;4981;p119"/>
          <p:cNvSpPr/>
          <p:nvPr/>
        </p:nvSpPr>
        <p:spPr>
          <a:xfrm>
            <a:off x="3548075" y="3619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2" name="Google Shape;4982;p119"/>
          <p:cNvSpPr/>
          <p:nvPr/>
        </p:nvSpPr>
        <p:spPr>
          <a:xfrm>
            <a:off x="6748475" y="3619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3" name="Google Shape;4983;p119"/>
          <p:cNvSpPr/>
          <p:nvPr/>
        </p:nvSpPr>
        <p:spPr>
          <a:xfrm>
            <a:off x="8882075" y="2171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84" name="Google Shape;4984;p119"/>
          <p:cNvGrpSpPr/>
          <p:nvPr/>
        </p:nvGrpSpPr>
        <p:grpSpPr>
          <a:xfrm>
            <a:off x="5513401" y="4852988"/>
            <a:ext cx="4816475" cy="519112"/>
            <a:chOff x="2630" y="2793"/>
            <a:chExt cx="3034" cy="327"/>
          </a:xfrm>
        </p:grpSpPr>
        <p:sp>
          <p:nvSpPr>
            <p:cNvPr id="4985" name="Google Shape;4985;p119"/>
            <p:cNvSpPr/>
            <p:nvPr/>
          </p:nvSpPr>
          <p:spPr>
            <a:xfrm>
              <a:off x="263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[1]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6" name="Google Shape;4986;p119"/>
            <p:cNvSpPr/>
            <p:nvPr/>
          </p:nvSpPr>
          <p:spPr>
            <a:xfrm>
              <a:off x="306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7" name="Google Shape;4987;p119"/>
            <p:cNvSpPr/>
            <p:nvPr/>
          </p:nvSpPr>
          <p:spPr>
            <a:xfrm>
              <a:off x="3494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[3]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8" name="Google Shape;4988;p119"/>
            <p:cNvSpPr/>
            <p:nvPr/>
          </p:nvSpPr>
          <p:spPr>
            <a:xfrm>
              <a:off x="3926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[4]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9" name="Google Shape;4989;p119"/>
            <p:cNvSpPr/>
            <p:nvPr/>
          </p:nvSpPr>
          <p:spPr>
            <a:xfrm>
              <a:off x="4358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0" name="Google Shape;4990;p119"/>
            <p:cNvSpPr/>
            <p:nvPr/>
          </p:nvSpPr>
          <p:spPr>
            <a:xfrm>
              <a:off x="479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[6]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1" name="Google Shape;4991;p119"/>
            <p:cNvSpPr/>
            <p:nvPr/>
          </p:nvSpPr>
          <p:spPr>
            <a:xfrm>
              <a:off x="522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[7]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92" name="Google Shape;4992;p119"/>
          <p:cNvGrpSpPr/>
          <p:nvPr/>
        </p:nvGrpSpPr>
        <p:grpSpPr>
          <a:xfrm>
            <a:off x="5056201" y="5310188"/>
            <a:ext cx="473075" cy="976312"/>
            <a:chOff x="2342" y="3081"/>
            <a:chExt cx="298" cy="615"/>
          </a:xfrm>
        </p:grpSpPr>
        <p:sp>
          <p:nvSpPr>
            <p:cNvPr id="4993" name="Google Shape;4993;p119"/>
            <p:cNvSpPr/>
            <p:nvPr/>
          </p:nvSpPr>
          <p:spPr>
            <a:xfrm>
              <a:off x="2342" y="3081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4" name="Google Shape;4994;p119"/>
            <p:cNvSpPr/>
            <p:nvPr/>
          </p:nvSpPr>
          <p:spPr>
            <a:xfrm>
              <a:off x="2342" y="3369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95" name="Google Shape;4995;p119"/>
          <p:cNvSpPr/>
          <p:nvPr/>
        </p:nvSpPr>
        <p:spPr>
          <a:xfrm>
            <a:off x="5589601" y="5310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6" name="Google Shape;4996;p119"/>
          <p:cNvSpPr/>
          <p:nvPr/>
        </p:nvSpPr>
        <p:spPr>
          <a:xfrm>
            <a:off x="5589601" y="5767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97" name="Google Shape;4997;p119"/>
          <p:cNvGrpSpPr/>
          <p:nvPr/>
        </p:nvGrpSpPr>
        <p:grpSpPr>
          <a:xfrm>
            <a:off x="1497025" y="4365626"/>
            <a:ext cx="444500" cy="466725"/>
            <a:chOff x="100" y="2486"/>
            <a:chExt cx="280" cy="294"/>
          </a:xfrm>
        </p:grpSpPr>
        <p:sp>
          <p:nvSpPr>
            <p:cNvPr id="4998" name="Google Shape;4998;p119"/>
            <p:cNvSpPr/>
            <p:nvPr/>
          </p:nvSpPr>
          <p:spPr>
            <a:xfrm>
              <a:off x="100" y="2500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9" name="Google Shape;4999;p119"/>
            <p:cNvSpPr/>
            <p:nvPr/>
          </p:nvSpPr>
          <p:spPr>
            <a:xfrm>
              <a:off x="134" y="248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00" name="Google Shape;5000;p119"/>
          <p:cNvCxnSpPr/>
          <p:nvPr/>
        </p:nvCxnSpPr>
        <p:spPr>
          <a:xfrm>
            <a:off x="3014675" y="2324100"/>
            <a:ext cx="0" cy="1143000"/>
          </a:xfrm>
          <a:prstGeom prst="straightConnector1">
            <a:avLst/>
          </a:prstGeom>
          <a:noFill/>
          <a:ln cap="flat" cmpd="sng" w="50800">
            <a:solidFill>
              <a:schemeClr val="hlink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5001" name="Google Shape;5001;p119"/>
          <p:cNvGrpSpPr/>
          <p:nvPr/>
        </p:nvGrpSpPr>
        <p:grpSpPr>
          <a:xfrm>
            <a:off x="2792425" y="3451226"/>
            <a:ext cx="444500" cy="466725"/>
            <a:chOff x="916" y="1910"/>
            <a:chExt cx="280" cy="294"/>
          </a:xfrm>
        </p:grpSpPr>
        <p:sp>
          <p:nvSpPr>
            <p:cNvPr id="5002" name="Google Shape;5002;p119"/>
            <p:cNvSpPr/>
            <p:nvPr/>
          </p:nvSpPr>
          <p:spPr>
            <a:xfrm>
              <a:off x="916" y="1924"/>
              <a:ext cx="280" cy="280"/>
            </a:xfrm>
            <a:prstGeom prst="ellipse">
              <a:avLst/>
            </a:prstGeom>
            <a:solidFill>
              <a:srgbClr val="FFCC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3" name="Google Shape;5003;p119"/>
            <p:cNvSpPr/>
            <p:nvPr/>
          </p:nvSpPr>
          <p:spPr>
            <a:xfrm>
              <a:off x="950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04" name="Google Shape;5004;p119"/>
          <p:cNvCxnSpPr/>
          <p:nvPr/>
        </p:nvCxnSpPr>
        <p:spPr>
          <a:xfrm>
            <a:off x="3243275" y="2095500"/>
            <a:ext cx="1371600" cy="0"/>
          </a:xfrm>
          <a:prstGeom prst="straightConnector1">
            <a:avLst/>
          </a:prstGeom>
          <a:noFill/>
          <a:ln cap="flat" cmpd="sng" w="50800">
            <a:solidFill>
              <a:schemeClr val="hlink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5005" name="Google Shape;5005;p119"/>
          <p:cNvGrpSpPr/>
          <p:nvPr/>
        </p:nvGrpSpPr>
        <p:grpSpPr>
          <a:xfrm>
            <a:off x="4621225" y="1851026"/>
            <a:ext cx="444500" cy="466725"/>
            <a:chOff x="2068" y="902"/>
            <a:chExt cx="280" cy="294"/>
          </a:xfrm>
        </p:grpSpPr>
        <p:sp>
          <p:nvSpPr>
            <p:cNvPr id="5006" name="Google Shape;5006;p119"/>
            <p:cNvSpPr/>
            <p:nvPr/>
          </p:nvSpPr>
          <p:spPr>
            <a:xfrm>
              <a:off x="2068" y="916"/>
              <a:ext cx="280" cy="280"/>
            </a:xfrm>
            <a:prstGeom prst="ellipse">
              <a:avLst/>
            </a:prstGeom>
            <a:solidFill>
              <a:srgbClr val="FFCC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7" name="Google Shape;5007;p119"/>
            <p:cNvSpPr/>
            <p:nvPr/>
          </p:nvSpPr>
          <p:spPr>
            <a:xfrm>
              <a:off x="2102" y="90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08" name="Google Shape;5008;p119"/>
          <p:cNvCxnSpPr/>
          <p:nvPr/>
        </p:nvCxnSpPr>
        <p:spPr>
          <a:xfrm>
            <a:off x="3167075" y="2324100"/>
            <a:ext cx="1524000" cy="1143000"/>
          </a:xfrm>
          <a:prstGeom prst="straightConnector1">
            <a:avLst/>
          </a:prstGeom>
          <a:noFill/>
          <a:ln cap="flat" cmpd="sng" w="50800">
            <a:solidFill>
              <a:schemeClr val="hlink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5009" name="Google Shape;5009;p119"/>
          <p:cNvGrpSpPr/>
          <p:nvPr/>
        </p:nvGrpSpPr>
        <p:grpSpPr>
          <a:xfrm>
            <a:off x="4545025" y="3451226"/>
            <a:ext cx="444500" cy="466725"/>
            <a:chOff x="2020" y="1910"/>
            <a:chExt cx="280" cy="294"/>
          </a:xfrm>
        </p:grpSpPr>
        <p:sp>
          <p:nvSpPr>
            <p:cNvPr id="5010" name="Google Shape;5010;p119"/>
            <p:cNvSpPr/>
            <p:nvPr/>
          </p:nvSpPr>
          <p:spPr>
            <a:xfrm>
              <a:off x="2020" y="1924"/>
              <a:ext cx="280" cy="280"/>
            </a:xfrm>
            <a:prstGeom prst="ellipse">
              <a:avLst/>
            </a:prstGeom>
            <a:solidFill>
              <a:srgbClr val="FFCC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1" name="Google Shape;5011;p119"/>
            <p:cNvSpPr/>
            <p:nvPr/>
          </p:nvSpPr>
          <p:spPr>
            <a:xfrm>
              <a:off x="2054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12" name="Google Shape;5012;p119"/>
          <p:cNvSpPr/>
          <p:nvPr/>
        </p:nvSpPr>
        <p:spPr>
          <a:xfrm>
            <a:off x="2135201" y="2171700"/>
            <a:ext cx="7281863" cy="2668588"/>
          </a:xfrm>
          <a:custGeom>
            <a:rect b="b" l="l" r="r" t="t"/>
            <a:pathLst>
              <a:path extrusionOk="0" h="1681" w="4587">
                <a:moveTo>
                  <a:pt x="410" y="0"/>
                </a:moveTo>
                <a:lnTo>
                  <a:pt x="362" y="28"/>
                </a:lnTo>
                <a:lnTo>
                  <a:pt x="306" y="58"/>
                </a:lnTo>
                <a:lnTo>
                  <a:pt x="272" y="78"/>
                </a:lnTo>
                <a:lnTo>
                  <a:pt x="249" y="108"/>
                </a:lnTo>
                <a:lnTo>
                  <a:pt x="226" y="148"/>
                </a:lnTo>
                <a:lnTo>
                  <a:pt x="215" y="178"/>
                </a:lnTo>
                <a:lnTo>
                  <a:pt x="193" y="208"/>
                </a:lnTo>
                <a:lnTo>
                  <a:pt x="170" y="238"/>
                </a:lnTo>
                <a:lnTo>
                  <a:pt x="159" y="268"/>
                </a:lnTo>
                <a:lnTo>
                  <a:pt x="136" y="298"/>
                </a:lnTo>
                <a:lnTo>
                  <a:pt x="125" y="328"/>
                </a:lnTo>
                <a:lnTo>
                  <a:pt x="91" y="378"/>
                </a:lnTo>
                <a:lnTo>
                  <a:pt x="79" y="419"/>
                </a:lnTo>
                <a:lnTo>
                  <a:pt x="57" y="468"/>
                </a:lnTo>
                <a:lnTo>
                  <a:pt x="45" y="498"/>
                </a:lnTo>
                <a:lnTo>
                  <a:pt x="34" y="539"/>
                </a:lnTo>
                <a:lnTo>
                  <a:pt x="23" y="588"/>
                </a:lnTo>
                <a:lnTo>
                  <a:pt x="23" y="628"/>
                </a:lnTo>
                <a:lnTo>
                  <a:pt x="11" y="669"/>
                </a:lnTo>
                <a:lnTo>
                  <a:pt x="11" y="699"/>
                </a:lnTo>
                <a:lnTo>
                  <a:pt x="0" y="729"/>
                </a:lnTo>
                <a:lnTo>
                  <a:pt x="0" y="759"/>
                </a:lnTo>
                <a:lnTo>
                  <a:pt x="0" y="789"/>
                </a:lnTo>
                <a:lnTo>
                  <a:pt x="0" y="818"/>
                </a:lnTo>
                <a:lnTo>
                  <a:pt x="0" y="869"/>
                </a:lnTo>
                <a:lnTo>
                  <a:pt x="0" y="899"/>
                </a:lnTo>
                <a:lnTo>
                  <a:pt x="23" y="939"/>
                </a:lnTo>
                <a:lnTo>
                  <a:pt x="34" y="969"/>
                </a:lnTo>
                <a:lnTo>
                  <a:pt x="68" y="1029"/>
                </a:lnTo>
                <a:lnTo>
                  <a:pt x="79" y="1059"/>
                </a:lnTo>
                <a:lnTo>
                  <a:pt x="125" y="1109"/>
                </a:lnTo>
                <a:lnTo>
                  <a:pt x="159" y="1149"/>
                </a:lnTo>
                <a:lnTo>
                  <a:pt x="215" y="1179"/>
                </a:lnTo>
                <a:lnTo>
                  <a:pt x="283" y="1209"/>
                </a:lnTo>
                <a:lnTo>
                  <a:pt x="328" y="1229"/>
                </a:lnTo>
                <a:lnTo>
                  <a:pt x="385" y="1259"/>
                </a:lnTo>
                <a:lnTo>
                  <a:pt x="442" y="1279"/>
                </a:lnTo>
                <a:lnTo>
                  <a:pt x="532" y="1309"/>
                </a:lnTo>
                <a:lnTo>
                  <a:pt x="645" y="1339"/>
                </a:lnTo>
                <a:lnTo>
                  <a:pt x="747" y="1369"/>
                </a:lnTo>
                <a:lnTo>
                  <a:pt x="872" y="1399"/>
                </a:lnTo>
                <a:lnTo>
                  <a:pt x="974" y="1409"/>
                </a:lnTo>
                <a:lnTo>
                  <a:pt x="1076" y="1429"/>
                </a:lnTo>
                <a:lnTo>
                  <a:pt x="1200" y="1450"/>
                </a:lnTo>
                <a:lnTo>
                  <a:pt x="1348" y="1480"/>
                </a:lnTo>
                <a:lnTo>
                  <a:pt x="1517" y="1529"/>
                </a:lnTo>
                <a:lnTo>
                  <a:pt x="1676" y="1569"/>
                </a:lnTo>
                <a:lnTo>
                  <a:pt x="1789" y="1599"/>
                </a:lnTo>
                <a:lnTo>
                  <a:pt x="1914" y="1619"/>
                </a:lnTo>
                <a:lnTo>
                  <a:pt x="2061" y="1640"/>
                </a:lnTo>
                <a:lnTo>
                  <a:pt x="2231" y="1659"/>
                </a:lnTo>
                <a:lnTo>
                  <a:pt x="2401" y="1670"/>
                </a:lnTo>
                <a:lnTo>
                  <a:pt x="2548" y="1680"/>
                </a:lnTo>
                <a:lnTo>
                  <a:pt x="2638" y="1680"/>
                </a:lnTo>
                <a:lnTo>
                  <a:pt x="2706" y="1680"/>
                </a:lnTo>
                <a:lnTo>
                  <a:pt x="2797" y="1659"/>
                </a:lnTo>
                <a:lnTo>
                  <a:pt x="2910" y="1649"/>
                </a:lnTo>
                <a:lnTo>
                  <a:pt x="3035" y="1629"/>
                </a:lnTo>
                <a:lnTo>
                  <a:pt x="3159" y="1629"/>
                </a:lnTo>
                <a:lnTo>
                  <a:pt x="3250" y="1619"/>
                </a:lnTo>
                <a:lnTo>
                  <a:pt x="3295" y="1610"/>
                </a:lnTo>
                <a:lnTo>
                  <a:pt x="3329" y="1589"/>
                </a:lnTo>
                <a:lnTo>
                  <a:pt x="3374" y="1569"/>
                </a:lnTo>
                <a:lnTo>
                  <a:pt x="3408" y="1550"/>
                </a:lnTo>
                <a:lnTo>
                  <a:pt x="3454" y="1519"/>
                </a:lnTo>
                <a:lnTo>
                  <a:pt x="3499" y="1509"/>
                </a:lnTo>
                <a:lnTo>
                  <a:pt x="3556" y="1499"/>
                </a:lnTo>
                <a:lnTo>
                  <a:pt x="3601" y="1489"/>
                </a:lnTo>
                <a:lnTo>
                  <a:pt x="3646" y="1469"/>
                </a:lnTo>
                <a:lnTo>
                  <a:pt x="3726" y="1450"/>
                </a:lnTo>
                <a:lnTo>
                  <a:pt x="3793" y="1429"/>
                </a:lnTo>
                <a:lnTo>
                  <a:pt x="3827" y="1420"/>
                </a:lnTo>
                <a:lnTo>
                  <a:pt x="3873" y="1399"/>
                </a:lnTo>
                <a:lnTo>
                  <a:pt x="3907" y="1369"/>
                </a:lnTo>
                <a:lnTo>
                  <a:pt x="3952" y="1339"/>
                </a:lnTo>
                <a:lnTo>
                  <a:pt x="3986" y="1329"/>
                </a:lnTo>
                <a:lnTo>
                  <a:pt x="4020" y="1309"/>
                </a:lnTo>
                <a:lnTo>
                  <a:pt x="4054" y="1309"/>
                </a:lnTo>
                <a:lnTo>
                  <a:pt x="4099" y="1289"/>
                </a:lnTo>
                <a:lnTo>
                  <a:pt x="4145" y="1269"/>
                </a:lnTo>
                <a:lnTo>
                  <a:pt x="4178" y="1259"/>
                </a:lnTo>
                <a:lnTo>
                  <a:pt x="4224" y="1239"/>
                </a:lnTo>
                <a:lnTo>
                  <a:pt x="4269" y="1209"/>
                </a:lnTo>
                <a:lnTo>
                  <a:pt x="4314" y="1189"/>
                </a:lnTo>
                <a:lnTo>
                  <a:pt x="4360" y="1169"/>
                </a:lnTo>
                <a:lnTo>
                  <a:pt x="4405" y="1139"/>
                </a:lnTo>
                <a:lnTo>
                  <a:pt x="4450" y="1109"/>
                </a:lnTo>
                <a:lnTo>
                  <a:pt x="4484" y="1079"/>
                </a:lnTo>
                <a:lnTo>
                  <a:pt x="4518" y="1049"/>
                </a:lnTo>
                <a:lnTo>
                  <a:pt x="4552" y="1029"/>
                </a:lnTo>
                <a:lnTo>
                  <a:pt x="4575" y="999"/>
                </a:lnTo>
                <a:lnTo>
                  <a:pt x="4586" y="969"/>
                </a:lnTo>
              </a:path>
            </a:pathLst>
          </a:custGeom>
          <a:noFill/>
          <a:ln cap="rnd" cmpd="sng" w="50800">
            <a:solidFill>
              <a:schemeClr val="hlink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13" name="Google Shape;5013;p119"/>
          <p:cNvGrpSpPr/>
          <p:nvPr/>
        </p:nvGrpSpPr>
        <p:grpSpPr>
          <a:xfrm>
            <a:off x="9345625" y="3451226"/>
            <a:ext cx="444500" cy="466725"/>
            <a:chOff x="5044" y="1910"/>
            <a:chExt cx="280" cy="294"/>
          </a:xfrm>
        </p:grpSpPr>
        <p:sp>
          <p:nvSpPr>
            <p:cNvPr id="5014" name="Google Shape;5014;p119"/>
            <p:cNvSpPr/>
            <p:nvPr/>
          </p:nvSpPr>
          <p:spPr>
            <a:xfrm>
              <a:off x="5044" y="1924"/>
              <a:ext cx="280" cy="280"/>
            </a:xfrm>
            <a:prstGeom prst="ellipse">
              <a:avLst/>
            </a:prstGeom>
            <a:solidFill>
              <a:srgbClr val="FFCC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5" name="Google Shape;5015;p119"/>
            <p:cNvSpPr/>
            <p:nvPr/>
          </p:nvSpPr>
          <p:spPr>
            <a:xfrm>
              <a:off x="5078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16" name="Google Shape;5016;p119"/>
          <p:cNvSpPr/>
          <p:nvPr/>
        </p:nvSpPr>
        <p:spPr>
          <a:xfrm>
            <a:off x="6351601" y="5310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7" name="Google Shape;5017;p119"/>
          <p:cNvSpPr/>
          <p:nvPr/>
        </p:nvSpPr>
        <p:spPr>
          <a:xfrm>
            <a:off x="6351601" y="5767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8" name="Google Shape;5018;p119"/>
          <p:cNvSpPr/>
          <p:nvPr/>
        </p:nvSpPr>
        <p:spPr>
          <a:xfrm>
            <a:off x="7037401" y="5310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9" name="Google Shape;5019;p119"/>
          <p:cNvSpPr/>
          <p:nvPr/>
        </p:nvSpPr>
        <p:spPr>
          <a:xfrm>
            <a:off x="7037401" y="5767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0" name="Google Shape;5020;p119"/>
          <p:cNvSpPr/>
          <p:nvPr/>
        </p:nvSpPr>
        <p:spPr>
          <a:xfrm>
            <a:off x="7510475" y="5310188"/>
            <a:ext cx="6858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1" name="Google Shape;5021;p119"/>
          <p:cNvSpPr/>
          <p:nvPr/>
        </p:nvSpPr>
        <p:spPr>
          <a:xfrm>
            <a:off x="7723201" y="5767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2" name="Google Shape;5022;p119"/>
          <p:cNvSpPr/>
          <p:nvPr/>
        </p:nvSpPr>
        <p:spPr>
          <a:xfrm>
            <a:off x="8409001" y="5310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3" name="Google Shape;5023;p119"/>
          <p:cNvSpPr/>
          <p:nvPr/>
        </p:nvSpPr>
        <p:spPr>
          <a:xfrm>
            <a:off x="8409001" y="5767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4" name="Google Shape;5024;p119"/>
          <p:cNvSpPr/>
          <p:nvPr/>
        </p:nvSpPr>
        <p:spPr>
          <a:xfrm>
            <a:off x="9094801" y="5310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5" name="Google Shape;5025;p119"/>
          <p:cNvSpPr/>
          <p:nvPr/>
        </p:nvSpPr>
        <p:spPr>
          <a:xfrm>
            <a:off x="9094801" y="5767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6" name="Google Shape;5026;p119"/>
          <p:cNvSpPr/>
          <p:nvPr/>
        </p:nvSpPr>
        <p:spPr>
          <a:xfrm>
            <a:off x="9644075" y="5310188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7" name="Google Shape;5027;p119"/>
          <p:cNvSpPr/>
          <p:nvPr/>
        </p:nvSpPr>
        <p:spPr>
          <a:xfrm>
            <a:off x="9780601" y="5767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28" name="Google Shape;5028;p119"/>
          <p:cNvGrpSpPr/>
          <p:nvPr/>
        </p:nvGrpSpPr>
        <p:grpSpPr>
          <a:xfrm>
            <a:off x="6983425" y="5302250"/>
            <a:ext cx="527050" cy="527050"/>
            <a:chOff x="3556" y="3076"/>
            <a:chExt cx="332" cy="332"/>
          </a:xfrm>
        </p:grpSpPr>
        <p:sp>
          <p:nvSpPr>
            <p:cNvPr id="5029" name="Google Shape;5029;p119"/>
            <p:cNvSpPr/>
            <p:nvPr/>
          </p:nvSpPr>
          <p:spPr>
            <a:xfrm>
              <a:off x="3556" y="3076"/>
              <a:ext cx="280" cy="280"/>
            </a:xfrm>
            <a:prstGeom prst="rect">
              <a:avLst/>
            </a:prstGeom>
            <a:solidFill>
              <a:srgbClr val="FFFF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0" name="Google Shape;5030;p119"/>
            <p:cNvSpPr/>
            <p:nvPr/>
          </p:nvSpPr>
          <p:spPr>
            <a:xfrm>
              <a:off x="3590" y="3081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6" name="Shape 5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7" name="Google Shape;5037;p120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8" name="Google Shape;5038;p1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39" name="Google Shape;5039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040" name="Google Shape;5040;p120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41" name="Google Shape;5041;p120"/>
          <p:cNvCxnSpPr/>
          <p:nvPr/>
        </p:nvCxnSpPr>
        <p:spPr>
          <a:xfrm>
            <a:off x="8467715" y="1905000"/>
            <a:ext cx="1143000" cy="1524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42" name="Google Shape;5042;p120"/>
          <p:cNvCxnSpPr/>
          <p:nvPr/>
        </p:nvCxnSpPr>
        <p:spPr>
          <a:xfrm flipH="1" rot="10800000">
            <a:off x="5114915" y="1752600"/>
            <a:ext cx="2971800" cy="228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43" name="Google Shape;5043;p120"/>
          <p:cNvCxnSpPr/>
          <p:nvPr/>
        </p:nvCxnSpPr>
        <p:spPr>
          <a:xfrm>
            <a:off x="3286115" y="20574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044" name="Google Shape;5044;p120"/>
          <p:cNvSpPr/>
          <p:nvPr/>
        </p:nvSpPr>
        <p:spPr>
          <a:xfrm>
            <a:off x="2835265" y="18351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5" name="Google Shape;5045;p120"/>
          <p:cNvSpPr/>
          <p:nvPr/>
        </p:nvSpPr>
        <p:spPr>
          <a:xfrm>
            <a:off x="2889241" y="18129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6" name="Google Shape;5046;p120"/>
          <p:cNvSpPr/>
          <p:nvPr/>
        </p:nvSpPr>
        <p:spPr>
          <a:xfrm>
            <a:off x="2835265" y="34353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7" name="Google Shape;5047;p120"/>
          <p:cNvSpPr/>
          <p:nvPr/>
        </p:nvSpPr>
        <p:spPr>
          <a:xfrm>
            <a:off x="2889241" y="34131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8" name="Google Shape;5048;p120"/>
          <p:cNvSpPr/>
          <p:nvPr/>
        </p:nvSpPr>
        <p:spPr>
          <a:xfrm>
            <a:off x="4664065" y="1835150"/>
            <a:ext cx="444500" cy="4445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9" name="Google Shape;5049;p120"/>
          <p:cNvSpPr/>
          <p:nvPr/>
        </p:nvSpPr>
        <p:spPr>
          <a:xfrm>
            <a:off x="4718041" y="18129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0" name="Google Shape;5050;p120"/>
          <p:cNvSpPr/>
          <p:nvPr/>
        </p:nvSpPr>
        <p:spPr>
          <a:xfrm>
            <a:off x="4587865" y="34353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1" name="Google Shape;5051;p120"/>
          <p:cNvSpPr/>
          <p:nvPr/>
        </p:nvSpPr>
        <p:spPr>
          <a:xfrm>
            <a:off x="4641841" y="34131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2" name="Google Shape;5052;p120"/>
          <p:cNvSpPr/>
          <p:nvPr/>
        </p:nvSpPr>
        <p:spPr>
          <a:xfrm>
            <a:off x="6188065" y="25209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3" name="Google Shape;5053;p120"/>
          <p:cNvSpPr/>
          <p:nvPr/>
        </p:nvSpPr>
        <p:spPr>
          <a:xfrm>
            <a:off x="6242041" y="24987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4" name="Google Shape;5054;p120"/>
          <p:cNvSpPr/>
          <p:nvPr/>
        </p:nvSpPr>
        <p:spPr>
          <a:xfrm>
            <a:off x="8093065" y="15303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5" name="Google Shape;5055;p120"/>
          <p:cNvSpPr/>
          <p:nvPr/>
        </p:nvSpPr>
        <p:spPr>
          <a:xfrm>
            <a:off x="8147041" y="15081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6" name="Google Shape;5056;p120"/>
          <p:cNvSpPr/>
          <p:nvPr/>
        </p:nvSpPr>
        <p:spPr>
          <a:xfrm>
            <a:off x="9388465" y="34353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7" name="Google Shape;5057;p120"/>
          <p:cNvSpPr/>
          <p:nvPr/>
        </p:nvSpPr>
        <p:spPr>
          <a:xfrm>
            <a:off x="9442441" y="34131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58" name="Google Shape;5058;p120"/>
          <p:cNvCxnSpPr/>
          <p:nvPr/>
        </p:nvCxnSpPr>
        <p:spPr>
          <a:xfrm>
            <a:off x="3057515" y="2286000"/>
            <a:ext cx="0" cy="1143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59" name="Google Shape;5059;p120"/>
          <p:cNvCxnSpPr/>
          <p:nvPr/>
        </p:nvCxnSpPr>
        <p:spPr>
          <a:xfrm>
            <a:off x="3286115" y="3657600"/>
            <a:ext cx="1295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60" name="Google Shape;5060;p120"/>
          <p:cNvCxnSpPr/>
          <p:nvPr/>
        </p:nvCxnSpPr>
        <p:spPr>
          <a:xfrm>
            <a:off x="3209915" y="2286000"/>
            <a:ext cx="1524000" cy="1143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61" name="Google Shape;5061;p120"/>
          <p:cNvCxnSpPr/>
          <p:nvPr/>
        </p:nvCxnSpPr>
        <p:spPr>
          <a:xfrm flipH="1">
            <a:off x="3209915" y="2286000"/>
            <a:ext cx="1600200" cy="1219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62" name="Google Shape;5062;p120"/>
          <p:cNvCxnSpPr/>
          <p:nvPr/>
        </p:nvCxnSpPr>
        <p:spPr>
          <a:xfrm>
            <a:off x="5038715" y="2209800"/>
            <a:ext cx="12192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63" name="Google Shape;5063;p120"/>
          <p:cNvCxnSpPr/>
          <p:nvPr/>
        </p:nvCxnSpPr>
        <p:spPr>
          <a:xfrm flipH="1" rot="10800000">
            <a:off x="3286115" y="2743200"/>
            <a:ext cx="2895600" cy="83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64" name="Google Shape;5064;p120"/>
          <p:cNvCxnSpPr/>
          <p:nvPr/>
        </p:nvCxnSpPr>
        <p:spPr>
          <a:xfrm flipH="1">
            <a:off x="4962515" y="2971800"/>
            <a:ext cx="1295400" cy="60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65" name="Google Shape;5065;p120"/>
          <p:cNvCxnSpPr/>
          <p:nvPr/>
        </p:nvCxnSpPr>
        <p:spPr>
          <a:xfrm>
            <a:off x="5038715" y="3657600"/>
            <a:ext cx="434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66" name="Google Shape;5066;p120"/>
          <p:cNvCxnSpPr/>
          <p:nvPr/>
        </p:nvCxnSpPr>
        <p:spPr>
          <a:xfrm>
            <a:off x="6638915" y="2819400"/>
            <a:ext cx="2819400" cy="685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067" name="Google Shape;5067;p120"/>
          <p:cNvSpPr/>
          <p:nvPr/>
        </p:nvSpPr>
        <p:spPr>
          <a:xfrm>
            <a:off x="2178041" y="2133600"/>
            <a:ext cx="7281863" cy="2668588"/>
          </a:xfrm>
          <a:custGeom>
            <a:rect b="b" l="l" r="r" t="t"/>
            <a:pathLst>
              <a:path extrusionOk="0" h="1681" w="4587">
                <a:moveTo>
                  <a:pt x="410" y="0"/>
                </a:moveTo>
                <a:lnTo>
                  <a:pt x="362" y="28"/>
                </a:lnTo>
                <a:lnTo>
                  <a:pt x="306" y="58"/>
                </a:lnTo>
                <a:lnTo>
                  <a:pt x="272" y="78"/>
                </a:lnTo>
                <a:lnTo>
                  <a:pt x="249" y="108"/>
                </a:lnTo>
                <a:lnTo>
                  <a:pt x="226" y="148"/>
                </a:lnTo>
                <a:lnTo>
                  <a:pt x="215" y="178"/>
                </a:lnTo>
                <a:lnTo>
                  <a:pt x="193" y="208"/>
                </a:lnTo>
                <a:lnTo>
                  <a:pt x="170" y="238"/>
                </a:lnTo>
                <a:lnTo>
                  <a:pt x="159" y="268"/>
                </a:lnTo>
                <a:lnTo>
                  <a:pt x="136" y="298"/>
                </a:lnTo>
                <a:lnTo>
                  <a:pt x="125" y="328"/>
                </a:lnTo>
                <a:lnTo>
                  <a:pt x="91" y="378"/>
                </a:lnTo>
                <a:lnTo>
                  <a:pt x="79" y="419"/>
                </a:lnTo>
                <a:lnTo>
                  <a:pt x="57" y="468"/>
                </a:lnTo>
                <a:lnTo>
                  <a:pt x="45" y="498"/>
                </a:lnTo>
                <a:lnTo>
                  <a:pt x="34" y="539"/>
                </a:lnTo>
                <a:lnTo>
                  <a:pt x="23" y="588"/>
                </a:lnTo>
                <a:lnTo>
                  <a:pt x="23" y="628"/>
                </a:lnTo>
                <a:lnTo>
                  <a:pt x="11" y="669"/>
                </a:lnTo>
                <a:lnTo>
                  <a:pt x="11" y="699"/>
                </a:lnTo>
                <a:lnTo>
                  <a:pt x="0" y="729"/>
                </a:lnTo>
                <a:lnTo>
                  <a:pt x="0" y="759"/>
                </a:lnTo>
                <a:lnTo>
                  <a:pt x="0" y="789"/>
                </a:lnTo>
                <a:lnTo>
                  <a:pt x="0" y="818"/>
                </a:lnTo>
                <a:lnTo>
                  <a:pt x="0" y="869"/>
                </a:lnTo>
                <a:lnTo>
                  <a:pt x="0" y="899"/>
                </a:lnTo>
                <a:lnTo>
                  <a:pt x="23" y="939"/>
                </a:lnTo>
                <a:lnTo>
                  <a:pt x="34" y="969"/>
                </a:lnTo>
                <a:lnTo>
                  <a:pt x="68" y="1029"/>
                </a:lnTo>
                <a:lnTo>
                  <a:pt x="79" y="1059"/>
                </a:lnTo>
                <a:lnTo>
                  <a:pt x="125" y="1109"/>
                </a:lnTo>
                <a:lnTo>
                  <a:pt x="159" y="1149"/>
                </a:lnTo>
                <a:lnTo>
                  <a:pt x="215" y="1179"/>
                </a:lnTo>
                <a:lnTo>
                  <a:pt x="283" y="1209"/>
                </a:lnTo>
                <a:lnTo>
                  <a:pt x="328" y="1229"/>
                </a:lnTo>
                <a:lnTo>
                  <a:pt x="385" y="1259"/>
                </a:lnTo>
                <a:lnTo>
                  <a:pt x="442" y="1279"/>
                </a:lnTo>
                <a:lnTo>
                  <a:pt x="532" y="1309"/>
                </a:lnTo>
                <a:lnTo>
                  <a:pt x="645" y="1339"/>
                </a:lnTo>
                <a:lnTo>
                  <a:pt x="747" y="1369"/>
                </a:lnTo>
                <a:lnTo>
                  <a:pt x="872" y="1399"/>
                </a:lnTo>
                <a:lnTo>
                  <a:pt x="974" y="1409"/>
                </a:lnTo>
                <a:lnTo>
                  <a:pt x="1076" y="1429"/>
                </a:lnTo>
                <a:lnTo>
                  <a:pt x="1200" y="1450"/>
                </a:lnTo>
                <a:lnTo>
                  <a:pt x="1348" y="1480"/>
                </a:lnTo>
                <a:lnTo>
                  <a:pt x="1517" y="1529"/>
                </a:lnTo>
                <a:lnTo>
                  <a:pt x="1676" y="1569"/>
                </a:lnTo>
                <a:lnTo>
                  <a:pt x="1789" y="1599"/>
                </a:lnTo>
                <a:lnTo>
                  <a:pt x="1914" y="1619"/>
                </a:lnTo>
                <a:lnTo>
                  <a:pt x="2061" y="1640"/>
                </a:lnTo>
                <a:lnTo>
                  <a:pt x="2231" y="1659"/>
                </a:lnTo>
                <a:lnTo>
                  <a:pt x="2401" y="1670"/>
                </a:lnTo>
                <a:lnTo>
                  <a:pt x="2548" y="1680"/>
                </a:lnTo>
                <a:lnTo>
                  <a:pt x="2638" y="1680"/>
                </a:lnTo>
                <a:lnTo>
                  <a:pt x="2706" y="1680"/>
                </a:lnTo>
                <a:lnTo>
                  <a:pt x="2797" y="1659"/>
                </a:lnTo>
                <a:lnTo>
                  <a:pt x="2910" y="1649"/>
                </a:lnTo>
                <a:lnTo>
                  <a:pt x="3035" y="1629"/>
                </a:lnTo>
                <a:lnTo>
                  <a:pt x="3159" y="1629"/>
                </a:lnTo>
                <a:lnTo>
                  <a:pt x="3250" y="1619"/>
                </a:lnTo>
                <a:lnTo>
                  <a:pt x="3295" y="1610"/>
                </a:lnTo>
                <a:lnTo>
                  <a:pt x="3329" y="1589"/>
                </a:lnTo>
                <a:lnTo>
                  <a:pt x="3374" y="1569"/>
                </a:lnTo>
                <a:lnTo>
                  <a:pt x="3408" y="1550"/>
                </a:lnTo>
                <a:lnTo>
                  <a:pt x="3454" y="1519"/>
                </a:lnTo>
                <a:lnTo>
                  <a:pt x="3499" y="1509"/>
                </a:lnTo>
                <a:lnTo>
                  <a:pt x="3556" y="1499"/>
                </a:lnTo>
                <a:lnTo>
                  <a:pt x="3601" y="1489"/>
                </a:lnTo>
                <a:lnTo>
                  <a:pt x="3646" y="1469"/>
                </a:lnTo>
                <a:lnTo>
                  <a:pt x="3726" y="1450"/>
                </a:lnTo>
                <a:lnTo>
                  <a:pt x="3793" y="1429"/>
                </a:lnTo>
                <a:lnTo>
                  <a:pt x="3827" y="1420"/>
                </a:lnTo>
                <a:lnTo>
                  <a:pt x="3873" y="1399"/>
                </a:lnTo>
                <a:lnTo>
                  <a:pt x="3907" y="1369"/>
                </a:lnTo>
                <a:lnTo>
                  <a:pt x="3952" y="1339"/>
                </a:lnTo>
                <a:lnTo>
                  <a:pt x="3986" y="1329"/>
                </a:lnTo>
                <a:lnTo>
                  <a:pt x="4020" y="1309"/>
                </a:lnTo>
                <a:lnTo>
                  <a:pt x="4054" y="1309"/>
                </a:lnTo>
                <a:lnTo>
                  <a:pt x="4099" y="1289"/>
                </a:lnTo>
                <a:lnTo>
                  <a:pt x="4145" y="1269"/>
                </a:lnTo>
                <a:lnTo>
                  <a:pt x="4178" y="1259"/>
                </a:lnTo>
                <a:lnTo>
                  <a:pt x="4224" y="1239"/>
                </a:lnTo>
                <a:lnTo>
                  <a:pt x="4269" y="1209"/>
                </a:lnTo>
                <a:lnTo>
                  <a:pt x="4314" y="1189"/>
                </a:lnTo>
                <a:lnTo>
                  <a:pt x="4360" y="1169"/>
                </a:lnTo>
                <a:lnTo>
                  <a:pt x="4405" y="1139"/>
                </a:lnTo>
                <a:lnTo>
                  <a:pt x="4450" y="1109"/>
                </a:lnTo>
                <a:lnTo>
                  <a:pt x="4484" y="1079"/>
                </a:lnTo>
                <a:lnTo>
                  <a:pt x="4518" y="1049"/>
                </a:lnTo>
                <a:lnTo>
                  <a:pt x="4552" y="1029"/>
                </a:lnTo>
                <a:lnTo>
                  <a:pt x="4575" y="999"/>
                </a:lnTo>
                <a:lnTo>
                  <a:pt x="4586" y="969"/>
                </a:lnTo>
              </a:path>
            </a:pathLst>
          </a:custGeom>
          <a:noFill/>
          <a:ln cap="rnd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8" name="Google Shape;5068;p120"/>
          <p:cNvSpPr/>
          <p:nvPr/>
        </p:nvSpPr>
        <p:spPr>
          <a:xfrm>
            <a:off x="3667115" y="16002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9" name="Google Shape;5069;p120"/>
          <p:cNvSpPr/>
          <p:nvPr/>
        </p:nvSpPr>
        <p:spPr>
          <a:xfrm>
            <a:off x="2752715" y="25146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0" name="Google Shape;5070;p120"/>
          <p:cNvSpPr/>
          <p:nvPr/>
        </p:nvSpPr>
        <p:spPr>
          <a:xfrm>
            <a:off x="3514715" y="22098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1" name="Google Shape;5071;p120"/>
          <p:cNvSpPr/>
          <p:nvPr/>
        </p:nvSpPr>
        <p:spPr>
          <a:xfrm>
            <a:off x="4429115" y="24384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2" name="Google Shape;5072;p120"/>
          <p:cNvSpPr/>
          <p:nvPr/>
        </p:nvSpPr>
        <p:spPr>
          <a:xfrm>
            <a:off x="6181715" y="13716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3" name="Google Shape;5073;p120"/>
          <p:cNvSpPr/>
          <p:nvPr/>
        </p:nvSpPr>
        <p:spPr>
          <a:xfrm>
            <a:off x="7553315" y="25146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4" name="Google Shape;5074;p120"/>
          <p:cNvSpPr/>
          <p:nvPr/>
        </p:nvSpPr>
        <p:spPr>
          <a:xfrm>
            <a:off x="5572115" y="19812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5" name="Google Shape;5075;p120"/>
          <p:cNvSpPr/>
          <p:nvPr/>
        </p:nvSpPr>
        <p:spPr>
          <a:xfrm>
            <a:off x="5572115" y="42672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6" name="Google Shape;5076;p120"/>
          <p:cNvSpPr/>
          <p:nvPr/>
        </p:nvSpPr>
        <p:spPr>
          <a:xfrm>
            <a:off x="5267315" y="25146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7" name="Google Shape;5077;p120"/>
          <p:cNvSpPr/>
          <p:nvPr/>
        </p:nvSpPr>
        <p:spPr>
          <a:xfrm>
            <a:off x="5953115" y="29718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8" name="Google Shape;5078;p120"/>
          <p:cNvSpPr/>
          <p:nvPr/>
        </p:nvSpPr>
        <p:spPr>
          <a:xfrm>
            <a:off x="3590915" y="35814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9" name="Google Shape;5079;p120"/>
          <p:cNvSpPr/>
          <p:nvPr/>
        </p:nvSpPr>
        <p:spPr>
          <a:xfrm>
            <a:off x="6791315" y="35814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0" name="Google Shape;5080;p120"/>
          <p:cNvSpPr/>
          <p:nvPr/>
        </p:nvSpPr>
        <p:spPr>
          <a:xfrm>
            <a:off x="8924915" y="21336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81" name="Google Shape;5081;p120"/>
          <p:cNvGrpSpPr/>
          <p:nvPr/>
        </p:nvGrpSpPr>
        <p:grpSpPr>
          <a:xfrm>
            <a:off x="5556241" y="4814888"/>
            <a:ext cx="4816475" cy="519112"/>
            <a:chOff x="2630" y="2793"/>
            <a:chExt cx="3034" cy="327"/>
          </a:xfrm>
        </p:grpSpPr>
        <p:sp>
          <p:nvSpPr>
            <p:cNvPr id="5082" name="Google Shape;5082;p120"/>
            <p:cNvSpPr/>
            <p:nvPr/>
          </p:nvSpPr>
          <p:spPr>
            <a:xfrm>
              <a:off x="263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[1]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3" name="Google Shape;5083;p120"/>
            <p:cNvSpPr/>
            <p:nvPr/>
          </p:nvSpPr>
          <p:spPr>
            <a:xfrm>
              <a:off x="306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4" name="Google Shape;5084;p120"/>
            <p:cNvSpPr/>
            <p:nvPr/>
          </p:nvSpPr>
          <p:spPr>
            <a:xfrm>
              <a:off x="3494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[3]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5" name="Google Shape;5085;p120"/>
            <p:cNvSpPr/>
            <p:nvPr/>
          </p:nvSpPr>
          <p:spPr>
            <a:xfrm>
              <a:off x="3926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[4]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6" name="Google Shape;5086;p120"/>
            <p:cNvSpPr/>
            <p:nvPr/>
          </p:nvSpPr>
          <p:spPr>
            <a:xfrm>
              <a:off x="4358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7" name="Google Shape;5087;p120"/>
            <p:cNvSpPr/>
            <p:nvPr/>
          </p:nvSpPr>
          <p:spPr>
            <a:xfrm>
              <a:off x="479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[6]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8" name="Google Shape;5088;p120"/>
            <p:cNvSpPr/>
            <p:nvPr/>
          </p:nvSpPr>
          <p:spPr>
            <a:xfrm>
              <a:off x="522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[7]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9" name="Google Shape;5089;p120"/>
          <p:cNvGrpSpPr/>
          <p:nvPr/>
        </p:nvGrpSpPr>
        <p:grpSpPr>
          <a:xfrm>
            <a:off x="5099041" y="5272088"/>
            <a:ext cx="473075" cy="976312"/>
            <a:chOff x="2342" y="3081"/>
            <a:chExt cx="298" cy="615"/>
          </a:xfrm>
        </p:grpSpPr>
        <p:sp>
          <p:nvSpPr>
            <p:cNvPr id="5090" name="Google Shape;5090;p120"/>
            <p:cNvSpPr/>
            <p:nvPr/>
          </p:nvSpPr>
          <p:spPr>
            <a:xfrm>
              <a:off x="2342" y="3081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1" name="Google Shape;5091;p120"/>
            <p:cNvSpPr/>
            <p:nvPr/>
          </p:nvSpPr>
          <p:spPr>
            <a:xfrm>
              <a:off x="2342" y="3369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92" name="Google Shape;5092;p120"/>
          <p:cNvGrpSpPr/>
          <p:nvPr/>
        </p:nvGrpSpPr>
        <p:grpSpPr>
          <a:xfrm>
            <a:off x="1539865" y="4327526"/>
            <a:ext cx="444500" cy="466725"/>
            <a:chOff x="100" y="2486"/>
            <a:chExt cx="280" cy="294"/>
          </a:xfrm>
        </p:grpSpPr>
        <p:sp>
          <p:nvSpPr>
            <p:cNvPr id="5093" name="Google Shape;5093;p120"/>
            <p:cNvSpPr/>
            <p:nvPr/>
          </p:nvSpPr>
          <p:spPr>
            <a:xfrm>
              <a:off x="100" y="2500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4" name="Google Shape;5094;p120"/>
            <p:cNvSpPr/>
            <p:nvPr/>
          </p:nvSpPr>
          <p:spPr>
            <a:xfrm>
              <a:off x="134" y="248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95" name="Google Shape;5095;p120"/>
          <p:cNvSpPr/>
          <p:nvPr/>
        </p:nvSpPr>
        <p:spPr>
          <a:xfrm>
            <a:off x="5632441" y="52720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6" name="Google Shape;5096;p120"/>
          <p:cNvSpPr/>
          <p:nvPr/>
        </p:nvSpPr>
        <p:spPr>
          <a:xfrm>
            <a:off x="5632441" y="5729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7" name="Google Shape;5097;p120"/>
          <p:cNvSpPr/>
          <p:nvPr/>
        </p:nvSpPr>
        <p:spPr>
          <a:xfrm>
            <a:off x="6394441" y="52720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8" name="Google Shape;5098;p120"/>
          <p:cNvSpPr/>
          <p:nvPr/>
        </p:nvSpPr>
        <p:spPr>
          <a:xfrm>
            <a:off x="6394441" y="5729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9" name="Google Shape;5099;p120"/>
          <p:cNvSpPr/>
          <p:nvPr/>
        </p:nvSpPr>
        <p:spPr>
          <a:xfrm>
            <a:off x="7080241" y="52720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0" name="Google Shape;5100;p120"/>
          <p:cNvSpPr/>
          <p:nvPr/>
        </p:nvSpPr>
        <p:spPr>
          <a:xfrm>
            <a:off x="7080241" y="5729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1" name="Google Shape;5101;p120"/>
          <p:cNvSpPr/>
          <p:nvPr/>
        </p:nvSpPr>
        <p:spPr>
          <a:xfrm>
            <a:off x="7553315" y="5272088"/>
            <a:ext cx="6858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2" name="Google Shape;5102;p120"/>
          <p:cNvSpPr/>
          <p:nvPr/>
        </p:nvSpPr>
        <p:spPr>
          <a:xfrm>
            <a:off x="7766041" y="5729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3" name="Google Shape;5103;p120"/>
          <p:cNvSpPr/>
          <p:nvPr/>
        </p:nvSpPr>
        <p:spPr>
          <a:xfrm>
            <a:off x="8451841" y="52720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4" name="Google Shape;5104;p120"/>
          <p:cNvSpPr/>
          <p:nvPr/>
        </p:nvSpPr>
        <p:spPr>
          <a:xfrm>
            <a:off x="8451841" y="5729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5" name="Google Shape;5105;p120"/>
          <p:cNvSpPr/>
          <p:nvPr/>
        </p:nvSpPr>
        <p:spPr>
          <a:xfrm>
            <a:off x="9137641" y="52720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6" name="Google Shape;5106;p120"/>
          <p:cNvSpPr/>
          <p:nvPr/>
        </p:nvSpPr>
        <p:spPr>
          <a:xfrm>
            <a:off x="9137641" y="5729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7" name="Google Shape;5107;p120"/>
          <p:cNvSpPr/>
          <p:nvPr/>
        </p:nvSpPr>
        <p:spPr>
          <a:xfrm>
            <a:off x="9686915" y="5272088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8" name="Google Shape;5108;p120"/>
          <p:cNvSpPr/>
          <p:nvPr/>
        </p:nvSpPr>
        <p:spPr>
          <a:xfrm>
            <a:off x="9823441" y="5729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09" name="Google Shape;5109;p120"/>
          <p:cNvGrpSpPr/>
          <p:nvPr/>
        </p:nvGrpSpPr>
        <p:grpSpPr>
          <a:xfrm>
            <a:off x="1539865" y="4860926"/>
            <a:ext cx="1435100" cy="466725"/>
            <a:chOff x="100" y="2822"/>
            <a:chExt cx="904" cy="294"/>
          </a:xfrm>
        </p:grpSpPr>
        <p:sp>
          <p:nvSpPr>
            <p:cNvPr id="5110" name="Google Shape;5110;p120"/>
            <p:cNvSpPr/>
            <p:nvPr/>
          </p:nvSpPr>
          <p:spPr>
            <a:xfrm>
              <a:off x="100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1" name="Google Shape;5111;p120"/>
            <p:cNvSpPr/>
            <p:nvPr/>
          </p:nvSpPr>
          <p:spPr>
            <a:xfrm>
              <a:off x="134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2" name="Google Shape;5112;p120"/>
            <p:cNvSpPr/>
            <p:nvPr/>
          </p:nvSpPr>
          <p:spPr>
            <a:xfrm>
              <a:off x="724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3" name="Google Shape;5113;p120"/>
            <p:cNvSpPr/>
            <p:nvPr/>
          </p:nvSpPr>
          <p:spPr>
            <a:xfrm>
              <a:off x="758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14" name="Google Shape;5114;p120"/>
            <p:cNvCxnSpPr/>
            <p:nvPr/>
          </p:nvCxnSpPr>
          <p:spPr>
            <a:xfrm>
              <a:off x="384" y="2976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cxnSp>
        <p:nvCxnSpPr>
          <p:cNvPr id="5115" name="Google Shape;5115;p120"/>
          <p:cNvCxnSpPr/>
          <p:nvPr/>
        </p:nvCxnSpPr>
        <p:spPr>
          <a:xfrm flipH="1">
            <a:off x="3209915" y="2286000"/>
            <a:ext cx="1600200" cy="1219200"/>
          </a:xfrm>
          <a:prstGeom prst="straightConnector1">
            <a:avLst/>
          </a:prstGeom>
          <a:noFill/>
          <a:ln cap="flat" cmpd="sng" w="50800">
            <a:solidFill>
              <a:schemeClr val="hlink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5116" name="Google Shape;5116;p120"/>
          <p:cNvGrpSpPr/>
          <p:nvPr/>
        </p:nvGrpSpPr>
        <p:grpSpPr>
          <a:xfrm>
            <a:off x="2835265" y="3413126"/>
            <a:ext cx="444500" cy="466725"/>
            <a:chOff x="916" y="1910"/>
            <a:chExt cx="280" cy="294"/>
          </a:xfrm>
        </p:grpSpPr>
        <p:sp>
          <p:nvSpPr>
            <p:cNvPr id="5117" name="Google Shape;5117;p120"/>
            <p:cNvSpPr/>
            <p:nvPr/>
          </p:nvSpPr>
          <p:spPr>
            <a:xfrm>
              <a:off x="916" y="1924"/>
              <a:ext cx="280" cy="280"/>
            </a:xfrm>
            <a:prstGeom prst="ellipse">
              <a:avLst/>
            </a:prstGeom>
            <a:solidFill>
              <a:srgbClr val="FFCC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8" name="Google Shape;5118;p120"/>
            <p:cNvSpPr/>
            <p:nvPr/>
          </p:nvSpPr>
          <p:spPr>
            <a:xfrm>
              <a:off x="950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19" name="Google Shape;5119;p120"/>
          <p:cNvCxnSpPr/>
          <p:nvPr/>
        </p:nvCxnSpPr>
        <p:spPr>
          <a:xfrm>
            <a:off x="5038715" y="2209800"/>
            <a:ext cx="1219200" cy="381000"/>
          </a:xfrm>
          <a:prstGeom prst="straightConnector1">
            <a:avLst/>
          </a:prstGeom>
          <a:noFill/>
          <a:ln cap="flat" cmpd="sng" w="50800">
            <a:solidFill>
              <a:schemeClr val="hlink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5120" name="Google Shape;5120;p120"/>
          <p:cNvGrpSpPr/>
          <p:nvPr/>
        </p:nvGrpSpPr>
        <p:grpSpPr>
          <a:xfrm>
            <a:off x="6188065" y="2498726"/>
            <a:ext cx="444500" cy="466725"/>
            <a:chOff x="3028" y="1334"/>
            <a:chExt cx="280" cy="294"/>
          </a:xfrm>
        </p:grpSpPr>
        <p:sp>
          <p:nvSpPr>
            <p:cNvPr id="5121" name="Google Shape;5121;p120"/>
            <p:cNvSpPr/>
            <p:nvPr/>
          </p:nvSpPr>
          <p:spPr>
            <a:xfrm>
              <a:off x="3028" y="1348"/>
              <a:ext cx="280" cy="280"/>
            </a:xfrm>
            <a:prstGeom prst="ellipse">
              <a:avLst/>
            </a:prstGeom>
            <a:solidFill>
              <a:srgbClr val="FFCC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2" name="Google Shape;5122;p120"/>
            <p:cNvSpPr/>
            <p:nvPr/>
          </p:nvSpPr>
          <p:spPr>
            <a:xfrm>
              <a:off x="3062" y="133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23" name="Google Shape;5123;p120"/>
          <p:cNvCxnSpPr/>
          <p:nvPr/>
        </p:nvCxnSpPr>
        <p:spPr>
          <a:xfrm flipH="1" rot="10800000">
            <a:off x="5114915" y="1752600"/>
            <a:ext cx="2971800" cy="228600"/>
          </a:xfrm>
          <a:prstGeom prst="straightConnector1">
            <a:avLst/>
          </a:prstGeom>
          <a:noFill/>
          <a:ln cap="flat" cmpd="sng" w="50800">
            <a:solidFill>
              <a:schemeClr val="hlink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5124" name="Google Shape;5124;p120"/>
          <p:cNvGrpSpPr/>
          <p:nvPr/>
        </p:nvGrpSpPr>
        <p:grpSpPr>
          <a:xfrm>
            <a:off x="8093065" y="1508126"/>
            <a:ext cx="444500" cy="466725"/>
            <a:chOff x="4228" y="710"/>
            <a:chExt cx="280" cy="294"/>
          </a:xfrm>
        </p:grpSpPr>
        <p:sp>
          <p:nvSpPr>
            <p:cNvPr id="5125" name="Google Shape;5125;p120"/>
            <p:cNvSpPr/>
            <p:nvPr/>
          </p:nvSpPr>
          <p:spPr>
            <a:xfrm>
              <a:off x="4228" y="724"/>
              <a:ext cx="280" cy="280"/>
            </a:xfrm>
            <a:prstGeom prst="ellipse">
              <a:avLst/>
            </a:prstGeom>
            <a:solidFill>
              <a:srgbClr val="FFCC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6" name="Google Shape;5126;p120"/>
            <p:cNvSpPr/>
            <p:nvPr/>
          </p:nvSpPr>
          <p:spPr>
            <a:xfrm>
              <a:off x="4262" y="7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27" name="Google Shape;5127;p120"/>
          <p:cNvGrpSpPr/>
          <p:nvPr/>
        </p:nvGrpSpPr>
        <p:grpSpPr>
          <a:xfrm>
            <a:off x="8321665" y="5264151"/>
            <a:ext cx="527050" cy="536575"/>
            <a:chOff x="4372" y="3076"/>
            <a:chExt cx="332" cy="338"/>
          </a:xfrm>
        </p:grpSpPr>
        <p:sp>
          <p:nvSpPr>
            <p:cNvPr id="5128" name="Google Shape;5128;p120"/>
            <p:cNvSpPr/>
            <p:nvPr/>
          </p:nvSpPr>
          <p:spPr>
            <a:xfrm>
              <a:off x="4372" y="3076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9" name="Google Shape;5129;p120"/>
            <p:cNvSpPr/>
            <p:nvPr/>
          </p:nvSpPr>
          <p:spPr>
            <a:xfrm>
              <a:off x="4406" y="3081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0" name="Google Shape;5130;p120"/>
          <p:cNvGrpSpPr/>
          <p:nvPr/>
        </p:nvGrpSpPr>
        <p:grpSpPr>
          <a:xfrm>
            <a:off x="8321665" y="5721351"/>
            <a:ext cx="527050" cy="536575"/>
            <a:chOff x="4372" y="3364"/>
            <a:chExt cx="332" cy="338"/>
          </a:xfrm>
        </p:grpSpPr>
        <p:sp>
          <p:nvSpPr>
            <p:cNvPr id="5131" name="Google Shape;5131;p120"/>
            <p:cNvSpPr/>
            <p:nvPr/>
          </p:nvSpPr>
          <p:spPr>
            <a:xfrm>
              <a:off x="4372" y="3364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2" name="Google Shape;5132;p120"/>
            <p:cNvSpPr/>
            <p:nvPr/>
          </p:nvSpPr>
          <p:spPr>
            <a:xfrm>
              <a:off x="4406" y="3369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3" name="Google Shape;5133;p120"/>
          <p:cNvGrpSpPr/>
          <p:nvPr/>
        </p:nvGrpSpPr>
        <p:grpSpPr>
          <a:xfrm>
            <a:off x="8931265" y="5264151"/>
            <a:ext cx="755650" cy="536575"/>
            <a:chOff x="4756" y="3076"/>
            <a:chExt cx="476" cy="338"/>
          </a:xfrm>
        </p:grpSpPr>
        <p:sp>
          <p:nvSpPr>
            <p:cNvPr id="5134" name="Google Shape;5134;p120"/>
            <p:cNvSpPr/>
            <p:nvPr/>
          </p:nvSpPr>
          <p:spPr>
            <a:xfrm>
              <a:off x="4756" y="3076"/>
              <a:ext cx="472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5" name="Google Shape;5135;p120"/>
            <p:cNvSpPr/>
            <p:nvPr/>
          </p:nvSpPr>
          <p:spPr>
            <a:xfrm>
              <a:off x="4806" y="3081"/>
              <a:ext cx="42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6" name="Google Shape;5136;p120"/>
          <p:cNvGrpSpPr/>
          <p:nvPr/>
        </p:nvGrpSpPr>
        <p:grpSpPr>
          <a:xfrm>
            <a:off x="9083665" y="5721351"/>
            <a:ext cx="527050" cy="536575"/>
            <a:chOff x="4852" y="3364"/>
            <a:chExt cx="332" cy="338"/>
          </a:xfrm>
        </p:grpSpPr>
        <p:sp>
          <p:nvSpPr>
            <p:cNvPr id="5137" name="Google Shape;5137;p120"/>
            <p:cNvSpPr/>
            <p:nvPr/>
          </p:nvSpPr>
          <p:spPr>
            <a:xfrm>
              <a:off x="4852" y="3364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8" name="Google Shape;5138;p120"/>
            <p:cNvSpPr/>
            <p:nvPr/>
          </p:nvSpPr>
          <p:spPr>
            <a:xfrm>
              <a:off x="4886" y="3369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39" name="Google Shape;5139;p120"/>
          <p:cNvSpPr/>
          <p:nvPr/>
        </p:nvSpPr>
        <p:spPr>
          <a:xfrm>
            <a:off x="8315316" y="5262564"/>
            <a:ext cx="473075" cy="528637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5" name="Shape 5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6" name="Google Shape;5146;p121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7" name="Google Shape;5147;p1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48" name="Google Shape;5148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149" name="Google Shape;5149;p121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50" name="Google Shape;5150;p121"/>
          <p:cNvCxnSpPr/>
          <p:nvPr/>
        </p:nvCxnSpPr>
        <p:spPr>
          <a:xfrm>
            <a:off x="8610600" y="1892300"/>
            <a:ext cx="1143000" cy="1524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151" name="Google Shape;5151;p121"/>
          <p:cNvCxnSpPr/>
          <p:nvPr/>
        </p:nvCxnSpPr>
        <p:spPr>
          <a:xfrm flipH="1" rot="10800000">
            <a:off x="5257800" y="1739900"/>
            <a:ext cx="2971800" cy="228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152" name="Google Shape;5152;p121"/>
          <p:cNvCxnSpPr/>
          <p:nvPr/>
        </p:nvCxnSpPr>
        <p:spPr>
          <a:xfrm>
            <a:off x="3429000" y="20447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153" name="Google Shape;5153;p121"/>
          <p:cNvSpPr/>
          <p:nvPr/>
        </p:nvSpPr>
        <p:spPr>
          <a:xfrm>
            <a:off x="2978150" y="18224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4" name="Google Shape;5154;p121"/>
          <p:cNvSpPr/>
          <p:nvPr/>
        </p:nvSpPr>
        <p:spPr>
          <a:xfrm>
            <a:off x="3032126" y="18002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5" name="Google Shape;5155;p121"/>
          <p:cNvSpPr/>
          <p:nvPr/>
        </p:nvSpPr>
        <p:spPr>
          <a:xfrm>
            <a:off x="2978150" y="34226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6" name="Google Shape;5156;p121"/>
          <p:cNvSpPr/>
          <p:nvPr/>
        </p:nvSpPr>
        <p:spPr>
          <a:xfrm>
            <a:off x="3032126" y="34004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7" name="Google Shape;5157;p121"/>
          <p:cNvSpPr/>
          <p:nvPr/>
        </p:nvSpPr>
        <p:spPr>
          <a:xfrm>
            <a:off x="4806950" y="18224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8" name="Google Shape;5158;p121"/>
          <p:cNvSpPr/>
          <p:nvPr/>
        </p:nvSpPr>
        <p:spPr>
          <a:xfrm>
            <a:off x="4860926" y="18002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9" name="Google Shape;5159;p121"/>
          <p:cNvSpPr/>
          <p:nvPr/>
        </p:nvSpPr>
        <p:spPr>
          <a:xfrm>
            <a:off x="4730750" y="34226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0" name="Google Shape;5160;p121"/>
          <p:cNvSpPr/>
          <p:nvPr/>
        </p:nvSpPr>
        <p:spPr>
          <a:xfrm>
            <a:off x="4784726" y="34004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1" name="Google Shape;5161;p121"/>
          <p:cNvSpPr/>
          <p:nvPr/>
        </p:nvSpPr>
        <p:spPr>
          <a:xfrm>
            <a:off x="6330950" y="2508250"/>
            <a:ext cx="444500" cy="4445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2" name="Google Shape;5162;p121"/>
          <p:cNvSpPr/>
          <p:nvPr/>
        </p:nvSpPr>
        <p:spPr>
          <a:xfrm>
            <a:off x="6384926" y="24860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3" name="Google Shape;5163;p121"/>
          <p:cNvSpPr/>
          <p:nvPr/>
        </p:nvSpPr>
        <p:spPr>
          <a:xfrm>
            <a:off x="8235950" y="15176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4" name="Google Shape;5164;p121"/>
          <p:cNvSpPr/>
          <p:nvPr/>
        </p:nvSpPr>
        <p:spPr>
          <a:xfrm>
            <a:off x="8289926" y="14954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5" name="Google Shape;5165;p121"/>
          <p:cNvSpPr/>
          <p:nvPr/>
        </p:nvSpPr>
        <p:spPr>
          <a:xfrm>
            <a:off x="9531350" y="34226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6" name="Google Shape;5166;p121"/>
          <p:cNvSpPr/>
          <p:nvPr/>
        </p:nvSpPr>
        <p:spPr>
          <a:xfrm>
            <a:off x="9585326" y="34004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7" name="Google Shape;5167;p121"/>
          <p:cNvCxnSpPr/>
          <p:nvPr/>
        </p:nvCxnSpPr>
        <p:spPr>
          <a:xfrm>
            <a:off x="3200400" y="2273300"/>
            <a:ext cx="0" cy="1143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168" name="Google Shape;5168;p121"/>
          <p:cNvCxnSpPr/>
          <p:nvPr/>
        </p:nvCxnSpPr>
        <p:spPr>
          <a:xfrm>
            <a:off x="3429000" y="3644900"/>
            <a:ext cx="1295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169" name="Google Shape;5169;p121"/>
          <p:cNvCxnSpPr/>
          <p:nvPr/>
        </p:nvCxnSpPr>
        <p:spPr>
          <a:xfrm>
            <a:off x="3352800" y="2273300"/>
            <a:ext cx="1524000" cy="1143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170" name="Google Shape;5170;p121"/>
          <p:cNvCxnSpPr/>
          <p:nvPr/>
        </p:nvCxnSpPr>
        <p:spPr>
          <a:xfrm flipH="1">
            <a:off x="3352800" y="2273300"/>
            <a:ext cx="1600200" cy="1219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171" name="Google Shape;5171;p121"/>
          <p:cNvCxnSpPr/>
          <p:nvPr/>
        </p:nvCxnSpPr>
        <p:spPr>
          <a:xfrm>
            <a:off x="5181600" y="2197100"/>
            <a:ext cx="12192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172" name="Google Shape;5172;p121"/>
          <p:cNvCxnSpPr/>
          <p:nvPr/>
        </p:nvCxnSpPr>
        <p:spPr>
          <a:xfrm flipH="1" rot="10800000">
            <a:off x="3429000" y="2730500"/>
            <a:ext cx="2895600" cy="83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173" name="Google Shape;5173;p121"/>
          <p:cNvCxnSpPr/>
          <p:nvPr/>
        </p:nvCxnSpPr>
        <p:spPr>
          <a:xfrm flipH="1">
            <a:off x="5105400" y="2959100"/>
            <a:ext cx="1295400" cy="60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174" name="Google Shape;5174;p121"/>
          <p:cNvCxnSpPr/>
          <p:nvPr/>
        </p:nvCxnSpPr>
        <p:spPr>
          <a:xfrm>
            <a:off x="5181600" y="3644900"/>
            <a:ext cx="434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175" name="Google Shape;5175;p121"/>
          <p:cNvCxnSpPr/>
          <p:nvPr/>
        </p:nvCxnSpPr>
        <p:spPr>
          <a:xfrm>
            <a:off x="6781800" y="2806700"/>
            <a:ext cx="2819400" cy="685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176" name="Google Shape;5176;p121"/>
          <p:cNvSpPr/>
          <p:nvPr/>
        </p:nvSpPr>
        <p:spPr>
          <a:xfrm>
            <a:off x="2320926" y="2120900"/>
            <a:ext cx="7281863" cy="2668588"/>
          </a:xfrm>
          <a:custGeom>
            <a:rect b="b" l="l" r="r" t="t"/>
            <a:pathLst>
              <a:path extrusionOk="0" h="1681" w="4587">
                <a:moveTo>
                  <a:pt x="410" y="0"/>
                </a:moveTo>
                <a:lnTo>
                  <a:pt x="362" y="28"/>
                </a:lnTo>
                <a:lnTo>
                  <a:pt x="306" y="58"/>
                </a:lnTo>
                <a:lnTo>
                  <a:pt x="272" y="78"/>
                </a:lnTo>
                <a:lnTo>
                  <a:pt x="249" y="108"/>
                </a:lnTo>
                <a:lnTo>
                  <a:pt x="226" y="148"/>
                </a:lnTo>
                <a:lnTo>
                  <a:pt x="215" y="178"/>
                </a:lnTo>
                <a:lnTo>
                  <a:pt x="193" y="208"/>
                </a:lnTo>
                <a:lnTo>
                  <a:pt x="170" y="238"/>
                </a:lnTo>
                <a:lnTo>
                  <a:pt x="159" y="268"/>
                </a:lnTo>
                <a:lnTo>
                  <a:pt x="136" y="298"/>
                </a:lnTo>
                <a:lnTo>
                  <a:pt x="125" y="328"/>
                </a:lnTo>
                <a:lnTo>
                  <a:pt x="91" y="378"/>
                </a:lnTo>
                <a:lnTo>
                  <a:pt x="79" y="419"/>
                </a:lnTo>
                <a:lnTo>
                  <a:pt x="57" y="468"/>
                </a:lnTo>
                <a:lnTo>
                  <a:pt x="45" y="498"/>
                </a:lnTo>
                <a:lnTo>
                  <a:pt x="34" y="539"/>
                </a:lnTo>
                <a:lnTo>
                  <a:pt x="23" y="588"/>
                </a:lnTo>
                <a:lnTo>
                  <a:pt x="23" y="628"/>
                </a:lnTo>
                <a:lnTo>
                  <a:pt x="11" y="669"/>
                </a:lnTo>
                <a:lnTo>
                  <a:pt x="11" y="699"/>
                </a:lnTo>
                <a:lnTo>
                  <a:pt x="0" y="729"/>
                </a:lnTo>
                <a:lnTo>
                  <a:pt x="0" y="759"/>
                </a:lnTo>
                <a:lnTo>
                  <a:pt x="0" y="789"/>
                </a:lnTo>
                <a:lnTo>
                  <a:pt x="0" y="818"/>
                </a:lnTo>
                <a:lnTo>
                  <a:pt x="0" y="869"/>
                </a:lnTo>
                <a:lnTo>
                  <a:pt x="0" y="899"/>
                </a:lnTo>
                <a:lnTo>
                  <a:pt x="23" y="939"/>
                </a:lnTo>
                <a:lnTo>
                  <a:pt x="34" y="969"/>
                </a:lnTo>
                <a:lnTo>
                  <a:pt x="68" y="1029"/>
                </a:lnTo>
                <a:lnTo>
                  <a:pt x="79" y="1059"/>
                </a:lnTo>
                <a:lnTo>
                  <a:pt x="125" y="1109"/>
                </a:lnTo>
                <a:lnTo>
                  <a:pt x="159" y="1149"/>
                </a:lnTo>
                <a:lnTo>
                  <a:pt x="215" y="1179"/>
                </a:lnTo>
                <a:lnTo>
                  <a:pt x="283" y="1209"/>
                </a:lnTo>
                <a:lnTo>
                  <a:pt x="328" y="1229"/>
                </a:lnTo>
                <a:lnTo>
                  <a:pt x="385" y="1259"/>
                </a:lnTo>
                <a:lnTo>
                  <a:pt x="442" y="1279"/>
                </a:lnTo>
                <a:lnTo>
                  <a:pt x="532" y="1309"/>
                </a:lnTo>
                <a:lnTo>
                  <a:pt x="645" y="1339"/>
                </a:lnTo>
                <a:lnTo>
                  <a:pt x="747" y="1369"/>
                </a:lnTo>
                <a:lnTo>
                  <a:pt x="872" y="1399"/>
                </a:lnTo>
                <a:lnTo>
                  <a:pt x="974" y="1409"/>
                </a:lnTo>
                <a:lnTo>
                  <a:pt x="1076" y="1429"/>
                </a:lnTo>
                <a:lnTo>
                  <a:pt x="1200" y="1450"/>
                </a:lnTo>
                <a:lnTo>
                  <a:pt x="1348" y="1480"/>
                </a:lnTo>
                <a:lnTo>
                  <a:pt x="1517" y="1529"/>
                </a:lnTo>
                <a:lnTo>
                  <a:pt x="1676" y="1569"/>
                </a:lnTo>
                <a:lnTo>
                  <a:pt x="1789" y="1599"/>
                </a:lnTo>
                <a:lnTo>
                  <a:pt x="1914" y="1619"/>
                </a:lnTo>
                <a:lnTo>
                  <a:pt x="2061" y="1640"/>
                </a:lnTo>
                <a:lnTo>
                  <a:pt x="2231" y="1659"/>
                </a:lnTo>
                <a:lnTo>
                  <a:pt x="2401" y="1670"/>
                </a:lnTo>
                <a:lnTo>
                  <a:pt x="2548" y="1680"/>
                </a:lnTo>
                <a:lnTo>
                  <a:pt x="2638" y="1680"/>
                </a:lnTo>
                <a:lnTo>
                  <a:pt x="2706" y="1680"/>
                </a:lnTo>
                <a:lnTo>
                  <a:pt x="2797" y="1659"/>
                </a:lnTo>
                <a:lnTo>
                  <a:pt x="2910" y="1649"/>
                </a:lnTo>
                <a:lnTo>
                  <a:pt x="3035" y="1629"/>
                </a:lnTo>
                <a:lnTo>
                  <a:pt x="3159" y="1629"/>
                </a:lnTo>
                <a:lnTo>
                  <a:pt x="3250" y="1619"/>
                </a:lnTo>
                <a:lnTo>
                  <a:pt x="3295" y="1610"/>
                </a:lnTo>
                <a:lnTo>
                  <a:pt x="3329" y="1589"/>
                </a:lnTo>
                <a:lnTo>
                  <a:pt x="3374" y="1569"/>
                </a:lnTo>
                <a:lnTo>
                  <a:pt x="3408" y="1550"/>
                </a:lnTo>
                <a:lnTo>
                  <a:pt x="3454" y="1519"/>
                </a:lnTo>
                <a:lnTo>
                  <a:pt x="3499" y="1509"/>
                </a:lnTo>
                <a:lnTo>
                  <a:pt x="3556" y="1499"/>
                </a:lnTo>
                <a:lnTo>
                  <a:pt x="3601" y="1489"/>
                </a:lnTo>
                <a:lnTo>
                  <a:pt x="3646" y="1469"/>
                </a:lnTo>
                <a:lnTo>
                  <a:pt x="3726" y="1450"/>
                </a:lnTo>
                <a:lnTo>
                  <a:pt x="3793" y="1429"/>
                </a:lnTo>
                <a:lnTo>
                  <a:pt x="3827" y="1420"/>
                </a:lnTo>
                <a:lnTo>
                  <a:pt x="3873" y="1399"/>
                </a:lnTo>
                <a:lnTo>
                  <a:pt x="3907" y="1369"/>
                </a:lnTo>
                <a:lnTo>
                  <a:pt x="3952" y="1339"/>
                </a:lnTo>
                <a:lnTo>
                  <a:pt x="3986" y="1329"/>
                </a:lnTo>
                <a:lnTo>
                  <a:pt x="4020" y="1309"/>
                </a:lnTo>
                <a:lnTo>
                  <a:pt x="4054" y="1309"/>
                </a:lnTo>
                <a:lnTo>
                  <a:pt x="4099" y="1289"/>
                </a:lnTo>
                <a:lnTo>
                  <a:pt x="4145" y="1269"/>
                </a:lnTo>
                <a:lnTo>
                  <a:pt x="4178" y="1259"/>
                </a:lnTo>
                <a:lnTo>
                  <a:pt x="4224" y="1239"/>
                </a:lnTo>
                <a:lnTo>
                  <a:pt x="4269" y="1209"/>
                </a:lnTo>
                <a:lnTo>
                  <a:pt x="4314" y="1189"/>
                </a:lnTo>
                <a:lnTo>
                  <a:pt x="4360" y="1169"/>
                </a:lnTo>
                <a:lnTo>
                  <a:pt x="4405" y="1139"/>
                </a:lnTo>
                <a:lnTo>
                  <a:pt x="4450" y="1109"/>
                </a:lnTo>
                <a:lnTo>
                  <a:pt x="4484" y="1079"/>
                </a:lnTo>
                <a:lnTo>
                  <a:pt x="4518" y="1049"/>
                </a:lnTo>
                <a:lnTo>
                  <a:pt x="4552" y="1029"/>
                </a:lnTo>
                <a:lnTo>
                  <a:pt x="4575" y="999"/>
                </a:lnTo>
                <a:lnTo>
                  <a:pt x="4586" y="969"/>
                </a:lnTo>
              </a:path>
            </a:pathLst>
          </a:custGeom>
          <a:noFill/>
          <a:ln cap="rnd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7" name="Google Shape;5177;p121"/>
          <p:cNvSpPr/>
          <p:nvPr/>
        </p:nvSpPr>
        <p:spPr>
          <a:xfrm>
            <a:off x="3810000" y="1587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8" name="Google Shape;5178;p121"/>
          <p:cNvSpPr/>
          <p:nvPr/>
        </p:nvSpPr>
        <p:spPr>
          <a:xfrm>
            <a:off x="2895600" y="25019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9" name="Google Shape;5179;p121"/>
          <p:cNvSpPr/>
          <p:nvPr/>
        </p:nvSpPr>
        <p:spPr>
          <a:xfrm>
            <a:off x="3657600" y="21971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0" name="Google Shape;5180;p121"/>
          <p:cNvSpPr/>
          <p:nvPr/>
        </p:nvSpPr>
        <p:spPr>
          <a:xfrm>
            <a:off x="4572000" y="2425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1" name="Google Shape;5181;p121"/>
          <p:cNvSpPr/>
          <p:nvPr/>
        </p:nvSpPr>
        <p:spPr>
          <a:xfrm>
            <a:off x="6324600" y="13589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2" name="Google Shape;5182;p121"/>
          <p:cNvSpPr/>
          <p:nvPr/>
        </p:nvSpPr>
        <p:spPr>
          <a:xfrm>
            <a:off x="7696200" y="25019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3" name="Google Shape;5183;p121"/>
          <p:cNvSpPr/>
          <p:nvPr/>
        </p:nvSpPr>
        <p:spPr>
          <a:xfrm>
            <a:off x="5715000" y="1968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4" name="Google Shape;5184;p121"/>
          <p:cNvSpPr/>
          <p:nvPr/>
        </p:nvSpPr>
        <p:spPr>
          <a:xfrm>
            <a:off x="5715000" y="42545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5" name="Google Shape;5185;p121"/>
          <p:cNvSpPr/>
          <p:nvPr/>
        </p:nvSpPr>
        <p:spPr>
          <a:xfrm>
            <a:off x="5410200" y="25019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6" name="Google Shape;5186;p121"/>
          <p:cNvSpPr/>
          <p:nvPr/>
        </p:nvSpPr>
        <p:spPr>
          <a:xfrm>
            <a:off x="6096000" y="29591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7" name="Google Shape;5187;p121"/>
          <p:cNvSpPr/>
          <p:nvPr/>
        </p:nvSpPr>
        <p:spPr>
          <a:xfrm>
            <a:off x="3733800" y="3568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8" name="Google Shape;5188;p121"/>
          <p:cNvSpPr/>
          <p:nvPr/>
        </p:nvSpPr>
        <p:spPr>
          <a:xfrm>
            <a:off x="6934200" y="3568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9" name="Google Shape;5189;p121"/>
          <p:cNvSpPr/>
          <p:nvPr/>
        </p:nvSpPr>
        <p:spPr>
          <a:xfrm>
            <a:off x="9067800" y="21209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90" name="Google Shape;5190;p121"/>
          <p:cNvGrpSpPr/>
          <p:nvPr/>
        </p:nvGrpSpPr>
        <p:grpSpPr>
          <a:xfrm>
            <a:off x="5699126" y="4802188"/>
            <a:ext cx="4816475" cy="519112"/>
            <a:chOff x="2630" y="2793"/>
            <a:chExt cx="3034" cy="327"/>
          </a:xfrm>
        </p:grpSpPr>
        <p:sp>
          <p:nvSpPr>
            <p:cNvPr id="5191" name="Google Shape;5191;p121"/>
            <p:cNvSpPr/>
            <p:nvPr/>
          </p:nvSpPr>
          <p:spPr>
            <a:xfrm>
              <a:off x="263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[1]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2" name="Google Shape;5192;p121"/>
            <p:cNvSpPr/>
            <p:nvPr/>
          </p:nvSpPr>
          <p:spPr>
            <a:xfrm>
              <a:off x="306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3" name="Google Shape;5193;p121"/>
            <p:cNvSpPr/>
            <p:nvPr/>
          </p:nvSpPr>
          <p:spPr>
            <a:xfrm>
              <a:off x="3494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[3]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4" name="Google Shape;5194;p121"/>
            <p:cNvSpPr/>
            <p:nvPr/>
          </p:nvSpPr>
          <p:spPr>
            <a:xfrm>
              <a:off x="3926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[4]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5" name="Google Shape;5195;p121"/>
            <p:cNvSpPr/>
            <p:nvPr/>
          </p:nvSpPr>
          <p:spPr>
            <a:xfrm>
              <a:off x="4358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6" name="Google Shape;5196;p121"/>
            <p:cNvSpPr/>
            <p:nvPr/>
          </p:nvSpPr>
          <p:spPr>
            <a:xfrm>
              <a:off x="479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[6]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7" name="Google Shape;5197;p121"/>
            <p:cNvSpPr/>
            <p:nvPr/>
          </p:nvSpPr>
          <p:spPr>
            <a:xfrm>
              <a:off x="522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[7]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98" name="Google Shape;5198;p121"/>
          <p:cNvGrpSpPr/>
          <p:nvPr/>
        </p:nvGrpSpPr>
        <p:grpSpPr>
          <a:xfrm>
            <a:off x="5241926" y="5259388"/>
            <a:ext cx="473075" cy="976312"/>
            <a:chOff x="2342" y="3081"/>
            <a:chExt cx="298" cy="615"/>
          </a:xfrm>
        </p:grpSpPr>
        <p:sp>
          <p:nvSpPr>
            <p:cNvPr id="5199" name="Google Shape;5199;p121"/>
            <p:cNvSpPr/>
            <p:nvPr/>
          </p:nvSpPr>
          <p:spPr>
            <a:xfrm>
              <a:off x="2342" y="3081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0" name="Google Shape;5200;p121"/>
            <p:cNvSpPr/>
            <p:nvPr/>
          </p:nvSpPr>
          <p:spPr>
            <a:xfrm>
              <a:off x="2342" y="3369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1" name="Google Shape;5201;p121"/>
          <p:cNvGrpSpPr/>
          <p:nvPr/>
        </p:nvGrpSpPr>
        <p:grpSpPr>
          <a:xfrm>
            <a:off x="1682750" y="4314826"/>
            <a:ext cx="444500" cy="466725"/>
            <a:chOff x="100" y="2486"/>
            <a:chExt cx="280" cy="294"/>
          </a:xfrm>
        </p:grpSpPr>
        <p:sp>
          <p:nvSpPr>
            <p:cNvPr id="5202" name="Google Shape;5202;p121"/>
            <p:cNvSpPr/>
            <p:nvPr/>
          </p:nvSpPr>
          <p:spPr>
            <a:xfrm>
              <a:off x="100" y="2500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3" name="Google Shape;5203;p121"/>
            <p:cNvSpPr/>
            <p:nvPr/>
          </p:nvSpPr>
          <p:spPr>
            <a:xfrm>
              <a:off x="134" y="248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04" name="Google Shape;5204;p121"/>
          <p:cNvSpPr/>
          <p:nvPr/>
        </p:nvSpPr>
        <p:spPr>
          <a:xfrm>
            <a:off x="5775326" y="5259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5" name="Google Shape;5205;p121"/>
          <p:cNvSpPr/>
          <p:nvPr/>
        </p:nvSpPr>
        <p:spPr>
          <a:xfrm>
            <a:off x="5775326" y="57165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6" name="Google Shape;5206;p121"/>
          <p:cNvSpPr/>
          <p:nvPr/>
        </p:nvSpPr>
        <p:spPr>
          <a:xfrm>
            <a:off x="6537326" y="5259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7" name="Google Shape;5207;p121"/>
          <p:cNvSpPr/>
          <p:nvPr/>
        </p:nvSpPr>
        <p:spPr>
          <a:xfrm>
            <a:off x="6537326" y="57165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8" name="Google Shape;5208;p121"/>
          <p:cNvSpPr/>
          <p:nvPr/>
        </p:nvSpPr>
        <p:spPr>
          <a:xfrm>
            <a:off x="7223126" y="5259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9" name="Google Shape;5209;p121"/>
          <p:cNvSpPr/>
          <p:nvPr/>
        </p:nvSpPr>
        <p:spPr>
          <a:xfrm>
            <a:off x="7223126" y="57165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0" name="Google Shape;5210;p121"/>
          <p:cNvSpPr/>
          <p:nvPr/>
        </p:nvSpPr>
        <p:spPr>
          <a:xfrm>
            <a:off x="7696200" y="5259388"/>
            <a:ext cx="6858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1" name="Google Shape;5211;p121"/>
          <p:cNvSpPr/>
          <p:nvPr/>
        </p:nvSpPr>
        <p:spPr>
          <a:xfrm>
            <a:off x="7908926" y="57165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2" name="Google Shape;5212;p121"/>
          <p:cNvSpPr/>
          <p:nvPr/>
        </p:nvSpPr>
        <p:spPr>
          <a:xfrm>
            <a:off x="8594726" y="5259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3" name="Google Shape;5213;p121"/>
          <p:cNvSpPr/>
          <p:nvPr/>
        </p:nvSpPr>
        <p:spPr>
          <a:xfrm>
            <a:off x="8594726" y="57165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4" name="Google Shape;5214;p121"/>
          <p:cNvSpPr/>
          <p:nvPr/>
        </p:nvSpPr>
        <p:spPr>
          <a:xfrm>
            <a:off x="9280526" y="52593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5" name="Google Shape;5215;p121"/>
          <p:cNvSpPr/>
          <p:nvPr/>
        </p:nvSpPr>
        <p:spPr>
          <a:xfrm>
            <a:off x="9280526" y="57165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6" name="Google Shape;5216;p121"/>
          <p:cNvSpPr/>
          <p:nvPr/>
        </p:nvSpPr>
        <p:spPr>
          <a:xfrm>
            <a:off x="9829800" y="5259388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7" name="Google Shape;5217;p121"/>
          <p:cNvSpPr/>
          <p:nvPr/>
        </p:nvSpPr>
        <p:spPr>
          <a:xfrm>
            <a:off x="9966326" y="57165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18" name="Google Shape;5218;p121"/>
          <p:cNvGrpSpPr/>
          <p:nvPr/>
        </p:nvGrpSpPr>
        <p:grpSpPr>
          <a:xfrm>
            <a:off x="1682750" y="4848226"/>
            <a:ext cx="1435100" cy="466725"/>
            <a:chOff x="100" y="2822"/>
            <a:chExt cx="904" cy="294"/>
          </a:xfrm>
        </p:grpSpPr>
        <p:sp>
          <p:nvSpPr>
            <p:cNvPr id="5219" name="Google Shape;5219;p121"/>
            <p:cNvSpPr/>
            <p:nvPr/>
          </p:nvSpPr>
          <p:spPr>
            <a:xfrm>
              <a:off x="100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0" name="Google Shape;5220;p121"/>
            <p:cNvSpPr/>
            <p:nvPr/>
          </p:nvSpPr>
          <p:spPr>
            <a:xfrm>
              <a:off x="134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1" name="Google Shape;5221;p121"/>
            <p:cNvSpPr/>
            <p:nvPr/>
          </p:nvSpPr>
          <p:spPr>
            <a:xfrm>
              <a:off x="724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2" name="Google Shape;5222;p121"/>
            <p:cNvSpPr/>
            <p:nvPr/>
          </p:nvSpPr>
          <p:spPr>
            <a:xfrm>
              <a:off x="758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23" name="Google Shape;5223;p121"/>
            <p:cNvCxnSpPr/>
            <p:nvPr/>
          </p:nvCxnSpPr>
          <p:spPr>
            <a:xfrm>
              <a:off x="384" y="2976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224" name="Google Shape;5224;p121"/>
          <p:cNvGrpSpPr/>
          <p:nvPr/>
        </p:nvGrpSpPr>
        <p:grpSpPr>
          <a:xfrm>
            <a:off x="8464550" y="5251451"/>
            <a:ext cx="527050" cy="536575"/>
            <a:chOff x="4372" y="3076"/>
            <a:chExt cx="332" cy="338"/>
          </a:xfrm>
        </p:grpSpPr>
        <p:sp>
          <p:nvSpPr>
            <p:cNvPr id="5225" name="Google Shape;5225;p121"/>
            <p:cNvSpPr/>
            <p:nvPr/>
          </p:nvSpPr>
          <p:spPr>
            <a:xfrm>
              <a:off x="4372" y="3076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6" name="Google Shape;5226;p121"/>
            <p:cNvSpPr/>
            <p:nvPr/>
          </p:nvSpPr>
          <p:spPr>
            <a:xfrm>
              <a:off x="4406" y="3081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27" name="Google Shape;5227;p121"/>
          <p:cNvGrpSpPr/>
          <p:nvPr/>
        </p:nvGrpSpPr>
        <p:grpSpPr>
          <a:xfrm>
            <a:off x="8464550" y="5708651"/>
            <a:ext cx="527050" cy="536575"/>
            <a:chOff x="4372" y="3364"/>
            <a:chExt cx="332" cy="338"/>
          </a:xfrm>
        </p:grpSpPr>
        <p:sp>
          <p:nvSpPr>
            <p:cNvPr id="5228" name="Google Shape;5228;p121"/>
            <p:cNvSpPr/>
            <p:nvPr/>
          </p:nvSpPr>
          <p:spPr>
            <a:xfrm>
              <a:off x="4372" y="3364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9" name="Google Shape;5229;p121"/>
            <p:cNvSpPr/>
            <p:nvPr/>
          </p:nvSpPr>
          <p:spPr>
            <a:xfrm>
              <a:off x="4406" y="3369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30" name="Google Shape;5230;p121"/>
          <p:cNvGrpSpPr/>
          <p:nvPr/>
        </p:nvGrpSpPr>
        <p:grpSpPr>
          <a:xfrm>
            <a:off x="9074150" y="5251451"/>
            <a:ext cx="755650" cy="536575"/>
            <a:chOff x="4756" y="3076"/>
            <a:chExt cx="476" cy="338"/>
          </a:xfrm>
        </p:grpSpPr>
        <p:sp>
          <p:nvSpPr>
            <p:cNvPr id="5231" name="Google Shape;5231;p121"/>
            <p:cNvSpPr/>
            <p:nvPr/>
          </p:nvSpPr>
          <p:spPr>
            <a:xfrm>
              <a:off x="4756" y="3076"/>
              <a:ext cx="472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2" name="Google Shape;5232;p121"/>
            <p:cNvSpPr/>
            <p:nvPr/>
          </p:nvSpPr>
          <p:spPr>
            <a:xfrm>
              <a:off x="4806" y="3081"/>
              <a:ext cx="42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33" name="Google Shape;5233;p121"/>
          <p:cNvGrpSpPr/>
          <p:nvPr/>
        </p:nvGrpSpPr>
        <p:grpSpPr>
          <a:xfrm>
            <a:off x="9226550" y="5708651"/>
            <a:ext cx="527050" cy="536575"/>
            <a:chOff x="4852" y="3364"/>
            <a:chExt cx="332" cy="338"/>
          </a:xfrm>
        </p:grpSpPr>
        <p:sp>
          <p:nvSpPr>
            <p:cNvPr id="5234" name="Google Shape;5234;p121"/>
            <p:cNvSpPr/>
            <p:nvPr/>
          </p:nvSpPr>
          <p:spPr>
            <a:xfrm>
              <a:off x="4852" y="3364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5" name="Google Shape;5235;p121"/>
            <p:cNvSpPr/>
            <p:nvPr/>
          </p:nvSpPr>
          <p:spPr>
            <a:xfrm>
              <a:off x="4886" y="3369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36" name="Google Shape;5236;p121"/>
          <p:cNvGrpSpPr/>
          <p:nvPr/>
        </p:nvGrpSpPr>
        <p:grpSpPr>
          <a:xfrm>
            <a:off x="1682750" y="5381626"/>
            <a:ext cx="2425700" cy="466725"/>
            <a:chOff x="100" y="3158"/>
            <a:chExt cx="1528" cy="294"/>
          </a:xfrm>
        </p:grpSpPr>
        <p:sp>
          <p:nvSpPr>
            <p:cNvPr id="5237" name="Google Shape;5237;p121"/>
            <p:cNvSpPr/>
            <p:nvPr/>
          </p:nvSpPr>
          <p:spPr>
            <a:xfrm>
              <a:off x="100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8" name="Google Shape;5238;p121"/>
            <p:cNvSpPr/>
            <p:nvPr/>
          </p:nvSpPr>
          <p:spPr>
            <a:xfrm>
              <a:off x="134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9" name="Google Shape;5239;p121"/>
            <p:cNvSpPr/>
            <p:nvPr/>
          </p:nvSpPr>
          <p:spPr>
            <a:xfrm>
              <a:off x="724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0" name="Google Shape;5240;p121"/>
            <p:cNvSpPr/>
            <p:nvPr/>
          </p:nvSpPr>
          <p:spPr>
            <a:xfrm>
              <a:off x="758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41" name="Google Shape;5241;p121"/>
            <p:cNvCxnSpPr/>
            <p:nvPr/>
          </p:nvCxnSpPr>
          <p:spPr>
            <a:xfrm>
              <a:off x="384" y="3312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242" name="Google Shape;5242;p121"/>
            <p:cNvSpPr/>
            <p:nvPr/>
          </p:nvSpPr>
          <p:spPr>
            <a:xfrm>
              <a:off x="1348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3" name="Google Shape;5243;p121"/>
            <p:cNvSpPr/>
            <p:nvPr/>
          </p:nvSpPr>
          <p:spPr>
            <a:xfrm>
              <a:off x="1382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44" name="Google Shape;5244;p121"/>
            <p:cNvCxnSpPr/>
            <p:nvPr/>
          </p:nvCxnSpPr>
          <p:spPr>
            <a:xfrm>
              <a:off x="1008" y="3312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cxnSp>
        <p:nvCxnSpPr>
          <p:cNvPr id="5245" name="Google Shape;5245;p121"/>
          <p:cNvCxnSpPr/>
          <p:nvPr/>
        </p:nvCxnSpPr>
        <p:spPr>
          <a:xfrm flipH="1">
            <a:off x="5105400" y="2959100"/>
            <a:ext cx="1295400" cy="609600"/>
          </a:xfrm>
          <a:prstGeom prst="straightConnector1">
            <a:avLst/>
          </a:prstGeom>
          <a:noFill/>
          <a:ln cap="flat" cmpd="sng" w="50800">
            <a:solidFill>
              <a:schemeClr val="hlink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5246" name="Google Shape;5246;p121"/>
          <p:cNvGrpSpPr/>
          <p:nvPr/>
        </p:nvGrpSpPr>
        <p:grpSpPr>
          <a:xfrm>
            <a:off x="4730750" y="3400426"/>
            <a:ext cx="444500" cy="466725"/>
            <a:chOff x="2020" y="1910"/>
            <a:chExt cx="280" cy="294"/>
          </a:xfrm>
        </p:grpSpPr>
        <p:sp>
          <p:nvSpPr>
            <p:cNvPr id="5247" name="Google Shape;5247;p121"/>
            <p:cNvSpPr/>
            <p:nvPr/>
          </p:nvSpPr>
          <p:spPr>
            <a:xfrm>
              <a:off x="2020" y="1924"/>
              <a:ext cx="280" cy="280"/>
            </a:xfrm>
            <a:prstGeom prst="ellipse">
              <a:avLst/>
            </a:prstGeom>
            <a:solidFill>
              <a:srgbClr val="FFCC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8" name="Google Shape;5248;p121"/>
            <p:cNvSpPr/>
            <p:nvPr/>
          </p:nvSpPr>
          <p:spPr>
            <a:xfrm>
              <a:off x="2054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249" name="Google Shape;5249;p121"/>
          <p:cNvCxnSpPr/>
          <p:nvPr/>
        </p:nvCxnSpPr>
        <p:spPr>
          <a:xfrm>
            <a:off x="6781800" y="2806700"/>
            <a:ext cx="2819400" cy="685800"/>
          </a:xfrm>
          <a:prstGeom prst="straightConnector1">
            <a:avLst/>
          </a:prstGeom>
          <a:noFill/>
          <a:ln cap="flat" cmpd="sng" w="50800">
            <a:solidFill>
              <a:schemeClr val="hlink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5250" name="Google Shape;5250;p121"/>
          <p:cNvGrpSpPr/>
          <p:nvPr/>
        </p:nvGrpSpPr>
        <p:grpSpPr>
          <a:xfrm>
            <a:off x="9531350" y="3400426"/>
            <a:ext cx="444500" cy="466725"/>
            <a:chOff x="5044" y="1910"/>
            <a:chExt cx="280" cy="294"/>
          </a:xfrm>
        </p:grpSpPr>
        <p:sp>
          <p:nvSpPr>
            <p:cNvPr id="5251" name="Google Shape;5251;p121"/>
            <p:cNvSpPr/>
            <p:nvPr/>
          </p:nvSpPr>
          <p:spPr>
            <a:xfrm>
              <a:off x="5044" y="1924"/>
              <a:ext cx="280" cy="280"/>
            </a:xfrm>
            <a:prstGeom prst="ellipse">
              <a:avLst/>
            </a:prstGeom>
            <a:solidFill>
              <a:srgbClr val="FFCC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2" name="Google Shape;5252;p121"/>
            <p:cNvSpPr/>
            <p:nvPr/>
          </p:nvSpPr>
          <p:spPr>
            <a:xfrm>
              <a:off x="5078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53" name="Google Shape;5253;p121"/>
          <p:cNvGrpSpPr/>
          <p:nvPr/>
        </p:nvGrpSpPr>
        <p:grpSpPr>
          <a:xfrm>
            <a:off x="7702550" y="5251451"/>
            <a:ext cx="755650" cy="536575"/>
            <a:chOff x="3892" y="3076"/>
            <a:chExt cx="476" cy="338"/>
          </a:xfrm>
        </p:grpSpPr>
        <p:sp>
          <p:nvSpPr>
            <p:cNvPr id="5254" name="Google Shape;5254;p121"/>
            <p:cNvSpPr/>
            <p:nvPr/>
          </p:nvSpPr>
          <p:spPr>
            <a:xfrm>
              <a:off x="3892" y="3076"/>
              <a:ext cx="472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5" name="Google Shape;5255;p121"/>
            <p:cNvSpPr/>
            <p:nvPr/>
          </p:nvSpPr>
          <p:spPr>
            <a:xfrm>
              <a:off x="3942" y="3081"/>
              <a:ext cx="42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56" name="Google Shape;5256;p121"/>
          <p:cNvGrpSpPr/>
          <p:nvPr/>
        </p:nvGrpSpPr>
        <p:grpSpPr>
          <a:xfrm>
            <a:off x="7778750" y="5708651"/>
            <a:ext cx="755650" cy="536575"/>
            <a:chOff x="3940" y="3364"/>
            <a:chExt cx="476" cy="338"/>
          </a:xfrm>
        </p:grpSpPr>
        <p:sp>
          <p:nvSpPr>
            <p:cNvPr id="5257" name="Google Shape;5257;p121"/>
            <p:cNvSpPr/>
            <p:nvPr/>
          </p:nvSpPr>
          <p:spPr>
            <a:xfrm>
              <a:off x="3940" y="3364"/>
              <a:ext cx="472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8" name="Google Shape;5258;p121"/>
            <p:cNvSpPr/>
            <p:nvPr/>
          </p:nvSpPr>
          <p:spPr>
            <a:xfrm>
              <a:off x="3990" y="3369"/>
              <a:ext cx="42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59" name="Google Shape;5259;p121"/>
          <p:cNvSpPr/>
          <p:nvPr/>
        </p:nvSpPr>
        <p:spPr>
          <a:xfrm>
            <a:off x="6477001" y="5321301"/>
            <a:ext cx="473075" cy="5191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5" name="Shape 5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6" name="Google Shape;5266;p122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7" name="Google Shape;5267;p1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68" name="Google Shape;5268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269" name="Google Shape;5269;p122"/>
          <p:cNvSpPr txBox="1"/>
          <p:nvPr/>
        </p:nvSpPr>
        <p:spPr>
          <a:xfrm>
            <a:off x="1522396" y="3465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0" name="Google Shape;5270;p122"/>
          <p:cNvSpPr/>
          <p:nvPr/>
        </p:nvSpPr>
        <p:spPr>
          <a:xfrm>
            <a:off x="9090026" y="5827715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1" name="Google Shape;5271;p122"/>
          <p:cNvSpPr/>
          <p:nvPr/>
        </p:nvSpPr>
        <p:spPr>
          <a:xfrm>
            <a:off x="10433050" y="6026153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72" name="Google Shape;5272;p122"/>
          <p:cNvGrpSpPr/>
          <p:nvPr/>
        </p:nvGrpSpPr>
        <p:grpSpPr>
          <a:xfrm>
            <a:off x="9404350" y="5753896"/>
            <a:ext cx="527050" cy="536575"/>
            <a:chOff x="4372" y="3364"/>
            <a:chExt cx="332" cy="338"/>
          </a:xfrm>
        </p:grpSpPr>
        <p:sp>
          <p:nvSpPr>
            <p:cNvPr id="5273" name="Google Shape;5273;p122"/>
            <p:cNvSpPr/>
            <p:nvPr/>
          </p:nvSpPr>
          <p:spPr>
            <a:xfrm>
              <a:off x="4372" y="3364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4" name="Google Shape;5274;p122"/>
            <p:cNvSpPr/>
            <p:nvPr/>
          </p:nvSpPr>
          <p:spPr>
            <a:xfrm>
              <a:off x="4406" y="3369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75" name="Google Shape;5275;p122"/>
          <p:cNvSpPr/>
          <p:nvPr/>
        </p:nvSpPr>
        <p:spPr>
          <a:xfrm>
            <a:off x="9462308" y="5782074"/>
            <a:ext cx="520700" cy="444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76" name="Google Shape;5276;p122"/>
          <p:cNvCxnSpPr/>
          <p:nvPr/>
        </p:nvCxnSpPr>
        <p:spPr>
          <a:xfrm>
            <a:off x="8610600" y="1727200"/>
            <a:ext cx="1143000" cy="1524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77" name="Google Shape;5277;p122"/>
          <p:cNvCxnSpPr/>
          <p:nvPr/>
        </p:nvCxnSpPr>
        <p:spPr>
          <a:xfrm flipH="1" rot="10800000">
            <a:off x="5257800" y="1574800"/>
            <a:ext cx="2971800" cy="228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78" name="Google Shape;5278;p122"/>
          <p:cNvCxnSpPr/>
          <p:nvPr/>
        </p:nvCxnSpPr>
        <p:spPr>
          <a:xfrm>
            <a:off x="3429000" y="18796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279" name="Google Shape;5279;p122"/>
          <p:cNvSpPr/>
          <p:nvPr/>
        </p:nvSpPr>
        <p:spPr>
          <a:xfrm>
            <a:off x="2978150" y="16573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0" name="Google Shape;5280;p122"/>
          <p:cNvSpPr/>
          <p:nvPr/>
        </p:nvSpPr>
        <p:spPr>
          <a:xfrm>
            <a:off x="3032126" y="16351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1" name="Google Shape;5281;p122"/>
          <p:cNvSpPr/>
          <p:nvPr/>
        </p:nvSpPr>
        <p:spPr>
          <a:xfrm>
            <a:off x="2978150" y="3257550"/>
            <a:ext cx="444500" cy="4445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2" name="Google Shape;5282;p122"/>
          <p:cNvSpPr/>
          <p:nvPr/>
        </p:nvSpPr>
        <p:spPr>
          <a:xfrm>
            <a:off x="3032126" y="32353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3" name="Google Shape;5283;p122"/>
          <p:cNvSpPr/>
          <p:nvPr/>
        </p:nvSpPr>
        <p:spPr>
          <a:xfrm>
            <a:off x="4806950" y="16573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4" name="Google Shape;5284;p122"/>
          <p:cNvSpPr/>
          <p:nvPr/>
        </p:nvSpPr>
        <p:spPr>
          <a:xfrm>
            <a:off x="4860926" y="16351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5" name="Google Shape;5285;p122"/>
          <p:cNvSpPr/>
          <p:nvPr/>
        </p:nvSpPr>
        <p:spPr>
          <a:xfrm>
            <a:off x="4730750" y="32575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6" name="Google Shape;5286;p122"/>
          <p:cNvSpPr/>
          <p:nvPr/>
        </p:nvSpPr>
        <p:spPr>
          <a:xfrm>
            <a:off x="4784726" y="32353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7" name="Google Shape;5287;p122"/>
          <p:cNvSpPr/>
          <p:nvPr/>
        </p:nvSpPr>
        <p:spPr>
          <a:xfrm>
            <a:off x="6330950" y="23431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8" name="Google Shape;5288;p122"/>
          <p:cNvSpPr/>
          <p:nvPr/>
        </p:nvSpPr>
        <p:spPr>
          <a:xfrm>
            <a:off x="6384926" y="23209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9" name="Google Shape;5289;p122"/>
          <p:cNvSpPr/>
          <p:nvPr/>
        </p:nvSpPr>
        <p:spPr>
          <a:xfrm>
            <a:off x="8235950" y="13525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0" name="Google Shape;5290;p122"/>
          <p:cNvSpPr/>
          <p:nvPr/>
        </p:nvSpPr>
        <p:spPr>
          <a:xfrm>
            <a:off x="8289926" y="13303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1" name="Google Shape;5291;p122"/>
          <p:cNvSpPr/>
          <p:nvPr/>
        </p:nvSpPr>
        <p:spPr>
          <a:xfrm>
            <a:off x="9531350" y="32575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2" name="Google Shape;5292;p122"/>
          <p:cNvSpPr/>
          <p:nvPr/>
        </p:nvSpPr>
        <p:spPr>
          <a:xfrm>
            <a:off x="9585326" y="32353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3" name="Google Shape;5293;p122"/>
          <p:cNvCxnSpPr/>
          <p:nvPr/>
        </p:nvCxnSpPr>
        <p:spPr>
          <a:xfrm>
            <a:off x="3200400" y="2108200"/>
            <a:ext cx="0" cy="1143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94" name="Google Shape;5294;p122"/>
          <p:cNvCxnSpPr/>
          <p:nvPr/>
        </p:nvCxnSpPr>
        <p:spPr>
          <a:xfrm>
            <a:off x="3429000" y="3479800"/>
            <a:ext cx="1295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95" name="Google Shape;5295;p122"/>
          <p:cNvCxnSpPr/>
          <p:nvPr/>
        </p:nvCxnSpPr>
        <p:spPr>
          <a:xfrm>
            <a:off x="3352800" y="2108200"/>
            <a:ext cx="1524000" cy="1143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96" name="Google Shape;5296;p122"/>
          <p:cNvCxnSpPr/>
          <p:nvPr/>
        </p:nvCxnSpPr>
        <p:spPr>
          <a:xfrm flipH="1">
            <a:off x="3352800" y="2108200"/>
            <a:ext cx="1600200" cy="1219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97" name="Google Shape;5297;p122"/>
          <p:cNvCxnSpPr/>
          <p:nvPr/>
        </p:nvCxnSpPr>
        <p:spPr>
          <a:xfrm>
            <a:off x="5181600" y="2032000"/>
            <a:ext cx="12192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98" name="Google Shape;5298;p122"/>
          <p:cNvCxnSpPr/>
          <p:nvPr/>
        </p:nvCxnSpPr>
        <p:spPr>
          <a:xfrm flipH="1" rot="10800000">
            <a:off x="3429000" y="2565400"/>
            <a:ext cx="2895600" cy="83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99" name="Google Shape;5299;p122"/>
          <p:cNvCxnSpPr/>
          <p:nvPr/>
        </p:nvCxnSpPr>
        <p:spPr>
          <a:xfrm flipH="1">
            <a:off x="5105400" y="2794000"/>
            <a:ext cx="1295400" cy="60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300" name="Google Shape;5300;p122"/>
          <p:cNvCxnSpPr/>
          <p:nvPr/>
        </p:nvCxnSpPr>
        <p:spPr>
          <a:xfrm>
            <a:off x="5181600" y="3479800"/>
            <a:ext cx="434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301" name="Google Shape;5301;p122"/>
          <p:cNvCxnSpPr/>
          <p:nvPr/>
        </p:nvCxnSpPr>
        <p:spPr>
          <a:xfrm>
            <a:off x="6781800" y="2641600"/>
            <a:ext cx="2819400" cy="685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302" name="Google Shape;5302;p122"/>
          <p:cNvSpPr/>
          <p:nvPr/>
        </p:nvSpPr>
        <p:spPr>
          <a:xfrm>
            <a:off x="2320926" y="1955800"/>
            <a:ext cx="7281863" cy="2668588"/>
          </a:xfrm>
          <a:custGeom>
            <a:rect b="b" l="l" r="r" t="t"/>
            <a:pathLst>
              <a:path extrusionOk="0" h="1681" w="4587">
                <a:moveTo>
                  <a:pt x="410" y="0"/>
                </a:moveTo>
                <a:lnTo>
                  <a:pt x="362" y="28"/>
                </a:lnTo>
                <a:lnTo>
                  <a:pt x="306" y="58"/>
                </a:lnTo>
                <a:lnTo>
                  <a:pt x="272" y="78"/>
                </a:lnTo>
                <a:lnTo>
                  <a:pt x="249" y="108"/>
                </a:lnTo>
                <a:lnTo>
                  <a:pt x="226" y="148"/>
                </a:lnTo>
                <a:lnTo>
                  <a:pt x="215" y="178"/>
                </a:lnTo>
                <a:lnTo>
                  <a:pt x="193" y="208"/>
                </a:lnTo>
                <a:lnTo>
                  <a:pt x="170" y="238"/>
                </a:lnTo>
                <a:lnTo>
                  <a:pt x="159" y="268"/>
                </a:lnTo>
                <a:lnTo>
                  <a:pt x="136" y="298"/>
                </a:lnTo>
                <a:lnTo>
                  <a:pt x="125" y="328"/>
                </a:lnTo>
                <a:lnTo>
                  <a:pt x="91" y="378"/>
                </a:lnTo>
                <a:lnTo>
                  <a:pt x="79" y="419"/>
                </a:lnTo>
                <a:lnTo>
                  <a:pt x="57" y="468"/>
                </a:lnTo>
                <a:lnTo>
                  <a:pt x="45" y="498"/>
                </a:lnTo>
                <a:lnTo>
                  <a:pt x="34" y="539"/>
                </a:lnTo>
                <a:lnTo>
                  <a:pt x="23" y="588"/>
                </a:lnTo>
                <a:lnTo>
                  <a:pt x="23" y="628"/>
                </a:lnTo>
                <a:lnTo>
                  <a:pt x="11" y="669"/>
                </a:lnTo>
                <a:lnTo>
                  <a:pt x="11" y="699"/>
                </a:lnTo>
                <a:lnTo>
                  <a:pt x="0" y="729"/>
                </a:lnTo>
                <a:lnTo>
                  <a:pt x="0" y="759"/>
                </a:lnTo>
                <a:lnTo>
                  <a:pt x="0" y="789"/>
                </a:lnTo>
                <a:lnTo>
                  <a:pt x="0" y="818"/>
                </a:lnTo>
                <a:lnTo>
                  <a:pt x="0" y="869"/>
                </a:lnTo>
                <a:lnTo>
                  <a:pt x="0" y="899"/>
                </a:lnTo>
                <a:lnTo>
                  <a:pt x="23" y="939"/>
                </a:lnTo>
                <a:lnTo>
                  <a:pt x="34" y="969"/>
                </a:lnTo>
                <a:lnTo>
                  <a:pt x="68" y="1029"/>
                </a:lnTo>
                <a:lnTo>
                  <a:pt x="79" y="1059"/>
                </a:lnTo>
                <a:lnTo>
                  <a:pt x="125" y="1109"/>
                </a:lnTo>
                <a:lnTo>
                  <a:pt x="159" y="1149"/>
                </a:lnTo>
                <a:lnTo>
                  <a:pt x="215" y="1179"/>
                </a:lnTo>
                <a:lnTo>
                  <a:pt x="283" y="1209"/>
                </a:lnTo>
                <a:lnTo>
                  <a:pt x="328" y="1229"/>
                </a:lnTo>
                <a:lnTo>
                  <a:pt x="385" y="1259"/>
                </a:lnTo>
                <a:lnTo>
                  <a:pt x="442" y="1279"/>
                </a:lnTo>
                <a:lnTo>
                  <a:pt x="532" y="1309"/>
                </a:lnTo>
                <a:lnTo>
                  <a:pt x="645" y="1339"/>
                </a:lnTo>
                <a:lnTo>
                  <a:pt x="747" y="1369"/>
                </a:lnTo>
                <a:lnTo>
                  <a:pt x="872" y="1399"/>
                </a:lnTo>
                <a:lnTo>
                  <a:pt x="974" y="1409"/>
                </a:lnTo>
                <a:lnTo>
                  <a:pt x="1076" y="1429"/>
                </a:lnTo>
                <a:lnTo>
                  <a:pt x="1200" y="1450"/>
                </a:lnTo>
                <a:lnTo>
                  <a:pt x="1348" y="1480"/>
                </a:lnTo>
                <a:lnTo>
                  <a:pt x="1517" y="1529"/>
                </a:lnTo>
                <a:lnTo>
                  <a:pt x="1676" y="1569"/>
                </a:lnTo>
                <a:lnTo>
                  <a:pt x="1789" y="1599"/>
                </a:lnTo>
                <a:lnTo>
                  <a:pt x="1914" y="1619"/>
                </a:lnTo>
                <a:lnTo>
                  <a:pt x="2061" y="1640"/>
                </a:lnTo>
                <a:lnTo>
                  <a:pt x="2231" y="1659"/>
                </a:lnTo>
                <a:lnTo>
                  <a:pt x="2401" y="1670"/>
                </a:lnTo>
                <a:lnTo>
                  <a:pt x="2548" y="1680"/>
                </a:lnTo>
                <a:lnTo>
                  <a:pt x="2638" y="1680"/>
                </a:lnTo>
                <a:lnTo>
                  <a:pt x="2706" y="1680"/>
                </a:lnTo>
                <a:lnTo>
                  <a:pt x="2797" y="1659"/>
                </a:lnTo>
                <a:lnTo>
                  <a:pt x="2910" y="1649"/>
                </a:lnTo>
                <a:lnTo>
                  <a:pt x="3035" y="1629"/>
                </a:lnTo>
                <a:lnTo>
                  <a:pt x="3159" y="1629"/>
                </a:lnTo>
                <a:lnTo>
                  <a:pt x="3250" y="1619"/>
                </a:lnTo>
                <a:lnTo>
                  <a:pt x="3295" y="1610"/>
                </a:lnTo>
                <a:lnTo>
                  <a:pt x="3329" y="1589"/>
                </a:lnTo>
                <a:lnTo>
                  <a:pt x="3374" y="1569"/>
                </a:lnTo>
                <a:lnTo>
                  <a:pt x="3408" y="1550"/>
                </a:lnTo>
                <a:lnTo>
                  <a:pt x="3454" y="1519"/>
                </a:lnTo>
                <a:lnTo>
                  <a:pt x="3499" y="1509"/>
                </a:lnTo>
                <a:lnTo>
                  <a:pt x="3556" y="1499"/>
                </a:lnTo>
                <a:lnTo>
                  <a:pt x="3601" y="1489"/>
                </a:lnTo>
                <a:lnTo>
                  <a:pt x="3646" y="1469"/>
                </a:lnTo>
                <a:lnTo>
                  <a:pt x="3726" y="1450"/>
                </a:lnTo>
                <a:lnTo>
                  <a:pt x="3793" y="1429"/>
                </a:lnTo>
                <a:lnTo>
                  <a:pt x="3827" y="1420"/>
                </a:lnTo>
                <a:lnTo>
                  <a:pt x="3873" y="1399"/>
                </a:lnTo>
                <a:lnTo>
                  <a:pt x="3907" y="1369"/>
                </a:lnTo>
                <a:lnTo>
                  <a:pt x="3952" y="1339"/>
                </a:lnTo>
                <a:lnTo>
                  <a:pt x="3986" y="1329"/>
                </a:lnTo>
                <a:lnTo>
                  <a:pt x="4020" y="1309"/>
                </a:lnTo>
                <a:lnTo>
                  <a:pt x="4054" y="1309"/>
                </a:lnTo>
                <a:lnTo>
                  <a:pt x="4099" y="1289"/>
                </a:lnTo>
                <a:lnTo>
                  <a:pt x="4145" y="1269"/>
                </a:lnTo>
                <a:lnTo>
                  <a:pt x="4178" y="1259"/>
                </a:lnTo>
                <a:lnTo>
                  <a:pt x="4224" y="1239"/>
                </a:lnTo>
                <a:lnTo>
                  <a:pt x="4269" y="1209"/>
                </a:lnTo>
                <a:lnTo>
                  <a:pt x="4314" y="1189"/>
                </a:lnTo>
                <a:lnTo>
                  <a:pt x="4360" y="1169"/>
                </a:lnTo>
                <a:lnTo>
                  <a:pt x="4405" y="1139"/>
                </a:lnTo>
                <a:lnTo>
                  <a:pt x="4450" y="1109"/>
                </a:lnTo>
                <a:lnTo>
                  <a:pt x="4484" y="1079"/>
                </a:lnTo>
                <a:lnTo>
                  <a:pt x="4518" y="1049"/>
                </a:lnTo>
                <a:lnTo>
                  <a:pt x="4552" y="1029"/>
                </a:lnTo>
                <a:lnTo>
                  <a:pt x="4575" y="999"/>
                </a:lnTo>
                <a:lnTo>
                  <a:pt x="4586" y="969"/>
                </a:lnTo>
              </a:path>
            </a:pathLst>
          </a:custGeom>
          <a:noFill/>
          <a:ln cap="rnd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3" name="Google Shape;5303;p122"/>
          <p:cNvSpPr/>
          <p:nvPr/>
        </p:nvSpPr>
        <p:spPr>
          <a:xfrm>
            <a:off x="3810000" y="14224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4" name="Google Shape;5304;p122"/>
          <p:cNvSpPr/>
          <p:nvPr/>
        </p:nvSpPr>
        <p:spPr>
          <a:xfrm>
            <a:off x="2895600" y="23368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5" name="Google Shape;5305;p122"/>
          <p:cNvSpPr/>
          <p:nvPr/>
        </p:nvSpPr>
        <p:spPr>
          <a:xfrm>
            <a:off x="3657600" y="20320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6" name="Google Shape;5306;p122"/>
          <p:cNvSpPr/>
          <p:nvPr/>
        </p:nvSpPr>
        <p:spPr>
          <a:xfrm>
            <a:off x="4572000" y="22606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7" name="Google Shape;5307;p122"/>
          <p:cNvSpPr/>
          <p:nvPr/>
        </p:nvSpPr>
        <p:spPr>
          <a:xfrm>
            <a:off x="6324600" y="11938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8" name="Google Shape;5308;p122"/>
          <p:cNvSpPr/>
          <p:nvPr/>
        </p:nvSpPr>
        <p:spPr>
          <a:xfrm>
            <a:off x="7696200" y="23368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9" name="Google Shape;5309;p122"/>
          <p:cNvSpPr/>
          <p:nvPr/>
        </p:nvSpPr>
        <p:spPr>
          <a:xfrm>
            <a:off x="5715000" y="18034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0" name="Google Shape;5310;p122"/>
          <p:cNvSpPr/>
          <p:nvPr/>
        </p:nvSpPr>
        <p:spPr>
          <a:xfrm>
            <a:off x="5715000" y="40894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1" name="Google Shape;5311;p122"/>
          <p:cNvSpPr/>
          <p:nvPr/>
        </p:nvSpPr>
        <p:spPr>
          <a:xfrm>
            <a:off x="5410200" y="23368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2" name="Google Shape;5312;p122"/>
          <p:cNvSpPr/>
          <p:nvPr/>
        </p:nvSpPr>
        <p:spPr>
          <a:xfrm>
            <a:off x="6096000" y="27940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3" name="Google Shape;5313;p122"/>
          <p:cNvSpPr/>
          <p:nvPr/>
        </p:nvSpPr>
        <p:spPr>
          <a:xfrm>
            <a:off x="3733800" y="34036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4" name="Google Shape;5314;p122"/>
          <p:cNvSpPr/>
          <p:nvPr/>
        </p:nvSpPr>
        <p:spPr>
          <a:xfrm>
            <a:off x="6934200" y="34036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5" name="Google Shape;5315;p122"/>
          <p:cNvSpPr/>
          <p:nvPr/>
        </p:nvSpPr>
        <p:spPr>
          <a:xfrm>
            <a:off x="9067800" y="19558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16" name="Google Shape;5316;p122"/>
          <p:cNvGrpSpPr/>
          <p:nvPr/>
        </p:nvGrpSpPr>
        <p:grpSpPr>
          <a:xfrm>
            <a:off x="5699126" y="4637088"/>
            <a:ext cx="4816475" cy="519112"/>
            <a:chOff x="2630" y="2793"/>
            <a:chExt cx="3034" cy="327"/>
          </a:xfrm>
        </p:grpSpPr>
        <p:sp>
          <p:nvSpPr>
            <p:cNvPr id="5317" name="Google Shape;5317;p122"/>
            <p:cNvSpPr/>
            <p:nvPr/>
          </p:nvSpPr>
          <p:spPr>
            <a:xfrm>
              <a:off x="263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[1]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8" name="Google Shape;5318;p122"/>
            <p:cNvSpPr/>
            <p:nvPr/>
          </p:nvSpPr>
          <p:spPr>
            <a:xfrm>
              <a:off x="306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9" name="Google Shape;5319;p122"/>
            <p:cNvSpPr/>
            <p:nvPr/>
          </p:nvSpPr>
          <p:spPr>
            <a:xfrm>
              <a:off x="3494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[3]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0" name="Google Shape;5320;p122"/>
            <p:cNvSpPr/>
            <p:nvPr/>
          </p:nvSpPr>
          <p:spPr>
            <a:xfrm>
              <a:off x="3926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[4]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1" name="Google Shape;5321;p122"/>
            <p:cNvSpPr/>
            <p:nvPr/>
          </p:nvSpPr>
          <p:spPr>
            <a:xfrm>
              <a:off x="4358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2" name="Google Shape;5322;p122"/>
            <p:cNvSpPr/>
            <p:nvPr/>
          </p:nvSpPr>
          <p:spPr>
            <a:xfrm>
              <a:off x="479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[6]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3" name="Google Shape;5323;p122"/>
            <p:cNvSpPr/>
            <p:nvPr/>
          </p:nvSpPr>
          <p:spPr>
            <a:xfrm>
              <a:off x="522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[7]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4" name="Google Shape;5324;p122"/>
          <p:cNvGrpSpPr/>
          <p:nvPr/>
        </p:nvGrpSpPr>
        <p:grpSpPr>
          <a:xfrm>
            <a:off x="5241926" y="5094288"/>
            <a:ext cx="473075" cy="976312"/>
            <a:chOff x="2342" y="3081"/>
            <a:chExt cx="298" cy="615"/>
          </a:xfrm>
        </p:grpSpPr>
        <p:sp>
          <p:nvSpPr>
            <p:cNvPr id="5325" name="Google Shape;5325;p122"/>
            <p:cNvSpPr/>
            <p:nvPr/>
          </p:nvSpPr>
          <p:spPr>
            <a:xfrm>
              <a:off x="2342" y="3081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6" name="Google Shape;5326;p122"/>
            <p:cNvSpPr/>
            <p:nvPr/>
          </p:nvSpPr>
          <p:spPr>
            <a:xfrm>
              <a:off x="2342" y="3369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7" name="Google Shape;5327;p122"/>
          <p:cNvGrpSpPr/>
          <p:nvPr/>
        </p:nvGrpSpPr>
        <p:grpSpPr>
          <a:xfrm>
            <a:off x="1682750" y="4149726"/>
            <a:ext cx="444500" cy="466725"/>
            <a:chOff x="100" y="2486"/>
            <a:chExt cx="280" cy="294"/>
          </a:xfrm>
        </p:grpSpPr>
        <p:sp>
          <p:nvSpPr>
            <p:cNvPr id="5328" name="Google Shape;5328;p122"/>
            <p:cNvSpPr/>
            <p:nvPr/>
          </p:nvSpPr>
          <p:spPr>
            <a:xfrm>
              <a:off x="100" y="2500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9" name="Google Shape;5329;p122"/>
            <p:cNvSpPr/>
            <p:nvPr/>
          </p:nvSpPr>
          <p:spPr>
            <a:xfrm>
              <a:off x="134" y="248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30" name="Google Shape;5330;p122"/>
          <p:cNvSpPr/>
          <p:nvPr/>
        </p:nvSpPr>
        <p:spPr>
          <a:xfrm>
            <a:off x="5775326" y="5094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1" name="Google Shape;5331;p122"/>
          <p:cNvSpPr/>
          <p:nvPr/>
        </p:nvSpPr>
        <p:spPr>
          <a:xfrm>
            <a:off x="5775326" y="55514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2" name="Google Shape;5332;p122"/>
          <p:cNvSpPr/>
          <p:nvPr/>
        </p:nvSpPr>
        <p:spPr>
          <a:xfrm>
            <a:off x="6537326" y="5094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3" name="Google Shape;5333;p122"/>
          <p:cNvSpPr/>
          <p:nvPr/>
        </p:nvSpPr>
        <p:spPr>
          <a:xfrm>
            <a:off x="6537326" y="55514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4" name="Google Shape;5334;p122"/>
          <p:cNvSpPr/>
          <p:nvPr/>
        </p:nvSpPr>
        <p:spPr>
          <a:xfrm>
            <a:off x="7223126" y="5094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5" name="Google Shape;5335;p122"/>
          <p:cNvSpPr/>
          <p:nvPr/>
        </p:nvSpPr>
        <p:spPr>
          <a:xfrm>
            <a:off x="7223126" y="55514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6" name="Google Shape;5336;p122"/>
          <p:cNvSpPr/>
          <p:nvPr/>
        </p:nvSpPr>
        <p:spPr>
          <a:xfrm>
            <a:off x="7848600" y="5094288"/>
            <a:ext cx="6858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7" name="Google Shape;5337;p122"/>
          <p:cNvSpPr/>
          <p:nvPr/>
        </p:nvSpPr>
        <p:spPr>
          <a:xfrm>
            <a:off x="7908926" y="55514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8" name="Google Shape;5338;p122"/>
          <p:cNvSpPr/>
          <p:nvPr/>
        </p:nvSpPr>
        <p:spPr>
          <a:xfrm>
            <a:off x="8594726" y="5094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9" name="Google Shape;5339;p122"/>
          <p:cNvSpPr/>
          <p:nvPr/>
        </p:nvSpPr>
        <p:spPr>
          <a:xfrm>
            <a:off x="8594726" y="55514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0" name="Google Shape;5340;p122"/>
          <p:cNvSpPr/>
          <p:nvPr/>
        </p:nvSpPr>
        <p:spPr>
          <a:xfrm>
            <a:off x="9280526" y="50942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1" name="Google Shape;5341;p122"/>
          <p:cNvSpPr/>
          <p:nvPr/>
        </p:nvSpPr>
        <p:spPr>
          <a:xfrm>
            <a:off x="9280526" y="55514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2" name="Google Shape;5342;p122"/>
          <p:cNvSpPr/>
          <p:nvPr/>
        </p:nvSpPr>
        <p:spPr>
          <a:xfrm>
            <a:off x="9829800" y="5094288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3" name="Google Shape;5343;p122"/>
          <p:cNvSpPr/>
          <p:nvPr/>
        </p:nvSpPr>
        <p:spPr>
          <a:xfrm>
            <a:off x="9966326" y="55514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44" name="Google Shape;5344;p122"/>
          <p:cNvGrpSpPr/>
          <p:nvPr/>
        </p:nvGrpSpPr>
        <p:grpSpPr>
          <a:xfrm>
            <a:off x="1682750" y="4683126"/>
            <a:ext cx="1435100" cy="466725"/>
            <a:chOff x="100" y="2822"/>
            <a:chExt cx="904" cy="294"/>
          </a:xfrm>
        </p:grpSpPr>
        <p:sp>
          <p:nvSpPr>
            <p:cNvPr id="5345" name="Google Shape;5345;p122"/>
            <p:cNvSpPr/>
            <p:nvPr/>
          </p:nvSpPr>
          <p:spPr>
            <a:xfrm>
              <a:off x="100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6" name="Google Shape;5346;p122"/>
            <p:cNvSpPr/>
            <p:nvPr/>
          </p:nvSpPr>
          <p:spPr>
            <a:xfrm>
              <a:off x="134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7" name="Google Shape;5347;p122"/>
            <p:cNvSpPr/>
            <p:nvPr/>
          </p:nvSpPr>
          <p:spPr>
            <a:xfrm>
              <a:off x="724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8" name="Google Shape;5348;p122"/>
            <p:cNvSpPr/>
            <p:nvPr/>
          </p:nvSpPr>
          <p:spPr>
            <a:xfrm>
              <a:off x="758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49" name="Google Shape;5349;p122"/>
            <p:cNvCxnSpPr/>
            <p:nvPr/>
          </p:nvCxnSpPr>
          <p:spPr>
            <a:xfrm>
              <a:off x="384" y="2976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350" name="Google Shape;5350;p122"/>
          <p:cNvGrpSpPr/>
          <p:nvPr/>
        </p:nvGrpSpPr>
        <p:grpSpPr>
          <a:xfrm>
            <a:off x="8464550" y="5086351"/>
            <a:ext cx="527050" cy="536575"/>
            <a:chOff x="4372" y="3076"/>
            <a:chExt cx="332" cy="338"/>
          </a:xfrm>
        </p:grpSpPr>
        <p:sp>
          <p:nvSpPr>
            <p:cNvPr id="5351" name="Google Shape;5351;p122"/>
            <p:cNvSpPr/>
            <p:nvPr/>
          </p:nvSpPr>
          <p:spPr>
            <a:xfrm>
              <a:off x="4372" y="3076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2" name="Google Shape;5352;p122"/>
            <p:cNvSpPr/>
            <p:nvPr/>
          </p:nvSpPr>
          <p:spPr>
            <a:xfrm>
              <a:off x="4406" y="3081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53" name="Google Shape;5353;p122"/>
          <p:cNvGrpSpPr/>
          <p:nvPr/>
        </p:nvGrpSpPr>
        <p:grpSpPr>
          <a:xfrm>
            <a:off x="8464550" y="5543551"/>
            <a:ext cx="527050" cy="536575"/>
            <a:chOff x="4372" y="3364"/>
            <a:chExt cx="332" cy="338"/>
          </a:xfrm>
        </p:grpSpPr>
        <p:sp>
          <p:nvSpPr>
            <p:cNvPr id="5354" name="Google Shape;5354;p122"/>
            <p:cNvSpPr/>
            <p:nvPr/>
          </p:nvSpPr>
          <p:spPr>
            <a:xfrm>
              <a:off x="4372" y="3364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5" name="Google Shape;5355;p122"/>
            <p:cNvSpPr/>
            <p:nvPr/>
          </p:nvSpPr>
          <p:spPr>
            <a:xfrm>
              <a:off x="4406" y="3369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56" name="Google Shape;5356;p122"/>
          <p:cNvGrpSpPr/>
          <p:nvPr/>
        </p:nvGrpSpPr>
        <p:grpSpPr>
          <a:xfrm>
            <a:off x="9074150" y="5086351"/>
            <a:ext cx="755650" cy="536575"/>
            <a:chOff x="4756" y="3076"/>
            <a:chExt cx="476" cy="338"/>
          </a:xfrm>
        </p:grpSpPr>
        <p:sp>
          <p:nvSpPr>
            <p:cNvPr id="5357" name="Google Shape;5357;p122"/>
            <p:cNvSpPr/>
            <p:nvPr/>
          </p:nvSpPr>
          <p:spPr>
            <a:xfrm>
              <a:off x="4756" y="3076"/>
              <a:ext cx="472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8" name="Google Shape;5358;p122"/>
            <p:cNvSpPr/>
            <p:nvPr/>
          </p:nvSpPr>
          <p:spPr>
            <a:xfrm>
              <a:off x="4806" y="3081"/>
              <a:ext cx="42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59" name="Google Shape;5359;p122"/>
          <p:cNvGrpSpPr/>
          <p:nvPr/>
        </p:nvGrpSpPr>
        <p:grpSpPr>
          <a:xfrm>
            <a:off x="9226550" y="5543551"/>
            <a:ext cx="527050" cy="536575"/>
            <a:chOff x="4852" y="3364"/>
            <a:chExt cx="332" cy="338"/>
          </a:xfrm>
        </p:grpSpPr>
        <p:sp>
          <p:nvSpPr>
            <p:cNvPr id="5360" name="Google Shape;5360;p122"/>
            <p:cNvSpPr/>
            <p:nvPr/>
          </p:nvSpPr>
          <p:spPr>
            <a:xfrm>
              <a:off x="4852" y="3364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1" name="Google Shape;5361;p122"/>
            <p:cNvSpPr/>
            <p:nvPr/>
          </p:nvSpPr>
          <p:spPr>
            <a:xfrm>
              <a:off x="4886" y="3369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62" name="Google Shape;5362;p122"/>
          <p:cNvGrpSpPr/>
          <p:nvPr/>
        </p:nvGrpSpPr>
        <p:grpSpPr>
          <a:xfrm>
            <a:off x="1682750" y="5216526"/>
            <a:ext cx="2425700" cy="466725"/>
            <a:chOff x="100" y="3158"/>
            <a:chExt cx="1528" cy="294"/>
          </a:xfrm>
        </p:grpSpPr>
        <p:sp>
          <p:nvSpPr>
            <p:cNvPr id="5363" name="Google Shape;5363;p122"/>
            <p:cNvSpPr/>
            <p:nvPr/>
          </p:nvSpPr>
          <p:spPr>
            <a:xfrm>
              <a:off x="100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4" name="Google Shape;5364;p122"/>
            <p:cNvSpPr/>
            <p:nvPr/>
          </p:nvSpPr>
          <p:spPr>
            <a:xfrm>
              <a:off x="134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5" name="Google Shape;5365;p122"/>
            <p:cNvSpPr/>
            <p:nvPr/>
          </p:nvSpPr>
          <p:spPr>
            <a:xfrm>
              <a:off x="724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6" name="Google Shape;5366;p122"/>
            <p:cNvSpPr/>
            <p:nvPr/>
          </p:nvSpPr>
          <p:spPr>
            <a:xfrm>
              <a:off x="758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67" name="Google Shape;5367;p122"/>
            <p:cNvCxnSpPr/>
            <p:nvPr/>
          </p:nvCxnSpPr>
          <p:spPr>
            <a:xfrm>
              <a:off x="384" y="3312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368" name="Google Shape;5368;p122"/>
            <p:cNvSpPr/>
            <p:nvPr/>
          </p:nvSpPr>
          <p:spPr>
            <a:xfrm>
              <a:off x="1348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9" name="Google Shape;5369;p122"/>
            <p:cNvSpPr/>
            <p:nvPr/>
          </p:nvSpPr>
          <p:spPr>
            <a:xfrm>
              <a:off x="1382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70" name="Google Shape;5370;p122"/>
            <p:cNvCxnSpPr/>
            <p:nvPr/>
          </p:nvCxnSpPr>
          <p:spPr>
            <a:xfrm>
              <a:off x="1008" y="3312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371" name="Google Shape;5371;p122"/>
          <p:cNvGrpSpPr/>
          <p:nvPr/>
        </p:nvGrpSpPr>
        <p:grpSpPr>
          <a:xfrm>
            <a:off x="1682750" y="5826126"/>
            <a:ext cx="1435100" cy="466728"/>
            <a:chOff x="100" y="3542"/>
            <a:chExt cx="904" cy="294"/>
          </a:xfrm>
        </p:grpSpPr>
        <p:sp>
          <p:nvSpPr>
            <p:cNvPr id="5372" name="Google Shape;5372;p122"/>
            <p:cNvSpPr/>
            <p:nvPr/>
          </p:nvSpPr>
          <p:spPr>
            <a:xfrm>
              <a:off x="100" y="355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3" name="Google Shape;5373;p122"/>
            <p:cNvSpPr/>
            <p:nvPr/>
          </p:nvSpPr>
          <p:spPr>
            <a:xfrm>
              <a:off x="134" y="354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4" name="Google Shape;5374;p122"/>
            <p:cNvSpPr/>
            <p:nvPr/>
          </p:nvSpPr>
          <p:spPr>
            <a:xfrm>
              <a:off x="724" y="355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5" name="Google Shape;5375;p122"/>
            <p:cNvSpPr/>
            <p:nvPr/>
          </p:nvSpPr>
          <p:spPr>
            <a:xfrm>
              <a:off x="758" y="354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76" name="Google Shape;5376;p122"/>
            <p:cNvCxnSpPr/>
            <p:nvPr/>
          </p:nvCxnSpPr>
          <p:spPr>
            <a:xfrm>
              <a:off x="384" y="3696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cxnSp>
        <p:nvCxnSpPr>
          <p:cNvPr id="5377" name="Google Shape;5377;p122"/>
          <p:cNvCxnSpPr/>
          <p:nvPr/>
        </p:nvCxnSpPr>
        <p:spPr>
          <a:xfrm>
            <a:off x="3429000" y="3479800"/>
            <a:ext cx="1295400" cy="0"/>
          </a:xfrm>
          <a:prstGeom prst="straightConnector1">
            <a:avLst/>
          </a:prstGeom>
          <a:noFill/>
          <a:ln cap="flat" cmpd="sng" w="50800">
            <a:solidFill>
              <a:schemeClr val="hlink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5378" name="Google Shape;5378;p122"/>
          <p:cNvGrpSpPr/>
          <p:nvPr/>
        </p:nvGrpSpPr>
        <p:grpSpPr>
          <a:xfrm>
            <a:off x="4730750" y="3235326"/>
            <a:ext cx="444500" cy="466725"/>
            <a:chOff x="2020" y="1910"/>
            <a:chExt cx="280" cy="294"/>
          </a:xfrm>
        </p:grpSpPr>
        <p:sp>
          <p:nvSpPr>
            <p:cNvPr id="5379" name="Google Shape;5379;p122"/>
            <p:cNvSpPr/>
            <p:nvPr/>
          </p:nvSpPr>
          <p:spPr>
            <a:xfrm>
              <a:off x="2020" y="1924"/>
              <a:ext cx="280" cy="280"/>
            </a:xfrm>
            <a:prstGeom prst="ellipse">
              <a:avLst/>
            </a:prstGeom>
            <a:solidFill>
              <a:srgbClr val="FFCC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0" name="Google Shape;5380;p122"/>
            <p:cNvSpPr/>
            <p:nvPr/>
          </p:nvSpPr>
          <p:spPr>
            <a:xfrm>
              <a:off x="2054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1" name="Google Shape;5381;p122"/>
          <p:cNvSpPr/>
          <p:nvPr/>
        </p:nvSpPr>
        <p:spPr>
          <a:xfrm>
            <a:off x="7848601" y="5156201"/>
            <a:ext cx="473075" cy="5191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7" name="Shape 5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8" name="Google Shape;5388;p123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9" name="Google Shape;5389;p1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90" name="Google Shape;5390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391" name="Google Shape;5391;p123"/>
          <p:cNvSpPr txBox="1"/>
          <p:nvPr/>
        </p:nvSpPr>
        <p:spPr>
          <a:xfrm>
            <a:off x="1522397" y="150810"/>
            <a:ext cx="4748229" cy="719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92" name="Google Shape;5392;p123"/>
          <p:cNvSpPr/>
          <p:nvPr/>
        </p:nvSpPr>
        <p:spPr>
          <a:xfrm>
            <a:off x="10433050" y="6026153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3" name="Google Shape;5393;p123"/>
          <p:cNvCxnSpPr/>
          <p:nvPr/>
        </p:nvCxnSpPr>
        <p:spPr>
          <a:xfrm>
            <a:off x="9182100" y="1231900"/>
            <a:ext cx="1143000" cy="1524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394" name="Google Shape;5394;p123"/>
          <p:cNvCxnSpPr/>
          <p:nvPr/>
        </p:nvCxnSpPr>
        <p:spPr>
          <a:xfrm flipH="1" rot="10800000">
            <a:off x="5829300" y="1079500"/>
            <a:ext cx="2971800" cy="228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395" name="Google Shape;5395;p123"/>
          <p:cNvCxnSpPr/>
          <p:nvPr/>
        </p:nvCxnSpPr>
        <p:spPr>
          <a:xfrm>
            <a:off x="4000500" y="13843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396" name="Google Shape;5396;p123"/>
          <p:cNvSpPr/>
          <p:nvPr/>
        </p:nvSpPr>
        <p:spPr>
          <a:xfrm>
            <a:off x="3549650" y="11620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7" name="Google Shape;5397;p123"/>
          <p:cNvSpPr/>
          <p:nvPr/>
        </p:nvSpPr>
        <p:spPr>
          <a:xfrm>
            <a:off x="3603626" y="11398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8" name="Google Shape;5398;p123"/>
          <p:cNvSpPr/>
          <p:nvPr/>
        </p:nvSpPr>
        <p:spPr>
          <a:xfrm>
            <a:off x="3549650" y="27622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9" name="Google Shape;5399;p123"/>
          <p:cNvSpPr/>
          <p:nvPr/>
        </p:nvSpPr>
        <p:spPr>
          <a:xfrm>
            <a:off x="3603626" y="27400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0" name="Google Shape;5400;p123"/>
          <p:cNvSpPr/>
          <p:nvPr/>
        </p:nvSpPr>
        <p:spPr>
          <a:xfrm>
            <a:off x="5378450" y="11620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1" name="Google Shape;5401;p123"/>
          <p:cNvSpPr/>
          <p:nvPr/>
        </p:nvSpPr>
        <p:spPr>
          <a:xfrm>
            <a:off x="5432426" y="11398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2" name="Google Shape;5402;p123"/>
          <p:cNvSpPr/>
          <p:nvPr/>
        </p:nvSpPr>
        <p:spPr>
          <a:xfrm>
            <a:off x="5302250" y="2762250"/>
            <a:ext cx="444500" cy="4445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3" name="Google Shape;5403;p123"/>
          <p:cNvSpPr/>
          <p:nvPr/>
        </p:nvSpPr>
        <p:spPr>
          <a:xfrm>
            <a:off x="5356226" y="27400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4" name="Google Shape;5404;p123"/>
          <p:cNvSpPr/>
          <p:nvPr/>
        </p:nvSpPr>
        <p:spPr>
          <a:xfrm>
            <a:off x="6902450" y="18478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5" name="Google Shape;5405;p123"/>
          <p:cNvSpPr/>
          <p:nvPr/>
        </p:nvSpPr>
        <p:spPr>
          <a:xfrm>
            <a:off x="6956426" y="18256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6" name="Google Shape;5406;p123"/>
          <p:cNvSpPr/>
          <p:nvPr/>
        </p:nvSpPr>
        <p:spPr>
          <a:xfrm>
            <a:off x="8807450" y="8572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7" name="Google Shape;5407;p123"/>
          <p:cNvSpPr/>
          <p:nvPr/>
        </p:nvSpPr>
        <p:spPr>
          <a:xfrm>
            <a:off x="8861426" y="8350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8" name="Google Shape;5408;p123"/>
          <p:cNvSpPr/>
          <p:nvPr/>
        </p:nvSpPr>
        <p:spPr>
          <a:xfrm>
            <a:off x="10102850" y="27622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9" name="Google Shape;5409;p123"/>
          <p:cNvSpPr/>
          <p:nvPr/>
        </p:nvSpPr>
        <p:spPr>
          <a:xfrm>
            <a:off x="10156826" y="27400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10" name="Google Shape;5410;p123"/>
          <p:cNvCxnSpPr/>
          <p:nvPr/>
        </p:nvCxnSpPr>
        <p:spPr>
          <a:xfrm>
            <a:off x="3771900" y="1612900"/>
            <a:ext cx="0" cy="1143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11" name="Google Shape;5411;p123"/>
          <p:cNvCxnSpPr/>
          <p:nvPr/>
        </p:nvCxnSpPr>
        <p:spPr>
          <a:xfrm>
            <a:off x="4000500" y="2984500"/>
            <a:ext cx="1295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12" name="Google Shape;5412;p123"/>
          <p:cNvCxnSpPr/>
          <p:nvPr/>
        </p:nvCxnSpPr>
        <p:spPr>
          <a:xfrm>
            <a:off x="3924300" y="1612900"/>
            <a:ext cx="1524000" cy="1143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13" name="Google Shape;5413;p123"/>
          <p:cNvCxnSpPr/>
          <p:nvPr/>
        </p:nvCxnSpPr>
        <p:spPr>
          <a:xfrm flipH="1">
            <a:off x="3924300" y="1612900"/>
            <a:ext cx="1600200" cy="1219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14" name="Google Shape;5414;p123"/>
          <p:cNvCxnSpPr/>
          <p:nvPr/>
        </p:nvCxnSpPr>
        <p:spPr>
          <a:xfrm>
            <a:off x="5753100" y="1536700"/>
            <a:ext cx="12192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15" name="Google Shape;5415;p123"/>
          <p:cNvCxnSpPr/>
          <p:nvPr/>
        </p:nvCxnSpPr>
        <p:spPr>
          <a:xfrm flipH="1" rot="10800000">
            <a:off x="4000500" y="2070100"/>
            <a:ext cx="2895600" cy="83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16" name="Google Shape;5416;p123"/>
          <p:cNvCxnSpPr>
            <a:stCxn id="5404" idx="3"/>
            <a:endCxn id="5402" idx="7"/>
          </p:cNvCxnSpPr>
          <p:nvPr/>
        </p:nvCxnSpPr>
        <p:spPr>
          <a:xfrm flipH="1">
            <a:off x="5681746" y="2227254"/>
            <a:ext cx="1285800" cy="600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17" name="Google Shape;5417;p123"/>
          <p:cNvCxnSpPr/>
          <p:nvPr/>
        </p:nvCxnSpPr>
        <p:spPr>
          <a:xfrm>
            <a:off x="5753100" y="2984500"/>
            <a:ext cx="434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18" name="Google Shape;5418;p123"/>
          <p:cNvCxnSpPr/>
          <p:nvPr/>
        </p:nvCxnSpPr>
        <p:spPr>
          <a:xfrm>
            <a:off x="7353300" y="2146300"/>
            <a:ext cx="2819400" cy="685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419" name="Google Shape;5419;p123"/>
          <p:cNvSpPr/>
          <p:nvPr/>
        </p:nvSpPr>
        <p:spPr>
          <a:xfrm>
            <a:off x="2865438" y="1574800"/>
            <a:ext cx="7281863" cy="2668588"/>
          </a:xfrm>
          <a:custGeom>
            <a:rect b="b" l="l" r="r" t="t"/>
            <a:pathLst>
              <a:path extrusionOk="0" h="1681" w="4587">
                <a:moveTo>
                  <a:pt x="410" y="0"/>
                </a:moveTo>
                <a:lnTo>
                  <a:pt x="362" y="28"/>
                </a:lnTo>
                <a:lnTo>
                  <a:pt x="306" y="58"/>
                </a:lnTo>
                <a:lnTo>
                  <a:pt x="272" y="78"/>
                </a:lnTo>
                <a:lnTo>
                  <a:pt x="249" y="108"/>
                </a:lnTo>
                <a:lnTo>
                  <a:pt x="226" y="148"/>
                </a:lnTo>
                <a:lnTo>
                  <a:pt x="215" y="178"/>
                </a:lnTo>
                <a:lnTo>
                  <a:pt x="193" y="208"/>
                </a:lnTo>
                <a:lnTo>
                  <a:pt x="170" y="238"/>
                </a:lnTo>
                <a:lnTo>
                  <a:pt x="159" y="268"/>
                </a:lnTo>
                <a:lnTo>
                  <a:pt x="136" y="298"/>
                </a:lnTo>
                <a:lnTo>
                  <a:pt x="125" y="328"/>
                </a:lnTo>
                <a:lnTo>
                  <a:pt x="91" y="378"/>
                </a:lnTo>
                <a:lnTo>
                  <a:pt x="79" y="419"/>
                </a:lnTo>
                <a:lnTo>
                  <a:pt x="57" y="468"/>
                </a:lnTo>
                <a:lnTo>
                  <a:pt x="45" y="498"/>
                </a:lnTo>
                <a:lnTo>
                  <a:pt x="34" y="539"/>
                </a:lnTo>
                <a:lnTo>
                  <a:pt x="23" y="588"/>
                </a:lnTo>
                <a:lnTo>
                  <a:pt x="23" y="628"/>
                </a:lnTo>
                <a:lnTo>
                  <a:pt x="11" y="669"/>
                </a:lnTo>
                <a:lnTo>
                  <a:pt x="11" y="699"/>
                </a:lnTo>
                <a:lnTo>
                  <a:pt x="0" y="729"/>
                </a:lnTo>
                <a:lnTo>
                  <a:pt x="0" y="759"/>
                </a:lnTo>
                <a:lnTo>
                  <a:pt x="0" y="789"/>
                </a:lnTo>
                <a:lnTo>
                  <a:pt x="0" y="818"/>
                </a:lnTo>
                <a:lnTo>
                  <a:pt x="0" y="869"/>
                </a:lnTo>
                <a:lnTo>
                  <a:pt x="0" y="899"/>
                </a:lnTo>
                <a:lnTo>
                  <a:pt x="23" y="939"/>
                </a:lnTo>
                <a:lnTo>
                  <a:pt x="34" y="969"/>
                </a:lnTo>
                <a:lnTo>
                  <a:pt x="68" y="1029"/>
                </a:lnTo>
                <a:lnTo>
                  <a:pt x="79" y="1059"/>
                </a:lnTo>
                <a:lnTo>
                  <a:pt x="125" y="1109"/>
                </a:lnTo>
                <a:lnTo>
                  <a:pt x="159" y="1149"/>
                </a:lnTo>
                <a:lnTo>
                  <a:pt x="215" y="1179"/>
                </a:lnTo>
                <a:lnTo>
                  <a:pt x="283" y="1209"/>
                </a:lnTo>
                <a:lnTo>
                  <a:pt x="328" y="1229"/>
                </a:lnTo>
                <a:lnTo>
                  <a:pt x="385" y="1259"/>
                </a:lnTo>
                <a:lnTo>
                  <a:pt x="442" y="1279"/>
                </a:lnTo>
                <a:lnTo>
                  <a:pt x="532" y="1309"/>
                </a:lnTo>
                <a:lnTo>
                  <a:pt x="645" y="1339"/>
                </a:lnTo>
                <a:lnTo>
                  <a:pt x="747" y="1369"/>
                </a:lnTo>
                <a:lnTo>
                  <a:pt x="872" y="1399"/>
                </a:lnTo>
                <a:lnTo>
                  <a:pt x="974" y="1409"/>
                </a:lnTo>
                <a:lnTo>
                  <a:pt x="1076" y="1429"/>
                </a:lnTo>
                <a:lnTo>
                  <a:pt x="1200" y="1450"/>
                </a:lnTo>
                <a:lnTo>
                  <a:pt x="1348" y="1480"/>
                </a:lnTo>
                <a:lnTo>
                  <a:pt x="1517" y="1529"/>
                </a:lnTo>
                <a:lnTo>
                  <a:pt x="1676" y="1569"/>
                </a:lnTo>
                <a:lnTo>
                  <a:pt x="1789" y="1599"/>
                </a:lnTo>
                <a:lnTo>
                  <a:pt x="1914" y="1619"/>
                </a:lnTo>
                <a:lnTo>
                  <a:pt x="2061" y="1640"/>
                </a:lnTo>
                <a:lnTo>
                  <a:pt x="2231" y="1659"/>
                </a:lnTo>
                <a:lnTo>
                  <a:pt x="2401" y="1670"/>
                </a:lnTo>
                <a:lnTo>
                  <a:pt x="2548" y="1680"/>
                </a:lnTo>
                <a:lnTo>
                  <a:pt x="2638" y="1680"/>
                </a:lnTo>
                <a:lnTo>
                  <a:pt x="2706" y="1680"/>
                </a:lnTo>
                <a:lnTo>
                  <a:pt x="2797" y="1659"/>
                </a:lnTo>
                <a:lnTo>
                  <a:pt x="2910" y="1649"/>
                </a:lnTo>
                <a:lnTo>
                  <a:pt x="3035" y="1629"/>
                </a:lnTo>
                <a:lnTo>
                  <a:pt x="3159" y="1629"/>
                </a:lnTo>
                <a:lnTo>
                  <a:pt x="3250" y="1619"/>
                </a:lnTo>
                <a:lnTo>
                  <a:pt x="3295" y="1610"/>
                </a:lnTo>
                <a:lnTo>
                  <a:pt x="3329" y="1589"/>
                </a:lnTo>
                <a:lnTo>
                  <a:pt x="3374" y="1569"/>
                </a:lnTo>
                <a:lnTo>
                  <a:pt x="3408" y="1550"/>
                </a:lnTo>
                <a:lnTo>
                  <a:pt x="3454" y="1519"/>
                </a:lnTo>
                <a:lnTo>
                  <a:pt x="3499" y="1509"/>
                </a:lnTo>
                <a:lnTo>
                  <a:pt x="3556" y="1499"/>
                </a:lnTo>
                <a:lnTo>
                  <a:pt x="3601" y="1489"/>
                </a:lnTo>
                <a:lnTo>
                  <a:pt x="3646" y="1469"/>
                </a:lnTo>
                <a:lnTo>
                  <a:pt x="3726" y="1450"/>
                </a:lnTo>
                <a:lnTo>
                  <a:pt x="3793" y="1429"/>
                </a:lnTo>
                <a:lnTo>
                  <a:pt x="3827" y="1420"/>
                </a:lnTo>
                <a:lnTo>
                  <a:pt x="3873" y="1399"/>
                </a:lnTo>
                <a:lnTo>
                  <a:pt x="3907" y="1369"/>
                </a:lnTo>
                <a:lnTo>
                  <a:pt x="3952" y="1339"/>
                </a:lnTo>
                <a:lnTo>
                  <a:pt x="3986" y="1329"/>
                </a:lnTo>
                <a:lnTo>
                  <a:pt x="4020" y="1309"/>
                </a:lnTo>
                <a:lnTo>
                  <a:pt x="4054" y="1309"/>
                </a:lnTo>
                <a:lnTo>
                  <a:pt x="4099" y="1289"/>
                </a:lnTo>
                <a:lnTo>
                  <a:pt x="4145" y="1269"/>
                </a:lnTo>
                <a:lnTo>
                  <a:pt x="4178" y="1259"/>
                </a:lnTo>
                <a:lnTo>
                  <a:pt x="4224" y="1239"/>
                </a:lnTo>
                <a:lnTo>
                  <a:pt x="4269" y="1209"/>
                </a:lnTo>
                <a:lnTo>
                  <a:pt x="4314" y="1189"/>
                </a:lnTo>
                <a:lnTo>
                  <a:pt x="4360" y="1169"/>
                </a:lnTo>
                <a:lnTo>
                  <a:pt x="4405" y="1139"/>
                </a:lnTo>
                <a:lnTo>
                  <a:pt x="4450" y="1109"/>
                </a:lnTo>
                <a:lnTo>
                  <a:pt x="4484" y="1079"/>
                </a:lnTo>
                <a:lnTo>
                  <a:pt x="4518" y="1049"/>
                </a:lnTo>
                <a:lnTo>
                  <a:pt x="4552" y="1029"/>
                </a:lnTo>
                <a:lnTo>
                  <a:pt x="4575" y="999"/>
                </a:lnTo>
                <a:lnTo>
                  <a:pt x="4586" y="969"/>
                </a:lnTo>
              </a:path>
            </a:pathLst>
          </a:custGeom>
          <a:noFill/>
          <a:ln cap="rnd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0" name="Google Shape;5420;p123"/>
          <p:cNvSpPr/>
          <p:nvPr/>
        </p:nvSpPr>
        <p:spPr>
          <a:xfrm>
            <a:off x="4381500" y="9271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1" name="Google Shape;5421;p123"/>
          <p:cNvSpPr/>
          <p:nvPr/>
        </p:nvSpPr>
        <p:spPr>
          <a:xfrm>
            <a:off x="3467100" y="1841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2" name="Google Shape;5422;p123"/>
          <p:cNvSpPr/>
          <p:nvPr/>
        </p:nvSpPr>
        <p:spPr>
          <a:xfrm>
            <a:off x="4229100" y="15367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3" name="Google Shape;5423;p123"/>
          <p:cNvSpPr/>
          <p:nvPr/>
        </p:nvSpPr>
        <p:spPr>
          <a:xfrm>
            <a:off x="5143500" y="1765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4" name="Google Shape;5424;p123"/>
          <p:cNvSpPr/>
          <p:nvPr/>
        </p:nvSpPr>
        <p:spPr>
          <a:xfrm>
            <a:off x="6896100" y="698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5" name="Google Shape;5425;p123"/>
          <p:cNvSpPr/>
          <p:nvPr/>
        </p:nvSpPr>
        <p:spPr>
          <a:xfrm>
            <a:off x="8267700" y="18415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6" name="Google Shape;5426;p123"/>
          <p:cNvSpPr/>
          <p:nvPr/>
        </p:nvSpPr>
        <p:spPr>
          <a:xfrm>
            <a:off x="6286500" y="13081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7" name="Google Shape;5427;p123"/>
          <p:cNvSpPr/>
          <p:nvPr/>
        </p:nvSpPr>
        <p:spPr>
          <a:xfrm>
            <a:off x="6286500" y="35941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8" name="Google Shape;5428;p123"/>
          <p:cNvSpPr/>
          <p:nvPr/>
        </p:nvSpPr>
        <p:spPr>
          <a:xfrm>
            <a:off x="5981700" y="1841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9" name="Google Shape;5429;p123"/>
          <p:cNvSpPr/>
          <p:nvPr/>
        </p:nvSpPr>
        <p:spPr>
          <a:xfrm>
            <a:off x="6667500" y="22987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0" name="Google Shape;5430;p123"/>
          <p:cNvSpPr/>
          <p:nvPr/>
        </p:nvSpPr>
        <p:spPr>
          <a:xfrm>
            <a:off x="4305300" y="2908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1" name="Google Shape;5431;p123"/>
          <p:cNvSpPr/>
          <p:nvPr/>
        </p:nvSpPr>
        <p:spPr>
          <a:xfrm>
            <a:off x="7505700" y="2908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2" name="Google Shape;5432;p123"/>
          <p:cNvSpPr/>
          <p:nvPr/>
        </p:nvSpPr>
        <p:spPr>
          <a:xfrm>
            <a:off x="9639300" y="1460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33" name="Google Shape;5433;p123"/>
          <p:cNvGrpSpPr/>
          <p:nvPr/>
        </p:nvGrpSpPr>
        <p:grpSpPr>
          <a:xfrm>
            <a:off x="6270626" y="4141788"/>
            <a:ext cx="4816475" cy="519112"/>
            <a:chOff x="2630" y="2793"/>
            <a:chExt cx="3034" cy="327"/>
          </a:xfrm>
        </p:grpSpPr>
        <p:sp>
          <p:nvSpPr>
            <p:cNvPr id="5434" name="Google Shape;5434;p123"/>
            <p:cNvSpPr/>
            <p:nvPr/>
          </p:nvSpPr>
          <p:spPr>
            <a:xfrm>
              <a:off x="263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[1]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5" name="Google Shape;5435;p123"/>
            <p:cNvSpPr/>
            <p:nvPr/>
          </p:nvSpPr>
          <p:spPr>
            <a:xfrm>
              <a:off x="306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6" name="Google Shape;5436;p123"/>
            <p:cNvSpPr/>
            <p:nvPr/>
          </p:nvSpPr>
          <p:spPr>
            <a:xfrm>
              <a:off x="3494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[3]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7" name="Google Shape;5437;p123"/>
            <p:cNvSpPr/>
            <p:nvPr/>
          </p:nvSpPr>
          <p:spPr>
            <a:xfrm>
              <a:off x="3926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[4]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8" name="Google Shape;5438;p123"/>
            <p:cNvSpPr/>
            <p:nvPr/>
          </p:nvSpPr>
          <p:spPr>
            <a:xfrm>
              <a:off x="4358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9" name="Google Shape;5439;p123"/>
            <p:cNvSpPr/>
            <p:nvPr/>
          </p:nvSpPr>
          <p:spPr>
            <a:xfrm>
              <a:off x="479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[6]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0" name="Google Shape;5440;p123"/>
            <p:cNvSpPr/>
            <p:nvPr/>
          </p:nvSpPr>
          <p:spPr>
            <a:xfrm>
              <a:off x="522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[7]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41" name="Google Shape;5441;p123"/>
          <p:cNvSpPr/>
          <p:nvPr/>
        </p:nvSpPr>
        <p:spPr>
          <a:xfrm>
            <a:off x="3465513" y="3111500"/>
            <a:ext cx="7772400" cy="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42" name="Google Shape;5442;p123"/>
          <p:cNvGrpSpPr/>
          <p:nvPr/>
        </p:nvGrpSpPr>
        <p:grpSpPr>
          <a:xfrm>
            <a:off x="5813426" y="4598988"/>
            <a:ext cx="473075" cy="976312"/>
            <a:chOff x="2342" y="3081"/>
            <a:chExt cx="298" cy="615"/>
          </a:xfrm>
        </p:grpSpPr>
        <p:sp>
          <p:nvSpPr>
            <p:cNvPr id="5443" name="Google Shape;5443;p123"/>
            <p:cNvSpPr/>
            <p:nvPr/>
          </p:nvSpPr>
          <p:spPr>
            <a:xfrm>
              <a:off x="2342" y="3081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4" name="Google Shape;5444;p123"/>
            <p:cNvSpPr/>
            <p:nvPr/>
          </p:nvSpPr>
          <p:spPr>
            <a:xfrm>
              <a:off x="2342" y="3369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45" name="Google Shape;5445;p123"/>
          <p:cNvGrpSpPr/>
          <p:nvPr/>
        </p:nvGrpSpPr>
        <p:grpSpPr>
          <a:xfrm>
            <a:off x="2254250" y="3654426"/>
            <a:ext cx="444500" cy="466725"/>
            <a:chOff x="100" y="2486"/>
            <a:chExt cx="280" cy="294"/>
          </a:xfrm>
        </p:grpSpPr>
        <p:sp>
          <p:nvSpPr>
            <p:cNvPr id="5446" name="Google Shape;5446;p123"/>
            <p:cNvSpPr/>
            <p:nvPr/>
          </p:nvSpPr>
          <p:spPr>
            <a:xfrm>
              <a:off x="100" y="2500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7" name="Google Shape;5447;p123"/>
            <p:cNvSpPr/>
            <p:nvPr/>
          </p:nvSpPr>
          <p:spPr>
            <a:xfrm>
              <a:off x="134" y="248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48" name="Google Shape;5448;p123"/>
          <p:cNvSpPr/>
          <p:nvPr/>
        </p:nvSpPr>
        <p:spPr>
          <a:xfrm>
            <a:off x="6346826" y="4598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9" name="Google Shape;5449;p123"/>
          <p:cNvSpPr/>
          <p:nvPr/>
        </p:nvSpPr>
        <p:spPr>
          <a:xfrm>
            <a:off x="6346826" y="5056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0" name="Google Shape;5450;p123"/>
          <p:cNvSpPr/>
          <p:nvPr/>
        </p:nvSpPr>
        <p:spPr>
          <a:xfrm>
            <a:off x="7108826" y="4598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1" name="Google Shape;5451;p123"/>
          <p:cNvSpPr/>
          <p:nvPr/>
        </p:nvSpPr>
        <p:spPr>
          <a:xfrm>
            <a:off x="7108826" y="5056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2" name="Google Shape;5452;p123"/>
          <p:cNvSpPr/>
          <p:nvPr/>
        </p:nvSpPr>
        <p:spPr>
          <a:xfrm>
            <a:off x="7794626" y="4598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3" name="Google Shape;5453;p123"/>
          <p:cNvSpPr/>
          <p:nvPr/>
        </p:nvSpPr>
        <p:spPr>
          <a:xfrm>
            <a:off x="7794626" y="5056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4" name="Google Shape;5454;p123"/>
          <p:cNvSpPr/>
          <p:nvPr/>
        </p:nvSpPr>
        <p:spPr>
          <a:xfrm>
            <a:off x="8420100" y="4598988"/>
            <a:ext cx="6858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5" name="Google Shape;5455;p123"/>
          <p:cNvSpPr/>
          <p:nvPr/>
        </p:nvSpPr>
        <p:spPr>
          <a:xfrm>
            <a:off x="8480426" y="5056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6" name="Google Shape;5456;p123"/>
          <p:cNvSpPr/>
          <p:nvPr/>
        </p:nvSpPr>
        <p:spPr>
          <a:xfrm>
            <a:off x="9166226" y="4598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7" name="Google Shape;5457;p123"/>
          <p:cNvSpPr/>
          <p:nvPr/>
        </p:nvSpPr>
        <p:spPr>
          <a:xfrm>
            <a:off x="9166226" y="5056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8" name="Google Shape;5458;p123"/>
          <p:cNvSpPr/>
          <p:nvPr/>
        </p:nvSpPr>
        <p:spPr>
          <a:xfrm>
            <a:off x="9852026" y="4598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9" name="Google Shape;5459;p123"/>
          <p:cNvSpPr/>
          <p:nvPr/>
        </p:nvSpPr>
        <p:spPr>
          <a:xfrm>
            <a:off x="9852026" y="5056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0" name="Google Shape;5460;p123"/>
          <p:cNvSpPr/>
          <p:nvPr/>
        </p:nvSpPr>
        <p:spPr>
          <a:xfrm>
            <a:off x="10401300" y="4598988"/>
            <a:ext cx="609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1" name="Google Shape;5461;p123"/>
          <p:cNvSpPr/>
          <p:nvPr/>
        </p:nvSpPr>
        <p:spPr>
          <a:xfrm>
            <a:off x="10537826" y="50561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62" name="Google Shape;5462;p123"/>
          <p:cNvGrpSpPr/>
          <p:nvPr/>
        </p:nvGrpSpPr>
        <p:grpSpPr>
          <a:xfrm>
            <a:off x="2254250" y="4187826"/>
            <a:ext cx="1435100" cy="466725"/>
            <a:chOff x="100" y="2822"/>
            <a:chExt cx="904" cy="294"/>
          </a:xfrm>
        </p:grpSpPr>
        <p:sp>
          <p:nvSpPr>
            <p:cNvPr id="5463" name="Google Shape;5463;p123"/>
            <p:cNvSpPr/>
            <p:nvPr/>
          </p:nvSpPr>
          <p:spPr>
            <a:xfrm>
              <a:off x="100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4" name="Google Shape;5464;p123"/>
            <p:cNvSpPr/>
            <p:nvPr/>
          </p:nvSpPr>
          <p:spPr>
            <a:xfrm>
              <a:off x="134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5" name="Google Shape;5465;p123"/>
            <p:cNvSpPr/>
            <p:nvPr/>
          </p:nvSpPr>
          <p:spPr>
            <a:xfrm>
              <a:off x="724" y="283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6" name="Google Shape;5466;p123"/>
            <p:cNvSpPr/>
            <p:nvPr/>
          </p:nvSpPr>
          <p:spPr>
            <a:xfrm>
              <a:off x="758" y="282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67" name="Google Shape;5467;p123"/>
            <p:cNvCxnSpPr/>
            <p:nvPr/>
          </p:nvCxnSpPr>
          <p:spPr>
            <a:xfrm>
              <a:off x="384" y="2976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468" name="Google Shape;5468;p123"/>
          <p:cNvGrpSpPr/>
          <p:nvPr/>
        </p:nvGrpSpPr>
        <p:grpSpPr>
          <a:xfrm>
            <a:off x="9036050" y="4591051"/>
            <a:ext cx="527050" cy="536575"/>
            <a:chOff x="4372" y="3076"/>
            <a:chExt cx="332" cy="338"/>
          </a:xfrm>
        </p:grpSpPr>
        <p:sp>
          <p:nvSpPr>
            <p:cNvPr id="5469" name="Google Shape;5469;p123"/>
            <p:cNvSpPr/>
            <p:nvPr/>
          </p:nvSpPr>
          <p:spPr>
            <a:xfrm>
              <a:off x="4372" y="3076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0" name="Google Shape;5470;p123"/>
            <p:cNvSpPr/>
            <p:nvPr/>
          </p:nvSpPr>
          <p:spPr>
            <a:xfrm>
              <a:off x="4406" y="3081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71" name="Google Shape;5471;p123"/>
          <p:cNvGrpSpPr/>
          <p:nvPr/>
        </p:nvGrpSpPr>
        <p:grpSpPr>
          <a:xfrm>
            <a:off x="9036050" y="5048251"/>
            <a:ext cx="527050" cy="536575"/>
            <a:chOff x="4372" y="3364"/>
            <a:chExt cx="332" cy="338"/>
          </a:xfrm>
        </p:grpSpPr>
        <p:sp>
          <p:nvSpPr>
            <p:cNvPr id="5472" name="Google Shape;5472;p123"/>
            <p:cNvSpPr/>
            <p:nvPr/>
          </p:nvSpPr>
          <p:spPr>
            <a:xfrm>
              <a:off x="4372" y="3364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3" name="Google Shape;5473;p123"/>
            <p:cNvSpPr/>
            <p:nvPr/>
          </p:nvSpPr>
          <p:spPr>
            <a:xfrm>
              <a:off x="4406" y="3369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74" name="Google Shape;5474;p123"/>
          <p:cNvGrpSpPr/>
          <p:nvPr/>
        </p:nvGrpSpPr>
        <p:grpSpPr>
          <a:xfrm>
            <a:off x="9798050" y="5048251"/>
            <a:ext cx="527050" cy="536575"/>
            <a:chOff x="4852" y="3364"/>
            <a:chExt cx="332" cy="338"/>
          </a:xfrm>
        </p:grpSpPr>
        <p:sp>
          <p:nvSpPr>
            <p:cNvPr id="5475" name="Google Shape;5475;p123"/>
            <p:cNvSpPr/>
            <p:nvPr/>
          </p:nvSpPr>
          <p:spPr>
            <a:xfrm>
              <a:off x="4852" y="3364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6" name="Google Shape;5476;p123"/>
            <p:cNvSpPr/>
            <p:nvPr/>
          </p:nvSpPr>
          <p:spPr>
            <a:xfrm>
              <a:off x="4886" y="3369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77" name="Google Shape;5477;p123"/>
          <p:cNvGrpSpPr/>
          <p:nvPr/>
        </p:nvGrpSpPr>
        <p:grpSpPr>
          <a:xfrm>
            <a:off x="2254250" y="4721226"/>
            <a:ext cx="2425700" cy="466725"/>
            <a:chOff x="100" y="3158"/>
            <a:chExt cx="1528" cy="294"/>
          </a:xfrm>
        </p:grpSpPr>
        <p:sp>
          <p:nvSpPr>
            <p:cNvPr id="5478" name="Google Shape;5478;p123"/>
            <p:cNvSpPr/>
            <p:nvPr/>
          </p:nvSpPr>
          <p:spPr>
            <a:xfrm>
              <a:off x="100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9" name="Google Shape;5479;p123"/>
            <p:cNvSpPr/>
            <p:nvPr/>
          </p:nvSpPr>
          <p:spPr>
            <a:xfrm>
              <a:off x="134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0" name="Google Shape;5480;p123"/>
            <p:cNvSpPr/>
            <p:nvPr/>
          </p:nvSpPr>
          <p:spPr>
            <a:xfrm>
              <a:off x="724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1" name="Google Shape;5481;p123"/>
            <p:cNvSpPr/>
            <p:nvPr/>
          </p:nvSpPr>
          <p:spPr>
            <a:xfrm>
              <a:off x="758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82" name="Google Shape;5482;p123"/>
            <p:cNvCxnSpPr/>
            <p:nvPr/>
          </p:nvCxnSpPr>
          <p:spPr>
            <a:xfrm>
              <a:off x="384" y="3312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483" name="Google Shape;5483;p123"/>
            <p:cNvSpPr/>
            <p:nvPr/>
          </p:nvSpPr>
          <p:spPr>
            <a:xfrm>
              <a:off x="1348" y="3172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4" name="Google Shape;5484;p123"/>
            <p:cNvSpPr/>
            <p:nvPr/>
          </p:nvSpPr>
          <p:spPr>
            <a:xfrm>
              <a:off x="1382" y="315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85" name="Google Shape;5485;p123"/>
            <p:cNvCxnSpPr/>
            <p:nvPr/>
          </p:nvCxnSpPr>
          <p:spPr>
            <a:xfrm>
              <a:off x="1008" y="3312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486" name="Google Shape;5486;p123"/>
          <p:cNvGrpSpPr/>
          <p:nvPr/>
        </p:nvGrpSpPr>
        <p:grpSpPr>
          <a:xfrm>
            <a:off x="2254250" y="5330826"/>
            <a:ext cx="1435100" cy="466728"/>
            <a:chOff x="100" y="3542"/>
            <a:chExt cx="904" cy="294"/>
          </a:xfrm>
        </p:grpSpPr>
        <p:sp>
          <p:nvSpPr>
            <p:cNvPr id="5487" name="Google Shape;5487;p123"/>
            <p:cNvSpPr/>
            <p:nvPr/>
          </p:nvSpPr>
          <p:spPr>
            <a:xfrm>
              <a:off x="100" y="355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8" name="Google Shape;5488;p123"/>
            <p:cNvSpPr/>
            <p:nvPr/>
          </p:nvSpPr>
          <p:spPr>
            <a:xfrm>
              <a:off x="134" y="354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9" name="Google Shape;5489;p123"/>
            <p:cNvSpPr/>
            <p:nvPr/>
          </p:nvSpPr>
          <p:spPr>
            <a:xfrm>
              <a:off x="724" y="355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0" name="Google Shape;5490;p123"/>
            <p:cNvSpPr/>
            <p:nvPr/>
          </p:nvSpPr>
          <p:spPr>
            <a:xfrm>
              <a:off x="758" y="354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91" name="Google Shape;5491;p123"/>
            <p:cNvCxnSpPr/>
            <p:nvPr/>
          </p:nvCxnSpPr>
          <p:spPr>
            <a:xfrm>
              <a:off x="384" y="3696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492" name="Google Shape;5492;p123"/>
          <p:cNvGrpSpPr/>
          <p:nvPr/>
        </p:nvGrpSpPr>
        <p:grpSpPr>
          <a:xfrm>
            <a:off x="2254250" y="5940426"/>
            <a:ext cx="3416300" cy="466728"/>
            <a:chOff x="100" y="3926"/>
            <a:chExt cx="2152" cy="294"/>
          </a:xfrm>
        </p:grpSpPr>
        <p:sp>
          <p:nvSpPr>
            <p:cNvPr id="5493" name="Google Shape;5493;p123"/>
            <p:cNvSpPr/>
            <p:nvPr/>
          </p:nvSpPr>
          <p:spPr>
            <a:xfrm>
              <a:off x="100" y="3940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4" name="Google Shape;5494;p123"/>
            <p:cNvSpPr/>
            <p:nvPr/>
          </p:nvSpPr>
          <p:spPr>
            <a:xfrm>
              <a:off x="134" y="39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5" name="Google Shape;5495;p123"/>
            <p:cNvSpPr/>
            <p:nvPr/>
          </p:nvSpPr>
          <p:spPr>
            <a:xfrm>
              <a:off x="724" y="3940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6" name="Google Shape;5496;p123"/>
            <p:cNvSpPr/>
            <p:nvPr/>
          </p:nvSpPr>
          <p:spPr>
            <a:xfrm>
              <a:off x="758" y="39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97" name="Google Shape;5497;p123"/>
            <p:cNvCxnSpPr/>
            <p:nvPr/>
          </p:nvCxnSpPr>
          <p:spPr>
            <a:xfrm>
              <a:off x="384" y="4080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498" name="Google Shape;5498;p123"/>
            <p:cNvSpPr/>
            <p:nvPr/>
          </p:nvSpPr>
          <p:spPr>
            <a:xfrm>
              <a:off x="1348" y="3940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9" name="Google Shape;5499;p123"/>
            <p:cNvSpPr/>
            <p:nvPr/>
          </p:nvSpPr>
          <p:spPr>
            <a:xfrm>
              <a:off x="1382" y="39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00" name="Google Shape;5500;p123"/>
            <p:cNvCxnSpPr/>
            <p:nvPr/>
          </p:nvCxnSpPr>
          <p:spPr>
            <a:xfrm>
              <a:off x="1008" y="4080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501" name="Google Shape;5501;p123"/>
            <p:cNvSpPr/>
            <p:nvPr/>
          </p:nvSpPr>
          <p:spPr>
            <a:xfrm>
              <a:off x="1972" y="3940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2" name="Google Shape;5502;p123"/>
            <p:cNvSpPr/>
            <p:nvPr/>
          </p:nvSpPr>
          <p:spPr>
            <a:xfrm>
              <a:off x="2006" y="39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03" name="Google Shape;5503;p123"/>
            <p:cNvCxnSpPr/>
            <p:nvPr/>
          </p:nvCxnSpPr>
          <p:spPr>
            <a:xfrm>
              <a:off x="1632" y="4080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cxnSp>
        <p:nvCxnSpPr>
          <p:cNvPr id="5504" name="Google Shape;5504;p123"/>
          <p:cNvCxnSpPr/>
          <p:nvPr/>
        </p:nvCxnSpPr>
        <p:spPr>
          <a:xfrm>
            <a:off x="5753100" y="2984500"/>
            <a:ext cx="4343400" cy="0"/>
          </a:xfrm>
          <a:prstGeom prst="straightConnector1">
            <a:avLst/>
          </a:prstGeom>
          <a:noFill/>
          <a:ln cap="flat" cmpd="sng" w="50800">
            <a:solidFill>
              <a:schemeClr val="hlink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5505" name="Google Shape;5505;p123"/>
          <p:cNvGrpSpPr/>
          <p:nvPr/>
        </p:nvGrpSpPr>
        <p:grpSpPr>
          <a:xfrm>
            <a:off x="10102850" y="2740026"/>
            <a:ext cx="444500" cy="466725"/>
            <a:chOff x="5044" y="1910"/>
            <a:chExt cx="280" cy="294"/>
          </a:xfrm>
        </p:grpSpPr>
        <p:sp>
          <p:nvSpPr>
            <p:cNvPr id="5506" name="Google Shape;5506;p123"/>
            <p:cNvSpPr/>
            <p:nvPr/>
          </p:nvSpPr>
          <p:spPr>
            <a:xfrm>
              <a:off x="5044" y="1924"/>
              <a:ext cx="280" cy="280"/>
            </a:xfrm>
            <a:prstGeom prst="ellipse">
              <a:avLst/>
            </a:prstGeom>
            <a:solidFill>
              <a:srgbClr val="FFCC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7" name="Google Shape;5507;p123"/>
            <p:cNvSpPr/>
            <p:nvPr/>
          </p:nvSpPr>
          <p:spPr>
            <a:xfrm>
              <a:off x="5078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08" name="Google Shape;5508;p123"/>
          <p:cNvGrpSpPr/>
          <p:nvPr/>
        </p:nvGrpSpPr>
        <p:grpSpPr>
          <a:xfrm>
            <a:off x="10331450" y="4591051"/>
            <a:ext cx="755650" cy="536575"/>
            <a:chOff x="5188" y="3076"/>
            <a:chExt cx="476" cy="338"/>
          </a:xfrm>
        </p:grpSpPr>
        <p:sp>
          <p:nvSpPr>
            <p:cNvPr id="5509" name="Google Shape;5509;p123"/>
            <p:cNvSpPr/>
            <p:nvPr/>
          </p:nvSpPr>
          <p:spPr>
            <a:xfrm>
              <a:off x="5188" y="3076"/>
              <a:ext cx="472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0" name="Google Shape;5510;p123"/>
            <p:cNvSpPr/>
            <p:nvPr/>
          </p:nvSpPr>
          <p:spPr>
            <a:xfrm>
              <a:off x="5238" y="3081"/>
              <a:ext cx="42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11" name="Google Shape;5511;p123"/>
          <p:cNvGrpSpPr/>
          <p:nvPr/>
        </p:nvGrpSpPr>
        <p:grpSpPr>
          <a:xfrm>
            <a:off x="10409238" y="5048251"/>
            <a:ext cx="755650" cy="536575"/>
            <a:chOff x="5237" y="3364"/>
            <a:chExt cx="476" cy="338"/>
          </a:xfrm>
        </p:grpSpPr>
        <p:sp>
          <p:nvSpPr>
            <p:cNvPr id="5512" name="Google Shape;5512;p123"/>
            <p:cNvSpPr/>
            <p:nvPr/>
          </p:nvSpPr>
          <p:spPr>
            <a:xfrm>
              <a:off x="5237" y="3364"/>
              <a:ext cx="472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3" name="Google Shape;5513;p123"/>
            <p:cNvSpPr/>
            <p:nvPr/>
          </p:nvSpPr>
          <p:spPr>
            <a:xfrm>
              <a:off x="5287" y="3369"/>
              <a:ext cx="42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14" name="Google Shape;5514;p123"/>
          <p:cNvSpPr/>
          <p:nvPr/>
        </p:nvSpPr>
        <p:spPr>
          <a:xfrm>
            <a:off x="9715500" y="4584701"/>
            <a:ext cx="541338" cy="5191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0" name="Shape 5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1" name="Google Shape;5521;p124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2" name="Google Shape;5522;p1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23" name="Google Shape;5523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524" name="Google Shape;5524;p124"/>
          <p:cNvSpPr txBox="1"/>
          <p:nvPr/>
        </p:nvSpPr>
        <p:spPr>
          <a:xfrm>
            <a:off x="1522397" y="150810"/>
            <a:ext cx="4748229" cy="719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5" name="Google Shape;5525;p124"/>
          <p:cNvSpPr/>
          <p:nvPr/>
        </p:nvSpPr>
        <p:spPr>
          <a:xfrm>
            <a:off x="10433050" y="6026153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6" name="Google Shape;5526;p124"/>
          <p:cNvSpPr/>
          <p:nvPr/>
        </p:nvSpPr>
        <p:spPr>
          <a:xfrm>
            <a:off x="3465513" y="3111500"/>
            <a:ext cx="7772400" cy="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7" name="Google Shape;5527;p124"/>
          <p:cNvSpPr/>
          <p:nvPr/>
        </p:nvSpPr>
        <p:spPr>
          <a:xfrm>
            <a:off x="9544050" y="3321050"/>
            <a:ext cx="444500" cy="4445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8" name="Google Shape;5528;p124"/>
          <p:cNvCxnSpPr/>
          <p:nvPr/>
        </p:nvCxnSpPr>
        <p:spPr>
          <a:xfrm>
            <a:off x="8623300" y="1790700"/>
            <a:ext cx="1143000" cy="1524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529" name="Google Shape;5529;p124"/>
          <p:cNvCxnSpPr/>
          <p:nvPr/>
        </p:nvCxnSpPr>
        <p:spPr>
          <a:xfrm flipH="1" rot="10800000">
            <a:off x="5270500" y="1638300"/>
            <a:ext cx="2971800" cy="228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530" name="Google Shape;5530;p124"/>
          <p:cNvCxnSpPr/>
          <p:nvPr/>
        </p:nvCxnSpPr>
        <p:spPr>
          <a:xfrm>
            <a:off x="3441700" y="1943100"/>
            <a:ext cx="1371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531" name="Google Shape;5531;p124"/>
          <p:cNvSpPr/>
          <p:nvPr/>
        </p:nvSpPr>
        <p:spPr>
          <a:xfrm>
            <a:off x="2990850" y="17208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2" name="Google Shape;5532;p124"/>
          <p:cNvSpPr/>
          <p:nvPr/>
        </p:nvSpPr>
        <p:spPr>
          <a:xfrm>
            <a:off x="3044826" y="16986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3" name="Google Shape;5533;p124"/>
          <p:cNvSpPr/>
          <p:nvPr/>
        </p:nvSpPr>
        <p:spPr>
          <a:xfrm>
            <a:off x="2990850" y="33210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4" name="Google Shape;5534;p124"/>
          <p:cNvSpPr/>
          <p:nvPr/>
        </p:nvSpPr>
        <p:spPr>
          <a:xfrm>
            <a:off x="3044826" y="32988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5" name="Google Shape;5535;p124"/>
          <p:cNvSpPr/>
          <p:nvPr/>
        </p:nvSpPr>
        <p:spPr>
          <a:xfrm>
            <a:off x="4819650" y="17208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6" name="Google Shape;5536;p124"/>
          <p:cNvSpPr/>
          <p:nvPr/>
        </p:nvSpPr>
        <p:spPr>
          <a:xfrm>
            <a:off x="4873626" y="16986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7" name="Google Shape;5537;p124"/>
          <p:cNvSpPr/>
          <p:nvPr/>
        </p:nvSpPr>
        <p:spPr>
          <a:xfrm>
            <a:off x="4743450" y="33210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8" name="Google Shape;5538;p124"/>
          <p:cNvSpPr/>
          <p:nvPr/>
        </p:nvSpPr>
        <p:spPr>
          <a:xfrm>
            <a:off x="4797426" y="32988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9" name="Google Shape;5539;p124"/>
          <p:cNvSpPr/>
          <p:nvPr/>
        </p:nvSpPr>
        <p:spPr>
          <a:xfrm>
            <a:off x="6343650" y="2406650"/>
            <a:ext cx="444500" cy="4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0" name="Google Shape;5540;p124"/>
          <p:cNvSpPr/>
          <p:nvPr/>
        </p:nvSpPr>
        <p:spPr>
          <a:xfrm>
            <a:off x="6397626" y="23844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1" name="Google Shape;5541;p124"/>
          <p:cNvSpPr/>
          <p:nvPr/>
        </p:nvSpPr>
        <p:spPr>
          <a:xfrm>
            <a:off x="8248650" y="1416050"/>
            <a:ext cx="444500" cy="4445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2" name="Google Shape;5542;p124"/>
          <p:cNvSpPr/>
          <p:nvPr/>
        </p:nvSpPr>
        <p:spPr>
          <a:xfrm>
            <a:off x="8302626" y="13938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3" name="Google Shape;5543;p124"/>
          <p:cNvSpPr/>
          <p:nvPr/>
        </p:nvSpPr>
        <p:spPr>
          <a:xfrm>
            <a:off x="9598026" y="3298826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44" name="Google Shape;5544;p124"/>
          <p:cNvCxnSpPr/>
          <p:nvPr/>
        </p:nvCxnSpPr>
        <p:spPr>
          <a:xfrm>
            <a:off x="3213100" y="2171700"/>
            <a:ext cx="0" cy="1143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545" name="Google Shape;5545;p124"/>
          <p:cNvCxnSpPr/>
          <p:nvPr/>
        </p:nvCxnSpPr>
        <p:spPr>
          <a:xfrm>
            <a:off x="3441700" y="3543300"/>
            <a:ext cx="1295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546" name="Google Shape;5546;p124"/>
          <p:cNvCxnSpPr/>
          <p:nvPr/>
        </p:nvCxnSpPr>
        <p:spPr>
          <a:xfrm>
            <a:off x="3365500" y="2171700"/>
            <a:ext cx="1524000" cy="1143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547" name="Google Shape;5547;p124"/>
          <p:cNvCxnSpPr/>
          <p:nvPr/>
        </p:nvCxnSpPr>
        <p:spPr>
          <a:xfrm flipH="1">
            <a:off x="3365500" y="2171700"/>
            <a:ext cx="1600200" cy="1219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548" name="Google Shape;5548;p124"/>
          <p:cNvCxnSpPr/>
          <p:nvPr/>
        </p:nvCxnSpPr>
        <p:spPr>
          <a:xfrm>
            <a:off x="5194300" y="2095500"/>
            <a:ext cx="12192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549" name="Google Shape;5549;p124"/>
          <p:cNvCxnSpPr/>
          <p:nvPr/>
        </p:nvCxnSpPr>
        <p:spPr>
          <a:xfrm flipH="1" rot="10800000">
            <a:off x="3441700" y="2628900"/>
            <a:ext cx="2895600" cy="83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550" name="Google Shape;5550;p124"/>
          <p:cNvCxnSpPr/>
          <p:nvPr/>
        </p:nvCxnSpPr>
        <p:spPr>
          <a:xfrm flipH="1">
            <a:off x="5118100" y="2857500"/>
            <a:ext cx="1295400" cy="60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551" name="Google Shape;5551;p124"/>
          <p:cNvCxnSpPr/>
          <p:nvPr/>
        </p:nvCxnSpPr>
        <p:spPr>
          <a:xfrm>
            <a:off x="5194300" y="3543300"/>
            <a:ext cx="434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552" name="Google Shape;5552;p124"/>
          <p:cNvCxnSpPr/>
          <p:nvPr/>
        </p:nvCxnSpPr>
        <p:spPr>
          <a:xfrm>
            <a:off x="6794500" y="2705100"/>
            <a:ext cx="2819400" cy="685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553" name="Google Shape;5553;p124"/>
          <p:cNvSpPr/>
          <p:nvPr/>
        </p:nvSpPr>
        <p:spPr>
          <a:xfrm>
            <a:off x="2333626" y="2019300"/>
            <a:ext cx="7281863" cy="2668588"/>
          </a:xfrm>
          <a:custGeom>
            <a:rect b="b" l="l" r="r" t="t"/>
            <a:pathLst>
              <a:path extrusionOk="0" h="1681" w="4587">
                <a:moveTo>
                  <a:pt x="410" y="0"/>
                </a:moveTo>
                <a:lnTo>
                  <a:pt x="362" y="28"/>
                </a:lnTo>
                <a:lnTo>
                  <a:pt x="306" y="58"/>
                </a:lnTo>
                <a:lnTo>
                  <a:pt x="272" y="78"/>
                </a:lnTo>
                <a:lnTo>
                  <a:pt x="249" y="108"/>
                </a:lnTo>
                <a:lnTo>
                  <a:pt x="226" y="148"/>
                </a:lnTo>
                <a:lnTo>
                  <a:pt x="215" y="178"/>
                </a:lnTo>
                <a:lnTo>
                  <a:pt x="193" y="208"/>
                </a:lnTo>
                <a:lnTo>
                  <a:pt x="170" y="238"/>
                </a:lnTo>
                <a:lnTo>
                  <a:pt x="159" y="268"/>
                </a:lnTo>
                <a:lnTo>
                  <a:pt x="136" y="298"/>
                </a:lnTo>
                <a:lnTo>
                  <a:pt x="125" y="328"/>
                </a:lnTo>
                <a:lnTo>
                  <a:pt x="91" y="378"/>
                </a:lnTo>
                <a:lnTo>
                  <a:pt x="79" y="419"/>
                </a:lnTo>
                <a:lnTo>
                  <a:pt x="57" y="468"/>
                </a:lnTo>
                <a:lnTo>
                  <a:pt x="45" y="498"/>
                </a:lnTo>
                <a:lnTo>
                  <a:pt x="34" y="539"/>
                </a:lnTo>
                <a:lnTo>
                  <a:pt x="23" y="588"/>
                </a:lnTo>
                <a:lnTo>
                  <a:pt x="23" y="628"/>
                </a:lnTo>
                <a:lnTo>
                  <a:pt x="11" y="669"/>
                </a:lnTo>
                <a:lnTo>
                  <a:pt x="11" y="699"/>
                </a:lnTo>
                <a:lnTo>
                  <a:pt x="0" y="729"/>
                </a:lnTo>
                <a:lnTo>
                  <a:pt x="0" y="759"/>
                </a:lnTo>
                <a:lnTo>
                  <a:pt x="0" y="789"/>
                </a:lnTo>
                <a:lnTo>
                  <a:pt x="0" y="818"/>
                </a:lnTo>
                <a:lnTo>
                  <a:pt x="0" y="869"/>
                </a:lnTo>
                <a:lnTo>
                  <a:pt x="0" y="899"/>
                </a:lnTo>
                <a:lnTo>
                  <a:pt x="23" y="939"/>
                </a:lnTo>
                <a:lnTo>
                  <a:pt x="34" y="969"/>
                </a:lnTo>
                <a:lnTo>
                  <a:pt x="68" y="1029"/>
                </a:lnTo>
                <a:lnTo>
                  <a:pt x="79" y="1059"/>
                </a:lnTo>
                <a:lnTo>
                  <a:pt x="125" y="1109"/>
                </a:lnTo>
                <a:lnTo>
                  <a:pt x="159" y="1149"/>
                </a:lnTo>
                <a:lnTo>
                  <a:pt x="215" y="1179"/>
                </a:lnTo>
                <a:lnTo>
                  <a:pt x="283" y="1209"/>
                </a:lnTo>
                <a:lnTo>
                  <a:pt x="328" y="1229"/>
                </a:lnTo>
                <a:lnTo>
                  <a:pt x="385" y="1259"/>
                </a:lnTo>
                <a:lnTo>
                  <a:pt x="442" y="1279"/>
                </a:lnTo>
                <a:lnTo>
                  <a:pt x="532" y="1309"/>
                </a:lnTo>
                <a:lnTo>
                  <a:pt x="645" y="1339"/>
                </a:lnTo>
                <a:lnTo>
                  <a:pt x="747" y="1369"/>
                </a:lnTo>
                <a:lnTo>
                  <a:pt x="872" y="1399"/>
                </a:lnTo>
                <a:lnTo>
                  <a:pt x="974" y="1409"/>
                </a:lnTo>
                <a:lnTo>
                  <a:pt x="1076" y="1429"/>
                </a:lnTo>
                <a:lnTo>
                  <a:pt x="1200" y="1450"/>
                </a:lnTo>
                <a:lnTo>
                  <a:pt x="1348" y="1480"/>
                </a:lnTo>
                <a:lnTo>
                  <a:pt x="1517" y="1529"/>
                </a:lnTo>
                <a:lnTo>
                  <a:pt x="1676" y="1569"/>
                </a:lnTo>
                <a:lnTo>
                  <a:pt x="1789" y="1599"/>
                </a:lnTo>
                <a:lnTo>
                  <a:pt x="1914" y="1619"/>
                </a:lnTo>
                <a:lnTo>
                  <a:pt x="2061" y="1640"/>
                </a:lnTo>
                <a:lnTo>
                  <a:pt x="2231" y="1659"/>
                </a:lnTo>
                <a:lnTo>
                  <a:pt x="2401" y="1670"/>
                </a:lnTo>
                <a:lnTo>
                  <a:pt x="2548" y="1680"/>
                </a:lnTo>
                <a:lnTo>
                  <a:pt x="2638" y="1680"/>
                </a:lnTo>
                <a:lnTo>
                  <a:pt x="2706" y="1680"/>
                </a:lnTo>
                <a:lnTo>
                  <a:pt x="2797" y="1659"/>
                </a:lnTo>
                <a:lnTo>
                  <a:pt x="2910" y="1649"/>
                </a:lnTo>
                <a:lnTo>
                  <a:pt x="3035" y="1629"/>
                </a:lnTo>
                <a:lnTo>
                  <a:pt x="3159" y="1629"/>
                </a:lnTo>
                <a:lnTo>
                  <a:pt x="3250" y="1619"/>
                </a:lnTo>
                <a:lnTo>
                  <a:pt x="3295" y="1610"/>
                </a:lnTo>
                <a:lnTo>
                  <a:pt x="3329" y="1589"/>
                </a:lnTo>
                <a:lnTo>
                  <a:pt x="3374" y="1569"/>
                </a:lnTo>
                <a:lnTo>
                  <a:pt x="3408" y="1550"/>
                </a:lnTo>
                <a:lnTo>
                  <a:pt x="3454" y="1519"/>
                </a:lnTo>
                <a:lnTo>
                  <a:pt x="3499" y="1509"/>
                </a:lnTo>
                <a:lnTo>
                  <a:pt x="3556" y="1499"/>
                </a:lnTo>
                <a:lnTo>
                  <a:pt x="3601" y="1489"/>
                </a:lnTo>
                <a:lnTo>
                  <a:pt x="3646" y="1469"/>
                </a:lnTo>
                <a:lnTo>
                  <a:pt x="3726" y="1450"/>
                </a:lnTo>
                <a:lnTo>
                  <a:pt x="3793" y="1429"/>
                </a:lnTo>
                <a:lnTo>
                  <a:pt x="3827" y="1420"/>
                </a:lnTo>
                <a:lnTo>
                  <a:pt x="3873" y="1399"/>
                </a:lnTo>
                <a:lnTo>
                  <a:pt x="3907" y="1369"/>
                </a:lnTo>
                <a:lnTo>
                  <a:pt x="3952" y="1339"/>
                </a:lnTo>
                <a:lnTo>
                  <a:pt x="3986" y="1329"/>
                </a:lnTo>
                <a:lnTo>
                  <a:pt x="4020" y="1309"/>
                </a:lnTo>
                <a:lnTo>
                  <a:pt x="4054" y="1309"/>
                </a:lnTo>
                <a:lnTo>
                  <a:pt x="4099" y="1289"/>
                </a:lnTo>
                <a:lnTo>
                  <a:pt x="4145" y="1269"/>
                </a:lnTo>
                <a:lnTo>
                  <a:pt x="4178" y="1259"/>
                </a:lnTo>
                <a:lnTo>
                  <a:pt x="4224" y="1239"/>
                </a:lnTo>
                <a:lnTo>
                  <a:pt x="4269" y="1209"/>
                </a:lnTo>
                <a:lnTo>
                  <a:pt x="4314" y="1189"/>
                </a:lnTo>
                <a:lnTo>
                  <a:pt x="4360" y="1169"/>
                </a:lnTo>
                <a:lnTo>
                  <a:pt x="4405" y="1139"/>
                </a:lnTo>
                <a:lnTo>
                  <a:pt x="4450" y="1109"/>
                </a:lnTo>
                <a:lnTo>
                  <a:pt x="4484" y="1079"/>
                </a:lnTo>
                <a:lnTo>
                  <a:pt x="4518" y="1049"/>
                </a:lnTo>
                <a:lnTo>
                  <a:pt x="4552" y="1029"/>
                </a:lnTo>
                <a:lnTo>
                  <a:pt x="4575" y="999"/>
                </a:lnTo>
                <a:lnTo>
                  <a:pt x="4586" y="969"/>
                </a:lnTo>
              </a:path>
            </a:pathLst>
          </a:custGeom>
          <a:noFill/>
          <a:ln cap="rnd" cmpd="sng" w="127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4" name="Google Shape;5554;p124"/>
          <p:cNvSpPr/>
          <p:nvPr/>
        </p:nvSpPr>
        <p:spPr>
          <a:xfrm>
            <a:off x="3822700" y="14859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5" name="Google Shape;5555;p124"/>
          <p:cNvSpPr/>
          <p:nvPr/>
        </p:nvSpPr>
        <p:spPr>
          <a:xfrm>
            <a:off x="2908300" y="2400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6" name="Google Shape;5556;p124"/>
          <p:cNvSpPr/>
          <p:nvPr/>
        </p:nvSpPr>
        <p:spPr>
          <a:xfrm>
            <a:off x="3670300" y="20955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7" name="Google Shape;5557;p124"/>
          <p:cNvSpPr/>
          <p:nvPr/>
        </p:nvSpPr>
        <p:spPr>
          <a:xfrm>
            <a:off x="4584700" y="23241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8" name="Google Shape;5558;p124"/>
          <p:cNvSpPr/>
          <p:nvPr/>
        </p:nvSpPr>
        <p:spPr>
          <a:xfrm>
            <a:off x="6337300" y="1257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9" name="Google Shape;5559;p124"/>
          <p:cNvSpPr/>
          <p:nvPr/>
        </p:nvSpPr>
        <p:spPr>
          <a:xfrm>
            <a:off x="7708900" y="24003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0" name="Google Shape;5560;p124"/>
          <p:cNvSpPr/>
          <p:nvPr/>
        </p:nvSpPr>
        <p:spPr>
          <a:xfrm>
            <a:off x="5727700" y="18669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1" name="Google Shape;5561;p124"/>
          <p:cNvSpPr/>
          <p:nvPr/>
        </p:nvSpPr>
        <p:spPr>
          <a:xfrm>
            <a:off x="5727700" y="4152901"/>
            <a:ext cx="6096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2" name="Google Shape;5562;p124"/>
          <p:cNvSpPr/>
          <p:nvPr/>
        </p:nvSpPr>
        <p:spPr>
          <a:xfrm>
            <a:off x="5422900" y="2400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3" name="Google Shape;5563;p124"/>
          <p:cNvSpPr/>
          <p:nvPr/>
        </p:nvSpPr>
        <p:spPr>
          <a:xfrm>
            <a:off x="6108700" y="28575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4" name="Google Shape;5564;p124"/>
          <p:cNvSpPr/>
          <p:nvPr/>
        </p:nvSpPr>
        <p:spPr>
          <a:xfrm>
            <a:off x="3746500" y="34671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5" name="Google Shape;5565;p124"/>
          <p:cNvSpPr/>
          <p:nvPr/>
        </p:nvSpPr>
        <p:spPr>
          <a:xfrm>
            <a:off x="6946900" y="34671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6" name="Google Shape;5566;p124"/>
          <p:cNvSpPr/>
          <p:nvPr/>
        </p:nvSpPr>
        <p:spPr>
          <a:xfrm>
            <a:off x="9080500" y="2019301"/>
            <a:ext cx="381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67" name="Google Shape;5567;p124"/>
          <p:cNvGrpSpPr/>
          <p:nvPr/>
        </p:nvGrpSpPr>
        <p:grpSpPr>
          <a:xfrm>
            <a:off x="5711826" y="4700588"/>
            <a:ext cx="4816475" cy="519112"/>
            <a:chOff x="2630" y="2793"/>
            <a:chExt cx="3034" cy="327"/>
          </a:xfrm>
        </p:grpSpPr>
        <p:sp>
          <p:nvSpPr>
            <p:cNvPr id="5568" name="Google Shape;5568;p124"/>
            <p:cNvSpPr/>
            <p:nvPr/>
          </p:nvSpPr>
          <p:spPr>
            <a:xfrm>
              <a:off x="263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[1]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9" name="Google Shape;5569;p124"/>
            <p:cNvSpPr/>
            <p:nvPr/>
          </p:nvSpPr>
          <p:spPr>
            <a:xfrm>
              <a:off x="306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[2]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0" name="Google Shape;5570;p124"/>
            <p:cNvSpPr/>
            <p:nvPr/>
          </p:nvSpPr>
          <p:spPr>
            <a:xfrm>
              <a:off x="3494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[3]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1" name="Google Shape;5571;p124"/>
            <p:cNvSpPr/>
            <p:nvPr/>
          </p:nvSpPr>
          <p:spPr>
            <a:xfrm>
              <a:off x="3926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[4]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2" name="Google Shape;5572;p124"/>
            <p:cNvSpPr/>
            <p:nvPr/>
          </p:nvSpPr>
          <p:spPr>
            <a:xfrm>
              <a:off x="4358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[5]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3" name="Google Shape;5573;p124"/>
            <p:cNvSpPr/>
            <p:nvPr/>
          </p:nvSpPr>
          <p:spPr>
            <a:xfrm>
              <a:off x="4790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[6]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4" name="Google Shape;5574;p124"/>
            <p:cNvSpPr/>
            <p:nvPr/>
          </p:nvSpPr>
          <p:spPr>
            <a:xfrm>
              <a:off x="5222" y="2793"/>
              <a:ext cx="4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[7]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75" name="Google Shape;5575;p124"/>
          <p:cNvSpPr/>
          <p:nvPr/>
        </p:nvSpPr>
        <p:spPr>
          <a:xfrm>
            <a:off x="2906713" y="3670300"/>
            <a:ext cx="7772400" cy="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76" name="Google Shape;5576;p124"/>
          <p:cNvGrpSpPr/>
          <p:nvPr/>
        </p:nvGrpSpPr>
        <p:grpSpPr>
          <a:xfrm>
            <a:off x="5254626" y="5157788"/>
            <a:ext cx="473075" cy="976312"/>
            <a:chOff x="2342" y="3081"/>
            <a:chExt cx="298" cy="615"/>
          </a:xfrm>
        </p:grpSpPr>
        <p:sp>
          <p:nvSpPr>
            <p:cNvPr id="5577" name="Google Shape;5577;p124"/>
            <p:cNvSpPr/>
            <p:nvPr/>
          </p:nvSpPr>
          <p:spPr>
            <a:xfrm>
              <a:off x="2342" y="3081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8" name="Google Shape;5578;p124"/>
            <p:cNvSpPr/>
            <p:nvPr/>
          </p:nvSpPr>
          <p:spPr>
            <a:xfrm>
              <a:off x="2342" y="3369"/>
              <a:ext cx="298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79" name="Google Shape;5579;p124"/>
          <p:cNvSpPr/>
          <p:nvPr/>
        </p:nvSpPr>
        <p:spPr>
          <a:xfrm>
            <a:off x="5788026" y="51577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0" name="Google Shape;5580;p124"/>
          <p:cNvSpPr/>
          <p:nvPr/>
        </p:nvSpPr>
        <p:spPr>
          <a:xfrm>
            <a:off x="5788026" y="5614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1" name="Google Shape;5581;p124"/>
          <p:cNvSpPr/>
          <p:nvPr/>
        </p:nvSpPr>
        <p:spPr>
          <a:xfrm>
            <a:off x="6550026" y="51577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2" name="Google Shape;5582;p124"/>
          <p:cNvSpPr/>
          <p:nvPr/>
        </p:nvSpPr>
        <p:spPr>
          <a:xfrm>
            <a:off x="6550026" y="5614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3" name="Google Shape;5583;p124"/>
          <p:cNvSpPr/>
          <p:nvPr/>
        </p:nvSpPr>
        <p:spPr>
          <a:xfrm>
            <a:off x="7235826" y="51577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4" name="Google Shape;5584;p124"/>
          <p:cNvSpPr/>
          <p:nvPr/>
        </p:nvSpPr>
        <p:spPr>
          <a:xfrm>
            <a:off x="7235826" y="5614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5" name="Google Shape;5585;p124"/>
          <p:cNvSpPr/>
          <p:nvPr/>
        </p:nvSpPr>
        <p:spPr>
          <a:xfrm>
            <a:off x="7861300" y="5157788"/>
            <a:ext cx="6858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6" name="Google Shape;5586;p124"/>
          <p:cNvSpPr/>
          <p:nvPr/>
        </p:nvSpPr>
        <p:spPr>
          <a:xfrm>
            <a:off x="7921626" y="5614988"/>
            <a:ext cx="4730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7" name="Google Shape;5587;p124"/>
          <p:cNvSpPr/>
          <p:nvPr/>
        </p:nvSpPr>
        <p:spPr>
          <a:xfrm>
            <a:off x="8607426" y="5157789"/>
            <a:ext cx="473075" cy="52863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8" name="Google Shape;5588;p124"/>
          <p:cNvSpPr/>
          <p:nvPr/>
        </p:nvSpPr>
        <p:spPr>
          <a:xfrm>
            <a:off x="8607426" y="5614989"/>
            <a:ext cx="473075" cy="52863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9" name="Google Shape;5589;p124"/>
          <p:cNvSpPr/>
          <p:nvPr/>
        </p:nvSpPr>
        <p:spPr>
          <a:xfrm>
            <a:off x="9293226" y="5157789"/>
            <a:ext cx="473075" cy="52863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0" name="Google Shape;5590;p124"/>
          <p:cNvSpPr/>
          <p:nvPr/>
        </p:nvSpPr>
        <p:spPr>
          <a:xfrm>
            <a:off x="9293226" y="5614989"/>
            <a:ext cx="473075" cy="52863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1" name="Google Shape;5591;p124"/>
          <p:cNvSpPr/>
          <p:nvPr/>
        </p:nvSpPr>
        <p:spPr>
          <a:xfrm>
            <a:off x="9842500" y="5157789"/>
            <a:ext cx="609600" cy="52863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2" name="Google Shape;5592;p124"/>
          <p:cNvSpPr/>
          <p:nvPr/>
        </p:nvSpPr>
        <p:spPr>
          <a:xfrm>
            <a:off x="9979026" y="5614989"/>
            <a:ext cx="473075" cy="52863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93" name="Google Shape;5593;p124"/>
          <p:cNvGrpSpPr/>
          <p:nvPr/>
        </p:nvGrpSpPr>
        <p:grpSpPr>
          <a:xfrm>
            <a:off x="8477250" y="5149851"/>
            <a:ext cx="527050" cy="536575"/>
            <a:chOff x="4372" y="3076"/>
            <a:chExt cx="332" cy="338"/>
          </a:xfrm>
        </p:grpSpPr>
        <p:sp>
          <p:nvSpPr>
            <p:cNvPr id="5594" name="Google Shape;5594;p124"/>
            <p:cNvSpPr/>
            <p:nvPr/>
          </p:nvSpPr>
          <p:spPr>
            <a:xfrm>
              <a:off x="4372" y="3076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5" name="Google Shape;5595;p124"/>
            <p:cNvSpPr/>
            <p:nvPr/>
          </p:nvSpPr>
          <p:spPr>
            <a:xfrm>
              <a:off x="4406" y="3081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96" name="Google Shape;5596;p124"/>
          <p:cNvGrpSpPr/>
          <p:nvPr/>
        </p:nvGrpSpPr>
        <p:grpSpPr>
          <a:xfrm>
            <a:off x="8477250" y="5607051"/>
            <a:ext cx="527050" cy="536575"/>
            <a:chOff x="4372" y="3364"/>
            <a:chExt cx="332" cy="338"/>
          </a:xfrm>
        </p:grpSpPr>
        <p:sp>
          <p:nvSpPr>
            <p:cNvPr id="5597" name="Google Shape;5597;p124"/>
            <p:cNvSpPr/>
            <p:nvPr/>
          </p:nvSpPr>
          <p:spPr>
            <a:xfrm>
              <a:off x="4372" y="3364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8" name="Google Shape;5598;p124"/>
            <p:cNvSpPr/>
            <p:nvPr/>
          </p:nvSpPr>
          <p:spPr>
            <a:xfrm>
              <a:off x="4406" y="3369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99" name="Google Shape;5599;p124"/>
          <p:cNvGrpSpPr/>
          <p:nvPr/>
        </p:nvGrpSpPr>
        <p:grpSpPr>
          <a:xfrm>
            <a:off x="9086850" y="5149851"/>
            <a:ext cx="755650" cy="536575"/>
            <a:chOff x="4756" y="3076"/>
            <a:chExt cx="476" cy="338"/>
          </a:xfrm>
        </p:grpSpPr>
        <p:sp>
          <p:nvSpPr>
            <p:cNvPr id="5600" name="Google Shape;5600;p124"/>
            <p:cNvSpPr/>
            <p:nvPr/>
          </p:nvSpPr>
          <p:spPr>
            <a:xfrm>
              <a:off x="4756" y="3076"/>
              <a:ext cx="472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1" name="Google Shape;5601;p124"/>
            <p:cNvSpPr/>
            <p:nvPr/>
          </p:nvSpPr>
          <p:spPr>
            <a:xfrm>
              <a:off x="4806" y="3081"/>
              <a:ext cx="42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02" name="Google Shape;5602;p124"/>
          <p:cNvGrpSpPr/>
          <p:nvPr/>
        </p:nvGrpSpPr>
        <p:grpSpPr>
          <a:xfrm>
            <a:off x="9239250" y="5607051"/>
            <a:ext cx="527050" cy="536575"/>
            <a:chOff x="4852" y="3364"/>
            <a:chExt cx="332" cy="338"/>
          </a:xfrm>
        </p:grpSpPr>
        <p:sp>
          <p:nvSpPr>
            <p:cNvPr id="5603" name="Google Shape;5603;p124"/>
            <p:cNvSpPr/>
            <p:nvPr/>
          </p:nvSpPr>
          <p:spPr>
            <a:xfrm>
              <a:off x="4852" y="3364"/>
              <a:ext cx="328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4" name="Google Shape;5604;p124"/>
            <p:cNvSpPr/>
            <p:nvPr/>
          </p:nvSpPr>
          <p:spPr>
            <a:xfrm>
              <a:off x="4886" y="3369"/>
              <a:ext cx="298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05" name="Google Shape;5605;p124"/>
          <p:cNvGrpSpPr/>
          <p:nvPr/>
        </p:nvGrpSpPr>
        <p:grpSpPr>
          <a:xfrm>
            <a:off x="9772650" y="5149851"/>
            <a:ext cx="755650" cy="536575"/>
            <a:chOff x="5188" y="3076"/>
            <a:chExt cx="476" cy="338"/>
          </a:xfrm>
        </p:grpSpPr>
        <p:sp>
          <p:nvSpPr>
            <p:cNvPr id="5606" name="Google Shape;5606;p124"/>
            <p:cNvSpPr/>
            <p:nvPr/>
          </p:nvSpPr>
          <p:spPr>
            <a:xfrm>
              <a:off x="5188" y="3076"/>
              <a:ext cx="472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7" name="Google Shape;5607;p124"/>
            <p:cNvSpPr/>
            <p:nvPr/>
          </p:nvSpPr>
          <p:spPr>
            <a:xfrm>
              <a:off x="5238" y="3081"/>
              <a:ext cx="42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08" name="Google Shape;5608;p124"/>
          <p:cNvGrpSpPr/>
          <p:nvPr/>
        </p:nvGrpSpPr>
        <p:grpSpPr>
          <a:xfrm>
            <a:off x="9850438" y="5607051"/>
            <a:ext cx="755650" cy="536575"/>
            <a:chOff x="5237" y="3364"/>
            <a:chExt cx="476" cy="338"/>
          </a:xfrm>
        </p:grpSpPr>
        <p:sp>
          <p:nvSpPr>
            <p:cNvPr id="5609" name="Google Shape;5609;p124"/>
            <p:cNvSpPr/>
            <p:nvPr/>
          </p:nvSpPr>
          <p:spPr>
            <a:xfrm>
              <a:off x="5237" y="3364"/>
              <a:ext cx="472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0" name="Google Shape;5610;p124"/>
            <p:cNvSpPr/>
            <p:nvPr/>
          </p:nvSpPr>
          <p:spPr>
            <a:xfrm>
              <a:off x="5287" y="3369"/>
              <a:ext cx="42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11" name="Google Shape;5611;p124"/>
          <p:cNvGrpSpPr/>
          <p:nvPr/>
        </p:nvGrpSpPr>
        <p:grpSpPr>
          <a:xfrm>
            <a:off x="1619250" y="4670426"/>
            <a:ext cx="2425700" cy="466725"/>
            <a:chOff x="52" y="2774"/>
            <a:chExt cx="1528" cy="294"/>
          </a:xfrm>
        </p:grpSpPr>
        <p:sp>
          <p:nvSpPr>
            <p:cNvPr id="5612" name="Google Shape;5612;p124"/>
            <p:cNvSpPr/>
            <p:nvPr/>
          </p:nvSpPr>
          <p:spPr>
            <a:xfrm>
              <a:off x="52" y="2788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3" name="Google Shape;5613;p124"/>
            <p:cNvSpPr/>
            <p:nvPr/>
          </p:nvSpPr>
          <p:spPr>
            <a:xfrm>
              <a:off x="86" y="277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4" name="Google Shape;5614;p124"/>
            <p:cNvSpPr/>
            <p:nvPr/>
          </p:nvSpPr>
          <p:spPr>
            <a:xfrm>
              <a:off x="676" y="2788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5" name="Google Shape;5615;p124"/>
            <p:cNvSpPr/>
            <p:nvPr/>
          </p:nvSpPr>
          <p:spPr>
            <a:xfrm>
              <a:off x="710" y="277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16" name="Google Shape;5616;p124"/>
            <p:cNvCxnSpPr/>
            <p:nvPr/>
          </p:nvCxnSpPr>
          <p:spPr>
            <a:xfrm>
              <a:off x="336" y="2928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617" name="Google Shape;5617;p124"/>
            <p:cNvSpPr/>
            <p:nvPr/>
          </p:nvSpPr>
          <p:spPr>
            <a:xfrm>
              <a:off x="1300" y="2788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8" name="Google Shape;5618;p124"/>
            <p:cNvSpPr/>
            <p:nvPr/>
          </p:nvSpPr>
          <p:spPr>
            <a:xfrm>
              <a:off x="1334" y="277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19" name="Google Shape;5619;p124"/>
            <p:cNvCxnSpPr/>
            <p:nvPr/>
          </p:nvCxnSpPr>
          <p:spPr>
            <a:xfrm>
              <a:off x="960" y="2928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cxnSp>
        <p:nvCxnSpPr>
          <p:cNvPr id="5620" name="Google Shape;5620;p124"/>
          <p:cNvCxnSpPr/>
          <p:nvPr/>
        </p:nvCxnSpPr>
        <p:spPr>
          <a:xfrm>
            <a:off x="8623300" y="1790700"/>
            <a:ext cx="1143000" cy="1524000"/>
          </a:xfrm>
          <a:prstGeom prst="straightConnector1">
            <a:avLst/>
          </a:prstGeom>
          <a:noFill/>
          <a:ln cap="flat" cmpd="sng" w="50800">
            <a:solidFill>
              <a:schemeClr val="hlink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5621" name="Google Shape;5621;p124"/>
          <p:cNvGrpSpPr/>
          <p:nvPr/>
        </p:nvGrpSpPr>
        <p:grpSpPr>
          <a:xfrm>
            <a:off x="9544050" y="3298826"/>
            <a:ext cx="444500" cy="466725"/>
            <a:chOff x="5044" y="1910"/>
            <a:chExt cx="280" cy="294"/>
          </a:xfrm>
        </p:grpSpPr>
        <p:sp>
          <p:nvSpPr>
            <p:cNvPr id="5622" name="Google Shape;5622;p124"/>
            <p:cNvSpPr/>
            <p:nvPr/>
          </p:nvSpPr>
          <p:spPr>
            <a:xfrm>
              <a:off x="5044" y="1924"/>
              <a:ext cx="280" cy="280"/>
            </a:xfrm>
            <a:prstGeom prst="ellipse">
              <a:avLst/>
            </a:prstGeom>
            <a:solidFill>
              <a:srgbClr val="FFCC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3" name="Google Shape;5623;p124"/>
            <p:cNvSpPr/>
            <p:nvPr/>
          </p:nvSpPr>
          <p:spPr>
            <a:xfrm>
              <a:off x="5078" y="191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24" name="Google Shape;5624;p124"/>
          <p:cNvGrpSpPr/>
          <p:nvPr/>
        </p:nvGrpSpPr>
        <p:grpSpPr>
          <a:xfrm>
            <a:off x="9772650" y="5149851"/>
            <a:ext cx="755650" cy="536575"/>
            <a:chOff x="5188" y="3076"/>
            <a:chExt cx="476" cy="338"/>
          </a:xfrm>
        </p:grpSpPr>
        <p:sp>
          <p:nvSpPr>
            <p:cNvPr id="5625" name="Google Shape;5625;p124"/>
            <p:cNvSpPr/>
            <p:nvPr/>
          </p:nvSpPr>
          <p:spPr>
            <a:xfrm>
              <a:off x="5188" y="3076"/>
              <a:ext cx="472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6" name="Google Shape;5626;p124"/>
            <p:cNvSpPr/>
            <p:nvPr/>
          </p:nvSpPr>
          <p:spPr>
            <a:xfrm>
              <a:off x="5238" y="3081"/>
              <a:ext cx="42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27" name="Google Shape;5627;p124"/>
          <p:cNvGrpSpPr/>
          <p:nvPr/>
        </p:nvGrpSpPr>
        <p:grpSpPr>
          <a:xfrm>
            <a:off x="9923463" y="5608639"/>
            <a:ext cx="755650" cy="536575"/>
            <a:chOff x="5283" y="3365"/>
            <a:chExt cx="476" cy="338"/>
          </a:xfrm>
        </p:grpSpPr>
        <p:sp>
          <p:nvSpPr>
            <p:cNvPr id="5628" name="Google Shape;5628;p124"/>
            <p:cNvSpPr/>
            <p:nvPr/>
          </p:nvSpPr>
          <p:spPr>
            <a:xfrm>
              <a:off x="5283" y="3365"/>
              <a:ext cx="472" cy="28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9" name="Google Shape;5629;p124"/>
            <p:cNvSpPr/>
            <p:nvPr/>
          </p:nvSpPr>
          <p:spPr>
            <a:xfrm>
              <a:off x="5333" y="3370"/>
              <a:ext cx="42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5" name="Shape 5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6" name="Google Shape;5636;p125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37" name="Google Shape;5637;p12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38" name="Google Shape;5638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639" name="Google Shape;5639;p125"/>
          <p:cNvSpPr txBox="1"/>
          <p:nvPr/>
        </p:nvSpPr>
        <p:spPr>
          <a:xfrm>
            <a:off x="1928797" y="23810"/>
            <a:ext cx="4748229" cy="719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640" name="Google Shape;5640;p125"/>
          <p:cNvGrpSpPr/>
          <p:nvPr/>
        </p:nvGrpSpPr>
        <p:grpSpPr>
          <a:xfrm>
            <a:off x="1871068" y="1056430"/>
            <a:ext cx="4415432" cy="5039570"/>
            <a:chOff x="48" y="624"/>
            <a:chExt cx="2880" cy="3548"/>
          </a:xfrm>
        </p:grpSpPr>
        <p:sp>
          <p:nvSpPr>
            <p:cNvPr id="5641" name="Google Shape;5641;p125"/>
            <p:cNvSpPr/>
            <p:nvPr/>
          </p:nvSpPr>
          <p:spPr>
            <a:xfrm>
              <a:off x="48" y="624"/>
              <a:ext cx="720" cy="3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2" name="Google Shape;5642;p125"/>
            <p:cNvSpPr/>
            <p:nvPr/>
          </p:nvSpPr>
          <p:spPr>
            <a:xfrm>
              <a:off x="148" y="91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3" name="Google Shape;5643;p125"/>
            <p:cNvSpPr/>
            <p:nvPr/>
          </p:nvSpPr>
          <p:spPr>
            <a:xfrm>
              <a:off x="182" y="90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4" name="Google Shape;5644;p125"/>
            <p:cNvSpPr/>
            <p:nvPr/>
          </p:nvSpPr>
          <p:spPr>
            <a:xfrm>
              <a:off x="2400" y="912"/>
              <a:ext cx="240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5" name="Google Shape;5645;p125"/>
            <p:cNvSpPr/>
            <p:nvPr/>
          </p:nvSpPr>
          <p:spPr>
            <a:xfrm>
              <a:off x="148" y="139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6" name="Google Shape;5646;p125"/>
            <p:cNvSpPr/>
            <p:nvPr/>
          </p:nvSpPr>
          <p:spPr>
            <a:xfrm>
              <a:off x="182" y="138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7" name="Google Shape;5647;p125"/>
            <p:cNvSpPr/>
            <p:nvPr/>
          </p:nvSpPr>
          <p:spPr>
            <a:xfrm>
              <a:off x="772" y="139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8" name="Google Shape;5648;p125"/>
            <p:cNvSpPr/>
            <p:nvPr/>
          </p:nvSpPr>
          <p:spPr>
            <a:xfrm>
              <a:off x="806" y="138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49" name="Google Shape;5649;p125"/>
            <p:cNvCxnSpPr/>
            <p:nvPr/>
          </p:nvCxnSpPr>
          <p:spPr>
            <a:xfrm>
              <a:off x="432" y="1536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650" name="Google Shape;5650;p125"/>
            <p:cNvSpPr/>
            <p:nvPr/>
          </p:nvSpPr>
          <p:spPr>
            <a:xfrm>
              <a:off x="2400" y="1344"/>
              <a:ext cx="240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1" name="Google Shape;5651;p125"/>
            <p:cNvSpPr/>
            <p:nvPr/>
          </p:nvSpPr>
          <p:spPr>
            <a:xfrm>
              <a:off x="148" y="1828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2" name="Google Shape;5652;p125"/>
            <p:cNvSpPr/>
            <p:nvPr/>
          </p:nvSpPr>
          <p:spPr>
            <a:xfrm>
              <a:off x="182" y="181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3" name="Google Shape;5653;p125"/>
            <p:cNvSpPr/>
            <p:nvPr/>
          </p:nvSpPr>
          <p:spPr>
            <a:xfrm>
              <a:off x="772" y="1828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4" name="Google Shape;5654;p125"/>
            <p:cNvSpPr/>
            <p:nvPr/>
          </p:nvSpPr>
          <p:spPr>
            <a:xfrm>
              <a:off x="806" y="181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55" name="Google Shape;5655;p125"/>
            <p:cNvCxnSpPr/>
            <p:nvPr/>
          </p:nvCxnSpPr>
          <p:spPr>
            <a:xfrm>
              <a:off x="432" y="1968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656" name="Google Shape;5656;p125"/>
            <p:cNvSpPr/>
            <p:nvPr/>
          </p:nvSpPr>
          <p:spPr>
            <a:xfrm>
              <a:off x="2400" y="1824"/>
              <a:ext cx="240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7" name="Google Shape;5657;p125"/>
            <p:cNvSpPr/>
            <p:nvPr/>
          </p:nvSpPr>
          <p:spPr>
            <a:xfrm>
              <a:off x="1396" y="1828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8" name="Google Shape;5658;p125"/>
            <p:cNvSpPr/>
            <p:nvPr/>
          </p:nvSpPr>
          <p:spPr>
            <a:xfrm>
              <a:off x="1430" y="1814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59" name="Google Shape;5659;p125"/>
            <p:cNvCxnSpPr/>
            <p:nvPr/>
          </p:nvCxnSpPr>
          <p:spPr>
            <a:xfrm>
              <a:off x="1056" y="1968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660" name="Google Shape;5660;p125"/>
            <p:cNvSpPr/>
            <p:nvPr/>
          </p:nvSpPr>
          <p:spPr>
            <a:xfrm>
              <a:off x="148" y="2260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1" name="Google Shape;5661;p125"/>
            <p:cNvSpPr/>
            <p:nvPr/>
          </p:nvSpPr>
          <p:spPr>
            <a:xfrm>
              <a:off x="182" y="224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2" name="Google Shape;5662;p125"/>
            <p:cNvSpPr/>
            <p:nvPr/>
          </p:nvSpPr>
          <p:spPr>
            <a:xfrm>
              <a:off x="772" y="2260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3" name="Google Shape;5663;p125"/>
            <p:cNvSpPr/>
            <p:nvPr/>
          </p:nvSpPr>
          <p:spPr>
            <a:xfrm>
              <a:off x="806" y="224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64" name="Google Shape;5664;p125"/>
            <p:cNvCxnSpPr/>
            <p:nvPr/>
          </p:nvCxnSpPr>
          <p:spPr>
            <a:xfrm>
              <a:off x="432" y="2400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665" name="Google Shape;5665;p125"/>
            <p:cNvSpPr/>
            <p:nvPr/>
          </p:nvSpPr>
          <p:spPr>
            <a:xfrm>
              <a:off x="2400" y="2256"/>
              <a:ext cx="240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6" name="Google Shape;5666;p125"/>
            <p:cNvSpPr/>
            <p:nvPr/>
          </p:nvSpPr>
          <p:spPr>
            <a:xfrm>
              <a:off x="148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7" name="Google Shape;5667;p125"/>
            <p:cNvSpPr/>
            <p:nvPr/>
          </p:nvSpPr>
          <p:spPr>
            <a:xfrm>
              <a:off x="182" y="27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8" name="Google Shape;5668;p125"/>
            <p:cNvSpPr/>
            <p:nvPr/>
          </p:nvSpPr>
          <p:spPr>
            <a:xfrm>
              <a:off x="772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9" name="Google Shape;5669;p125"/>
            <p:cNvSpPr/>
            <p:nvPr/>
          </p:nvSpPr>
          <p:spPr>
            <a:xfrm>
              <a:off x="806" y="27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70" name="Google Shape;5670;p125"/>
            <p:cNvCxnSpPr/>
            <p:nvPr/>
          </p:nvCxnSpPr>
          <p:spPr>
            <a:xfrm>
              <a:off x="432" y="2880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671" name="Google Shape;5671;p125"/>
            <p:cNvSpPr/>
            <p:nvPr/>
          </p:nvSpPr>
          <p:spPr>
            <a:xfrm>
              <a:off x="2400" y="2688"/>
              <a:ext cx="240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2" name="Google Shape;5672;p125"/>
            <p:cNvSpPr/>
            <p:nvPr/>
          </p:nvSpPr>
          <p:spPr>
            <a:xfrm>
              <a:off x="1396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3" name="Google Shape;5673;p125"/>
            <p:cNvSpPr/>
            <p:nvPr/>
          </p:nvSpPr>
          <p:spPr>
            <a:xfrm>
              <a:off x="1430" y="27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74" name="Google Shape;5674;p125"/>
            <p:cNvCxnSpPr/>
            <p:nvPr/>
          </p:nvCxnSpPr>
          <p:spPr>
            <a:xfrm>
              <a:off x="1056" y="2880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675" name="Google Shape;5675;p125"/>
            <p:cNvSpPr/>
            <p:nvPr/>
          </p:nvSpPr>
          <p:spPr>
            <a:xfrm>
              <a:off x="2020" y="2740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6" name="Google Shape;5676;p125"/>
            <p:cNvSpPr/>
            <p:nvPr/>
          </p:nvSpPr>
          <p:spPr>
            <a:xfrm>
              <a:off x="2054" y="272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77" name="Google Shape;5677;p125"/>
            <p:cNvCxnSpPr/>
            <p:nvPr/>
          </p:nvCxnSpPr>
          <p:spPr>
            <a:xfrm>
              <a:off x="1680" y="2880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678" name="Google Shape;5678;p125"/>
            <p:cNvSpPr/>
            <p:nvPr/>
          </p:nvSpPr>
          <p:spPr>
            <a:xfrm>
              <a:off x="148" y="331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9" name="Google Shape;5679;p125"/>
            <p:cNvSpPr/>
            <p:nvPr/>
          </p:nvSpPr>
          <p:spPr>
            <a:xfrm>
              <a:off x="182" y="330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0" name="Google Shape;5680;p125"/>
            <p:cNvSpPr/>
            <p:nvPr/>
          </p:nvSpPr>
          <p:spPr>
            <a:xfrm>
              <a:off x="772" y="331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1" name="Google Shape;5681;p125"/>
            <p:cNvSpPr/>
            <p:nvPr/>
          </p:nvSpPr>
          <p:spPr>
            <a:xfrm>
              <a:off x="806" y="330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82" name="Google Shape;5682;p125"/>
            <p:cNvCxnSpPr/>
            <p:nvPr/>
          </p:nvCxnSpPr>
          <p:spPr>
            <a:xfrm>
              <a:off x="432" y="3456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683" name="Google Shape;5683;p125"/>
            <p:cNvSpPr/>
            <p:nvPr/>
          </p:nvSpPr>
          <p:spPr>
            <a:xfrm>
              <a:off x="2304" y="3264"/>
              <a:ext cx="384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4" name="Google Shape;5684;p125"/>
            <p:cNvSpPr/>
            <p:nvPr/>
          </p:nvSpPr>
          <p:spPr>
            <a:xfrm>
              <a:off x="1396" y="3316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5" name="Google Shape;5685;p125"/>
            <p:cNvSpPr/>
            <p:nvPr/>
          </p:nvSpPr>
          <p:spPr>
            <a:xfrm>
              <a:off x="1430" y="330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86" name="Google Shape;5686;p125"/>
            <p:cNvCxnSpPr/>
            <p:nvPr/>
          </p:nvCxnSpPr>
          <p:spPr>
            <a:xfrm>
              <a:off x="1056" y="3456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687" name="Google Shape;5687;p125"/>
            <p:cNvSpPr/>
            <p:nvPr/>
          </p:nvSpPr>
          <p:spPr>
            <a:xfrm>
              <a:off x="148" y="3892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8" name="Google Shape;5688;p125"/>
            <p:cNvSpPr/>
            <p:nvPr/>
          </p:nvSpPr>
          <p:spPr>
            <a:xfrm>
              <a:off x="182" y="387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9" name="Google Shape;5689;p125"/>
            <p:cNvSpPr/>
            <p:nvPr/>
          </p:nvSpPr>
          <p:spPr>
            <a:xfrm>
              <a:off x="772" y="3892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0" name="Google Shape;5690;p125"/>
            <p:cNvSpPr/>
            <p:nvPr/>
          </p:nvSpPr>
          <p:spPr>
            <a:xfrm>
              <a:off x="806" y="387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91" name="Google Shape;5691;p125"/>
            <p:cNvCxnSpPr/>
            <p:nvPr/>
          </p:nvCxnSpPr>
          <p:spPr>
            <a:xfrm>
              <a:off x="432" y="4032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692" name="Google Shape;5692;p125"/>
            <p:cNvSpPr/>
            <p:nvPr/>
          </p:nvSpPr>
          <p:spPr>
            <a:xfrm>
              <a:off x="2304" y="3840"/>
              <a:ext cx="384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3" name="Google Shape;5693;p125"/>
            <p:cNvSpPr/>
            <p:nvPr/>
          </p:nvSpPr>
          <p:spPr>
            <a:xfrm>
              <a:off x="1396" y="3892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4" name="Google Shape;5694;p125"/>
            <p:cNvSpPr/>
            <p:nvPr/>
          </p:nvSpPr>
          <p:spPr>
            <a:xfrm>
              <a:off x="1430" y="387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95" name="Google Shape;5695;p125"/>
            <p:cNvCxnSpPr/>
            <p:nvPr/>
          </p:nvCxnSpPr>
          <p:spPr>
            <a:xfrm>
              <a:off x="1056" y="4032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696" name="Google Shape;5696;p125"/>
            <p:cNvSpPr/>
            <p:nvPr/>
          </p:nvSpPr>
          <p:spPr>
            <a:xfrm>
              <a:off x="2020" y="3892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7" name="Google Shape;5697;p125"/>
            <p:cNvSpPr/>
            <p:nvPr/>
          </p:nvSpPr>
          <p:spPr>
            <a:xfrm>
              <a:off x="2054" y="387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98" name="Google Shape;5698;p125"/>
            <p:cNvCxnSpPr/>
            <p:nvPr/>
          </p:nvCxnSpPr>
          <p:spPr>
            <a:xfrm>
              <a:off x="1680" y="4032"/>
              <a:ext cx="3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699" name="Google Shape;5699;p125"/>
            <p:cNvSpPr/>
            <p:nvPr/>
          </p:nvSpPr>
          <p:spPr>
            <a:xfrm>
              <a:off x="2112" y="624"/>
              <a:ext cx="816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Length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00" name="Google Shape;5700;p125"/>
          <p:cNvGrpSpPr/>
          <p:nvPr/>
        </p:nvGrpSpPr>
        <p:grpSpPr>
          <a:xfrm>
            <a:off x="7131051" y="4497389"/>
            <a:ext cx="4818063" cy="1444625"/>
            <a:chOff x="2724" y="2553"/>
            <a:chExt cx="3035" cy="910"/>
          </a:xfrm>
        </p:grpSpPr>
        <p:grpSp>
          <p:nvGrpSpPr>
            <p:cNvPr id="5701" name="Google Shape;5701;p125"/>
            <p:cNvGrpSpPr/>
            <p:nvPr/>
          </p:nvGrpSpPr>
          <p:grpSpPr>
            <a:xfrm>
              <a:off x="2980" y="2553"/>
              <a:ext cx="2695" cy="333"/>
              <a:chOff x="2980" y="2553"/>
              <a:chExt cx="2695" cy="333"/>
            </a:xfrm>
          </p:grpSpPr>
          <p:sp>
            <p:nvSpPr>
              <p:cNvPr id="5702" name="Google Shape;5702;p125"/>
              <p:cNvSpPr/>
              <p:nvPr/>
            </p:nvSpPr>
            <p:spPr>
              <a:xfrm>
                <a:off x="2980" y="2553"/>
                <a:ext cx="392" cy="333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rgbClr val="FF003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[1]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3" name="Google Shape;5703;p125"/>
              <p:cNvSpPr/>
              <p:nvPr/>
            </p:nvSpPr>
            <p:spPr>
              <a:xfrm>
                <a:off x="3364" y="2553"/>
                <a:ext cx="392" cy="333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rgbClr val="FF003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[2]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4" name="Google Shape;5704;p125"/>
              <p:cNvSpPr/>
              <p:nvPr/>
            </p:nvSpPr>
            <p:spPr>
              <a:xfrm>
                <a:off x="3748" y="2553"/>
                <a:ext cx="392" cy="333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rgbClr val="FF003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[3]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5" name="Google Shape;5705;p125"/>
              <p:cNvSpPr/>
              <p:nvPr/>
            </p:nvSpPr>
            <p:spPr>
              <a:xfrm>
                <a:off x="4130" y="2553"/>
                <a:ext cx="394" cy="333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rgbClr val="FF003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[4]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6" name="Google Shape;5706;p125"/>
              <p:cNvSpPr/>
              <p:nvPr/>
            </p:nvSpPr>
            <p:spPr>
              <a:xfrm>
                <a:off x="4514" y="2553"/>
                <a:ext cx="394" cy="333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rgbClr val="FF003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[5]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7" name="Google Shape;5707;p125"/>
              <p:cNvSpPr/>
              <p:nvPr/>
            </p:nvSpPr>
            <p:spPr>
              <a:xfrm>
                <a:off x="4898" y="2553"/>
                <a:ext cx="393" cy="333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rgbClr val="FF003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[6]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8" name="Google Shape;5708;p125"/>
              <p:cNvSpPr/>
              <p:nvPr/>
            </p:nvSpPr>
            <p:spPr>
              <a:xfrm>
                <a:off x="5282" y="2553"/>
                <a:ext cx="393" cy="333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rgbClr val="FF0033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[7]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09" name="Google Shape;5709;p125"/>
            <p:cNvGrpSpPr/>
            <p:nvPr/>
          </p:nvGrpSpPr>
          <p:grpSpPr>
            <a:xfrm>
              <a:off x="2724" y="2841"/>
              <a:ext cx="265" cy="615"/>
              <a:chOff x="2724" y="2841"/>
              <a:chExt cx="265" cy="615"/>
            </a:xfrm>
          </p:grpSpPr>
          <p:sp>
            <p:nvSpPr>
              <p:cNvPr id="5710" name="Google Shape;5710;p125"/>
              <p:cNvSpPr/>
              <p:nvPr/>
            </p:nvSpPr>
            <p:spPr>
              <a:xfrm>
                <a:off x="2724" y="2841"/>
                <a:ext cx="265" cy="32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 cap="none" strike="noStrik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1" name="Google Shape;5711;p125"/>
              <p:cNvSpPr/>
              <p:nvPr/>
            </p:nvSpPr>
            <p:spPr>
              <a:xfrm>
                <a:off x="2724" y="3129"/>
                <a:ext cx="265" cy="32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 cap="none" strike="noStrik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12" name="Google Shape;5712;p125"/>
            <p:cNvSpPr/>
            <p:nvPr/>
          </p:nvSpPr>
          <p:spPr>
            <a:xfrm>
              <a:off x="3023" y="2841"/>
              <a:ext cx="264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3" name="Google Shape;5713;p125"/>
            <p:cNvSpPr/>
            <p:nvPr/>
          </p:nvSpPr>
          <p:spPr>
            <a:xfrm>
              <a:off x="3023" y="3129"/>
              <a:ext cx="264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4" name="Google Shape;5714;p125"/>
            <p:cNvSpPr/>
            <p:nvPr/>
          </p:nvSpPr>
          <p:spPr>
            <a:xfrm>
              <a:off x="3448" y="2841"/>
              <a:ext cx="26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5" name="Google Shape;5715;p125"/>
            <p:cNvSpPr/>
            <p:nvPr/>
          </p:nvSpPr>
          <p:spPr>
            <a:xfrm>
              <a:off x="3448" y="3129"/>
              <a:ext cx="26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6" name="Google Shape;5716;p125"/>
            <p:cNvSpPr/>
            <p:nvPr/>
          </p:nvSpPr>
          <p:spPr>
            <a:xfrm>
              <a:off x="3832" y="2841"/>
              <a:ext cx="26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7" name="Google Shape;5717;p125"/>
            <p:cNvSpPr/>
            <p:nvPr/>
          </p:nvSpPr>
          <p:spPr>
            <a:xfrm>
              <a:off x="3832" y="3129"/>
              <a:ext cx="266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8" name="Google Shape;5718;p125"/>
            <p:cNvSpPr/>
            <p:nvPr/>
          </p:nvSpPr>
          <p:spPr>
            <a:xfrm>
              <a:off x="4182" y="2841"/>
              <a:ext cx="384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9" name="Google Shape;5719;p125"/>
            <p:cNvSpPr/>
            <p:nvPr/>
          </p:nvSpPr>
          <p:spPr>
            <a:xfrm>
              <a:off x="4216" y="3129"/>
              <a:ext cx="264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0" name="Google Shape;5720;p125"/>
            <p:cNvSpPr/>
            <p:nvPr/>
          </p:nvSpPr>
          <p:spPr>
            <a:xfrm>
              <a:off x="4600" y="2841"/>
              <a:ext cx="264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1" name="Google Shape;5721;p125"/>
            <p:cNvSpPr/>
            <p:nvPr/>
          </p:nvSpPr>
          <p:spPr>
            <a:xfrm>
              <a:off x="4600" y="3129"/>
              <a:ext cx="264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2" name="Google Shape;5722;p125"/>
            <p:cNvSpPr/>
            <p:nvPr/>
          </p:nvSpPr>
          <p:spPr>
            <a:xfrm>
              <a:off x="4984" y="2841"/>
              <a:ext cx="264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3" name="Google Shape;5723;p125"/>
            <p:cNvSpPr/>
            <p:nvPr/>
          </p:nvSpPr>
          <p:spPr>
            <a:xfrm>
              <a:off x="4984" y="3129"/>
              <a:ext cx="264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4" name="Google Shape;5724;p125"/>
            <p:cNvSpPr/>
            <p:nvPr/>
          </p:nvSpPr>
          <p:spPr>
            <a:xfrm>
              <a:off x="5291" y="2841"/>
              <a:ext cx="341" cy="33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5" name="Google Shape;5725;p125"/>
            <p:cNvSpPr/>
            <p:nvPr/>
          </p:nvSpPr>
          <p:spPr>
            <a:xfrm>
              <a:off x="5367" y="3129"/>
              <a:ext cx="265" cy="33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26" name="Google Shape;5726;p125"/>
            <p:cNvGrpSpPr/>
            <p:nvPr/>
          </p:nvGrpSpPr>
          <p:grpSpPr>
            <a:xfrm>
              <a:off x="4528" y="2836"/>
              <a:ext cx="294" cy="338"/>
              <a:chOff x="4528" y="2836"/>
              <a:chExt cx="294" cy="338"/>
            </a:xfrm>
          </p:grpSpPr>
          <p:sp>
            <p:nvSpPr>
              <p:cNvPr id="5727" name="Google Shape;5727;p125"/>
              <p:cNvSpPr/>
              <p:nvPr/>
            </p:nvSpPr>
            <p:spPr>
              <a:xfrm>
                <a:off x="4528" y="2836"/>
                <a:ext cx="290" cy="28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 cap="none" strike="noStrik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8" name="Google Shape;5728;p125"/>
              <p:cNvSpPr/>
              <p:nvPr/>
            </p:nvSpPr>
            <p:spPr>
              <a:xfrm>
                <a:off x="4558" y="2841"/>
                <a:ext cx="264" cy="333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29" name="Google Shape;5729;p125"/>
            <p:cNvGrpSpPr/>
            <p:nvPr/>
          </p:nvGrpSpPr>
          <p:grpSpPr>
            <a:xfrm>
              <a:off x="4528" y="3124"/>
              <a:ext cx="294" cy="338"/>
              <a:chOff x="4528" y="3124"/>
              <a:chExt cx="294" cy="338"/>
            </a:xfrm>
          </p:grpSpPr>
          <p:sp>
            <p:nvSpPr>
              <p:cNvPr id="5730" name="Google Shape;5730;p125"/>
              <p:cNvSpPr/>
              <p:nvPr/>
            </p:nvSpPr>
            <p:spPr>
              <a:xfrm>
                <a:off x="4528" y="3124"/>
                <a:ext cx="290" cy="28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 cap="none" strike="noStrik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1" name="Google Shape;5731;p125"/>
              <p:cNvSpPr/>
              <p:nvPr/>
            </p:nvSpPr>
            <p:spPr>
              <a:xfrm>
                <a:off x="4558" y="3129"/>
                <a:ext cx="264" cy="333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32" name="Google Shape;5732;p125"/>
            <p:cNvGrpSpPr/>
            <p:nvPr/>
          </p:nvGrpSpPr>
          <p:grpSpPr>
            <a:xfrm>
              <a:off x="4868" y="2836"/>
              <a:ext cx="423" cy="338"/>
              <a:chOff x="4868" y="2836"/>
              <a:chExt cx="423" cy="338"/>
            </a:xfrm>
          </p:grpSpPr>
          <p:sp>
            <p:nvSpPr>
              <p:cNvPr id="5733" name="Google Shape;5733;p125"/>
              <p:cNvSpPr/>
              <p:nvPr/>
            </p:nvSpPr>
            <p:spPr>
              <a:xfrm>
                <a:off x="4868" y="2836"/>
                <a:ext cx="419" cy="28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 cap="none" strike="noStrik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4" name="Google Shape;5734;p125"/>
              <p:cNvSpPr/>
              <p:nvPr/>
            </p:nvSpPr>
            <p:spPr>
              <a:xfrm>
                <a:off x="4912" y="2841"/>
                <a:ext cx="379" cy="333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35" name="Google Shape;5735;p125"/>
            <p:cNvGrpSpPr/>
            <p:nvPr/>
          </p:nvGrpSpPr>
          <p:grpSpPr>
            <a:xfrm>
              <a:off x="4954" y="3124"/>
              <a:ext cx="294" cy="338"/>
              <a:chOff x="4954" y="3124"/>
              <a:chExt cx="294" cy="338"/>
            </a:xfrm>
          </p:grpSpPr>
          <p:sp>
            <p:nvSpPr>
              <p:cNvPr id="5736" name="Google Shape;5736;p125"/>
              <p:cNvSpPr/>
              <p:nvPr/>
            </p:nvSpPr>
            <p:spPr>
              <a:xfrm>
                <a:off x="4954" y="3124"/>
                <a:ext cx="290" cy="28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 cap="none" strike="noStrik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7" name="Google Shape;5737;p125"/>
              <p:cNvSpPr/>
              <p:nvPr/>
            </p:nvSpPr>
            <p:spPr>
              <a:xfrm>
                <a:off x="4984" y="3129"/>
                <a:ext cx="264" cy="333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38" name="Google Shape;5738;p125"/>
            <p:cNvGrpSpPr/>
            <p:nvPr/>
          </p:nvGrpSpPr>
          <p:grpSpPr>
            <a:xfrm>
              <a:off x="5252" y="2836"/>
              <a:ext cx="423" cy="338"/>
              <a:chOff x="5252" y="2836"/>
              <a:chExt cx="423" cy="338"/>
            </a:xfrm>
          </p:grpSpPr>
          <p:sp>
            <p:nvSpPr>
              <p:cNvPr id="5739" name="Google Shape;5739;p125"/>
              <p:cNvSpPr/>
              <p:nvPr/>
            </p:nvSpPr>
            <p:spPr>
              <a:xfrm>
                <a:off x="5252" y="2836"/>
                <a:ext cx="419" cy="28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 cap="none" strike="noStrik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0" name="Google Shape;5740;p125"/>
              <p:cNvSpPr/>
              <p:nvPr/>
            </p:nvSpPr>
            <p:spPr>
              <a:xfrm>
                <a:off x="5296" y="2841"/>
                <a:ext cx="379" cy="333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41" name="Google Shape;5741;p125"/>
            <p:cNvGrpSpPr/>
            <p:nvPr/>
          </p:nvGrpSpPr>
          <p:grpSpPr>
            <a:xfrm>
              <a:off x="5296" y="3124"/>
              <a:ext cx="422" cy="338"/>
              <a:chOff x="5296" y="3124"/>
              <a:chExt cx="422" cy="338"/>
            </a:xfrm>
          </p:grpSpPr>
          <p:sp>
            <p:nvSpPr>
              <p:cNvPr id="5742" name="Google Shape;5742;p125"/>
              <p:cNvSpPr/>
              <p:nvPr/>
            </p:nvSpPr>
            <p:spPr>
              <a:xfrm>
                <a:off x="5296" y="3124"/>
                <a:ext cx="418" cy="28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 cap="none" strike="noStrik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3" name="Google Shape;5743;p125"/>
              <p:cNvSpPr/>
              <p:nvPr/>
            </p:nvSpPr>
            <p:spPr>
              <a:xfrm>
                <a:off x="5339" y="3129"/>
                <a:ext cx="379" cy="333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44" name="Google Shape;5744;p125"/>
            <p:cNvGrpSpPr/>
            <p:nvPr/>
          </p:nvGrpSpPr>
          <p:grpSpPr>
            <a:xfrm>
              <a:off x="5252" y="2836"/>
              <a:ext cx="423" cy="338"/>
              <a:chOff x="5252" y="2836"/>
              <a:chExt cx="423" cy="338"/>
            </a:xfrm>
          </p:grpSpPr>
          <p:sp>
            <p:nvSpPr>
              <p:cNvPr id="5745" name="Google Shape;5745;p125"/>
              <p:cNvSpPr/>
              <p:nvPr/>
            </p:nvSpPr>
            <p:spPr>
              <a:xfrm>
                <a:off x="5252" y="2836"/>
                <a:ext cx="419" cy="28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 cap="none" strike="noStrik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6" name="Google Shape;5746;p125"/>
              <p:cNvSpPr/>
              <p:nvPr/>
            </p:nvSpPr>
            <p:spPr>
              <a:xfrm>
                <a:off x="5296" y="2841"/>
                <a:ext cx="379" cy="333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47" name="Google Shape;5747;p125"/>
            <p:cNvGrpSpPr/>
            <p:nvPr/>
          </p:nvGrpSpPr>
          <p:grpSpPr>
            <a:xfrm>
              <a:off x="5336" y="3125"/>
              <a:ext cx="423" cy="338"/>
              <a:chOff x="5336" y="3125"/>
              <a:chExt cx="423" cy="338"/>
            </a:xfrm>
          </p:grpSpPr>
          <p:sp>
            <p:nvSpPr>
              <p:cNvPr id="5748" name="Google Shape;5748;p125"/>
              <p:cNvSpPr/>
              <p:nvPr/>
            </p:nvSpPr>
            <p:spPr>
              <a:xfrm>
                <a:off x="5336" y="3125"/>
                <a:ext cx="419" cy="28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 cap="none" strike="noStrike">
                  <a:solidFill>
                    <a:srgbClr val="FF00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9" name="Google Shape;5749;p125"/>
              <p:cNvSpPr/>
              <p:nvPr/>
            </p:nvSpPr>
            <p:spPr>
              <a:xfrm>
                <a:off x="5381" y="3130"/>
                <a:ext cx="378" cy="333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6025" lIns="92075" spcFirstLastPara="1" rIns="92075" wrap="square" tIns="4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b="0" i="0" lang="en-US" sz="2800" u="none" cap="none" strike="noStrike">
                    <a:solidFill>
                      <a:srgbClr val="00009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5" name="Shape 5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6" name="Google Shape;5756;p126"/>
          <p:cNvSpPr txBox="1"/>
          <p:nvPr>
            <p:ph idx="1" type="body"/>
          </p:nvPr>
        </p:nvSpPr>
        <p:spPr>
          <a:xfrm>
            <a:off x="1282700" y="2070100"/>
            <a:ext cx="10401300" cy="3525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O(n)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select next destination vertex.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O(out-degree)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update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d()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p()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when adjacency lists are used.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O(n)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update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d()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p()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when adjacency matrix is used.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 and update done once for each vertex to which a shortest path is found.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time is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</a:t>
            </a:r>
            <a:r>
              <a:rPr baseline="30000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e) = O(n</a:t>
            </a:r>
            <a:r>
              <a:rPr baseline="30000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</p:txBody>
      </p:sp>
      <p:pic>
        <p:nvPicPr>
          <p:cNvPr id="5757" name="Google Shape;5757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758" name="Google Shape;5758;p126"/>
          <p:cNvSpPr txBox="1"/>
          <p:nvPr/>
        </p:nvSpPr>
        <p:spPr>
          <a:xfrm>
            <a:off x="1928797" y="658810"/>
            <a:ext cx="9526603" cy="719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Dijkstra Algorithm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9" name="Google Shape;5759;p12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</a:rPr>
              <a:t>2/22/2024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760" name="Google Shape;5760;p12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5" name="Shape 5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66" name="Google Shape;5766;p172"/>
          <p:cNvGrpSpPr/>
          <p:nvPr/>
        </p:nvGrpSpPr>
        <p:grpSpPr>
          <a:xfrm>
            <a:off x="1774825" y="1052513"/>
            <a:ext cx="6751638" cy="5618162"/>
            <a:chOff x="2104" y="1253"/>
            <a:chExt cx="3543" cy="2948"/>
          </a:xfrm>
        </p:grpSpPr>
        <p:pic>
          <p:nvPicPr>
            <p:cNvPr descr="掃描0001" id="5767" name="Google Shape;5767;p172"/>
            <p:cNvPicPr preferRelativeResize="0"/>
            <p:nvPr/>
          </p:nvPicPr>
          <p:blipFill rotWithShape="1">
            <a:blip r:embed="rId3">
              <a:alphaModFix/>
            </a:blip>
            <a:srcRect b="0" l="0" r="10434" t="30359"/>
            <a:stretch/>
          </p:blipFill>
          <p:spPr>
            <a:xfrm>
              <a:off x="2104" y="1797"/>
              <a:ext cx="3543" cy="24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掃描0001" id="5768" name="Google Shape;5768;p172"/>
            <p:cNvPicPr preferRelativeResize="0"/>
            <p:nvPr/>
          </p:nvPicPr>
          <p:blipFill rotWithShape="1">
            <a:blip r:embed="rId3">
              <a:alphaModFix/>
            </a:blip>
            <a:srcRect b="84251" l="0" r="10536" t="0"/>
            <a:stretch/>
          </p:blipFill>
          <p:spPr>
            <a:xfrm>
              <a:off x="2104" y="1253"/>
              <a:ext cx="3543" cy="5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69" name="Google Shape;5769;p172"/>
          <p:cNvSpPr txBox="1"/>
          <p:nvPr>
            <p:ph idx="1" type="body"/>
          </p:nvPr>
        </p:nvSpPr>
        <p:spPr>
          <a:xfrm>
            <a:off x="1631950" y="188913"/>
            <a:ext cx="85677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Single Source Shortest Paths Program (v=0)</a:t>
            </a:r>
            <a:endParaRPr/>
          </a:p>
        </p:txBody>
      </p:sp>
      <p:sp>
        <p:nvSpPr>
          <p:cNvPr id="5770" name="Google Shape;5770;p172"/>
          <p:cNvSpPr/>
          <p:nvPr/>
        </p:nvSpPr>
        <p:spPr>
          <a:xfrm>
            <a:off x="6311900" y="1987550"/>
            <a:ext cx="4248150" cy="29543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1" name="Google Shape;5771;p172"/>
          <p:cNvSpPr/>
          <p:nvPr/>
        </p:nvSpPr>
        <p:spPr>
          <a:xfrm>
            <a:off x="9121775" y="1557338"/>
            <a:ext cx="215900" cy="21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2" name="Google Shape;5772;p172"/>
          <p:cNvSpPr/>
          <p:nvPr/>
        </p:nvSpPr>
        <p:spPr>
          <a:xfrm>
            <a:off x="9337675" y="1557338"/>
            <a:ext cx="215900" cy="21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3" name="Google Shape;5773;p172"/>
          <p:cNvSpPr/>
          <p:nvPr/>
        </p:nvSpPr>
        <p:spPr>
          <a:xfrm>
            <a:off x="9553575" y="1557338"/>
            <a:ext cx="215900" cy="21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4" name="Google Shape;5774;p172"/>
          <p:cNvSpPr/>
          <p:nvPr/>
        </p:nvSpPr>
        <p:spPr>
          <a:xfrm>
            <a:off x="9769475" y="1557338"/>
            <a:ext cx="215900" cy="21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5" name="Google Shape;5775;p172"/>
          <p:cNvSpPr/>
          <p:nvPr/>
        </p:nvSpPr>
        <p:spPr>
          <a:xfrm>
            <a:off x="9985375" y="1557338"/>
            <a:ext cx="215900" cy="21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6" name="Google Shape;5776;p172"/>
          <p:cNvSpPr/>
          <p:nvPr/>
        </p:nvSpPr>
        <p:spPr>
          <a:xfrm>
            <a:off x="10201275" y="1557338"/>
            <a:ext cx="215900" cy="21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7" name="Google Shape;5777;p172"/>
          <p:cNvSpPr txBox="1"/>
          <p:nvPr/>
        </p:nvSpPr>
        <p:spPr>
          <a:xfrm>
            <a:off x="9048751" y="1328738"/>
            <a:ext cx="3603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8" name="Google Shape;5778;p172"/>
          <p:cNvSpPr txBox="1"/>
          <p:nvPr/>
        </p:nvSpPr>
        <p:spPr>
          <a:xfrm>
            <a:off x="9264651" y="1328738"/>
            <a:ext cx="3603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9" name="Google Shape;5779;p172"/>
          <p:cNvSpPr txBox="1"/>
          <p:nvPr/>
        </p:nvSpPr>
        <p:spPr>
          <a:xfrm>
            <a:off x="9480551" y="1328738"/>
            <a:ext cx="3603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0" name="Google Shape;5780;p172"/>
          <p:cNvSpPr txBox="1"/>
          <p:nvPr/>
        </p:nvSpPr>
        <p:spPr>
          <a:xfrm>
            <a:off x="9696451" y="1328738"/>
            <a:ext cx="3603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1" name="Google Shape;5781;p172"/>
          <p:cNvSpPr txBox="1"/>
          <p:nvPr/>
        </p:nvSpPr>
        <p:spPr>
          <a:xfrm>
            <a:off x="9912351" y="1328738"/>
            <a:ext cx="3603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2" name="Google Shape;5782;p172"/>
          <p:cNvSpPr txBox="1"/>
          <p:nvPr/>
        </p:nvSpPr>
        <p:spPr>
          <a:xfrm>
            <a:off x="10128251" y="1328738"/>
            <a:ext cx="3603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83" name="Google Shape;5783;p172"/>
          <p:cNvGrpSpPr/>
          <p:nvPr/>
        </p:nvGrpSpPr>
        <p:grpSpPr>
          <a:xfrm>
            <a:off x="9121775" y="1557338"/>
            <a:ext cx="215900" cy="215900"/>
            <a:chOff x="4059" y="845"/>
            <a:chExt cx="136" cy="136"/>
          </a:xfrm>
        </p:grpSpPr>
        <p:cxnSp>
          <p:nvCxnSpPr>
            <p:cNvPr id="5784" name="Google Shape;5784;p172"/>
            <p:cNvCxnSpPr/>
            <p:nvPr/>
          </p:nvCxnSpPr>
          <p:spPr>
            <a:xfrm>
              <a:off x="4059" y="845"/>
              <a:ext cx="136" cy="1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85" name="Google Shape;5785;p172"/>
            <p:cNvCxnSpPr/>
            <p:nvPr/>
          </p:nvCxnSpPr>
          <p:spPr>
            <a:xfrm flipH="1">
              <a:off x="4059" y="845"/>
              <a:ext cx="136" cy="1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786" name="Google Shape;5786;p172"/>
          <p:cNvGrpSpPr/>
          <p:nvPr/>
        </p:nvGrpSpPr>
        <p:grpSpPr>
          <a:xfrm>
            <a:off x="9555163" y="1557338"/>
            <a:ext cx="215900" cy="215900"/>
            <a:chOff x="4059" y="845"/>
            <a:chExt cx="136" cy="136"/>
          </a:xfrm>
        </p:grpSpPr>
        <p:cxnSp>
          <p:nvCxnSpPr>
            <p:cNvPr id="5787" name="Google Shape;5787;p172"/>
            <p:cNvCxnSpPr/>
            <p:nvPr/>
          </p:nvCxnSpPr>
          <p:spPr>
            <a:xfrm>
              <a:off x="4059" y="845"/>
              <a:ext cx="136" cy="1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88" name="Google Shape;5788;p172"/>
            <p:cNvCxnSpPr/>
            <p:nvPr/>
          </p:nvCxnSpPr>
          <p:spPr>
            <a:xfrm flipH="1">
              <a:off x="4059" y="845"/>
              <a:ext cx="136" cy="1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789" name="Google Shape;5789;p172"/>
          <p:cNvGrpSpPr/>
          <p:nvPr/>
        </p:nvGrpSpPr>
        <p:grpSpPr>
          <a:xfrm>
            <a:off x="9986963" y="1544638"/>
            <a:ext cx="215900" cy="215900"/>
            <a:chOff x="4059" y="845"/>
            <a:chExt cx="136" cy="136"/>
          </a:xfrm>
        </p:grpSpPr>
        <p:cxnSp>
          <p:nvCxnSpPr>
            <p:cNvPr id="5790" name="Google Shape;5790;p172"/>
            <p:cNvCxnSpPr/>
            <p:nvPr/>
          </p:nvCxnSpPr>
          <p:spPr>
            <a:xfrm>
              <a:off x="4059" y="845"/>
              <a:ext cx="136" cy="1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91" name="Google Shape;5791;p172"/>
            <p:cNvCxnSpPr/>
            <p:nvPr/>
          </p:nvCxnSpPr>
          <p:spPr>
            <a:xfrm flipH="1">
              <a:off x="4059" y="845"/>
              <a:ext cx="136" cy="1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792" name="Google Shape;5792;p172"/>
          <p:cNvGrpSpPr/>
          <p:nvPr/>
        </p:nvGrpSpPr>
        <p:grpSpPr>
          <a:xfrm>
            <a:off x="9337675" y="1544638"/>
            <a:ext cx="215900" cy="215900"/>
            <a:chOff x="4059" y="845"/>
            <a:chExt cx="136" cy="136"/>
          </a:xfrm>
        </p:grpSpPr>
        <p:cxnSp>
          <p:nvCxnSpPr>
            <p:cNvPr id="5793" name="Google Shape;5793;p172"/>
            <p:cNvCxnSpPr/>
            <p:nvPr/>
          </p:nvCxnSpPr>
          <p:spPr>
            <a:xfrm>
              <a:off x="4059" y="845"/>
              <a:ext cx="136" cy="1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94" name="Google Shape;5794;p172"/>
            <p:cNvCxnSpPr/>
            <p:nvPr/>
          </p:nvCxnSpPr>
          <p:spPr>
            <a:xfrm flipH="1">
              <a:off x="4059" y="845"/>
              <a:ext cx="136" cy="1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795" name="Google Shape;5795;p172"/>
          <p:cNvGrpSpPr/>
          <p:nvPr/>
        </p:nvGrpSpPr>
        <p:grpSpPr>
          <a:xfrm>
            <a:off x="9769475" y="1544638"/>
            <a:ext cx="215900" cy="215900"/>
            <a:chOff x="4059" y="845"/>
            <a:chExt cx="136" cy="136"/>
          </a:xfrm>
        </p:grpSpPr>
        <p:cxnSp>
          <p:nvCxnSpPr>
            <p:cNvPr id="5796" name="Google Shape;5796;p172"/>
            <p:cNvCxnSpPr/>
            <p:nvPr/>
          </p:nvCxnSpPr>
          <p:spPr>
            <a:xfrm>
              <a:off x="4059" y="845"/>
              <a:ext cx="136" cy="1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97" name="Google Shape;5797;p172"/>
            <p:cNvCxnSpPr/>
            <p:nvPr/>
          </p:nvCxnSpPr>
          <p:spPr>
            <a:xfrm flipH="1">
              <a:off x="4059" y="845"/>
              <a:ext cx="136" cy="1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798" name="Google Shape;5798;p172"/>
          <p:cNvGrpSpPr/>
          <p:nvPr/>
        </p:nvGrpSpPr>
        <p:grpSpPr>
          <a:xfrm>
            <a:off x="10202863" y="1544638"/>
            <a:ext cx="215900" cy="215900"/>
            <a:chOff x="4059" y="845"/>
            <a:chExt cx="136" cy="136"/>
          </a:xfrm>
        </p:grpSpPr>
        <p:cxnSp>
          <p:nvCxnSpPr>
            <p:cNvPr id="5799" name="Google Shape;5799;p172"/>
            <p:cNvCxnSpPr/>
            <p:nvPr/>
          </p:nvCxnSpPr>
          <p:spPr>
            <a:xfrm>
              <a:off x="4059" y="845"/>
              <a:ext cx="136" cy="1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00" name="Google Shape;5800;p172"/>
            <p:cNvCxnSpPr/>
            <p:nvPr/>
          </p:nvCxnSpPr>
          <p:spPr>
            <a:xfrm flipH="1">
              <a:off x="4059" y="845"/>
              <a:ext cx="136" cy="1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801" name="Google Shape;5801;p172"/>
          <p:cNvSpPr txBox="1"/>
          <p:nvPr/>
        </p:nvSpPr>
        <p:spPr>
          <a:xfrm>
            <a:off x="9048750" y="871538"/>
            <a:ext cx="107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02" name="Google Shape;5802;p172"/>
          <p:cNvGraphicFramePr/>
          <p:nvPr/>
        </p:nvGraphicFramePr>
        <p:xfrm>
          <a:off x="6383339" y="4437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660400"/>
                <a:gridCol w="661975"/>
                <a:gridCol w="658825"/>
                <a:gridCol w="684200"/>
                <a:gridCol w="684225"/>
                <a:gridCol w="684200"/>
              </a:tblGrid>
              <a:tr h="2746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03" name="Google Shape;5803;p172"/>
          <p:cNvSpPr txBox="1"/>
          <p:nvPr/>
        </p:nvSpPr>
        <p:spPr>
          <a:xfrm>
            <a:off x="4872039" y="4195763"/>
            <a:ext cx="1368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distance: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4" name="Google Shape;5804;p172"/>
          <p:cNvSpPr txBox="1"/>
          <p:nvPr/>
        </p:nvSpPr>
        <p:spPr>
          <a:xfrm>
            <a:off x="5446714" y="1916113"/>
            <a:ext cx="8651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cost: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5" name="Google Shape;5805;p172"/>
          <p:cNvSpPr txBox="1"/>
          <p:nvPr/>
        </p:nvSpPr>
        <p:spPr>
          <a:xfrm>
            <a:off x="8832850" y="5013325"/>
            <a:ext cx="2873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6" name="Google Shape;5806;p172"/>
          <p:cNvSpPr txBox="1"/>
          <p:nvPr/>
        </p:nvSpPr>
        <p:spPr>
          <a:xfrm>
            <a:off x="8759826" y="5492750"/>
            <a:ext cx="3603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7" name="Google Shape;5807;p172"/>
          <p:cNvSpPr txBox="1"/>
          <p:nvPr/>
        </p:nvSpPr>
        <p:spPr>
          <a:xfrm>
            <a:off x="8688388" y="5995988"/>
            <a:ext cx="4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8" name="Google Shape;5808;p172"/>
          <p:cNvSpPr/>
          <p:nvPr/>
        </p:nvSpPr>
        <p:spPr>
          <a:xfrm>
            <a:off x="6743700" y="4437064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9" name="Google Shape;5809;p172"/>
          <p:cNvSpPr/>
          <p:nvPr/>
        </p:nvSpPr>
        <p:spPr>
          <a:xfrm>
            <a:off x="7313613" y="4437064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0" name="Google Shape;5810;p172"/>
          <p:cNvSpPr/>
          <p:nvPr/>
        </p:nvSpPr>
        <p:spPr>
          <a:xfrm>
            <a:off x="7962900" y="4437064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1" name="Google Shape;5811;p172"/>
          <p:cNvSpPr/>
          <p:nvPr/>
        </p:nvSpPr>
        <p:spPr>
          <a:xfrm>
            <a:off x="8401051" y="4437064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2" name="Google Shape;5812;p172"/>
          <p:cNvSpPr/>
          <p:nvPr/>
        </p:nvSpPr>
        <p:spPr>
          <a:xfrm>
            <a:off x="9264650" y="4437064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3" name="Google Shape;5813;p172"/>
          <p:cNvSpPr/>
          <p:nvPr/>
        </p:nvSpPr>
        <p:spPr>
          <a:xfrm>
            <a:off x="9767889" y="4437064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4" name="Google Shape;5814;p172"/>
          <p:cNvSpPr/>
          <p:nvPr/>
        </p:nvSpPr>
        <p:spPr>
          <a:xfrm>
            <a:off x="2208213" y="2133600"/>
            <a:ext cx="1223962" cy="215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5" name="Google Shape;5815;p172"/>
          <p:cNvSpPr/>
          <p:nvPr/>
        </p:nvSpPr>
        <p:spPr>
          <a:xfrm>
            <a:off x="2208213" y="2349501"/>
            <a:ext cx="3382962" cy="1008063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6" name="Google Shape;5816;p172"/>
          <p:cNvSpPr/>
          <p:nvPr/>
        </p:nvSpPr>
        <p:spPr>
          <a:xfrm>
            <a:off x="2208213" y="3357563"/>
            <a:ext cx="1943100" cy="215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7" name="Google Shape;5817;p172"/>
          <p:cNvSpPr/>
          <p:nvPr/>
        </p:nvSpPr>
        <p:spPr>
          <a:xfrm>
            <a:off x="2208213" y="3573463"/>
            <a:ext cx="1943100" cy="215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8" name="Google Shape;5818;p172"/>
          <p:cNvSpPr/>
          <p:nvPr/>
        </p:nvSpPr>
        <p:spPr>
          <a:xfrm>
            <a:off x="2208214" y="3789364"/>
            <a:ext cx="3095625" cy="2889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9" name="Google Shape;5819;p172"/>
          <p:cNvSpPr/>
          <p:nvPr/>
        </p:nvSpPr>
        <p:spPr>
          <a:xfrm>
            <a:off x="2495550" y="4076700"/>
            <a:ext cx="3600450" cy="215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0" name="Google Shape;5820;p172"/>
          <p:cNvSpPr/>
          <p:nvPr/>
        </p:nvSpPr>
        <p:spPr>
          <a:xfrm>
            <a:off x="2495551" y="4292601"/>
            <a:ext cx="2016125" cy="2889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1" name="Google Shape;5821;p172"/>
          <p:cNvSpPr/>
          <p:nvPr/>
        </p:nvSpPr>
        <p:spPr>
          <a:xfrm>
            <a:off x="2495551" y="4581525"/>
            <a:ext cx="2879725" cy="215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2" name="Google Shape;5822;p172"/>
          <p:cNvSpPr/>
          <p:nvPr/>
        </p:nvSpPr>
        <p:spPr>
          <a:xfrm>
            <a:off x="2855913" y="4795839"/>
            <a:ext cx="1727200" cy="2889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3" name="Google Shape;5823;p172"/>
          <p:cNvSpPr/>
          <p:nvPr/>
        </p:nvSpPr>
        <p:spPr>
          <a:xfrm>
            <a:off x="3144838" y="5084763"/>
            <a:ext cx="5256212" cy="215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4" name="Google Shape;5824;p172"/>
          <p:cNvSpPr/>
          <p:nvPr/>
        </p:nvSpPr>
        <p:spPr>
          <a:xfrm>
            <a:off x="3432176" y="5313363"/>
            <a:ext cx="4824413" cy="203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5" name="Google Shape;5825;p172"/>
          <p:cNvSpPr txBox="1"/>
          <p:nvPr/>
        </p:nvSpPr>
        <p:spPr>
          <a:xfrm>
            <a:off x="9121775" y="5013325"/>
            <a:ext cx="2873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6" name="Google Shape;5826;p172"/>
          <p:cNvSpPr txBox="1"/>
          <p:nvPr/>
        </p:nvSpPr>
        <p:spPr>
          <a:xfrm>
            <a:off x="9120189" y="5492750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7" name="Google Shape;5827;p172"/>
          <p:cNvSpPr txBox="1"/>
          <p:nvPr/>
        </p:nvSpPr>
        <p:spPr>
          <a:xfrm>
            <a:off x="9120189" y="5995988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8" name="Google Shape;5828;p172"/>
          <p:cNvSpPr txBox="1"/>
          <p:nvPr/>
        </p:nvSpPr>
        <p:spPr>
          <a:xfrm>
            <a:off x="9120189" y="5995988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9" name="Google Shape;5829;p172"/>
          <p:cNvSpPr txBox="1"/>
          <p:nvPr/>
        </p:nvSpPr>
        <p:spPr>
          <a:xfrm>
            <a:off x="9120189" y="5995988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0" name="Google Shape;5830;p172"/>
          <p:cNvSpPr txBox="1"/>
          <p:nvPr/>
        </p:nvSpPr>
        <p:spPr>
          <a:xfrm>
            <a:off x="9120189" y="5995988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1" name="Google Shape;5831;p172"/>
          <p:cNvSpPr/>
          <p:nvPr/>
        </p:nvSpPr>
        <p:spPr>
          <a:xfrm>
            <a:off x="8616950" y="4437064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2" name="Google Shape;5832;p172"/>
          <p:cNvSpPr txBox="1"/>
          <p:nvPr/>
        </p:nvSpPr>
        <p:spPr>
          <a:xfrm>
            <a:off x="9120189" y="5995988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3" name="Google Shape;5833;p172"/>
          <p:cNvSpPr txBox="1"/>
          <p:nvPr/>
        </p:nvSpPr>
        <p:spPr>
          <a:xfrm>
            <a:off x="9120189" y="5995988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4" name="Google Shape;5834;p172"/>
          <p:cNvSpPr txBox="1"/>
          <p:nvPr/>
        </p:nvSpPr>
        <p:spPr>
          <a:xfrm>
            <a:off x="9120189" y="5013325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5" name="Google Shape;5835;p172"/>
          <p:cNvSpPr txBox="1"/>
          <p:nvPr/>
        </p:nvSpPr>
        <p:spPr>
          <a:xfrm>
            <a:off x="9120189" y="5492750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6" name="Google Shape;5836;p172"/>
          <p:cNvSpPr/>
          <p:nvPr/>
        </p:nvSpPr>
        <p:spPr>
          <a:xfrm>
            <a:off x="7313613" y="4437064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7" name="Google Shape;5837;p172"/>
          <p:cNvSpPr txBox="1"/>
          <p:nvPr/>
        </p:nvSpPr>
        <p:spPr>
          <a:xfrm>
            <a:off x="9120189" y="5013325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8" name="Google Shape;5838;p172"/>
          <p:cNvSpPr txBox="1"/>
          <p:nvPr/>
        </p:nvSpPr>
        <p:spPr>
          <a:xfrm>
            <a:off x="9120189" y="5492750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9" name="Google Shape;5839;p172"/>
          <p:cNvSpPr txBox="1"/>
          <p:nvPr/>
        </p:nvSpPr>
        <p:spPr>
          <a:xfrm>
            <a:off x="9120189" y="5013325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0" name="Google Shape;5840;p172"/>
          <p:cNvSpPr txBox="1"/>
          <p:nvPr/>
        </p:nvSpPr>
        <p:spPr>
          <a:xfrm>
            <a:off x="9120189" y="5492750"/>
            <a:ext cx="287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41" name="Google Shape;5841;p172"/>
          <p:cNvGrpSpPr/>
          <p:nvPr/>
        </p:nvGrpSpPr>
        <p:grpSpPr>
          <a:xfrm>
            <a:off x="6419850" y="1916114"/>
            <a:ext cx="4248150" cy="2378075"/>
            <a:chOff x="2653" y="2243"/>
            <a:chExt cx="3223" cy="1867"/>
          </a:xfrm>
        </p:grpSpPr>
        <p:sp>
          <p:nvSpPr>
            <p:cNvPr id="5842" name="Google Shape;5842;p172"/>
            <p:cNvSpPr/>
            <p:nvPr/>
          </p:nvSpPr>
          <p:spPr>
            <a:xfrm>
              <a:off x="3003" y="2730"/>
              <a:ext cx="348" cy="336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="0" baseline="-2500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43" name="Google Shape;5843;p172"/>
            <p:cNvSpPr/>
            <p:nvPr/>
          </p:nvSpPr>
          <p:spPr>
            <a:xfrm>
              <a:off x="5247" y="2754"/>
              <a:ext cx="348" cy="336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="0" baseline="-2500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44" name="Google Shape;5844;p172"/>
            <p:cNvSpPr/>
            <p:nvPr/>
          </p:nvSpPr>
          <p:spPr>
            <a:xfrm>
              <a:off x="4119" y="2742"/>
              <a:ext cx="348" cy="336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="0" baseline="-2500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45" name="Google Shape;5845;p172"/>
            <p:cNvSpPr/>
            <p:nvPr/>
          </p:nvSpPr>
          <p:spPr>
            <a:xfrm>
              <a:off x="5235" y="3774"/>
              <a:ext cx="348" cy="336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="0" baseline="-2500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46" name="Google Shape;5846;p172"/>
            <p:cNvSpPr/>
            <p:nvPr/>
          </p:nvSpPr>
          <p:spPr>
            <a:xfrm>
              <a:off x="4107" y="3774"/>
              <a:ext cx="348" cy="336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="0" baseline="-2500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47" name="Google Shape;5847;p172"/>
            <p:cNvSpPr/>
            <p:nvPr/>
          </p:nvSpPr>
          <p:spPr>
            <a:xfrm>
              <a:off x="3003" y="3750"/>
              <a:ext cx="348" cy="336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b="0" baseline="-2500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848" name="Google Shape;5848;p172"/>
            <p:cNvCxnSpPr/>
            <p:nvPr/>
          </p:nvCxnSpPr>
          <p:spPr>
            <a:xfrm>
              <a:off x="3351" y="2886"/>
              <a:ext cx="70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49" name="Google Shape;5849;p172"/>
            <p:cNvCxnSpPr/>
            <p:nvPr/>
          </p:nvCxnSpPr>
          <p:spPr>
            <a:xfrm>
              <a:off x="4467" y="2898"/>
              <a:ext cx="7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50" name="Google Shape;5850;p172"/>
            <p:cNvCxnSpPr/>
            <p:nvPr/>
          </p:nvCxnSpPr>
          <p:spPr>
            <a:xfrm>
              <a:off x="3351" y="3918"/>
              <a:ext cx="69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51" name="Google Shape;5851;p172"/>
            <p:cNvCxnSpPr/>
            <p:nvPr/>
          </p:nvCxnSpPr>
          <p:spPr>
            <a:xfrm>
              <a:off x="4479" y="3930"/>
              <a:ext cx="75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5852" name="Google Shape;5852;p172"/>
            <p:cNvCxnSpPr/>
            <p:nvPr/>
          </p:nvCxnSpPr>
          <p:spPr>
            <a:xfrm flipH="1">
              <a:off x="4527" y="3078"/>
              <a:ext cx="816" cy="7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53" name="Google Shape;5853;p172"/>
            <p:cNvCxnSpPr/>
            <p:nvPr/>
          </p:nvCxnSpPr>
          <p:spPr>
            <a:xfrm flipH="1" rot="10800000">
              <a:off x="4395" y="3066"/>
              <a:ext cx="840" cy="7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54" name="Google Shape;5854;p172"/>
            <p:cNvCxnSpPr/>
            <p:nvPr/>
          </p:nvCxnSpPr>
          <p:spPr>
            <a:xfrm rot="10800000">
              <a:off x="4275" y="3138"/>
              <a:ext cx="0" cy="6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55" name="Google Shape;5855;p172"/>
            <p:cNvCxnSpPr/>
            <p:nvPr/>
          </p:nvCxnSpPr>
          <p:spPr>
            <a:xfrm flipH="1">
              <a:off x="3387" y="3078"/>
              <a:ext cx="792" cy="6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856" name="Google Shape;5856;p172"/>
            <p:cNvSpPr/>
            <p:nvPr/>
          </p:nvSpPr>
          <p:spPr>
            <a:xfrm>
              <a:off x="3291" y="3067"/>
              <a:ext cx="82" cy="696"/>
            </a:xfrm>
            <a:custGeom>
              <a:rect b="b" l="l" r="r" t="t"/>
              <a:pathLst>
                <a:path extrusionOk="0" h="696" w="142">
                  <a:moveTo>
                    <a:pt x="0" y="0"/>
                  </a:moveTo>
                  <a:cubicBezTo>
                    <a:pt x="25" y="39"/>
                    <a:pt x="50" y="78"/>
                    <a:pt x="72" y="132"/>
                  </a:cubicBezTo>
                  <a:cubicBezTo>
                    <a:pt x="94" y="186"/>
                    <a:pt x="122" y="272"/>
                    <a:pt x="132" y="324"/>
                  </a:cubicBezTo>
                  <a:cubicBezTo>
                    <a:pt x="142" y="376"/>
                    <a:pt x="136" y="406"/>
                    <a:pt x="132" y="444"/>
                  </a:cubicBezTo>
                  <a:cubicBezTo>
                    <a:pt x="128" y="482"/>
                    <a:pt x="126" y="510"/>
                    <a:pt x="108" y="552"/>
                  </a:cubicBezTo>
                  <a:cubicBezTo>
                    <a:pt x="90" y="594"/>
                    <a:pt x="38" y="674"/>
                    <a:pt x="24" y="69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7" name="Google Shape;5857;p172"/>
            <p:cNvSpPr/>
            <p:nvPr/>
          </p:nvSpPr>
          <p:spPr>
            <a:xfrm rot="10800000">
              <a:off x="2967" y="3052"/>
              <a:ext cx="82" cy="696"/>
            </a:xfrm>
            <a:custGeom>
              <a:rect b="b" l="l" r="r" t="t"/>
              <a:pathLst>
                <a:path extrusionOk="0" h="696" w="142">
                  <a:moveTo>
                    <a:pt x="0" y="0"/>
                  </a:moveTo>
                  <a:cubicBezTo>
                    <a:pt x="25" y="39"/>
                    <a:pt x="50" y="78"/>
                    <a:pt x="72" y="132"/>
                  </a:cubicBezTo>
                  <a:cubicBezTo>
                    <a:pt x="94" y="186"/>
                    <a:pt x="122" y="272"/>
                    <a:pt x="132" y="324"/>
                  </a:cubicBezTo>
                  <a:cubicBezTo>
                    <a:pt x="142" y="376"/>
                    <a:pt x="136" y="406"/>
                    <a:pt x="132" y="444"/>
                  </a:cubicBezTo>
                  <a:cubicBezTo>
                    <a:pt x="128" y="482"/>
                    <a:pt x="126" y="510"/>
                    <a:pt x="108" y="552"/>
                  </a:cubicBezTo>
                  <a:cubicBezTo>
                    <a:pt x="90" y="594"/>
                    <a:pt x="38" y="674"/>
                    <a:pt x="24" y="69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8" name="Google Shape;5858;p172"/>
            <p:cNvSpPr txBox="1"/>
            <p:nvPr/>
          </p:nvSpPr>
          <p:spPr>
            <a:xfrm>
              <a:off x="3617" y="2634"/>
              <a:ext cx="1585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50                      10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59" name="Google Shape;5859;p172"/>
            <p:cNvSpPr txBox="1"/>
            <p:nvPr/>
          </p:nvSpPr>
          <p:spPr>
            <a:xfrm>
              <a:off x="2653" y="3270"/>
              <a:ext cx="3223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20      10      15          20       35        30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0" name="Google Shape;5860;p172"/>
            <p:cNvSpPr txBox="1"/>
            <p:nvPr/>
          </p:nvSpPr>
          <p:spPr>
            <a:xfrm>
              <a:off x="3548" y="3677"/>
              <a:ext cx="1551" cy="3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15                       3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1" name="Google Shape;5861;p172"/>
            <p:cNvSpPr txBox="1"/>
            <p:nvPr/>
          </p:nvSpPr>
          <p:spPr>
            <a:xfrm>
              <a:off x="4119" y="2243"/>
              <a:ext cx="332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2" name="Google Shape;5862;p172"/>
            <p:cNvSpPr/>
            <p:nvPr/>
          </p:nvSpPr>
          <p:spPr>
            <a:xfrm>
              <a:off x="3176" y="2514"/>
              <a:ext cx="2249" cy="195"/>
            </a:xfrm>
            <a:custGeom>
              <a:rect b="b" l="l" r="r" t="t"/>
              <a:pathLst>
                <a:path extrusionOk="0" h="195" w="2249">
                  <a:moveTo>
                    <a:pt x="0" y="179"/>
                  </a:moveTo>
                  <a:cubicBezTo>
                    <a:pt x="88" y="157"/>
                    <a:pt x="346" y="77"/>
                    <a:pt x="529" y="47"/>
                  </a:cubicBezTo>
                  <a:cubicBezTo>
                    <a:pt x="712" y="17"/>
                    <a:pt x="905" y="0"/>
                    <a:pt x="1097" y="0"/>
                  </a:cubicBezTo>
                  <a:cubicBezTo>
                    <a:pt x="1289" y="0"/>
                    <a:pt x="1489" y="14"/>
                    <a:pt x="1681" y="47"/>
                  </a:cubicBezTo>
                  <a:cubicBezTo>
                    <a:pt x="1873" y="80"/>
                    <a:pt x="2131" y="164"/>
                    <a:pt x="2249" y="1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68" name="Shape 5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9" name="Google Shape;5869;p127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0" name="Google Shape;5870;p12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71" name="Google Shape;5871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872" name="Google Shape;5872;p127"/>
          <p:cNvSpPr txBox="1"/>
          <p:nvPr/>
        </p:nvSpPr>
        <p:spPr>
          <a:xfrm>
            <a:off x="1562100" y="344094"/>
            <a:ext cx="102489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 Assignment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3" name="Google Shape;5873;p127"/>
          <p:cNvSpPr txBox="1"/>
          <p:nvPr/>
        </p:nvSpPr>
        <p:spPr>
          <a:xfrm>
            <a:off x="762000" y="1799134"/>
            <a:ext cx="10818796" cy="4373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7780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 "/>
            </a:pPr>
            <a:r>
              <a:rPr b="0" i="0" lang="en-US" sz="28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shortest paths from v</a:t>
            </a:r>
            <a:r>
              <a:rPr b="0" baseline="-25000" i="0" lang="en-US" sz="28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8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destinations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4" name="Google Shape;5874;p127"/>
          <p:cNvSpPr/>
          <p:nvPr/>
        </p:nvSpPr>
        <p:spPr>
          <a:xfrm>
            <a:off x="1938338" y="228123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75" name="Google Shape;5875;p127"/>
          <p:cNvPicPr preferRelativeResize="0"/>
          <p:nvPr/>
        </p:nvPicPr>
        <p:blipFill rotWithShape="1">
          <a:blip r:embed="rId4">
            <a:alphaModFix/>
          </a:blip>
          <a:srcRect b="10674" l="1" r="41058" t="0"/>
          <a:stretch/>
        </p:blipFill>
        <p:spPr>
          <a:xfrm>
            <a:off x="533400" y="2286001"/>
            <a:ext cx="5232400" cy="31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1" name="Shape 5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2" name="Google Shape;5882;p128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83" name="Google Shape;5883;p12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84" name="Google Shape;5884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885" name="Google Shape;5885;p128"/>
          <p:cNvSpPr txBox="1"/>
          <p:nvPr>
            <p:ph idx="1" type="body"/>
          </p:nvPr>
        </p:nvSpPr>
        <p:spPr>
          <a:xfrm>
            <a:off x="794824" y="1951893"/>
            <a:ext cx="10787575" cy="2778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a set of tasks and a set of dependencies (precedence constraints) of form 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“task A must be done before task B”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sort: An ordering of the tasks that conforms with the given dependencies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Find a topological sort of the tasks or decide that there is no such ordering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86" name="Google Shape;5886;p128"/>
          <p:cNvSpPr txBox="1"/>
          <p:nvPr/>
        </p:nvSpPr>
        <p:spPr>
          <a:xfrm>
            <a:off x="1928797" y="658810"/>
            <a:ext cx="9526603" cy="719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sort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2" name="Shape 5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3" name="Google Shape;5893;p129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4" name="Google Shape;5894;p12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95" name="Google Shape;5895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896" name="Google Shape;5896;p129"/>
          <p:cNvSpPr txBox="1"/>
          <p:nvPr>
            <p:ph idx="1" type="body"/>
          </p:nvPr>
        </p:nvSpPr>
        <p:spPr>
          <a:xfrm>
            <a:off x="794824" y="1951893"/>
            <a:ext cx="10787575" cy="1765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600"/>
              <a:buFont typeface="Noto Sans Symbols"/>
              <a:buChar char="⮚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lines in industries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Noto Sans Symbols"/>
              <a:buChar char="⮚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Courses arrangement in schools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Noto Sans Symbols"/>
              <a:buChar char="⮚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Life related applications: Dressing order</a:t>
            </a:r>
            <a:endParaRPr/>
          </a:p>
        </p:txBody>
      </p:sp>
      <p:sp>
        <p:nvSpPr>
          <p:cNvPr id="5897" name="Google Shape;5897;p129"/>
          <p:cNvSpPr txBox="1"/>
          <p:nvPr/>
        </p:nvSpPr>
        <p:spPr>
          <a:xfrm>
            <a:off x="1928797" y="658810"/>
            <a:ext cx="9526603" cy="719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sort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98" name="Google Shape;5898;p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1976" y="2917093"/>
            <a:ext cx="4916615" cy="3153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9" name="Google Shape;5899;p1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2768" y="4096459"/>
            <a:ext cx="4972882" cy="1984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3" name="Shape 5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4" name="Google Shape;5904;p130"/>
          <p:cNvSpPr txBox="1"/>
          <p:nvPr>
            <p:ph type="title"/>
          </p:nvPr>
        </p:nvSpPr>
        <p:spPr>
          <a:xfrm>
            <a:off x="1981200" y="274638"/>
            <a:ext cx="8229600" cy="8683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Arial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on vertex (AOV) network</a:t>
            </a:r>
            <a:endParaRPr/>
          </a:p>
        </p:txBody>
      </p:sp>
      <p:sp>
        <p:nvSpPr>
          <p:cNvPr id="5905" name="Google Shape;5905;p130"/>
          <p:cNvSpPr txBox="1"/>
          <p:nvPr>
            <p:ph idx="1" type="body"/>
          </p:nvPr>
        </p:nvSpPr>
        <p:spPr>
          <a:xfrm>
            <a:off x="339047" y="1605314"/>
            <a:ext cx="10715089" cy="4651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Activity on vertex (AOV) network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 activity on vertex(AOV)network, is a digraph G in which the vertices represent tasks or activities and the edges represent precedence relations between tasks.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Predecessor 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Vertex i in an AOV network G is a predecessor of vertex j iff there is a directed path from vertex i to vertex j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Vertex i is an immediate predecessor of vertex j iff &lt;i, j&gt; is an edge in 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Successor 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i is a predecessor of j, then j is a successor of i.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i is an immediate predecessor of j, then j is an immediate successor of i </a:t>
            </a:r>
            <a:endParaRPr/>
          </a:p>
        </p:txBody>
      </p:sp>
      <p:pic>
        <p:nvPicPr>
          <p:cNvPr id="5906" name="Google Shape;5906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907" name="Google Shape;5907;p13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5908" name="Google Shape;5908;p13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2" name="Shape 5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3" name="Google Shape;5913;p131"/>
          <p:cNvSpPr txBox="1"/>
          <p:nvPr>
            <p:ph idx="1" type="body"/>
          </p:nvPr>
        </p:nvSpPr>
        <p:spPr>
          <a:xfrm>
            <a:off x="195070" y="1845734"/>
            <a:ext cx="1096061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Example 1: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Prerequisites define precedence relations between courses. The relationship defined may be more clearly represented using a directed graph in which the vertices represent courses &amp; the directed edges represent prerequisites.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8001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Each edge &lt;i,j&gt; implies that course i is a perquisite of course j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914" name="Google Shape;5914;p131"/>
          <p:cNvSpPr txBox="1"/>
          <p:nvPr/>
        </p:nvSpPr>
        <p:spPr>
          <a:xfrm>
            <a:off x="1611332" y="562312"/>
            <a:ext cx="8229600" cy="8683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Calibri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on vertex (AOV) network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15" name="Google Shape;5915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916" name="Google Shape;5916;p13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5917" name="Google Shape;5917;p13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1" name="Shape 5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22" name="Google Shape;5922;p132"/>
          <p:cNvGraphicFramePr/>
          <p:nvPr/>
        </p:nvGraphicFramePr>
        <p:xfrm>
          <a:off x="2209800" y="1770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{D60851B8-20AD-4561-AA70-2C478105AFDF}</a:tableStyleId>
              </a:tblPr>
              <a:tblGrid>
                <a:gridCol w="1619250"/>
                <a:gridCol w="3559175"/>
                <a:gridCol w="1820875"/>
              </a:tblGrid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Course number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Course name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Prerequisites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Programming I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None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Discrete Mathematics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None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Data Structures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C1, C2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Calculus I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None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Calculus II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Linear Algebra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Analysis of Algorithms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C3, C6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Assembly Language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Operating Systems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C7, C8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Programming Languages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Compiler Design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Artificial Intelligence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Computational Theory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Parallel Algorithms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C15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Numerical Analysis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23" name="Google Shape;5923;p132"/>
          <p:cNvSpPr txBox="1"/>
          <p:nvPr/>
        </p:nvSpPr>
        <p:spPr>
          <a:xfrm>
            <a:off x="1888732" y="603406"/>
            <a:ext cx="8229600" cy="8683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Calibri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on vertex (AOV) network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24" name="Google Shape;5924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35852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925" name="Google Shape;5925;p132"/>
          <p:cNvSpPr txBox="1"/>
          <p:nvPr>
            <p:ph idx="10" type="dt"/>
          </p:nvPr>
        </p:nvSpPr>
        <p:spPr>
          <a:xfrm>
            <a:off x="18288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5926" name="Google Shape;5926;p132"/>
          <p:cNvSpPr txBox="1"/>
          <p:nvPr>
            <p:ph idx="12" type="sldNum"/>
          </p:nvPr>
        </p:nvSpPr>
        <p:spPr>
          <a:xfrm>
            <a:off x="8957733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0" name="Shape 5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1" name="Google Shape;5931;p133"/>
          <p:cNvSpPr/>
          <p:nvPr/>
        </p:nvSpPr>
        <p:spPr>
          <a:xfrm>
            <a:off x="2757487" y="2916237"/>
            <a:ext cx="674687" cy="474661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2" name="Google Shape;5932;p133"/>
          <p:cNvSpPr/>
          <p:nvPr/>
        </p:nvSpPr>
        <p:spPr>
          <a:xfrm>
            <a:off x="2757487" y="3987801"/>
            <a:ext cx="674687" cy="4746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3" name="Google Shape;5933;p133"/>
          <p:cNvSpPr/>
          <p:nvPr/>
        </p:nvSpPr>
        <p:spPr>
          <a:xfrm>
            <a:off x="4451349" y="4564062"/>
            <a:ext cx="674687" cy="474661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4" name="Google Shape;5934;p133"/>
          <p:cNvSpPr/>
          <p:nvPr/>
        </p:nvSpPr>
        <p:spPr>
          <a:xfrm>
            <a:off x="4508499" y="5697537"/>
            <a:ext cx="674687" cy="474661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5" name="Google Shape;5935;p133"/>
          <p:cNvSpPr/>
          <p:nvPr/>
        </p:nvSpPr>
        <p:spPr>
          <a:xfrm>
            <a:off x="2757487" y="5697537"/>
            <a:ext cx="674687" cy="474661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6" name="Google Shape;5936;p133"/>
          <p:cNvSpPr/>
          <p:nvPr/>
        </p:nvSpPr>
        <p:spPr>
          <a:xfrm>
            <a:off x="6254749" y="5697537"/>
            <a:ext cx="674687" cy="474661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7" name="Google Shape;5937;p133"/>
          <p:cNvSpPr/>
          <p:nvPr/>
        </p:nvSpPr>
        <p:spPr>
          <a:xfrm>
            <a:off x="8000999" y="5697537"/>
            <a:ext cx="903288" cy="474661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38" name="Google Shape;5938;p133"/>
          <p:cNvCxnSpPr>
            <a:stCxn id="5935" idx="6"/>
            <a:endCxn id="5934" idx="2"/>
          </p:cNvCxnSpPr>
          <p:nvPr/>
        </p:nvCxnSpPr>
        <p:spPr>
          <a:xfrm>
            <a:off x="3432174" y="5934868"/>
            <a:ext cx="1076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39" name="Google Shape;5939;p133"/>
          <p:cNvCxnSpPr>
            <a:stCxn id="5934" idx="6"/>
            <a:endCxn id="5936" idx="2"/>
          </p:cNvCxnSpPr>
          <p:nvPr/>
        </p:nvCxnSpPr>
        <p:spPr>
          <a:xfrm>
            <a:off x="5183186" y="5934868"/>
            <a:ext cx="1071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40" name="Google Shape;5940;p133"/>
          <p:cNvCxnSpPr>
            <a:stCxn id="5936" idx="6"/>
            <a:endCxn id="5937" idx="2"/>
          </p:cNvCxnSpPr>
          <p:nvPr/>
        </p:nvCxnSpPr>
        <p:spPr>
          <a:xfrm>
            <a:off x="6929436" y="5934868"/>
            <a:ext cx="1071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41" name="Google Shape;5941;p133"/>
          <p:cNvSpPr/>
          <p:nvPr/>
        </p:nvSpPr>
        <p:spPr>
          <a:xfrm>
            <a:off x="6254749" y="4564062"/>
            <a:ext cx="674687" cy="474661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2" name="Google Shape;5942;p133"/>
          <p:cNvSpPr/>
          <p:nvPr/>
        </p:nvSpPr>
        <p:spPr>
          <a:xfrm>
            <a:off x="6254749" y="3692526"/>
            <a:ext cx="674687" cy="4746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3" name="Google Shape;5943;p133"/>
          <p:cNvSpPr/>
          <p:nvPr/>
        </p:nvSpPr>
        <p:spPr>
          <a:xfrm>
            <a:off x="8000999" y="4564062"/>
            <a:ext cx="903288" cy="474661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4" name="Google Shape;5944;p133"/>
          <p:cNvSpPr/>
          <p:nvPr/>
        </p:nvSpPr>
        <p:spPr>
          <a:xfrm>
            <a:off x="8000999" y="3692526"/>
            <a:ext cx="903288" cy="4746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5" name="Google Shape;5945;p133"/>
          <p:cNvSpPr/>
          <p:nvPr/>
        </p:nvSpPr>
        <p:spPr>
          <a:xfrm>
            <a:off x="8000999" y="2732087"/>
            <a:ext cx="903288" cy="474661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6" name="Google Shape;5946;p133"/>
          <p:cNvSpPr/>
          <p:nvPr/>
        </p:nvSpPr>
        <p:spPr>
          <a:xfrm>
            <a:off x="8000999" y="1773237"/>
            <a:ext cx="674687" cy="474661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47" name="Google Shape;5947;p133"/>
          <p:cNvCxnSpPr>
            <a:stCxn id="5931" idx="6"/>
            <a:endCxn id="5933" idx="0"/>
          </p:cNvCxnSpPr>
          <p:nvPr/>
        </p:nvCxnSpPr>
        <p:spPr>
          <a:xfrm>
            <a:off x="3432174" y="3153568"/>
            <a:ext cx="1356600" cy="141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48" name="Google Shape;5948;p133"/>
          <p:cNvCxnSpPr>
            <a:stCxn id="5932" idx="6"/>
            <a:endCxn id="5933" idx="2"/>
          </p:cNvCxnSpPr>
          <p:nvPr/>
        </p:nvCxnSpPr>
        <p:spPr>
          <a:xfrm>
            <a:off x="3432174" y="4225132"/>
            <a:ext cx="1019100" cy="57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49" name="Google Shape;5949;p133"/>
          <p:cNvCxnSpPr>
            <a:stCxn id="5933" idx="6"/>
            <a:endCxn id="5941" idx="2"/>
          </p:cNvCxnSpPr>
          <p:nvPr/>
        </p:nvCxnSpPr>
        <p:spPr>
          <a:xfrm>
            <a:off x="5126036" y="4801393"/>
            <a:ext cx="11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50" name="Google Shape;5950;p133"/>
          <p:cNvCxnSpPr>
            <a:stCxn id="5941" idx="6"/>
            <a:endCxn id="5943" idx="2"/>
          </p:cNvCxnSpPr>
          <p:nvPr/>
        </p:nvCxnSpPr>
        <p:spPr>
          <a:xfrm>
            <a:off x="6929436" y="4801393"/>
            <a:ext cx="1071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51" name="Google Shape;5951;p133"/>
          <p:cNvSpPr/>
          <p:nvPr/>
        </p:nvSpPr>
        <p:spPr>
          <a:xfrm>
            <a:off x="9767887" y="4562476"/>
            <a:ext cx="903288" cy="4746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52" name="Google Shape;5952;p133"/>
          <p:cNvCxnSpPr>
            <a:stCxn id="5943" idx="6"/>
            <a:endCxn id="5951" idx="2"/>
          </p:cNvCxnSpPr>
          <p:nvPr/>
        </p:nvCxnSpPr>
        <p:spPr>
          <a:xfrm flipH="1" rot="10800000">
            <a:off x="8904287" y="4799893"/>
            <a:ext cx="8637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53" name="Google Shape;5953;p133"/>
          <p:cNvSpPr/>
          <p:nvPr/>
        </p:nvSpPr>
        <p:spPr>
          <a:xfrm>
            <a:off x="9783762" y="2762251"/>
            <a:ext cx="903288" cy="4746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54" name="Google Shape;5954;p133"/>
          <p:cNvCxnSpPr>
            <a:stCxn id="5945" idx="6"/>
            <a:endCxn id="5953" idx="2"/>
          </p:cNvCxnSpPr>
          <p:nvPr/>
        </p:nvCxnSpPr>
        <p:spPr>
          <a:xfrm>
            <a:off x="8904287" y="2969418"/>
            <a:ext cx="879600" cy="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55" name="Google Shape;5955;p133"/>
          <p:cNvCxnSpPr>
            <a:stCxn id="5933" idx="7"/>
            <a:endCxn id="5942" idx="3"/>
          </p:cNvCxnSpPr>
          <p:nvPr/>
        </p:nvCxnSpPr>
        <p:spPr>
          <a:xfrm flipH="1" rot="10800000">
            <a:off x="5027230" y="4097774"/>
            <a:ext cx="1326300" cy="53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56" name="Google Shape;5956;p133"/>
          <p:cNvCxnSpPr>
            <a:stCxn id="5942" idx="0"/>
            <a:endCxn id="5946" idx="2"/>
          </p:cNvCxnSpPr>
          <p:nvPr/>
        </p:nvCxnSpPr>
        <p:spPr>
          <a:xfrm flipH="1" rot="10800000">
            <a:off x="6592093" y="2010426"/>
            <a:ext cx="1408800" cy="168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57" name="Google Shape;5957;p133"/>
          <p:cNvCxnSpPr>
            <a:stCxn id="5941" idx="0"/>
            <a:endCxn id="5946" idx="3"/>
          </p:cNvCxnSpPr>
          <p:nvPr/>
        </p:nvCxnSpPr>
        <p:spPr>
          <a:xfrm flipH="1" rot="10800000">
            <a:off x="6592093" y="2178462"/>
            <a:ext cx="1507800" cy="238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58" name="Google Shape;5958;p133"/>
          <p:cNvCxnSpPr>
            <a:stCxn id="5941" idx="7"/>
            <a:endCxn id="5945" idx="3"/>
          </p:cNvCxnSpPr>
          <p:nvPr/>
        </p:nvCxnSpPr>
        <p:spPr>
          <a:xfrm flipH="1" rot="10800000">
            <a:off x="6830630" y="3137174"/>
            <a:ext cx="1302600" cy="149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59" name="Google Shape;5959;p133"/>
          <p:cNvCxnSpPr>
            <a:stCxn id="5941" idx="6"/>
            <a:endCxn id="5944" idx="3"/>
          </p:cNvCxnSpPr>
          <p:nvPr/>
        </p:nvCxnSpPr>
        <p:spPr>
          <a:xfrm flipH="1" rot="10800000">
            <a:off x="6929436" y="4097593"/>
            <a:ext cx="1203900" cy="703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60" name="Google Shape;5960;p133"/>
          <p:cNvCxnSpPr>
            <a:stCxn id="5936" idx="0"/>
            <a:endCxn id="5941" idx="4"/>
          </p:cNvCxnSpPr>
          <p:nvPr/>
        </p:nvCxnSpPr>
        <p:spPr>
          <a:xfrm rot="10800000">
            <a:off x="6592093" y="5038737"/>
            <a:ext cx="0" cy="658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61" name="Google Shape;5961;p133"/>
          <p:cNvSpPr txBox="1"/>
          <p:nvPr/>
        </p:nvSpPr>
        <p:spPr>
          <a:xfrm>
            <a:off x="1888732" y="973943"/>
            <a:ext cx="956739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AOV n/w representing courses as vertices &amp; prerequisites as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Topological orders: 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2" name="Google Shape;5962;p133"/>
          <p:cNvSpPr txBox="1"/>
          <p:nvPr/>
        </p:nvSpPr>
        <p:spPr>
          <a:xfrm>
            <a:off x="2024034" y="1857365"/>
            <a:ext cx="564360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c1, c2, c4, c5, c3, c6, c8, c7, c10, c13, c12, c14, c15, c11, c9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c4, c5, c2, c1, c6, c3, c8, c15, c7, c9, c10, c11, c12, c13, c14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3" name="Google Shape;5963;p133"/>
          <p:cNvSpPr txBox="1"/>
          <p:nvPr/>
        </p:nvSpPr>
        <p:spPr>
          <a:xfrm>
            <a:off x="1888732" y="-2774"/>
            <a:ext cx="8229600" cy="8683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Font typeface="Calibri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on vertex (AOV) network</a:t>
            </a:r>
            <a:endParaRPr b="1" i="0" sz="3600" u="none" cap="none" strike="noStrik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64" name="Google Shape;5964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35852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965" name="Google Shape;5965;p13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5966" name="Google Shape;5966;p13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2" name="Shape 5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3" name="Google Shape;5973;p134"/>
          <p:cNvSpPr txBox="1"/>
          <p:nvPr>
            <p:ph type="title"/>
          </p:nvPr>
        </p:nvSpPr>
        <p:spPr>
          <a:xfrm>
            <a:off x="1369996" y="194108"/>
            <a:ext cx="10058400" cy="968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sort</a:t>
            </a:r>
            <a:endParaRPr b="1" sz="36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4" name="Google Shape;5974;p134"/>
          <p:cNvSpPr txBox="1"/>
          <p:nvPr>
            <p:ph idx="10" type="dt"/>
          </p:nvPr>
        </p:nvSpPr>
        <p:spPr>
          <a:xfrm>
            <a:off x="762000" y="645978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2/22/2024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5" name="Google Shape;5975;p13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76" name="Google Shape;5976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0" y="286604"/>
            <a:ext cx="1269598" cy="1148496"/>
          </a:xfrm>
          <a:prstGeom prst="rect">
            <a:avLst/>
          </a:prstGeom>
          <a:noFill/>
          <a:ln>
            <a:noFill/>
          </a:ln>
        </p:spPr>
      </p:pic>
      <p:sp>
        <p:nvSpPr>
          <p:cNvPr id="5977" name="Google Shape;5977;p134"/>
          <p:cNvSpPr txBox="1"/>
          <p:nvPr/>
        </p:nvSpPr>
        <p:spPr>
          <a:xfrm>
            <a:off x="495300" y="1773629"/>
            <a:ext cx="10933096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topological_sort()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(i = 0; i &lt;n; i++) {</a:t>
            </a:r>
            <a:b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if every vertex has a predecessor {</a:t>
            </a:r>
            <a:b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fprintf(stderr, “Network has a cycle. \n “ );</a:t>
            </a:r>
            <a:b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exit(1);</a:t>
            </a:r>
            <a:b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}</a:t>
            </a:r>
            <a:b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pick a vertex v that has no predecessors;</a:t>
            </a:r>
            <a:b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output v;</a:t>
            </a:r>
            <a:b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delete v and all edges leading out of v from the network;</a:t>
            </a:r>
            <a:b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br>
              <a:rPr b="0" i="0" lang="en-US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2" name="Shape 5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3" name="Google Shape;5983;p173"/>
          <p:cNvSpPr txBox="1"/>
          <p:nvPr>
            <p:ph type="title"/>
          </p:nvPr>
        </p:nvSpPr>
        <p:spPr>
          <a:xfrm>
            <a:off x="2782888" y="187325"/>
            <a:ext cx="6551612" cy="1009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Topological Sorts</a:t>
            </a:r>
            <a:endParaRPr/>
          </a:p>
        </p:txBody>
      </p:sp>
      <p:sp>
        <p:nvSpPr>
          <p:cNvPr id="5984" name="Google Shape;5984;p173"/>
          <p:cNvSpPr txBox="1"/>
          <p:nvPr>
            <p:ph idx="1" type="body"/>
          </p:nvPr>
        </p:nvSpPr>
        <p:spPr>
          <a:xfrm>
            <a:off x="1631951" y="1268414"/>
            <a:ext cx="8856663" cy="4537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 sz="2800"/>
              <a:t>Topological sort Algorithm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for (i = 0; i &lt;n; i++) {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	if every vertex has a predecessor {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		fprintf (stderr, “Network has a cycle. \n “ );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		exit(1);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	}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	pick a vertex v that has no predecessors;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	output v;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	delete v and all edges leading out of v from the network;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}</a:t>
            </a:r>
            <a:endParaRPr/>
          </a:p>
        </p:txBody>
      </p:sp>
      <p:sp>
        <p:nvSpPr>
          <p:cNvPr id="5985" name="Google Shape;5985;p173"/>
          <p:cNvSpPr/>
          <p:nvPr/>
        </p:nvSpPr>
        <p:spPr>
          <a:xfrm>
            <a:off x="8256588" y="2111375"/>
            <a:ext cx="381000" cy="381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6" name="Google Shape;5986;p173"/>
          <p:cNvSpPr/>
          <p:nvPr/>
        </p:nvSpPr>
        <p:spPr>
          <a:xfrm>
            <a:off x="9323388" y="1419225"/>
            <a:ext cx="381000" cy="381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7" name="Google Shape;5987;p173"/>
          <p:cNvSpPr/>
          <p:nvPr/>
        </p:nvSpPr>
        <p:spPr>
          <a:xfrm>
            <a:off x="9170988" y="2105025"/>
            <a:ext cx="381000" cy="381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8" name="Google Shape;5988;p173"/>
          <p:cNvSpPr/>
          <p:nvPr/>
        </p:nvSpPr>
        <p:spPr>
          <a:xfrm>
            <a:off x="9094788" y="2943225"/>
            <a:ext cx="381000" cy="381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9" name="Google Shape;5989;p173"/>
          <p:cNvSpPr/>
          <p:nvPr/>
        </p:nvSpPr>
        <p:spPr>
          <a:xfrm>
            <a:off x="10085388" y="2105025"/>
            <a:ext cx="381000" cy="381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0" name="Google Shape;5990;p173"/>
          <p:cNvSpPr/>
          <p:nvPr/>
        </p:nvSpPr>
        <p:spPr>
          <a:xfrm>
            <a:off x="10085388" y="2943225"/>
            <a:ext cx="381000" cy="381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1" name="Google Shape;5991;p173"/>
          <p:cNvCxnSpPr>
            <a:stCxn id="5985" idx="6"/>
            <a:endCxn id="5987" idx="2"/>
          </p:cNvCxnSpPr>
          <p:nvPr/>
        </p:nvCxnSpPr>
        <p:spPr>
          <a:xfrm flipH="1" rot="10800000">
            <a:off x="8637588" y="2295575"/>
            <a:ext cx="533400" cy="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92" name="Google Shape;5992;p173"/>
          <p:cNvCxnSpPr>
            <a:stCxn id="5985" idx="7"/>
            <a:endCxn id="5986" idx="3"/>
          </p:cNvCxnSpPr>
          <p:nvPr/>
        </p:nvCxnSpPr>
        <p:spPr>
          <a:xfrm flipH="1" rot="10800000">
            <a:off x="8581792" y="1744471"/>
            <a:ext cx="7974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93" name="Google Shape;5993;p173"/>
          <p:cNvCxnSpPr>
            <a:stCxn id="5985" idx="4"/>
            <a:endCxn id="5988" idx="1"/>
          </p:cNvCxnSpPr>
          <p:nvPr/>
        </p:nvCxnSpPr>
        <p:spPr>
          <a:xfrm>
            <a:off x="8447088" y="2492375"/>
            <a:ext cx="703500" cy="5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94" name="Google Shape;5994;p173"/>
          <p:cNvCxnSpPr>
            <a:stCxn id="5986" idx="5"/>
            <a:endCxn id="5989" idx="1"/>
          </p:cNvCxnSpPr>
          <p:nvPr/>
        </p:nvCxnSpPr>
        <p:spPr>
          <a:xfrm>
            <a:off x="9648592" y="1744429"/>
            <a:ext cx="492600" cy="41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95" name="Google Shape;5995;p173"/>
          <p:cNvCxnSpPr>
            <a:stCxn id="5987" idx="6"/>
            <a:endCxn id="5989" idx="2"/>
          </p:cNvCxnSpPr>
          <p:nvPr/>
        </p:nvCxnSpPr>
        <p:spPr>
          <a:xfrm>
            <a:off x="9551988" y="2295525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96" name="Google Shape;5996;p173"/>
          <p:cNvCxnSpPr>
            <a:stCxn id="5987" idx="5"/>
            <a:endCxn id="5990" idx="1"/>
          </p:cNvCxnSpPr>
          <p:nvPr/>
        </p:nvCxnSpPr>
        <p:spPr>
          <a:xfrm>
            <a:off x="9496192" y="2430229"/>
            <a:ext cx="645000" cy="568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97" name="Google Shape;5997;p173"/>
          <p:cNvCxnSpPr>
            <a:stCxn id="5988" idx="6"/>
            <a:endCxn id="5989" idx="3"/>
          </p:cNvCxnSpPr>
          <p:nvPr/>
        </p:nvCxnSpPr>
        <p:spPr>
          <a:xfrm flipH="1" rot="10800000">
            <a:off x="9475788" y="2430225"/>
            <a:ext cx="665400" cy="70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98" name="Google Shape;5998;p173"/>
          <p:cNvCxnSpPr>
            <a:stCxn id="5988" idx="5"/>
            <a:endCxn id="5990" idx="3"/>
          </p:cNvCxnSpPr>
          <p:nvPr/>
        </p:nvCxnSpPr>
        <p:spPr>
          <a:xfrm>
            <a:off x="9419992" y="3268429"/>
            <a:ext cx="72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99" name="Google Shape;5999;p173"/>
          <p:cNvSpPr txBox="1"/>
          <p:nvPr/>
        </p:nvSpPr>
        <p:spPr>
          <a:xfrm>
            <a:off x="6456363" y="5445125"/>
            <a:ext cx="403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Topological order generated: </a:t>
            </a:r>
            <a:endParaRPr b="0" baseline="-25000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0" name="Google Shape;6000;p173"/>
          <p:cNvSpPr/>
          <p:nvPr/>
        </p:nvSpPr>
        <p:spPr>
          <a:xfrm>
            <a:off x="6456363" y="5805488"/>
            <a:ext cx="449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1" name="Google Shape;6001;p173"/>
          <p:cNvSpPr/>
          <p:nvPr/>
        </p:nvSpPr>
        <p:spPr>
          <a:xfrm>
            <a:off x="6816726" y="5805488"/>
            <a:ext cx="4492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2" name="Google Shape;6002;p173"/>
          <p:cNvSpPr/>
          <p:nvPr/>
        </p:nvSpPr>
        <p:spPr>
          <a:xfrm>
            <a:off x="7177088" y="5805488"/>
            <a:ext cx="449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3" name="Google Shape;6003;p173"/>
          <p:cNvSpPr/>
          <p:nvPr/>
        </p:nvSpPr>
        <p:spPr>
          <a:xfrm>
            <a:off x="7519988" y="5805488"/>
            <a:ext cx="449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4" name="Google Shape;6004;p173"/>
          <p:cNvSpPr/>
          <p:nvPr/>
        </p:nvSpPr>
        <p:spPr>
          <a:xfrm>
            <a:off x="7880351" y="5805488"/>
            <a:ext cx="4492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5" name="Google Shape;6005;p173"/>
          <p:cNvSpPr/>
          <p:nvPr/>
        </p:nvSpPr>
        <p:spPr>
          <a:xfrm>
            <a:off x="8240713" y="5805488"/>
            <a:ext cx="449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baseline="-2500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9" name="Shape 6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" name="Google Shape;6010;p13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Internal representation used by topological sorting algorithm</a:t>
            </a:r>
            <a:endParaRPr/>
          </a:p>
        </p:txBody>
      </p:sp>
      <p:sp>
        <p:nvSpPr>
          <p:cNvPr id="6011" name="Google Shape;6011;p135"/>
          <p:cNvSpPr/>
          <p:nvPr/>
        </p:nvSpPr>
        <p:spPr>
          <a:xfrm>
            <a:off x="5619751" y="2790826"/>
            <a:ext cx="442383" cy="2714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2" name="Google Shape;6012;p135"/>
          <p:cNvSpPr/>
          <p:nvPr/>
        </p:nvSpPr>
        <p:spPr>
          <a:xfrm>
            <a:off x="6062133" y="2790826"/>
            <a:ext cx="442384" cy="2714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3" name="Google Shape;6013;p135"/>
          <p:cNvSpPr/>
          <p:nvPr/>
        </p:nvSpPr>
        <p:spPr>
          <a:xfrm>
            <a:off x="5619751" y="3195638"/>
            <a:ext cx="442383" cy="27146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4" name="Google Shape;6014;p135"/>
          <p:cNvSpPr/>
          <p:nvPr/>
        </p:nvSpPr>
        <p:spPr>
          <a:xfrm>
            <a:off x="6062133" y="3195638"/>
            <a:ext cx="442384" cy="27146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5" name="Google Shape;6015;p135"/>
          <p:cNvSpPr/>
          <p:nvPr/>
        </p:nvSpPr>
        <p:spPr>
          <a:xfrm>
            <a:off x="5619751" y="3603626"/>
            <a:ext cx="442383" cy="2714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6" name="Google Shape;6016;p135"/>
          <p:cNvSpPr/>
          <p:nvPr/>
        </p:nvSpPr>
        <p:spPr>
          <a:xfrm>
            <a:off x="6062133" y="3603626"/>
            <a:ext cx="442384" cy="2714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7" name="Google Shape;6017;p135"/>
          <p:cNvSpPr/>
          <p:nvPr/>
        </p:nvSpPr>
        <p:spPr>
          <a:xfrm>
            <a:off x="5619751" y="4010025"/>
            <a:ext cx="442383" cy="2714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8" name="Google Shape;6018;p135"/>
          <p:cNvSpPr/>
          <p:nvPr/>
        </p:nvSpPr>
        <p:spPr>
          <a:xfrm>
            <a:off x="6062133" y="4010025"/>
            <a:ext cx="442384" cy="2714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9" name="Google Shape;6019;p135"/>
          <p:cNvSpPr/>
          <p:nvPr/>
        </p:nvSpPr>
        <p:spPr>
          <a:xfrm>
            <a:off x="7236885" y="2790826"/>
            <a:ext cx="442383" cy="2714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0" name="Google Shape;6020;p135"/>
          <p:cNvSpPr/>
          <p:nvPr/>
        </p:nvSpPr>
        <p:spPr>
          <a:xfrm>
            <a:off x="7679267" y="2790826"/>
            <a:ext cx="442384" cy="2714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1" name="Google Shape;6021;p135"/>
          <p:cNvSpPr/>
          <p:nvPr/>
        </p:nvSpPr>
        <p:spPr>
          <a:xfrm>
            <a:off x="7236885" y="3603626"/>
            <a:ext cx="442383" cy="2714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2" name="Google Shape;6022;p135"/>
          <p:cNvSpPr/>
          <p:nvPr/>
        </p:nvSpPr>
        <p:spPr>
          <a:xfrm>
            <a:off x="7679267" y="3603626"/>
            <a:ext cx="442384" cy="2714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3" name="Google Shape;6023;p135"/>
          <p:cNvSpPr/>
          <p:nvPr/>
        </p:nvSpPr>
        <p:spPr>
          <a:xfrm>
            <a:off x="7236885" y="4010025"/>
            <a:ext cx="442383" cy="2714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4" name="Google Shape;6024;p135"/>
          <p:cNvSpPr/>
          <p:nvPr/>
        </p:nvSpPr>
        <p:spPr>
          <a:xfrm>
            <a:off x="7679267" y="4010025"/>
            <a:ext cx="442384" cy="2714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25" name="Google Shape;6025;p135"/>
          <p:cNvCxnSpPr/>
          <p:nvPr/>
        </p:nvCxnSpPr>
        <p:spPr>
          <a:xfrm>
            <a:off x="6248400" y="2924175"/>
            <a:ext cx="99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26" name="Google Shape;6026;p135"/>
          <p:cNvCxnSpPr/>
          <p:nvPr/>
        </p:nvCxnSpPr>
        <p:spPr>
          <a:xfrm>
            <a:off x="6248400" y="3736975"/>
            <a:ext cx="99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27" name="Google Shape;6027;p135"/>
          <p:cNvCxnSpPr/>
          <p:nvPr/>
        </p:nvCxnSpPr>
        <p:spPr>
          <a:xfrm>
            <a:off x="6248400" y="4141788"/>
            <a:ext cx="99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28" name="Google Shape;6028;p135"/>
          <p:cNvSpPr txBox="1"/>
          <p:nvPr/>
        </p:nvSpPr>
        <p:spPr>
          <a:xfrm>
            <a:off x="2882901" y="2736851"/>
            <a:ext cx="5990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9" name="Google Shape;6029;p135"/>
          <p:cNvSpPr txBox="1"/>
          <p:nvPr/>
        </p:nvSpPr>
        <p:spPr>
          <a:xfrm>
            <a:off x="2882901" y="3098801"/>
            <a:ext cx="5990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0" name="Google Shape;6030;p135"/>
          <p:cNvSpPr txBox="1"/>
          <p:nvPr/>
        </p:nvSpPr>
        <p:spPr>
          <a:xfrm>
            <a:off x="2882901" y="3503614"/>
            <a:ext cx="5990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1" name="Google Shape;6031;p135"/>
          <p:cNvSpPr txBox="1"/>
          <p:nvPr/>
        </p:nvSpPr>
        <p:spPr>
          <a:xfrm>
            <a:off x="2861734" y="3954463"/>
            <a:ext cx="5990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2" name="Google Shape;6032;p135"/>
          <p:cNvSpPr txBox="1"/>
          <p:nvPr/>
        </p:nvSpPr>
        <p:spPr>
          <a:xfrm>
            <a:off x="2880784" y="4362451"/>
            <a:ext cx="5990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3" name="Google Shape;6033;p135"/>
          <p:cNvSpPr/>
          <p:nvPr/>
        </p:nvSpPr>
        <p:spPr>
          <a:xfrm>
            <a:off x="3695700" y="2722563"/>
            <a:ext cx="677333" cy="40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4" name="Google Shape;6034;p135"/>
          <p:cNvSpPr/>
          <p:nvPr/>
        </p:nvSpPr>
        <p:spPr>
          <a:xfrm>
            <a:off x="4373034" y="2720975"/>
            <a:ext cx="677333" cy="40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5" name="Google Shape;6035;p135"/>
          <p:cNvSpPr/>
          <p:nvPr/>
        </p:nvSpPr>
        <p:spPr>
          <a:xfrm>
            <a:off x="3695700" y="3124200"/>
            <a:ext cx="677333" cy="40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6" name="Google Shape;6036;p135"/>
          <p:cNvSpPr/>
          <p:nvPr/>
        </p:nvSpPr>
        <p:spPr>
          <a:xfrm>
            <a:off x="4373034" y="3122613"/>
            <a:ext cx="677333" cy="40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7" name="Google Shape;6037;p135"/>
          <p:cNvSpPr/>
          <p:nvPr/>
        </p:nvSpPr>
        <p:spPr>
          <a:xfrm>
            <a:off x="3695700" y="3530600"/>
            <a:ext cx="677333" cy="40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8" name="Google Shape;6038;p135"/>
          <p:cNvSpPr/>
          <p:nvPr/>
        </p:nvSpPr>
        <p:spPr>
          <a:xfrm>
            <a:off x="4373034" y="3529013"/>
            <a:ext cx="677333" cy="40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9" name="Google Shape;6039;p135"/>
          <p:cNvSpPr/>
          <p:nvPr/>
        </p:nvSpPr>
        <p:spPr>
          <a:xfrm>
            <a:off x="3695700" y="3937000"/>
            <a:ext cx="677333" cy="40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0" name="Google Shape;6040;p135"/>
          <p:cNvSpPr/>
          <p:nvPr/>
        </p:nvSpPr>
        <p:spPr>
          <a:xfrm>
            <a:off x="4373034" y="3935413"/>
            <a:ext cx="677333" cy="40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1" name="Google Shape;6041;p135"/>
          <p:cNvSpPr/>
          <p:nvPr/>
        </p:nvSpPr>
        <p:spPr>
          <a:xfrm>
            <a:off x="3695700" y="4343400"/>
            <a:ext cx="677333" cy="40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2" name="Google Shape;6042;p135"/>
          <p:cNvSpPr/>
          <p:nvPr/>
        </p:nvSpPr>
        <p:spPr>
          <a:xfrm>
            <a:off x="4373034" y="4341813"/>
            <a:ext cx="677333" cy="40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3" name="Google Shape;6043;p135"/>
          <p:cNvCxnSpPr/>
          <p:nvPr/>
        </p:nvCxnSpPr>
        <p:spPr>
          <a:xfrm>
            <a:off x="4627033" y="2927350"/>
            <a:ext cx="99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44" name="Google Shape;6044;p135"/>
          <p:cNvCxnSpPr/>
          <p:nvPr/>
        </p:nvCxnSpPr>
        <p:spPr>
          <a:xfrm>
            <a:off x="4627033" y="3330575"/>
            <a:ext cx="99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45" name="Google Shape;6045;p135"/>
          <p:cNvCxnSpPr/>
          <p:nvPr/>
        </p:nvCxnSpPr>
        <p:spPr>
          <a:xfrm>
            <a:off x="4627033" y="3740150"/>
            <a:ext cx="99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46" name="Google Shape;6046;p135"/>
          <p:cNvSpPr/>
          <p:nvPr/>
        </p:nvSpPr>
        <p:spPr>
          <a:xfrm>
            <a:off x="3695700" y="4749800"/>
            <a:ext cx="677333" cy="40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7" name="Google Shape;6047;p135"/>
          <p:cNvSpPr/>
          <p:nvPr/>
        </p:nvSpPr>
        <p:spPr>
          <a:xfrm>
            <a:off x="4373034" y="4748213"/>
            <a:ext cx="677333" cy="40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8" name="Google Shape;6048;p135"/>
          <p:cNvCxnSpPr/>
          <p:nvPr/>
        </p:nvCxnSpPr>
        <p:spPr>
          <a:xfrm>
            <a:off x="4629151" y="4154488"/>
            <a:ext cx="99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49" name="Google Shape;6049;p135"/>
          <p:cNvSpPr txBox="1"/>
          <p:nvPr/>
        </p:nvSpPr>
        <p:spPr>
          <a:xfrm>
            <a:off x="2882901" y="4748214"/>
            <a:ext cx="5990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0" name="Google Shape;6050;p135"/>
          <p:cNvSpPr/>
          <p:nvPr/>
        </p:nvSpPr>
        <p:spPr>
          <a:xfrm>
            <a:off x="8820151" y="2790826"/>
            <a:ext cx="442383" cy="2714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1" name="Google Shape;6051;p135"/>
          <p:cNvSpPr/>
          <p:nvPr/>
        </p:nvSpPr>
        <p:spPr>
          <a:xfrm>
            <a:off x="9262533" y="2790826"/>
            <a:ext cx="442384" cy="27146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52" name="Google Shape;6052;p135"/>
          <p:cNvCxnSpPr/>
          <p:nvPr/>
        </p:nvCxnSpPr>
        <p:spPr>
          <a:xfrm>
            <a:off x="7831667" y="2924175"/>
            <a:ext cx="99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53" name="Google Shape;6053;p135"/>
          <p:cNvSpPr txBox="1"/>
          <p:nvPr/>
        </p:nvSpPr>
        <p:spPr>
          <a:xfrm>
            <a:off x="3534834" y="2411413"/>
            <a:ext cx="6222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4" name="Google Shape;6054;p135"/>
          <p:cNvSpPr txBox="1"/>
          <p:nvPr/>
        </p:nvSpPr>
        <p:spPr>
          <a:xfrm>
            <a:off x="4385734" y="2409825"/>
            <a:ext cx="4732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5" name="Google Shape;6055;p135"/>
          <p:cNvSpPr txBox="1"/>
          <p:nvPr/>
        </p:nvSpPr>
        <p:spPr>
          <a:xfrm>
            <a:off x="5293785" y="2482850"/>
            <a:ext cx="5325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6" name="Google Shape;6056;p135"/>
          <p:cNvSpPr txBox="1"/>
          <p:nvPr/>
        </p:nvSpPr>
        <p:spPr>
          <a:xfrm>
            <a:off x="5930900" y="2482850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7" name="Google Shape;6057;p135"/>
          <p:cNvSpPr/>
          <p:nvPr/>
        </p:nvSpPr>
        <p:spPr>
          <a:xfrm>
            <a:off x="6775457" y="5230823"/>
            <a:ext cx="446616" cy="334962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8" name="Google Shape;6058;p135"/>
          <p:cNvSpPr/>
          <p:nvPr/>
        </p:nvSpPr>
        <p:spPr>
          <a:xfrm>
            <a:off x="7922691" y="4681548"/>
            <a:ext cx="446616" cy="3349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9" name="Google Shape;6059;p135"/>
          <p:cNvSpPr/>
          <p:nvPr/>
        </p:nvSpPr>
        <p:spPr>
          <a:xfrm>
            <a:off x="7922691" y="5230823"/>
            <a:ext cx="446616" cy="3349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0" name="Google Shape;6060;p135"/>
          <p:cNvSpPr/>
          <p:nvPr/>
        </p:nvSpPr>
        <p:spPr>
          <a:xfrm>
            <a:off x="7922691" y="5799148"/>
            <a:ext cx="446616" cy="3349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1" name="Google Shape;6061;p135"/>
          <p:cNvSpPr/>
          <p:nvPr/>
        </p:nvSpPr>
        <p:spPr>
          <a:xfrm>
            <a:off x="9069924" y="5230823"/>
            <a:ext cx="446616" cy="3349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2" name="Google Shape;6062;p135"/>
          <p:cNvSpPr/>
          <p:nvPr/>
        </p:nvSpPr>
        <p:spPr>
          <a:xfrm>
            <a:off x="9069924" y="5800736"/>
            <a:ext cx="446616" cy="3349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63" name="Google Shape;6063;p135"/>
          <p:cNvCxnSpPr/>
          <p:nvPr/>
        </p:nvCxnSpPr>
        <p:spPr>
          <a:xfrm flipH="1" rot="10800000">
            <a:off x="7143758" y="4929199"/>
            <a:ext cx="793749" cy="3206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64" name="Google Shape;6064;p135"/>
          <p:cNvCxnSpPr/>
          <p:nvPr/>
        </p:nvCxnSpPr>
        <p:spPr>
          <a:xfrm>
            <a:off x="7222073" y="5422910"/>
            <a:ext cx="6963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65" name="Google Shape;6065;p135"/>
          <p:cNvCxnSpPr/>
          <p:nvPr/>
        </p:nvCxnSpPr>
        <p:spPr>
          <a:xfrm>
            <a:off x="7124707" y="5538799"/>
            <a:ext cx="774700" cy="3778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66" name="Google Shape;6066;p135"/>
          <p:cNvCxnSpPr/>
          <p:nvPr/>
        </p:nvCxnSpPr>
        <p:spPr>
          <a:xfrm>
            <a:off x="8362958" y="5394335"/>
            <a:ext cx="69638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67" name="Google Shape;6067;p135"/>
          <p:cNvCxnSpPr/>
          <p:nvPr/>
        </p:nvCxnSpPr>
        <p:spPr>
          <a:xfrm>
            <a:off x="8379891" y="5988060"/>
            <a:ext cx="69638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68" name="Google Shape;6068;p135"/>
          <p:cNvCxnSpPr/>
          <p:nvPr/>
        </p:nvCxnSpPr>
        <p:spPr>
          <a:xfrm>
            <a:off x="8343907" y="4929198"/>
            <a:ext cx="774700" cy="3349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69" name="Google Shape;6069;p135"/>
          <p:cNvCxnSpPr/>
          <p:nvPr/>
        </p:nvCxnSpPr>
        <p:spPr>
          <a:xfrm>
            <a:off x="8324858" y="5481648"/>
            <a:ext cx="774700" cy="3619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70" name="Google Shape;6070;p135"/>
          <p:cNvCxnSpPr/>
          <p:nvPr/>
        </p:nvCxnSpPr>
        <p:spPr>
          <a:xfrm flipH="1" rot="10800000">
            <a:off x="8324858" y="5510223"/>
            <a:ext cx="774700" cy="3492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71" name="Google Shape;6071;p13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6072" name="Google Shape;6072;p13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6" name="Shape 6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7" name="Google Shape;6077;p13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800"/>
              <a:buNone/>
            </a:pPr>
            <a:r>
              <a:rPr b="1" lang="en-US" sz="36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AOV network</a:t>
            </a:r>
            <a:endParaRPr/>
          </a:p>
        </p:txBody>
      </p:sp>
      <p:sp>
        <p:nvSpPr>
          <p:cNvPr id="6078" name="Google Shape;6078;p136"/>
          <p:cNvSpPr/>
          <p:nvPr/>
        </p:nvSpPr>
        <p:spPr>
          <a:xfrm>
            <a:off x="1276351" y="2681288"/>
            <a:ext cx="446616" cy="334962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9" name="Google Shape;6079;p136"/>
          <p:cNvSpPr/>
          <p:nvPr/>
        </p:nvSpPr>
        <p:spPr>
          <a:xfrm>
            <a:off x="2423584" y="2132013"/>
            <a:ext cx="446616" cy="3349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0" name="Google Shape;6080;p136"/>
          <p:cNvSpPr/>
          <p:nvPr/>
        </p:nvSpPr>
        <p:spPr>
          <a:xfrm>
            <a:off x="2423584" y="2681288"/>
            <a:ext cx="446616" cy="3349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1" name="Google Shape;6081;p136"/>
          <p:cNvSpPr/>
          <p:nvPr/>
        </p:nvSpPr>
        <p:spPr>
          <a:xfrm>
            <a:off x="2423584" y="3249613"/>
            <a:ext cx="446616" cy="3349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2" name="Google Shape;6082;p136"/>
          <p:cNvSpPr/>
          <p:nvPr/>
        </p:nvSpPr>
        <p:spPr>
          <a:xfrm>
            <a:off x="3570817" y="2681288"/>
            <a:ext cx="446616" cy="3349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3" name="Google Shape;6083;p136"/>
          <p:cNvSpPr/>
          <p:nvPr/>
        </p:nvSpPr>
        <p:spPr>
          <a:xfrm>
            <a:off x="3570817" y="3251201"/>
            <a:ext cx="446616" cy="3349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84" name="Google Shape;6084;p136"/>
          <p:cNvCxnSpPr/>
          <p:nvPr/>
        </p:nvCxnSpPr>
        <p:spPr>
          <a:xfrm flipH="1" rot="10800000">
            <a:off x="1644651" y="2379664"/>
            <a:ext cx="793749" cy="3206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85" name="Google Shape;6085;p136"/>
          <p:cNvCxnSpPr/>
          <p:nvPr/>
        </p:nvCxnSpPr>
        <p:spPr>
          <a:xfrm>
            <a:off x="1722967" y="2873375"/>
            <a:ext cx="6963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86" name="Google Shape;6086;p136"/>
          <p:cNvCxnSpPr/>
          <p:nvPr/>
        </p:nvCxnSpPr>
        <p:spPr>
          <a:xfrm>
            <a:off x="1625601" y="2989264"/>
            <a:ext cx="774700" cy="3778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87" name="Google Shape;6087;p136"/>
          <p:cNvCxnSpPr/>
          <p:nvPr/>
        </p:nvCxnSpPr>
        <p:spPr>
          <a:xfrm>
            <a:off x="2863851" y="2844800"/>
            <a:ext cx="69638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88" name="Google Shape;6088;p136"/>
          <p:cNvCxnSpPr/>
          <p:nvPr/>
        </p:nvCxnSpPr>
        <p:spPr>
          <a:xfrm>
            <a:off x="2880785" y="3438525"/>
            <a:ext cx="69638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89" name="Google Shape;6089;p136"/>
          <p:cNvCxnSpPr/>
          <p:nvPr/>
        </p:nvCxnSpPr>
        <p:spPr>
          <a:xfrm>
            <a:off x="2844801" y="2379663"/>
            <a:ext cx="774700" cy="3349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90" name="Google Shape;6090;p136"/>
          <p:cNvCxnSpPr/>
          <p:nvPr/>
        </p:nvCxnSpPr>
        <p:spPr>
          <a:xfrm>
            <a:off x="2825751" y="2932113"/>
            <a:ext cx="774700" cy="3619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91" name="Google Shape;6091;p136"/>
          <p:cNvCxnSpPr/>
          <p:nvPr/>
        </p:nvCxnSpPr>
        <p:spPr>
          <a:xfrm flipH="1" rot="10800000">
            <a:off x="2825751" y="2960688"/>
            <a:ext cx="774700" cy="3492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92" name="Google Shape;6092;p136"/>
          <p:cNvSpPr/>
          <p:nvPr/>
        </p:nvSpPr>
        <p:spPr>
          <a:xfrm>
            <a:off x="5247217" y="2173288"/>
            <a:ext cx="446616" cy="334962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3" name="Google Shape;6093;p136"/>
          <p:cNvSpPr/>
          <p:nvPr/>
        </p:nvSpPr>
        <p:spPr>
          <a:xfrm>
            <a:off x="5247217" y="2722563"/>
            <a:ext cx="446616" cy="334962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4" name="Google Shape;6094;p136"/>
          <p:cNvSpPr/>
          <p:nvPr/>
        </p:nvSpPr>
        <p:spPr>
          <a:xfrm>
            <a:off x="5247217" y="3290888"/>
            <a:ext cx="446616" cy="334962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5" name="Google Shape;6095;p136"/>
          <p:cNvSpPr/>
          <p:nvPr/>
        </p:nvSpPr>
        <p:spPr>
          <a:xfrm>
            <a:off x="6394451" y="2722563"/>
            <a:ext cx="446616" cy="3349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6" name="Google Shape;6096;p136"/>
          <p:cNvSpPr/>
          <p:nvPr/>
        </p:nvSpPr>
        <p:spPr>
          <a:xfrm>
            <a:off x="6394451" y="3292476"/>
            <a:ext cx="446616" cy="3349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7" name="Google Shape;6097;p136"/>
          <p:cNvCxnSpPr/>
          <p:nvPr/>
        </p:nvCxnSpPr>
        <p:spPr>
          <a:xfrm>
            <a:off x="5687485" y="2886075"/>
            <a:ext cx="69638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98" name="Google Shape;6098;p136"/>
          <p:cNvCxnSpPr/>
          <p:nvPr/>
        </p:nvCxnSpPr>
        <p:spPr>
          <a:xfrm>
            <a:off x="5704418" y="3479800"/>
            <a:ext cx="69638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99" name="Google Shape;6099;p136"/>
          <p:cNvCxnSpPr/>
          <p:nvPr/>
        </p:nvCxnSpPr>
        <p:spPr>
          <a:xfrm>
            <a:off x="5668434" y="2420938"/>
            <a:ext cx="774700" cy="3349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00" name="Google Shape;6100;p136"/>
          <p:cNvCxnSpPr/>
          <p:nvPr/>
        </p:nvCxnSpPr>
        <p:spPr>
          <a:xfrm>
            <a:off x="5649385" y="2973388"/>
            <a:ext cx="774700" cy="3619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01" name="Google Shape;6101;p136"/>
          <p:cNvCxnSpPr/>
          <p:nvPr/>
        </p:nvCxnSpPr>
        <p:spPr>
          <a:xfrm flipH="1" rot="10800000">
            <a:off x="5649385" y="3001963"/>
            <a:ext cx="774700" cy="3492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02" name="Google Shape;6102;p136"/>
          <p:cNvSpPr/>
          <p:nvPr/>
        </p:nvSpPr>
        <p:spPr>
          <a:xfrm>
            <a:off x="8341784" y="2171701"/>
            <a:ext cx="446616" cy="334963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3" name="Google Shape;6103;p136"/>
          <p:cNvSpPr/>
          <p:nvPr/>
        </p:nvSpPr>
        <p:spPr>
          <a:xfrm>
            <a:off x="8341784" y="2720976"/>
            <a:ext cx="446616" cy="334963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4" name="Google Shape;6104;p136"/>
          <p:cNvSpPr/>
          <p:nvPr/>
        </p:nvSpPr>
        <p:spPr>
          <a:xfrm>
            <a:off x="9489017" y="2720976"/>
            <a:ext cx="446616" cy="3349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5" name="Google Shape;6105;p136"/>
          <p:cNvSpPr/>
          <p:nvPr/>
        </p:nvSpPr>
        <p:spPr>
          <a:xfrm>
            <a:off x="9489017" y="3290888"/>
            <a:ext cx="446616" cy="334962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06" name="Google Shape;6106;p136"/>
          <p:cNvCxnSpPr/>
          <p:nvPr/>
        </p:nvCxnSpPr>
        <p:spPr>
          <a:xfrm>
            <a:off x="8782051" y="2884488"/>
            <a:ext cx="69638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07" name="Google Shape;6107;p136"/>
          <p:cNvCxnSpPr/>
          <p:nvPr/>
        </p:nvCxnSpPr>
        <p:spPr>
          <a:xfrm>
            <a:off x="8763001" y="2419351"/>
            <a:ext cx="774700" cy="3349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08" name="Google Shape;6108;p136"/>
          <p:cNvCxnSpPr/>
          <p:nvPr/>
        </p:nvCxnSpPr>
        <p:spPr>
          <a:xfrm>
            <a:off x="8743951" y="2971800"/>
            <a:ext cx="774700" cy="3619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09" name="Google Shape;6109;p136"/>
          <p:cNvSpPr/>
          <p:nvPr/>
        </p:nvSpPr>
        <p:spPr>
          <a:xfrm>
            <a:off x="2398184" y="4464051"/>
            <a:ext cx="446616" cy="334963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0" name="Google Shape;6110;p136"/>
          <p:cNvSpPr/>
          <p:nvPr/>
        </p:nvSpPr>
        <p:spPr>
          <a:xfrm>
            <a:off x="3545417" y="5013326"/>
            <a:ext cx="446616" cy="3349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1" name="Google Shape;6111;p136"/>
          <p:cNvSpPr/>
          <p:nvPr/>
        </p:nvSpPr>
        <p:spPr>
          <a:xfrm>
            <a:off x="3545417" y="5583238"/>
            <a:ext cx="446616" cy="334962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2" name="Google Shape;6112;p136"/>
          <p:cNvCxnSpPr/>
          <p:nvPr/>
        </p:nvCxnSpPr>
        <p:spPr>
          <a:xfrm>
            <a:off x="2819401" y="4711701"/>
            <a:ext cx="774700" cy="3349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13" name="Google Shape;6113;p136"/>
          <p:cNvSpPr/>
          <p:nvPr/>
        </p:nvSpPr>
        <p:spPr>
          <a:xfrm>
            <a:off x="5259917" y="4505326"/>
            <a:ext cx="446616" cy="334963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4" name="Google Shape;6114;p136"/>
          <p:cNvSpPr/>
          <p:nvPr/>
        </p:nvSpPr>
        <p:spPr>
          <a:xfrm>
            <a:off x="6407151" y="5054601"/>
            <a:ext cx="446616" cy="334963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5" name="Google Shape;6115;p136"/>
          <p:cNvCxnSpPr/>
          <p:nvPr/>
        </p:nvCxnSpPr>
        <p:spPr>
          <a:xfrm>
            <a:off x="5681134" y="4752976"/>
            <a:ext cx="774700" cy="3349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16" name="Google Shape;6116;p136"/>
          <p:cNvSpPr/>
          <p:nvPr/>
        </p:nvSpPr>
        <p:spPr>
          <a:xfrm>
            <a:off x="8786284" y="4922838"/>
            <a:ext cx="446616" cy="334962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7" name="Google Shape;6117;p136"/>
          <p:cNvSpPr txBox="1"/>
          <p:nvPr/>
        </p:nvSpPr>
        <p:spPr>
          <a:xfrm>
            <a:off x="1640418" y="3771901"/>
            <a:ext cx="10695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(a) Initial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8" name="Google Shape;6118;p136"/>
          <p:cNvSpPr txBox="1"/>
          <p:nvPr/>
        </p:nvSpPr>
        <p:spPr>
          <a:xfrm>
            <a:off x="4677833" y="3784601"/>
            <a:ext cx="2210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Vertex 0 deleted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9" name="Google Shape;6119;p136"/>
          <p:cNvSpPr txBox="1"/>
          <p:nvPr/>
        </p:nvSpPr>
        <p:spPr>
          <a:xfrm>
            <a:off x="8255000" y="3783013"/>
            <a:ext cx="21980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Vertex 3 deleted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0" name="Google Shape;6120;p136"/>
          <p:cNvSpPr txBox="1"/>
          <p:nvPr/>
        </p:nvSpPr>
        <p:spPr>
          <a:xfrm>
            <a:off x="1466004" y="6008733"/>
            <a:ext cx="2210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Vertex 2 deleted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1" name="Google Shape;6121;p136"/>
          <p:cNvSpPr txBox="1"/>
          <p:nvPr/>
        </p:nvSpPr>
        <p:spPr>
          <a:xfrm>
            <a:off x="5155657" y="5928769"/>
            <a:ext cx="2210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(e) Vertex 5 deleted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2" name="Google Shape;6122;p136"/>
          <p:cNvSpPr txBox="1"/>
          <p:nvPr/>
        </p:nvSpPr>
        <p:spPr>
          <a:xfrm>
            <a:off x="8493823" y="5821816"/>
            <a:ext cx="21467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(f) Vertex 1 deleted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3" name="Google Shape;6123;p13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6124" name="Google Shape;6124;p13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Bhamare, Mamta</dc:creator>
</cp:coreProperties>
</file>